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386" r:id="rId2"/>
    <p:sldId id="556" r:id="rId3"/>
    <p:sldId id="484" r:id="rId4"/>
    <p:sldId id="490" r:id="rId5"/>
    <p:sldId id="557" r:id="rId6"/>
    <p:sldId id="552" r:id="rId7"/>
    <p:sldId id="553" r:id="rId8"/>
    <p:sldId id="554" r:id="rId9"/>
    <p:sldId id="579" r:id="rId10"/>
    <p:sldId id="558" r:id="rId11"/>
    <p:sldId id="538" r:id="rId12"/>
    <p:sldId id="540" r:id="rId13"/>
    <p:sldId id="543" r:id="rId14"/>
    <p:sldId id="450" r:id="rId15"/>
    <p:sldId id="527" r:id="rId16"/>
    <p:sldId id="528" r:id="rId17"/>
    <p:sldId id="524" r:id="rId18"/>
    <p:sldId id="529" r:id="rId19"/>
    <p:sldId id="525" r:id="rId20"/>
    <p:sldId id="530" r:id="rId21"/>
    <p:sldId id="526" r:id="rId22"/>
    <p:sldId id="531" r:id="rId23"/>
    <p:sldId id="533" r:id="rId24"/>
    <p:sldId id="534" r:id="rId25"/>
    <p:sldId id="536" r:id="rId26"/>
    <p:sldId id="571" r:id="rId27"/>
    <p:sldId id="572" r:id="rId28"/>
    <p:sldId id="573" r:id="rId29"/>
    <p:sldId id="546" r:id="rId30"/>
    <p:sldId id="566" r:id="rId31"/>
    <p:sldId id="545" r:id="rId32"/>
    <p:sldId id="549" r:id="rId33"/>
    <p:sldId id="550" r:id="rId34"/>
    <p:sldId id="567" r:id="rId35"/>
    <p:sldId id="576" r:id="rId36"/>
    <p:sldId id="577" r:id="rId37"/>
    <p:sldId id="578" r:id="rId38"/>
    <p:sldId id="559" r:id="rId39"/>
    <p:sldId id="564" r:id="rId40"/>
    <p:sldId id="560" r:id="rId41"/>
    <p:sldId id="561" r:id="rId42"/>
    <p:sldId id="562" r:id="rId43"/>
    <p:sldId id="563" r:id="rId44"/>
    <p:sldId id="574" r:id="rId45"/>
    <p:sldId id="575" r:id="rId46"/>
    <p:sldId id="580" r:id="rId47"/>
    <p:sldId id="581" r:id="rId48"/>
    <p:sldId id="565" r:id="rId49"/>
  </p:sldIdLst>
  <p:sldSz cx="12192000" cy="6858000"/>
  <p:notesSz cx="6858000" cy="9144000"/>
  <p:custDataLst>
    <p:tags r:id="rId51"/>
  </p:custDataLst>
  <p:defaultTextStyle>
    <a:defPPr>
      <a:defRPr lang="zh-CN"/>
    </a:defPPr>
    <a:lvl1pPr marL="0" algn="l" defTabSz="914332" rtl="0" eaLnBrk="1" latinLnBrk="0" hangingPunct="1">
      <a:defRPr sz="1800" kern="1200">
        <a:solidFill>
          <a:schemeClr val="tx1"/>
        </a:solidFill>
        <a:latin typeface="+mn-lt"/>
        <a:ea typeface="+mn-ea"/>
        <a:cs typeface="+mn-cs"/>
      </a:defRPr>
    </a:lvl1pPr>
    <a:lvl2pPr marL="457166"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9" algn="l" defTabSz="914332" rtl="0" eaLnBrk="1" latinLnBrk="0" hangingPunct="1">
      <a:defRPr sz="1800" kern="1200">
        <a:solidFill>
          <a:schemeClr val="tx1"/>
        </a:solidFill>
        <a:latin typeface="+mn-lt"/>
        <a:ea typeface="+mn-ea"/>
        <a:cs typeface="+mn-cs"/>
      </a:defRPr>
    </a:lvl4pPr>
    <a:lvl5pPr marL="1828666" algn="l" defTabSz="914332" rtl="0" eaLnBrk="1" latinLnBrk="0" hangingPunct="1">
      <a:defRPr sz="1800" kern="1200">
        <a:solidFill>
          <a:schemeClr val="tx1"/>
        </a:solidFill>
        <a:latin typeface="+mn-lt"/>
        <a:ea typeface="+mn-ea"/>
        <a:cs typeface="+mn-cs"/>
      </a:defRPr>
    </a:lvl5pPr>
    <a:lvl6pPr marL="2285832" algn="l" defTabSz="914332" rtl="0" eaLnBrk="1" latinLnBrk="0" hangingPunct="1">
      <a:defRPr sz="1800" kern="1200">
        <a:solidFill>
          <a:schemeClr val="tx1"/>
        </a:solidFill>
        <a:latin typeface="+mn-lt"/>
        <a:ea typeface="+mn-ea"/>
        <a:cs typeface="+mn-cs"/>
      </a:defRPr>
    </a:lvl6pPr>
    <a:lvl7pPr marL="2742998" algn="l" defTabSz="914332" rtl="0" eaLnBrk="1" latinLnBrk="0" hangingPunct="1">
      <a:defRPr sz="1800" kern="1200">
        <a:solidFill>
          <a:schemeClr val="tx1"/>
        </a:solidFill>
        <a:latin typeface="+mn-lt"/>
        <a:ea typeface="+mn-ea"/>
        <a:cs typeface="+mn-cs"/>
      </a:defRPr>
    </a:lvl7pPr>
    <a:lvl8pPr marL="3200164" algn="l" defTabSz="914332" rtl="0" eaLnBrk="1" latinLnBrk="0" hangingPunct="1">
      <a:defRPr sz="1800" kern="1200">
        <a:solidFill>
          <a:schemeClr val="tx1"/>
        </a:solidFill>
        <a:latin typeface="+mn-lt"/>
        <a:ea typeface="+mn-ea"/>
        <a:cs typeface="+mn-cs"/>
      </a:defRPr>
    </a:lvl8pPr>
    <a:lvl9pPr marL="3657331" algn="l" defTabSz="91433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AR ADC" id="{1C9C8DB5-75D5-4F70-8ACB-BFA8BF2EE00D}">
          <p14:sldIdLst>
            <p14:sldId id="386"/>
            <p14:sldId id="556"/>
            <p14:sldId id="484"/>
            <p14:sldId id="490"/>
            <p14:sldId id="557"/>
            <p14:sldId id="552"/>
            <p14:sldId id="553"/>
            <p14:sldId id="554"/>
            <p14:sldId id="579"/>
            <p14:sldId id="558"/>
            <p14:sldId id="538"/>
            <p14:sldId id="540"/>
            <p14:sldId id="543"/>
            <p14:sldId id="450"/>
            <p14:sldId id="527"/>
            <p14:sldId id="528"/>
            <p14:sldId id="524"/>
            <p14:sldId id="529"/>
            <p14:sldId id="525"/>
            <p14:sldId id="530"/>
            <p14:sldId id="526"/>
            <p14:sldId id="531"/>
            <p14:sldId id="533"/>
            <p14:sldId id="534"/>
            <p14:sldId id="536"/>
            <p14:sldId id="571"/>
            <p14:sldId id="572"/>
            <p14:sldId id="573"/>
            <p14:sldId id="546"/>
            <p14:sldId id="566"/>
            <p14:sldId id="545"/>
            <p14:sldId id="549"/>
            <p14:sldId id="550"/>
            <p14:sldId id="567"/>
            <p14:sldId id="576"/>
            <p14:sldId id="577"/>
            <p14:sldId id="578"/>
            <p14:sldId id="559"/>
            <p14:sldId id="564"/>
            <p14:sldId id="560"/>
            <p14:sldId id="561"/>
            <p14:sldId id="562"/>
            <p14:sldId id="563"/>
            <p14:sldId id="574"/>
            <p14:sldId id="575"/>
            <p14:sldId id="580"/>
            <p14:sldId id="581"/>
            <p14:sldId id="565"/>
          </p14:sldIdLst>
        </p14:section>
      </p14:sectionLst>
    </p:ext>
    <p:ext uri="{EFAFB233-063F-42B5-8137-9DF3F51BA10A}">
      <p15:sldGuideLst xmlns:p15="http://schemas.microsoft.com/office/powerpoint/2012/main">
        <p15:guide id="1" orient="horz" pos="2160" userDrawn="1">
          <p15:clr>
            <a:srgbClr val="A4A3A4"/>
          </p15:clr>
        </p15:guide>
        <p15:guide id="2" pos="1345" userDrawn="1">
          <p15:clr>
            <a:srgbClr val="A4A3A4"/>
          </p15:clr>
        </p15:guide>
        <p15:guide id="3" pos="6108" userDrawn="1">
          <p15:clr>
            <a:srgbClr val="A4A3A4"/>
          </p15:clr>
        </p15:guide>
        <p15:guide id="5" pos="1572" userDrawn="1">
          <p15:clr>
            <a:srgbClr val="A4A3A4"/>
          </p15:clr>
        </p15:guide>
        <p15:guide id="6" orient="horz" pos="1321" userDrawn="1">
          <p15:clr>
            <a:srgbClr val="A4A3A4"/>
          </p15:clr>
        </p15:guide>
        <p15:guide id="7" pos="2911" userDrawn="1">
          <p15:clr>
            <a:srgbClr val="A4A3A4"/>
          </p15:clr>
        </p15:guide>
        <p15:guide id="8" pos="4044" userDrawn="1">
          <p15:clr>
            <a:srgbClr val="A4A3A4"/>
          </p15:clr>
        </p15:guide>
        <p15:guide id="9" pos="892" userDrawn="1">
          <p15:clr>
            <a:srgbClr val="A4A3A4"/>
          </p15:clr>
        </p15:guide>
        <p15:guide id="10" pos="6788" userDrawn="1">
          <p15:clr>
            <a:srgbClr val="A4A3A4"/>
          </p15:clr>
        </p15:guide>
        <p15:guide id="12" pos="1119" userDrawn="1">
          <p15:clr>
            <a:srgbClr val="A4A3A4"/>
          </p15:clr>
        </p15:guide>
        <p15:guide id="13" pos="4725" userDrawn="1">
          <p15:clr>
            <a:srgbClr val="A4A3A4"/>
          </p15:clr>
        </p15:guide>
        <p15:guide id="14" pos="4815" userDrawn="1">
          <p15:clr>
            <a:srgbClr val="A4A3A4"/>
          </p15:clr>
        </p15:guide>
        <p15:guide id="15" pos="3840" userDrawn="1">
          <p15:clr>
            <a:srgbClr val="A4A3A4"/>
          </p15:clr>
        </p15:guide>
        <p15:guide id="16" pos="6563" userDrawn="1">
          <p15:clr>
            <a:srgbClr val="A4A3A4"/>
          </p15:clr>
        </p15:guide>
        <p15:guide id="17" orient="horz" pos="2840" userDrawn="1">
          <p15:clr>
            <a:srgbClr val="A4A3A4"/>
          </p15:clr>
        </p15:guide>
        <p15:guide id="18" orient="horz" pos="3612" userDrawn="1">
          <p15:clr>
            <a:srgbClr val="A4A3A4"/>
          </p15:clr>
        </p15:guide>
        <p15:guide id="19" pos="4951" userDrawn="1">
          <p15:clr>
            <a:srgbClr val="A4A3A4"/>
          </p15:clr>
        </p15:guide>
        <p15:guide id="20" pos="7015" userDrawn="1">
          <p15:clr>
            <a:srgbClr val="A4A3A4"/>
          </p15:clr>
        </p15:guide>
        <p15:guide id="21" orient="horz" pos="2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0015"/>
    <a:srgbClr val="0D0D0D"/>
    <a:srgbClr val="26D0E2"/>
    <a:srgbClr val="15EF1F"/>
    <a:srgbClr val="094357"/>
    <a:srgbClr val="131313"/>
    <a:srgbClr val="4D4D4D"/>
    <a:srgbClr val="939393"/>
    <a:srgbClr val="D0D0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86" autoAdjust="0"/>
    <p:restoredTop sz="93396" autoAdjust="0"/>
  </p:normalViewPr>
  <p:slideViewPr>
    <p:cSldViewPr snapToGrid="0" showGuides="1">
      <p:cViewPr varScale="1">
        <p:scale>
          <a:sx n="74" d="100"/>
          <a:sy n="74" d="100"/>
        </p:scale>
        <p:origin x="336" y="60"/>
      </p:cViewPr>
      <p:guideLst>
        <p:guide orient="horz" pos="2160"/>
        <p:guide pos="1345"/>
        <p:guide pos="6108"/>
        <p:guide pos="1572"/>
        <p:guide orient="horz" pos="1321"/>
        <p:guide pos="2911"/>
        <p:guide pos="4044"/>
        <p:guide pos="892"/>
        <p:guide pos="6788"/>
        <p:guide pos="1119"/>
        <p:guide pos="4725"/>
        <p:guide pos="4815"/>
        <p:guide pos="3840"/>
        <p:guide pos="6563"/>
        <p:guide orient="horz" pos="2840"/>
        <p:guide orient="horz" pos="3612"/>
        <p:guide pos="4951"/>
        <p:guide pos="7015"/>
        <p:guide orient="horz" pos="2863"/>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ags" Target="tags/tag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3EA7E58A-1B9E-421D-B319-5C6366833F6E}" type="datetimeFigureOut">
              <a:rPr lang="zh-CN" altLang="en-US" smtClean="0"/>
              <a:t>2026/5/4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BCD162-57DD-4DBD-A967-691996B5DEC3}" type="slidenum">
              <a:rPr lang="zh-CN" altLang="en-US" smtClean="0"/>
              <a:t>‹#›</a:t>
            </a:fld>
            <a:endParaRPr lang="zh-CN" altLang="en-US"/>
          </a:p>
        </p:txBody>
      </p:sp>
    </p:spTree>
    <p:extLst>
      <p:ext uri="{BB962C8B-B14F-4D97-AF65-F5344CB8AC3E}">
        <p14:creationId xmlns:p14="http://schemas.microsoft.com/office/powerpoint/2010/main" val="2241198919"/>
      </p:ext>
    </p:extLst>
  </p:cSld>
  <p:clrMap bg1="lt1" tx1="dk1" bg2="lt2" tx2="dk2" accent1="accent1" accent2="accent2" accent3="accent3" accent4="accent4" accent5="accent5" accent6="accent6" hlink="hlink" folHlink="folHlink"/>
  <p:notesStyle>
    <a:lvl1pPr marL="0" algn="l" defTabSz="914332" rtl="0" eaLnBrk="1" latinLnBrk="0" hangingPunct="1">
      <a:defRPr sz="1200" kern="1200">
        <a:solidFill>
          <a:schemeClr val="tx1"/>
        </a:solidFill>
        <a:latin typeface="+mn-lt"/>
        <a:ea typeface="+mn-ea"/>
        <a:cs typeface="+mn-cs"/>
      </a:defRPr>
    </a:lvl1pPr>
    <a:lvl2pPr marL="457166" algn="l" defTabSz="914332" rtl="0" eaLnBrk="1" latinLnBrk="0" hangingPunct="1">
      <a:defRPr sz="1200" kern="1200">
        <a:solidFill>
          <a:schemeClr val="tx1"/>
        </a:solidFill>
        <a:latin typeface="+mn-lt"/>
        <a:ea typeface="+mn-ea"/>
        <a:cs typeface="+mn-cs"/>
      </a:defRPr>
    </a:lvl2pPr>
    <a:lvl3pPr marL="914332" algn="l" defTabSz="914332" rtl="0" eaLnBrk="1" latinLnBrk="0" hangingPunct="1">
      <a:defRPr sz="1200" kern="1200">
        <a:solidFill>
          <a:schemeClr val="tx1"/>
        </a:solidFill>
        <a:latin typeface="+mn-lt"/>
        <a:ea typeface="+mn-ea"/>
        <a:cs typeface="+mn-cs"/>
      </a:defRPr>
    </a:lvl3pPr>
    <a:lvl4pPr marL="1371499" algn="l" defTabSz="914332" rtl="0" eaLnBrk="1" latinLnBrk="0" hangingPunct="1">
      <a:defRPr sz="1200" kern="1200">
        <a:solidFill>
          <a:schemeClr val="tx1"/>
        </a:solidFill>
        <a:latin typeface="+mn-lt"/>
        <a:ea typeface="+mn-ea"/>
        <a:cs typeface="+mn-cs"/>
      </a:defRPr>
    </a:lvl4pPr>
    <a:lvl5pPr marL="1828666" algn="l" defTabSz="914332" rtl="0" eaLnBrk="1" latinLnBrk="0" hangingPunct="1">
      <a:defRPr sz="1200" kern="1200">
        <a:solidFill>
          <a:schemeClr val="tx1"/>
        </a:solidFill>
        <a:latin typeface="+mn-lt"/>
        <a:ea typeface="+mn-ea"/>
        <a:cs typeface="+mn-cs"/>
      </a:defRPr>
    </a:lvl5pPr>
    <a:lvl6pPr marL="2285832" algn="l" defTabSz="914332" rtl="0" eaLnBrk="1" latinLnBrk="0" hangingPunct="1">
      <a:defRPr sz="1200" kern="1200">
        <a:solidFill>
          <a:schemeClr val="tx1"/>
        </a:solidFill>
        <a:latin typeface="+mn-lt"/>
        <a:ea typeface="+mn-ea"/>
        <a:cs typeface="+mn-cs"/>
      </a:defRPr>
    </a:lvl6pPr>
    <a:lvl7pPr marL="2742998" algn="l" defTabSz="914332" rtl="0" eaLnBrk="1" latinLnBrk="0" hangingPunct="1">
      <a:defRPr sz="1200" kern="1200">
        <a:solidFill>
          <a:schemeClr val="tx1"/>
        </a:solidFill>
        <a:latin typeface="+mn-lt"/>
        <a:ea typeface="+mn-ea"/>
        <a:cs typeface="+mn-cs"/>
      </a:defRPr>
    </a:lvl7pPr>
    <a:lvl8pPr marL="3200164" algn="l" defTabSz="914332" rtl="0" eaLnBrk="1" latinLnBrk="0" hangingPunct="1">
      <a:defRPr sz="1200" kern="1200">
        <a:solidFill>
          <a:schemeClr val="tx1"/>
        </a:solidFill>
        <a:latin typeface="+mn-lt"/>
        <a:ea typeface="+mn-ea"/>
        <a:cs typeface="+mn-cs"/>
      </a:defRPr>
    </a:lvl8pPr>
    <a:lvl9pPr marL="3657331" algn="l" defTabSz="91433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BCD162-57DD-4DBD-A967-691996B5DEC3}" type="slidenum">
              <a:rPr lang="zh-CN" altLang="en-US" smtClean="0"/>
              <a:t>1</a:t>
            </a:fld>
            <a:endParaRPr lang="zh-CN" altLang="en-US"/>
          </a:p>
        </p:txBody>
      </p:sp>
    </p:spTree>
    <p:extLst>
      <p:ext uri="{BB962C8B-B14F-4D97-AF65-F5344CB8AC3E}">
        <p14:creationId xmlns:p14="http://schemas.microsoft.com/office/powerpoint/2010/main" val="42116013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BCD162-57DD-4DBD-A967-691996B5DEC3}" type="slidenum">
              <a:rPr lang="zh-CN" altLang="en-US" smtClean="0"/>
              <a:t>2</a:t>
            </a:fld>
            <a:endParaRPr lang="zh-CN" altLang="en-US"/>
          </a:p>
        </p:txBody>
      </p:sp>
    </p:spTree>
    <p:extLst>
      <p:ext uri="{BB962C8B-B14F-4D97-AF65-F5344CB8AC3E}">
        <p14:creationId xmlns:p14="http://schemas.microsoft.com/office/powerpoint/2010/main" val="2707535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AAD5002-6237-C493-0DF3-EE4D4279AA4B}"/>
            </a:ext>
          </a:extLst>
        </p:cNvPr>
        <p:cNvGrpSpPr/>
        <p:nvPr/>
      </p:nvGrpSpPr>
      <p:grpSpPr>
        <a:xfrm>
          <a:off x="0" y="0"/>
          <a:ext cx="0" cy="0"/>
          <a:chOff x="0" y="0"/>
          <a:chExt cx="0" cy="0"/>
        </a:xfrm>
      </p:grpSpPr>
      <p:sp>
        <p:nvSpPr>
          <p:cNvPr id="2" name="幻灯片图像占位符 1">
            <a:extLst>
              <a:ext uri="{FF2B5EF4-FFF2-40B4-BE49-F238E27FC236}">
                <a16:creationId xmlns="" xmlns:a16="http://schemas.microsoft.com/office/drawing/2014/main" id="{EC9F6CDA-D643-DD47-BA74-F69219F2CE8E}"/>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 xmlns:a16="http://schemas.microsoft.com/office/drawing/2014/main" id="{1525E448-51AD-E298-DC6B-B7A39035DBD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 xmlns:a16="http://schemas.microsoft.com/office/drawing/2014/main" id="{8CC03664-79DD-817B-842C-26677514EF4E}"/>
              </a:ext>
            </a:extLst>
          </p:cNvPr>
          <p:cNvSpPr>
            <a:spLocks noGrp="1"/>
          </p:cNvSpPr>
          <p:nvPr>
            <p:ph type="sldNum" sz="quarter" idx="10"/>
          </p:nvPr>
        </p:nvSpPr>
        <p:spPr/>
        <p:txBody>
          <a:bodyPr/>
          <a:lstStyle/>
          <a:p>
            <a:fld id="{A8BCD162-57DD-4DBD-A967-691996B5DEC3}" type="slidenum">
              <a:rPr lang="zh-CN" altLang="en-US" smtClean="0"/>
              <a:t>3</a:t>
            </a:fld>
            <a:endParaRPr lang="zh-CN" altLang="en-US"/>
          </a:p>
        </p:txBody>
      </p:sp>
    </p:spTree>
    <p:extLst>
      <p:ext uri="{BB962C8B-B14F-4D97-AF65-F5344CB8AC3E}">
        <p14:creationId xmlns:p14="http://schemas.microsoft.com/office/powerpoint/2010/main" val="654735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AAD5002-6237-C493-0DF3-EE4D4279AA4B}"/>
            </a:ext>
          </a:extLst>
        </p:cNvPr>
        <p:cNvGrpSpPr/>
        <p:nvPr/>
      </p:nvGrpSpPr>
      <p:grpSpPr>
        <a:xfrm>
          <a:off x="0" y="0"/>
          <a:ext cx="0" cy="0"/>
          <a:chOff x="0" y="0"/>
          <a:chExt cx="0" cy="0"/>
        </a:xfrm>
      </p:grpSpPr>
      <p:sp>
        <p:nvSpPr>
          <p:cNvPr id="2" name="幻灯片图像占位符 1">
            <a:extLst>
              <a:ext uri="{FF2B5EF4-FFF2-40B4-BE49-F238E27FC236}">
                <a16:creationId xmlns="" xmlns:a16="http://schemas.microsoft.com/office/drawing/2014/main" id="{EC9F6CDA-D643-DD47-BA74-F69219F2CE8E}"/>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 xmlns:a16="http://schemas.microsoft.com/office/drawing/2014/main" id="{1525E448-51AD-E298-DC6B-B7A39035DBD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 xmlns:a16="http://schemas.microsoft.com/office/drawing/2014/main" id="{8CC03664-79DD-817B-842C-26677514EF4E}"/>
              </a:ext>
            </a:extLst>
          </p:cNvPr>
          <p:cNvSpPr>
            <a:spLocks noGrp="1"/>
          </p:cNvSpPr>
          <p:nvPr>
            <p:ph type="sldNum" sz="quarter" idx="10"/>
          </p:nvPr>
        </p:nvSpPr>
        <p:spPr/>
        <p:txBody>
          <a:bodyPr/>
          <a:lstStyle/>
          <a:p>
            <a:fld id="{A8BCD162-57DD-4DBD-A967-691996B5DEC3}" type="slidenum">
              <a:rPr lang="zh-CN" altLang="en-US" smtClean="0"/>
              <a:t>4</a:t>
            </a:fld>
            <a:endParaRPr lang="zh-CN" altLang="en-US"/>
          </a:p>
        </p:txBody>
      </p:sp>
    </p:spTree>
    <p:extLst>
      <p:ext uri="{BB962C8B-B14F-4D97-AF65-F5344CB8AC3E}">
        <p14:creationId xmlns:p14="http://schemas.microsoft.com/office/powerpoint/2010/main" val="1800802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BCD162-57DD-4DBD-A967-691996B5DEC3}" type="slidenum">
              <a:rPr lang="zh-CN" altLang="en-US" smtClean="0"/>
              <a:t>5</a:t>
            </a:fld>
            <a:endParaRPr lang="zh-CN" altLang="en-US"/>
          </a:p>
        </p:txBody>
      </p:sp>
    </p:spTree>
    <p:extLst>
      <p:ext uri="{BB962C8B-B14F-4D97-AF65-F5344CB8AC3E}">
        <p14:creationId xmlns:p14="http://schemas.microsoft.com/office/powerpoint/2010/main" val="1503582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E500DF-44F3-41EE-AB31-8E39BB1C4BB6}" type="slidenum">
              <a:rPr lang="en-US" smtClean="0"/>
              <a:t>10</a:t>
            </a:fld>
            <a:endParaRPr lang="en-US"/>
          </a:p>
        </p:txBody>
      </p:sp>
    </p:spTree>
    <p:extLst>
      <p:ext uri="{BB962C8B-B14F-4D97-AF65-F5344CB8AC3E}">
        <p14:creationId xmlns:p14="http://schemas.microsoft.com/office/powerpoint/2010/main" val="13833327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AAD5002-6237-C493-0DF3-EE4D4279AA4B}"/>
            </a:ext>
          </a:extLst>
        </p:cNvPr>
        <p:cNvGrpSpPr/>
        <p:nvPr/>
      </p:nvGrpSpPr>
      <p:grpSpPr>
        <a:xfrm>
          <a:off x="0" y="0"/>
          <a:ext cx="0" cy="0"/>
          <a:chOff x="0" y="0"/>
          <a:chExt cx="0" cy="0"/>
        </a:xfrm>
      </p:grpSpPr>
      <p:sp>
        <p:nvSpPr>
          <p:cNvPr id="2" name="幻灯片图像占位符 1">
            <a:extLst>
              <a:ext uri="{FF2B5EF4-FFF2-40B4-BE49-F238E27FC236}">
                <a16:creationId xmlns="" xmlns:a16="http://schemas.microsoft.com/office/drawing/2014/main" id="{EC9F6CDA-D643-DD47-BA74-F69219F2CE8E}"/>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 xmlns:a16="http://schemas.microsoft.com/office/drawing/2014/main" id="{1525E448-51AD-E298-DC6B-B7A39035DBD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 xmlns:a16="http://schemas.microsoft.com/office/drawing/2014/main" id="{8CC03664-79DD-817B-842C-26677514EF4E}"/>
              </a:ext>
            </a:extLst>
          </p:cNvPr>
          <p:cNvSpPr>
            <a:spLocks noGrp="1"/>
          </p:cNvSpPr>
          <p:nvPr>
            <p:ph type="sldNum" sz="quarter" idx="10"/>
          </p:nvPr>
        </p:nvSpPr>
        <p:spPr/>
        <p:txBody>
          <a:bodyPr/>
          <a:lstStyle/>
          <a:p>
            <a:fld id="{A8BCD162-57DD-4DBD-A967-691996B5DEC3}" type="slidenum">
              <a:rPr lang="zh-CN" altLang="en-US" smtClean="0"/>
              <a:t>11</a:t>
            </a:fld>
            <a:endParaRPr lang="zh-CN" altLang="en-US"/>
          </a:p>
        </p:txBody>
      </p:sp>
    </p:spTree>
    <p:extLst>
      <p:ext uri="{BB962C8B-B14F-4D97-AF65-F5344CB8AC3E}">
        <p14:creationId xmlns:p14="http://schemas.microsoft.com/office/powerpoint/2010/main" val="26394048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BCD162-57DD-4DBD-A967-691996B5DEC3}" type="slidenum">
              <a:rPr lang="zh-CN" altLang="en-US" smtClean="0"/>
              <a:t>12</a:t>
            </a:fld>
            <a:endParaRPr lang="zh-CN" altLang="en-US"/>
          </a:p>
        </p:txBody>
      </p:sp>
    </p:spTree>
    <p:extLst>
      <p:ext uri="{BB962C8B-B14F-4D97-AF65-F5344CB8AC3E}">
        <p14:creationId xmlns:p14="http://schemas.microsoft.com/office/powerpoint/2010/main" val="33220787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AAD5002-6237-C493-0DF3-EE4D4279AA4B}"/>
            </a:ext>
          </a:extLst>
        </p:cNvPr>
        <p:cNvGrpSpPr/>
        <p:nvPr/>
      </p:nvGrpSpPr>
      <p:grpSpPr>
        <a:xfrm>
          <a:off x="0" y="0"/>
          <a:ext cx="0" cy="0"/>
          <a:chOff x="0" y="0"/>
          <a:chExt cx="0" cy="0"/>
        </a:xfrm>
      </p:grpSpPr>
      <p:sp>
        <p:nvSpPr>
          <p:cNvPr id="2" name="幻灯片图像占位符 1">
            <a:extLst>
              <a:ext uri="{FF2B5EF4-FFF2-40B4-BE49-F238E27FC236}">
                <a16:creationId xmlns="" xmlns:a16="http://schemas.microsoft.com/office/drawing/2014/main" id="{EC9F6CDA-D643-DD47-BA74-F69219F2CE8E}"/>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 xmlns:a16="http://schemas.microsoft.com/office/drawing/2014/main" id="{1525E448-51AD-E298-DC6B-B7A39035DBD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 xmlns:a16="http://schemas.microsoft.com/office/drawing/2014/main" id="{8CC03664-79DD-817B-842C-26677514EF4E}"/>
              </a:ext>
            </a:extLst>
          </p:cNvPr>
          <p:cNvSpPr>
            <a:spLocks noGrp="1"/>
          </p:cNvSpPr>
          <p:nvPr>
            <p:ph type="sldNum" sz="quarter" idx="10"/>
          </p:nvPr>
        </p:nvSpPr>
        <p:spPr/>
        <p:txBody>
          <a:bodyPr/>
          <a:lstStyle/>
          <a:p>
            <a:fld id="{A8BCD162-57DD-4DBD-A967-691996B5DEC3}" type="slidenum">
              <a:rPr lang="zh-CN" altLang="en-US" smtClean="0"/>
              <a:t>29</a:t>
            </a:fld>
            <a:endParaRPr lang="zh-CN" altLang="en-US"/>
          </a:p>
        </p:txBody>
      </p:sp>
    </p:spTree>
    <p:extLst>
      <p:ext uri="{BB962C8B-B14F-4D97-AF65-F5344CB8AC3E}">
        <p14:creationId xmlns:p14="http://schemas.microsoft.com/office/powerpoint/2010/main" val="1605182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BCD162-57DD-4DBD-A967-691996B5DEC3}" type="slidenum">
              <a:rPr lang="zh-CN" altLang="en-US" smtClean="0"/>
              <a:t>30</a:t>
            </a:fld>
            <a:endParaRPr lang="zh-CN" altLang="en-US"/>
          </a:p>
        </p:txBody>
      </p:sp>
    </p:spTree>
    <p:extLst>
      <p:ext uri="{BB962C8B-B14F-4D97-AF65-F5344CB8AC3E}">
        <p14:creationId xmlns:p14="http://schemas.microsoft.com/office/powerpoint/2010/main" val="33857183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DE500DF-44F3-41EE-AB31-8E39BB1C4BB6}" type="slidenum">
              <a:rPr lang="en-US" smtClean="0"/>
              <a:t>31</a:t>
            </a:fld>
            <a:endParaRPr lang="en-US"/>
          </a:p>
        </p:txBody>
      </p:sp>
    </p:spTree>
    <p:extLst>
      <p:ext uri="{BB962C8B-B14F-4D97-AF65-F5344CB8AC3E}">
        <p14:creationId xmlns:p14="http://schemas.microsoft.com/office/powerpoint/2010/main" val="20913223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AAD5002-6237-C493-0DF3-EE4D4279AA4B}"/>
            </a:ext>
          </a:extLst>
        </p:cNvPr>
        <p:cNvGrpSpPr/>
        <p:nvPr/>
      </p:nvGrpSpPr>
      <p:grpSpPr>
        <a:xfrm>
          <a:off x="0" y="0"/>
          <a:ext cx="0" cy="0"/>
          <a:chOff x="0" y="0"/>
          <a:chExt cx="0" cy="0"/>
        </a:xfrm>
      </p:grpSpPr>
      <p:sp>
        <p:nvSpPr>
          <p:cNvPr id="2" name="幻灯片图像占位符 1">
            <a:extLst>
              <a:ext uri="{FF2B5EF4-FFF2-40B4-BE49-F238E27FC236}">
                <a16:creationId xmlns="" xmlns:a16="http://schemas.microsoft.com/office/drawing/2014/main" id="{EC9F6CDA-D643-DD47-BA74-F69219F2CE8E}"/>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 xmlns:a16="http://schemas.microsoft.com/office/drawing/2014/main" id="{1525E448-51AD-E298-DC6B-B7A39035DBD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 xmlns:a16="http://schemas.microsoft.com/office/drawing/2014/main" id="{8CC03664-79DD-817B-842C-26677514EF4E}"/>
              </a:ext>
            </a:extLst>
          </p:cNvPr>
          <p:cNvSpPr>
            <a:spLocks noGrp="1"/>
          </p:cNvSpPr>
          <p:nvPr>
            <p:ph type="sldNum" sz="quarter" idx="10"/>
          </p:nvPr>
        </p:nvSpPr>
        <p:spPr/>
        <p:txBody>
          <a:bodyPr/>
          <a:lstStyle/>
          <a:p>
            <a:fld id="{A8BCD162-57DD-4DBD-A967-691996B5DEC3}" type="slidenum">
              <a:rPr lang="zh-CN" altLang="en-US" smtClean="0"/>
              <a:t>38</a:t>
            </a:fld>
            <a:endParaRPr lang="zh-CN" altLang="en-US"/>
          </a:p>
        </p:txBody>
      </p:sp>
    </p:spTree>
    <p:extLst>
      <p:ext uri="{BB962C8B-B14F-4D97-AF65-F5344CB8AC3E}">
        <p14:creationId xmlns:p14="http://schemas.microsoft.com/office/powerpoint/2010/main" val="39013212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BCD162-57DD-4DBD-A967-691996B5DEC3}" type="slidenum">
              <a:rPr lang="zh-CN" altLang="en-US" smtClean="0"/>
              <a:t>39</a:t>
            </a:fld>
            <a:endParaRPr lang="zh-CN" altLang="en-US"/>
          </a:p>
        </p:txBody>
      </p:sp>
    </p:spTree>
    <p:extLst>
      <p:ext uri="{BB962C8B-B14F-4D97-AF65-F5344CB8AC3E}">
        <p14:creationId xmlns:p14="http://schemas.microsoft.com/office/powerpoint/2010/main" val="38580713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BCD162-57DD-4DBD-A967-691996B5DEC3}" type="slidenum">
              <a:rPr lang="zh-CN" altLang="en-US" smtClean="0"/>
              <a:t>48</a:t>
            </a:fld>
            <a:endParaRPr lang="zh-CN" altLang="en-US"/>
          </a:p>
        </p:txBody>
      </p:sp>
    </p:spTree>
    <p:extLst>
      <p:ext uri="{BB962C8B-B14F-4D97-AF65-F5344CB8AC3E}">
        <p14:creationId xmlns:p14="http://schemas.microsoft.com/office/powerpoint/2010/main" val="2849077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1">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122363"/>
            <a:ext cx="9144000" cy="2387600"/>
          </a:xfrm>
        </p:spPr>
        <p:txBody>
          <a:bodyPr anchor="b"/>
          <a:lstStyle>
            <a:lvl1pPr algn="ctr">
              <a:defRPr sz="6000"/>
            </a:lvl1pPr>
          </a:lstStyle>
          <a:p>
            <a:r>
              <a:rPr lang="tr-TR" altLang="zh-CN" dirty="0"/>
              <a:t>Templatesppt.com</a:t>
            </a:r>
            <a:endParaRPr lang="zh-CN" altLang="en-US" dirty="0"/>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9" indent="0" algn="ctr">
              <a:buNone/>
              <a:defRPr sz="2000"/>
            </a:lvl2pPr>
            <a:lvl3pPr marL="914418" indent="0" algn="ctr">
              <a:buNone/>
              <a:defRPr sz="1800"/>
            </a:lvl3pPr>
            <a:lvl4pPr marL="1371627" indent="0" algn="ctr">
              <a:buNone/>
              <a:defRPr sz="1600"/>
            </a:lvl4pPr>
            <a:lvl5pPr marL="1828837" indent="0" algn="ctr">
              <a:buNone/>
              <a:defRPr sz="1600"/>
            </a:lvl5pPr>
            <a:lvl6pPr marL="2286046" indent="0" algn="ctr">
              <a:buNone/>
              <a:defRPr sz="1600"/>
            </a:lvl6pPr>
            <a:lvl7pPr marL="2743255" indent="0" algn="ctr">
              <a:buNone/>
              <a:defRPr sz="1600"/>
            </a:lvl7pPr>
            <a:lvl8pPr marL="3200464" indent="0" algn="ctr">
              <a:buNone/>
              <a:defRPr sz="1600"/>
            </a:lvl8pPr>
            <a:lvl9pPr marL="3657673" indent="0" algn="ctr">
              <a:buNone/>
              <a:defRPr sz="1600"/>
            </a:lvl9pPr>
          </a:lstStyle>
          <a:p>
            <a:pPr lvl="0"/>
            <a:r>
              <a:rPr lang="en-US" altLang="zh-CN" dirty="0"/>
              <a:t>Presentation template and Google Slides</a:t>
            </a:r>
            <a:endParaRPr lang="zh-CN" altLang="en-US" dirty="0"/>
          </a:p>
        </p:txBody>
      </p:sp>
      <p:sp>
        <p:nvSpPr>
          <p:cNvPr id="4" name="日期占位符 3"/>
          <p:cNvSpPr>
            <a:spLocks noGrp="1"/>
          </p:cNvSpPr>
          <p:nvPr>
            <p:ph type="dt" sz="half" idx="10"/>
          </p:nvPr>
        </p:nvSpPr>
        <p:spPr/>
        <p:txBody>
          <a:bodyPr/>
          <a:lstStyle/>
          <a:p>
            <a:fld id="{62D92C51-4D9C-4319-9543-811E41925C27}" type="datetimeFigureOut">
              <a:rPr lang="zh-CN" altLang="en-US" smtClean="0"/>
              <a:t>2026/5/4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B9612F-4A95-4546-A1F7-F65A6F663610}" type="slidenum">
              <a:rPr lang="zh-CN" altLang="en-US" smtClean="0"/>
              <a:t>‹#›</a:t>
            </a:fld>
            <a:endParaRPr lang="zh-CN" altLang="en-US"/>
          </a:p>
        </p:txBody>
      </p:sp>
    </p:spTree>
    <p:extLst>
      <p:ext uri="{BB962C8B-B14F-4D97-AF65-F5344CB8AC3E}">
        <p14:creationId xmlns:p14="http://schemas.microsoft.com/office/powerpoint/2010/main" val="3397448080"/>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Slide 2">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tr-TR" altLang="zh-CN" dirty="0"/>
              <a:t>Templatesppt.com</a:t>
            </a:r>
            <a:endParaRPr lang="zh-CN" altLang="en-US" dirty="0"/>
          </a:p>
        </p:txBody>
      </p:sp>
      <p:sp>
        <p:nvSpPr>
          <p:cNvPr id="3" name="内容占位符 2"/>
          <p:cNvSpPr>
            <a:spLocks noGrp="1"/>
          </p:cNvSpPr>
          <p:nvPr>
            <p:ph idx="1" hasCustomPrompt="1"/>
          </p:nvPr>
        </p:nvSpPr>
        <p:spPr/>
        <p:txBody>
          <a:bodyPr/>
          <a:lstStyle/>
          <a:p>
            <a:pPr lvl="0"/>
            <a:r>
              <a:rPr lang="en-US" altLang="zh-CN" dirty="0"/>
              <a:t>This is a demo text.</a:t>
            </a:r>
            <a:endParaRPr lang="zh-CN" altLang="en-US" dirty="0"/>
          </a:p>
          <a:p>
            <a:pPr lvl="1"/>
            <a:r>
              <a:rPr lang="en-US" altLang="zh-CN" dirty="0"/>
              <a:t>This is a demo text.</a:t>
            </a:r>
            <a:endParaRPr lang="zh-CN" altLang="en-US" dirty="0"/>
          </a:p>
          <a:p>
            <a:pPr lvl="2"/>
            <a:r>
              <a:rPr lang="en-US" altLang="zh-CN" dirty="0"/>
              <a:t>This is a demo text.</a:t>
            </a:r>
            <a:endParaRPr lang="zh-CN" altLang="en-US" dirty="0"/>
          </a:p>
          <a:p>
            <a:pPr lvl="3"/>
            <a:r>
              <a:rPr lang="en-US" altLang="zh-CN" dirty="0"/>
              <a:t>This is a demo text.</a:t>
            </a:r>
            <a:endParaRPr lang="zh-CN" altLang="en-US" dirty="0"/>
          </a:p>
          <a:p>
            <a:pPr lvl="4"/>
            <a:r>
              <a:rPr lang="tr-TR" altLang="zh-CN" dirty="0"/>
              <a:t>Thanks to Templatesppt.com</a:t>
            </a:r>
          </a:p>
        </p:txBody>
      </p:sp>
      <p:sp>
        <p:nvSpPr>
          <p:cNvPr id="4" name="日期占位符 3"/>
          <p:cNvSpPr>
            <a:spLocks noGrp="1"/>
          </p:cNvSpPr>
          <p:nvPr>
            <p:ph type="dt" sz="half" idx="10"/>
          </p:nvPr>
        </p:nvSpPr>
        <p:spPr/>
        <p:txBody>
          <a:bodyPr/>
          <a:lstStyle/>
          <a:p>
            <a:fld id="{62D92C51-4D9C-4319-9543-811E41925C27}" type="datetimeFigureOut">
              <a:rPr lang="zh-CN" altLang="en-US" smtClean="0"/>
              <a:t>2026/5/4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B9612F-4A95-4546-A1F7-F65A6F663610}" type="slidenum">
              <a:rPr lang="zh-CN" altLang="en-US" smtClean="0"/>
              <a:t>‹#›</a:t>
            </a:fld>
            <a:endParaRPr lang="zh-CN" altLang="en-US"/>
          </a:p>
        </p:txBody>
      </p:sp>
    </p:spTree>
    <p:extLst>
      <p:ext uri="{BB962C8B-B14F-4D97-AF65-F5344CB8AC3E}">
        <p14:creationId xmlns:p14="http://schemas.microsoft.com/office/powerpoint/2010/main" val="2901615718"/>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lide 3">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1851" y="1709741"/>
            <a:ext cx="10515600" cy="2852737"/>
          </a:xfrm>
        </p:spPr>
        <p:txBody>
          <a:bodyPr anchor="b"/>
          <a:lstStyle>
            <a:lvl1pPr>
              <a:defRPr sz="6000"/>
            </a:lvl1pPr>
          </a:lstStyle>
          <a:p>
            <a:r>
              <a:rPr lang="tr-TR" altLang="zh-CN" dirty="0"/>
              <a:t>Templatesppt.com</a:t>
            </a:r>
            <a:endParaRPr lang="zh-CN" altLang="en-US" dirty="0"/>
          </a:p>
        </p:txBody>
      </p:sp>
      <p:sp>
        <p:nvSpPr>
          <p:cNvPr id="3" name="文本占位符 2"/>
          <p:cNvSpPr>
            <a:spLocks noGrp="1"/>
          </p:cNvSpPr>
          <p:nvPr>
            <p:ph type="body" idx="1" hasCustomPrompt="1"/>
          </p:nvPr>
        </p:nvSpPr>
        <p:spPr>
          <a:xfrm>
            <a:off x="831851" y="4589466"/>
            <a:ext cx="10515600" cy="1500187"/>
          </a:xfrm>
        </p:spPr>
        <p:txBody>
          <a:bodyPr/>
          <a:lstStyle>
            <a:lvl1pPr marL="0" indent="0">
              <a:buNone/>
              <a:defRPr sz="2400">
                <a:solidFill>
                  <a:schemeClr val="tx1">
                    <a:tint val="75000"/>
                  </a:schemeClr>
                </a:solidFill>
              </a:defRPr>
            </a:lvl1pPr>
            <a:lvl2pPr marL="457209" indent="0">
              <a:buNone/>
              <a:defRPr sz="2000">
                <a:solidFill>
                  <a:schemeClr val="tx1">
                    <a:tint val="75000"/>
                  </a:schemeClr>
                </a:solidFill>
              </a:defRPr>
            </a:lvl2pPr>
            <a:lvl3pPr marL="914418" indent="0">
              <a:buNone/>
              <a:defRPr sz="1800">
                <a:solidFill>
                  <a:schemeClr val="tx1">
                    <a:tint val="75000"/>
                  </a:schemeClr>
                </a:solidFill>
              </a:defRPr>
            </a:lvl3pPr>
            <a:lvl4pPr marL="1371627" indent="0">
              <a:buNone/>
              <a:defRPr sz="1600">
                <a:solidFill>
                  <a:schemeClr val="tx1">
                    <a:tint val="75000"/>
                  </a:schemeClr>
                </a:solidFill>
              </a:defRPr>
            </a:lvl4pPr>
            <a:lvl5pPr marL="1828837" indent="0">
              <a:buNone/>
              <a:defRPr sz="1600">
                <a:solidFill>
                  <a:schemeClr val="tx1">
                    <a:tint val="75000"/>
                  </a:schemeClr>
                </a:solidFill>
              </a:defRPr>
            </a:lvl5pPr>
            <a:lvl6pPr marL="2286046" indent="0">
              <a:buNone/>
              <a:defRPr sz="1600">
                <a:solidFill>
                  <a:schemeClr val="tx1">
                    <a:tint val="75000"/>
                  </a:schemeClr>
                </a:solidFill>
              </a:defRPr>
            </a:lvl6pPr>
            <a:lvl7pPr marL="2743255" indent="0">
              <a:buNone/>
              <a:defRPr sz="1600">
                <a:solidFill>
                  <a:schemeClr val="tx1">
                    <a:tint val="75000"/>
                  </a:schemeClr>
                </a:solidFill>
              </a:defRPr>
            </a:lvl7pPr>
            <a:lvl8pPr marL="3200464" indent="0">
              <a:buNone/>
              <a:defRPr sz="1600">
                <a:solidFill>
                  <a:schemeClr val="tx1">
                    <a:tint val="75000"/>
                  </a:schemeClr>
                </a:solidFill>
              </a:defRPr>
            </a:lvl8pPr>
            <a:lvl9pPr marL="3657673" indent="0">
              <a:buNone/>
              <a:defRPr sz="1600">
                <a:solidFill>
                  <a:schemeClr val="tx1">
                    <a:tint val="75000"/>
                  </a:schemeClr>
                </a:solidFill>
              </a:defRPr>
            </a:lvl9pPr>
          </a:lstStyle>
          <a:p>
            <a:pPr lvl="0"/>
            <a:r>
              <a:rPr lang="en-US" altLang="zh-CN" dirty="0"/>
              <a:t>Presentation template and Google Slides</a:t>
            </a:r>
            <a:endParaRPr lang="zh-CN" altLang="en-US" dirty="0"/>
          </a:p>
        </p:txBody>
      </p:sp>
      <p:sp>
        <p:nvSpPr>
          <p:cNvPr id="4" name="日期占位符 3"/>
          <p:cNvSpPr>
            <a:spLocks noGrp="1"/>
          </p:cNvSpPr>
          <p:nvPr>
            <p:ph type="dt" sz="half" idx="10"/>
          </p:nvPr>
        </p:nvSpPr>
        <p:spPr/>
        <p:txBody>
          <a:bodyPr/>
          <a:lstStyle/>
          <a:p>
            <a:fld id="{62D92C51-4D9C-4319-9543-811E41925C27}" type="datetimeFigureOut">
              <a:rPr lang="zh-CN" altLang="en-US" smtClean="0"/>
              <a:t>2026/5/4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B9612F-4A95-4546-A1F7-F65A6F663610}" type="slidenum">
              <a:rPr lang="zh-CN" altLang="en-US" smtClean="0"/>
              <a:t>‹#›</a:t>
            </a:fld>
            <a:endParaRPr lang="zh-CN" altLang="en-US"/>
          </a:p>
        </p:txBody>
      </p:sp>
    </p:spTree>
    <p:extLst>
      <p:ext uri="{BB962C8B-B14F-4D97-AF65-F5344CB8AC3E}">
        <p14:creationId xmlns:p14="http://schemas.microsoft.com/office/powerpoint/2010/main" val="1958928834"/>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Slide 4">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tr-TR" altLang="zh-CN" dirty="0"/>
              <a:t>Templatesppt.com</a:t>
            </a:r>
            <a:endParaRPr lang="zh-CN" altLang="en-US" dirty="0"/>
          </a:p>
        </p:txBody>
      </p:sp>
      <p:sp>
        <p:nvSpPr>
          <p:cNvPr id="3" name="内容占位符 2"/>
          <p:cNvSpPr>
            <a:spLocks noGrp="1"/>
          </p:cNvSpPr>
          <p:nvPr>
            <p:ph sz="half" idx="1" hasCustomPrompt="1"/>
          </p:nvPr>
        </p:nvSpPr>
        <p:spPr>
          <a:xfrm>
            <a:off x="838200" y="1825625"/>
            <a:ext cx="5181600" cy="4351338"/>
          </a:xfrm>
        </p:spPr>
        <p:txBody>
          <a:bodyPr/>
          <a:lstStyle/>
          <a:p>
            <a:pPr lvl="0"/>
            <a:r>
              <a:rPr lang="en-US" altLang="zh-CN" dirty="0"/>
              <a:t>This is a demo text.</a:t>
            </a:r>
            <a:endParaRPr lang="zh-CN" altLang="en-US" dirty="0"/>
          </a:p>
          <a:p>
            <a:pPr lvl="1"/>
            <a:r>
              <a:rPr lang="en-US" altLang="zh-CN" dirty="0"/>
              <a:t>This is a demo text.</a:t>
            </a:r>
            <a:endParaRPr lang="zh-CN" altLang="en-US" dirty="0"/>
          </a:p>
          <a:p>
            <a:pPr lvl="2"/>
            <a:r>
              <a:rPr lang="en-US" altLang="zh-CN" dirty="0"/>
              <a:t>This is a demo text.</a:t>
            </a:r>
            <a:endParaRPr lang="zh-CN" altLang="en-US" dirty="0"/>
          </a:p>
          <a:p>
            <a:pPr lvl="3"/>
            <a:r>
              <a:rPr lang="en-US" altLang="zh-CN" dirty="0"/>
              <a:t>This is a demo text.</a:t>
            </a:r>
            <a:endParaRPr lang="zh-CN" altLang="en-US" dirty="0"/>
          </a:p>
          <a:p>
            <a:pPr lvl="4"/>
            <a:r>
              <a:rPr lang="tr-TR" altLang="zh-CN" dirty="0"/>
              <a:t>Thanks to Templatesppt.com</a:t>
            </a:r>
          </a:p>
        </p:txBody>
      </p:sp>
      <p:sp>
        <p:nvSpPr>
          <p:cNvPr id="4" name="内容占位符 3"/>
          <p:cNvSpPr>
            <a:spLocks noGrp="1"/>
          </p:cNvSpPr>
          <p:nvPr>
            <p:ph sz="half" idx="2" hasCustomPrompt="1"/>
          </p:nvPr>
        </p:nvSpPr>
        <p:spPr>
          <a:xfrm>
            <a:off x="6172200" y="1825625"/>
            <a:ext cx="5181600" cy="4351338"/>
          </a:xfrm>
        </p:spPr>
        <p:txBody>
          <a:bodyPr/>
          <a:lstStyle/>
          <a:p>
            <a:pPr lvl="0"/>
            <a:r>
              <a:rPr lang="en-US" altLang="zh-CN" dirty="0"/>
              <a:t>This is a demo text.</a:t>
            </a:r>
            <a:endParaRPr lang="zh-CN" altLang="en-US" dirty="0"/>
          </a:p>
          <a:p>
            <a:pPr lvl="1"/>
            <a:r>
              <a:rPr lang="en-US" altLang="zh-CN" dirty="0"/>
              <a:t>This is a demo text.</a:t>
            </a:r>
            <a:endParaRPr lang="zh-CN" altLang="en-US" dirty="0"/>
          </a:p>
          <a:p>
            <a:pPr lvl="2"/>
            <a:r>
              <a:rPr lang="en-US" altLang="zh-CN" dirty="0"/>
              <a:t>This is a demo text.</a:t>
            </a:r>
            <a:endParaRPr lang="zh-CN" altLang="en-US" dirty="0"/>
          </a:p>
          <a:p>
            <a:pPr lvl="3"/>
            <a:r>
              <a:rPr lang="en-US" altLang="zh-CN" dirty="0"/>
              <a:t>This is a demo text.</a:t>
            </a:r>
            <a:endParaRPr lang="zh-CN" altLang="en-US" dirty="0"/>
          </a:p>
          <a:p>
            <a:pPr lvl="4"/>
            <a:r>
              <a:rPr lang="tr-TR" altLang="zh-CN" dirty="0"/>
              <a:t>Thanks to Templatesppt.com</a:t>
            </a:r>
          </a:p>
        </p:txBody>
      </p:sp>
      <p:sp>
        <p:nvSpPr>
          <p:cNvPr id="5" name="日期占位符 4"/>
          <p:cNvSpPr>
            <a:spLocks noGrp="1"/>
          </p:cNvSpPr>
          <p:nvPr>
            <p:ph type="dt" sz="half" idx="10"/>
          </p:nvPr>
        </p:nvSpPr>
        <p:spPr/>
        <p:txBody>
          <a:bodyPr/>
          <a:lstStyle/>
          <a:p>
            <a:fld id="{62D92C51-4D9C-4319-9543-811E41925C27}" type="datetimeFigureOut">
              <a:rPr lang="zh-CN" altLang="en-US" smtClean="0"/>
              <a:t>2026/5/4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5B9612F-4A95-4546-A1F7-F65A6F663610}" type="slidenum">
              <a:rPr lang="zh-CN" altLang="en-US" smtClean="0"/>
              <a:t>‹#›</a:t>
            </a:fld>
            <a:endParaRPr lang="zh-CN" altLang="en-US"/>
          </a:p>
        </p:txBody>
      </p:sp>
    </p:spTree>
    <p:extLst>
      <p:ext uri="{BB962C8B-B14F-4D97-AF65-F5344CB8AC3E}">
        <p14:creationId xmlns:p14="http://schemas.microsoft.com/office/powerpoint/2010/main" val="2298614215"/>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lide 5">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9788" y="365127"/>
            <a:ext cx="10515600" cy="1325563"/>
          </a:xfrm>
        </p:spPr>
        <p:txBody>
          <a:bodyPr/>
          <a:lstStyle/>
          <a:p>
            <a:r>
              <a:rPr lang="tr-TR" altLang="zh-CN" dirty="0"/>
              <a:t>Templatesppt.com</a:t>
            </a:r>
            <a:endParaRPr lang="zh-CN" altLang="en-US" dirty="0"/>
          </a:p>
        </p:txBody>
      </p:sp>
      <p:sp>
        <p:nvSpPr>
          <p:cNvPr id="3" name="文本占位符 2"/>
          <p:cNvSpPr>
            <a:spLocks noGrp="1"/>
          </p:cNvSpPr>
          <p:nvPr>
            <p:ph type="body" idx="1" hasCustomPrompt="1"/>
          </p:nvPr>
        </p:nvSpPr>
        <p:spPr>
          <a:xfrm>
            <a:off x="839789" y="1681164"/>
            <a:ext cx="5157787" cy="823912"/>
          </a:xfrm>
        </p:spPr>
        <p:txBody>
          <a:bodyPr anchor="b"/>
          <a:lstStyle>
            <a:lvl1pPr marL="0" indent="0">
              <a:buNone/>
              <a:defRPr sz="2400" b="1"/>
            </a:lvl1pPr>
            <a:lvl2pPr marL="457209" indent="0">
              <a:buNone/>
              <a:defRPr sz="2000" b="1"/>
            </a:lvl2pPr>
            <a:lvl3pPr marL="914418" indent="0">
              <a:buNone/>
              <a:defRPr sz="1800" b="1"/>
            </a:lvl3pPr>
            <a:lvl4pPr marL="1371627" indent="0">
              <a:buNone/>
              <a:defRPr sz="1600" b="1"/>
            </a:lvl4pPr>
            <a:lvl5pPr marL="1828837" indent="0">
              <a:buNone/>
              <a:defRPr sz="1600" b="1"/>
            </a:lvl5pPr>
            <a:lvl6pPr marL="2286046" indent="0">
              <a:buNone/>
              <a:defRPr sz="1600" b="1"/>
            </a:lvl6pPr>
            <a:lvl7pPr marL="2743255" indent="0">
              <a:buNone/>
              <a:defRPr sz="1600" b="1"/>
            </a:lvl7pPr>
            <a:lvl8pPr marL="3200464" indent="0">
              <a:buNone/>
              <a:defRPr sz="1600" b="1"/>
            </a:lvl8pPr>
            <a:lvl9pPr marL="3657673" indent="0">
              <a:buNone/>
              <a:defRPr sz="1600" b="1"/>
            </a:lvl9pPr>
          </a:lstStyle>
          <a:p>
            <a:pPr lvl="0"/>
            <a:r>
              <a:rPr lang="en-US" altLang="zh-CN" dirty="0"/>
              <a:t>Presentation template and Google Slides</a:t>
            </a:r>
            <a:endParaRPr lang="zh-CN" altLang="en-US" dirty="0"/>
          </a:p>
        </p:txBody>
      </p:sp>
      <p:sp>
        <p:nvSpPr>
          <p:cNvPr id="4" name="内容占位符 3"/>
          <p:cNvSpPr>
            <a:spLocks noGrp="1"/>
          </p:cNvSpPr>
          <p:nvPr>
            <p:ph sz="half" idx="2" hasCustomPrompt="1"/>
          </p:nvPr>
        </p:nvSpPr>
        <p:spPr>
          <a:xfrm>
            <a:off x="839789" y="2505075"/>
            <a:ext cx="5157787" cy="3684588"/>
          </a:xfrm>
        </p:spPr>
        <p:txBody>
          <a:bodyPr/>
          <a:lstStyle/>
          <a:p>
            <a:pPr lvl="0"/>
            <a:r>
              <a:rPr lang="en-US" altLang="zh-CN" dirty="0"/>
              <a:t>This is a demo text.</a:t>
            </a:r>
            <a:endParaRPr lang="zh-CN" altLang="en-US" dirty="0"/>
          </a:p>
          <a:p>
            <a:pPr lvl="1"/>
            <a:r>
              <a:rPr lang="en-US" altLang="zh-CN" dirty="0"/>
              <a:t>This is a demo text.</a:t>
            </a:r>
            <a:endParaRPr lang="zh-CN" altLang="en-US" dirty="0"/>
          </a:p>
          <a:p>
            <a:pPr lvl="2"/>
            <a:r>
              <a:rPr lang="en-US" altLang="zh-CN" dirty="0"/>
              <a:t>This is a demo text.</a:t>
            </a:r>
            <a:endParaRPr lang="zh-CN" altLang="en-US" dirty="0"/>
          </a:p>
          <a:p>
            <a:pPr lvl="3"/>
            <a:r>
              <a:rPr lang="en-US" altLang="zh-CN" dirty="0"/>
              <a:t>This is a demo text.</a:t>
            </a:r>
            <a:endParaRPr lang="zh-CN" altLang="en-US" dirty="0"/>
          </a:p>
          <a:p>
            <a:pPr lvl="4"/>
            <a:r>
              <a:rPr lang="tr-TR" altLang="zh-CN" dirty="0"/>
              <a:t>Thanks to Templatesppt.com</a:t>
            </a:r>
          </a:p>
        </p:txBody>
      </p:sp>
      <p:sp>
        <p:nvSpPr>
          <p:cNvPr id="5" name="文本占位符 4"/>
          <p:cNvSpPr>
            <a:spLocks noGrp="1"/>
          </p:cNvSpPr>
          <p:nvPr>
            <p:ph type="body" sz="quarter" idx="3" hasCustomPrompt="1"/>
          </p:nvPr>
        </p:nvSpPr>
        <p:spPr>
          <a:xfrm>
            <a:off x="6172201" y="1681164"/>
            <a:ext cx="5183188" cy="823912"/>
          </a:xfrm>
        </p:spPr>
        <p:txBody>
          <a:bodyPr anchor="b"/>
          <a:lstStyle>
            <a:lvl1pPr marL="0" indent="0">
              <a:buNone/>
              <a:defRPr sz="2400" b="1"/>
            </a:lvl1pPr>
            <a:lvl2pPr marL="457209" indent="0">
              <a:buNone/>
              <a:defRPr sz="2000" b="1"/>
            </a:lvl2pPr>
            <a:lvl3pPr marL="914418" indent="0">
              <a:buNone/>
              <a:defRPr sz="1800" b="1"/>
            </a:lvl3pPr>
            <a:lvl4pPr marL="1371627" indent="0">
              <a:buNone/>
              <a:defRPr sz="1600" b="1"/>
            </a:lvl4pPr>
            <a:lvl5pPr marL="1828837" indent="0">
              <a:buNone/>
              <a:defRPr sz="1600" b="1"/>
            </a:lvl5pPr>
            <a:lvl6pPr marL="2286046" indent="0">
              <a:buNone/>
              <a:defRPr sz="1600" b="1"/>
            </a:lvl6pPr>
            <a:lvl7pPr marL="2743255" indent="0">
              <a:buNone/>
              <a:defRPr sz="1600" b="1"/>
            </a:lvl7pPr>
            <a:lvl8pPr marL="3200464" indent="0">
              <a:buNone/>
              <a:defRPr sz="1600" b="1"/>
            </a:lvl8pPr>
            <a:lvl9pPr marL="3657673" indent="0">
              <a:buNone/>
              <a:defRPr sz="1600" b="1"/>
            </a:lvl9pPr>
          </a:lstStyle>
          <a:p>
            <a:pPr lvl="0"/>
            <a:r>
              <a:rPr lang="en-US" altLang="zh-CN" dirty="0"/>
              <a:t>Presentation template and Google Slides</a:t>
            </a:r>
            <a:endParaRPr lang="zh-CN" altLang="en-US" dirty="0"/>
          </a:p>
        </p:txBody>
      </p:sp>
      <p:sp>
        <p:nvSpPr>
          <p:cNvPr id="6" name="内容占位符 5"/>
          <p:cNvSpPr>
            <a:spLocks noGrp="1"/>
          </p:cNvSpPr>
          <p:nvPr>
            <p:ph sz="quarter" idx="4" hasCustomPrompt="1"/>
          </p:nvPr>
        </p:nvSpPr>
        <p:spPr>
          <a:xfrm>
            <a:off x="6172201" y="2505075"/>
            <a:ext cx="5183188" cy="3684588"/>
          </a:xfrm>
        </p:spPr>
        <p:txBody>
          <a:bodyPr/>
          <a:lstStyle/>
          <a:p>
            <a:pPr lvl="0"/>
            <a:r>
              <a:rPr lang="en-US" altLang="zh-CN" dirty="0"/>
              <a:t>This is a demo text.</a:t>
            </a:r>
            <a:endParaRPr lang="zh-CN" altLang="en-US" dirty="0"/>
          </a:p>
          <a:p>
            <a:pPr lvl="1"/>
            <a:r>
              <a:rPr lang="en-US" altLang="zh-CN" dirty="0"/>
              <a:t>This is a demo text.</a:t>
            </a:r>
            <a:endParaRPr lang="zh-CN" altLang="en-US" dirty="0"/>
          </a:p>
          <a:p>
            <a:pPr lvl="2"/>
            <a:r>
              <a:rPr lang="en-US" altLang="zh-CN" dirty="0"/>
              <a:t>This is a demo text.</a:t>
            </a:r>
            <a:endParaRPr lang="zh-CN" altLang="en-US" dirty="0"/>
          </a:p>
          <a:p>
            <a:pPr lvl="3"/>
            <a:r>
              <a:rPr lang="en-US" altLang="zh-CN" dirty="0"/>
              <a:t>This is a demo text.</a:t>
            </a:r>
            <a:endParaRPr lang="zh-CN" altLang="en-US" dirty="0"/>
          </a:p>
          <a:p>
            <a:pPr lvl="4"/>
            <a:r>
              <a:rPr lang="tr-TR" altLang="zh-CN" dirty="0"/>
              <a:t>Thanks to Templatesppt.com</a:t>
            </a:r>
          </a:p>
        </p:txBody>
      </p:sp>
      <p:sp>
        <p:nvSpPr>
          <p:cNvPr id="7" name="日期占位符 6"/>
          <p:cNvSpPr>
            <a:spLocks noGrp="1"/>
          </p:cNvSpPr>
          <p:nvPr>
            <p:ph type="dt" sz="half" idx="10"/>
          </p:nvPr>
        </p:nvSpPr>
        <p:spPr/>
        <p:txBody>
          <a:bodyPr/>
          <a:lstStyle/>
          <a:p>
            <a:fld id="{62D92C51-4D9C-4319-9543-811E41925C27}" type="datetimeFigureOut">
              <a:rPr lang="zh-CN" altLang="en-US" smtClean="0"/>
              <a:t>2026/5/4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5B9612F-4A95-4546-A1F7-F65A6F663610}" type="slidenum">
              <a:rPr lang="zh-CN" altLang="en-US" smtClean="0"/>
              <a:t>‹#›</a:t>
            </a:fld>
            <a:endParaRPr lang="zh-CN" altLang="en-US"/>
          </a:p>
        </p:txBody>
      </p:sp>
      <p:sp>
        <p:nvSpPr>
          <p:cNvPr id="11" name="矩形 10"/>
          <p:cNvSpPr/>
          <p:nvPr userDrawn="1"/>
        </p:nvSpPr>
        <p:spPr>
          <a:xfrm>
            <a:off x="8760648" y="6400287"/>
            <a:ext cx="775136" cy="246221"/>
          </a:xfrm>
          <a:prstGeom prst="rect">
            <a:avLst/>
          </a:prstGeom>
        </p:spPr>
        <p:txBody>
          <a:bodyPr wrap="square">
            <a:spAutoFit/>
          </a:bodyPr>
          <a:lstStyle/>
          <a:p>
            <a:pPr marL="0" marR="0" lvl="0" indent="0" defTabSz="914418"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模板下载：</a:t>
            </a:r>
            <a:r>
              <a:rPr kumimoji="0" lang="en-US" altLang="zh-CN" sz="100" b="0" i="0" u="none" strike="noStrike" kern="0" cap="none" spc="0" normalizeH="0" baseline="0" noProof="0" dirty="0">
                <a:ln>
                  <a:noFill/>
                </a:ln>
                <a:solidFill>
                  <a:prstClr val="white"/>
                </a:solidFill>
                <a:effectLst/>
                <a:uLnTx/>
                <a:uFillTx/>
              </a:rPr>
              <a:t>www.1ppt.com/moban/     </a:t>
            </a:r>
            <a:r>
              <a:rPr kumimoji="0" lang="zh-CN" altLang="en-US" sz="100" b="0" i="0" u="none" strike="noStrike" kern="0" cap="none" spc="0" normalizeH="0" baseline="0" noProof="0" dirty="0">
                <a:ln>
                  <a:noFill/>
                </a:ln>
                <a:solidFill>
                  <a:prstClr val="white"/>
                </a:solidFill>
                <a:effectLst/>
                <a:uLnTx/>
                <a:uFillTx/>
              </a:rPr>
              <a:t>行业</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www.1ppt.com/hangye/ </a:t>
            </a:r>
          </a:p>
          <a:p>
            <a:pPr marL="0" marR="0" lvl="0" indent="0" defTabSz="914418"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节日</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www.1ppt.com/jieri/           PPT</a:t>
            </a:r>
            <a:r>
              <a:rPr kumimoji="0" lang="zh-CN" altLang="en-US" sz="100" b="0" i="0" u="none" strike="noStrike" kern="0" cap="none" spc="0" normalizeH="0" baseline="0" noProof="0" dirty="0">
                <a:ln>
                  <a:noFill/>
                </a:ln>
                <a:solidFill>
                  <a:prstClr val="white"/>
                </a:solidFill>
                <a:effectLst/>
                <a:uLnTx/>
                <a:uFillTx/>
              </a:rPr>
              <a:t>素材下载：</a:t>
            </a:r>
            <a:r>
              <a:rPr kumimoji="0" lang="en-US" altLang="zh-CN" sz="100" b="0" i="0" u="none" strike="noStrike" kern="0" cap="none" spc="0" normalizeH="0" baseline="0" noProof="0" dirty="0">
                <a:ln>
                  <a:noFill/>
                </a:ln>
                <a:solidFill>
                  <a:prstClr val="white"/>
                </a:solidFill>
                <a:effectLst/>
                <a:uLnTx/>
                <a:uFillTx/>
              </a:rPr>
              <a:t>www.1ppt.com/sucai/</a:t>
            </a:r>
          </a:p>
          <a:p>
            <a:pPr marL="0" marR="0" lvl="0" indent="0" defTabSz="914418"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背景图片：</a:t>
            </a:r>
            <a:r>
              <a:rPr kumimoji="0" lang="en-US" altLang="zh-CN" sz="100" b="0" i="0" u="none" strike="noStrike" kern="0" cap="none" spc="0" normalizeH="0" baseline="0" noProof="0" dirty="0">
                <a:ln>
                  <a:noFill/>
                </a:ln>
                <a:solidFill>
                  <a:prstClr val="white"/>
                </a:solidFill>
                <a:effectLst/>
                <a:uLnTx/>
                <a:uFillTx/>
              </a:rPr>
              <a:t>www.1ppt.com/beijing/      PPT</a:t>
            </a:r>
            <a:r>
              <a:rPr kumimoji="0" lang="zh-CN" altLang="en-US" sz="100" b="0" i="0" u="none" strike="noStrike" kern="0" cap="none" spc="0" normalizeH="0" baseline="0" noProof="0" dirty="0">
                <a:ln>
                  <a:noFill/>
                </a:ln>
                <a:solidFill>
                  <a:prstClr val="white"/>
                </a:solidFill>
                <a:effectLst/>
                <a:uLnTx/>
                <a:uFillTx/>
              </a:rPr>
              <a:t>图表下载：</a:t>
            </a:r>
            <a:r>
              <a:rPr kumimoji="0" lang="en-US" altLang="zh-CN" sz="100" b="0" i="0" u="none" strike="noStrike" kern="0" cap="none" spc="0" normalizeH="0" baseline="0" noProof="0" dirty="0">
                <a:ln>
                  <a:noFill/>
                </a:ln>
                <a:solidFill>
                  <a:prstClr val="white"/>
                </a:solidFill>
                <a:effectLst/>
                <a:uLnTx/>
                <a:uFillTx/>
              </a:rPr>
              <a:t>www.1ppt.com/tubiao/      </a:t>
            </a:r>
          </a:p>
          <a:p>
            <a:pPr marL="0" marR="0" lvl="0" indent="0" defTabSz="914418"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优秀</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下载：</a:t>
            </a:r>
            <a:r>
              <a:rPr kumimoji="0" lang="en-US" altLang="zh-CN" sz="100" b="0" i="0" u="none" strike="noStrike" kern="0" cap="none" spc="0" normalizeH="0" baseline="0" noProof="0" dirty="0">
                <a:ln>
                  <a:noFill/>
                </a:ln>
                <a:solidFill>
                  <a:prstClr val="white"/>
                </a:solidFill>
                <a:effectLst/>
                <a:uLnTx/>
                <a:uFillTx/>
              </a:rPr>
              <a:t>www.1ppt.com/xiazai/        PPT</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www.1ppt.com/powerpoint/      </a:t>
            </a:r>
          </a:p>
          <a:p>
            <a:pPr marL="0" marR="0" lvl="0" indent="0" defTabSz="914418"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Word</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www.1ppt.com/word/              Excel</a:t>
            </a:r>
            <a:r>
              <a:rPr kumimoji="0" lang="zh-CN" altLang="en-US" sz="100" b="0" i="0" u="none" strike="noStrike" kern="0" cap="none" spc="0" normalizeH="0" baseline="0" noProof="0" dirty="0">
                <a:ln>
                  <a:noFill/>
                </a:ln>
                <a:solidFill>
                  <a:prstClr val="white"/>
                </a:solidFill>
                <a:effectLst/>
                <a:uLnTx/>
                <a:uFillTx/>
              </a:rPr>
              <a:t>教程：</a:t>
            </a:r>
            <a:r>
              <a:rPr kumimoji="0" lang="en-US" altLang="zh-CN" sz="100" b="0" i="0" u="none" strike="noStrike" kern="0" cap="none" spc="0" normalizeH="0" baseline="0" noProof="0" dirty="0">
                <a:ln>
                  <a:noFill/>
                </a:ln>
                <a:solidFill>
                  <a:prstClr val="white"/>
                </a:solidFill>
                <a:effectLst/>
                <a:uLnTx/>
                <a:uFillTx/>
              </a:rPr>
              <a:t>www.1ppt.com/excel/  </a:t>
            </a:r>
          </a:p>
          <a:p>
            <a:pPr marL="0" marR="0" lvl="0" indent="0" defTabSz="914418"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资料下载：</a:t>
            </a:r>
            <a:r>
              <a:rPr kumimoji="0" lang="en-US" altLang="zh-CN" sz="100" b="0" i="0" u="none" strike="noStrike" kern="0" cap="none" spc="0" normalizeH="0" baseline="0" noProof="0" dirty="0">
                <a:ln>
                  <a:noFill/>
                </a:ln>
                <a:solidFill>
                  <a:prstClr val="white"/>
                </a:solidFill>
                <a:effectLst/>
                <a:uLnTx/>
                <a:uFillTx/>
              </a:rPr>
              <a:t>www.1ppt.com/ziliao/                PPT</a:t>
            </a:r>
            <a:r>
              <a:rPr kumimoji="0" lang="zh-CN" altLang="en-US" sz="100" b="0" i="0" u="none" strike="noStrike" kern="0" cap="none" spc="0" normalizeH="0" baseline="0" noProof="0" dirty="0">
                <a:ln>
                  <a:noFill/>
                </a:ln>
                <a:solidFill>
                  <a:prstClr val="white"/>
                </a:solidFill>
                <a:effectLst/>
                <a:uLnTx/>
                <a:uFillTx/>
              </a:rPr>
              <a:t>课件下载：</a:t>
            </a:r>
            <a:r>
              <a:rPr kumimoji="0" lang="en-US" altLang="zh-CN" sz="100" b="0" i="0" u="none" strike="noStrike" kern="0" cap="none" spc="0" normalizeH="0" baseline="0" noProof="0" dirty="0">
                <a:ln>
                  <a:noFill/>
                </a:ln>
                <a:solidFill>
                  <a:prstClr val="white"/>
                </a:solidFill>
                <a:effectLst/>
                <a:uLnTx/>
                <a:uFillTx/>
              </a:rPr>
              <a:t>www.1ppt.com/kejian/ </a:t>
            </a:r>
          </a:p>
          <a:p>
            <a:pPr marL="0" marR="0" lvl="0" indent="0" defTabSz="914418"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范文下载：</a:t>
            </a:r>
            <a:r>
              <a:rPr kumimoji="0" lang="en-US" altLang="zh-CN" sz="100" b="0" i="0" u="none" strike="noStrike" kern="0" cap="none" spc="0" normalizeH="0" baseline="0" noProof="0" dirty="0">
                <a:ln>
                  <a:noFill/>
                </a:ln>
                <a:solidFill>
                  <a:prstClr val="white"/>
                </a:solidFill>
                <a:effectLst/>
                <a:uLnTx/>
                <a:uFillTx/>
              </a:rPr>
              <a:t>www.1ppt.com/fanwen/             </a:t>
            </a:r>
            <a:r>
              <a:rPr kumimoji="0" lang="zh-CN" altLang="en-US" sz="100" b="0" i="0" u="none" strike="noStrike" kern="0" cap="none" spc="0" normalizeH="0" baseline="0" noProof="0" dirty="0">
                <a:ln>
                  <a:noFill/>
                </a:ln>
                <a:solidFill>
                  <a:prstClr val="white"/>
                </a:solidFill>
                <a:effectLst/>
                <a:uLnTx/>
                <a:uFillTx/>
              </a:rPr>
              <a:t>试卷下载：</a:t>
            </a:r>
            <a:r>
              <a:rPr kumimoji="0" lang="en-US" altLang="zh-CN" sz="100" b="0" i="0" u="none" strike="noStrike" kern="0" cap="none" spc="0" normalizeH="0" baseline="0" noProof="0" dirty="0">
                <a:ln>
                  <a:noFill/>
                </a:ln>
                <a:solidFill>
                  <a:prstClr val="white"/>
                </a:solidFill>
                <a:effectLst/>
                <a:uLnTx/>
                <a:uFillTx/>
              </a:rPr>
              <a:t>www.1ppt.com/shiti/  </a:t>
            </a:r>
          </a:p>
          <a:p>
            <a:pPr marL="0" marR="0" lvl="0" indent="0" defTabSz="914418"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教案下载：</a:t>
            </a:r>
            <a:r>
              <a:rPr kumimoji="0" lang="en-US" altLang="zh-CN" sz="100" b="0" i="0" u="none" strike="noStrike" kern="0" cap="none" spc="0" normalizeH="0" baseline="0" noProof="0" dirty="0">
                <a:ln>
                  <a:noFill/>
                </a:ln>
                <a:solidFill>
                  <a:prstClr val="white"/>
                </a:solidFill>
                <a:effectLst/>
                <a:uLnTx/>
                <a:uFillTx/>
              </a:rPr>
              <a:t>www.1ppt.com/jiaoan/        </a:t>
            </a:r>
          </a:p>
          <a:p>
            <a:pPr marL="0" marR="0" lvl="0" indent="0" defTabSz="914418"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字体下载：</a:t>
            </a:r>
            <a:r>
              <a:rPr kumimoji="0" lang="en-US" altLang="zh-CN" sz="100" b="0" i="0" u="none" strike="noStrike" kern="0" cap="none" spc="0" normalizeH="0" baseline="0" noProof="0" dirty="0">
                <a:ln>
                  <a:noFill/>
                </a:ln>
                <a:solidFill>
                  <a:prstClr val="white"/>
                </a:solidFill>
                <a:effectLst/>
                <a:uLnTx/>
                <a:uFillTx/>
              </a:rPr>
              <a:t>www.1ppt.com/ziti/</a:t>
            </a:r>
          </a:p>
          <a:p>
            <a:pPr marL="0" marR="0" lvl="0" indent="0" defTabSz="914418"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 </a:t>
            </a:r>
            <a:endParaRPr kumimoji="0" lang="zh-CN" altLang="en-US" sz="100" b="0" i="0" u="none" strike="noStrike" kern="0" cap="none" spc="0" normalizeH="0" baseline="0" noProof="0" dirty="0">
              <a:ln>
                <a:noFill/>
              </a:ln>
              <a:solidFill>
                <a:prstClr val="white"/>
              </a:solidFill>
              <a:effectLst/>
              <a:uLnTx/>
              <a:uFillTx/>
            </a:endParaRPr>
          </a:p>
        </p:txBody>
      </p:sp>
    </p:spTree>
    <p:extLst>
      <p:ext uri="{BB962C8B-B14F-4D97-AF65-F5344CB8AC3E}">
        <p14:creationId xmlns:p14="http://schemas.microsoft.com/office/powerpoint/2010/main" val="3774472613"/>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lide 6">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tr-TR" altLang="zh-CN" dirty="0"/>
              <a:t>Templatesppt.com</a:t>
            </a:r>
            <a:endParaRPr lang="zh-CN" altLang="en-US" dirty="0"/>
          </a:p>
        </p:txBody>
      </p:sp>
      <p:sp>
        <p:nvSpPr>
          <p:cNvPr id="3" name="日期占位符 2"/>
          <p:cNvSpPr>
            <a:spLocks noGrp="1"/>
          </p:cNvSpPr>
          <p:nvPr>
            <p:ph type="dt" sz="half" idx="10"/>
          </p:nvPr>
        </p:nvSpPr>
        <p:spPr/>
        <p:txBody>
          <a:bodyPr/>
          <a:lstStyle/>
          <a:p>
            <a:fld id="{62D92C51-4D9C-4319-9543-811E41925C27}" type="datetimeFigureOut">
              <a:rPr lang="zh-CN" altLang="en-US" smtClean="0"/>
              <a:t>2026/5/4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5B9612F-4A95-4546-A1F7-F65A6F663610}" type="slidenum">
              <a:rPr lang="zh-CN" altLang="en-US" smtClean="0"/>
              <a:t>‹#›</a:t>
            </a:fld>
            <a:endParaRPr lang="zh-CN" altLang="en-US"/>
          </a:p>
        </p:txBody>
      </p:sp>
    </p:spTree>
    <p:extLst>
      <p:ext uri="{BB962C8B-B14F-4D97-AF65-F5344CB8AC3E}">
        <p14:creationId xmlns:p14="http://schemas.microsoft.com/office/powerpoint/2010/main" val="3342573951"/>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Slide 7">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2D92C51-4D9C-4319-9543-811E41925C27}" type="datetimeFigureOut">
              <a:rPr lang="zh-CN" altLang="en-US" smtClean="0"/>
              <a:t>2026/5/4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5B9612F-4A95-4546-A1F7-F65A6F663610}" type="slidenum">
              <a:rPr lang="zh-CN" altLang="en-US" smtClean="0"/>
              <a:t>‹#›</a:t>
            </a:fld>
            <a:endParaRPr lang="zh-CN" altLang="en-US"/>
          </a:p>
        </p:txBody>
      </p:sp>
    </p:spTree>
    <p:extLst>
      <p:ext uri="{BB962C8B-B14F-4D97-AF65-F5344CB8AC3E}">
        <p14:creationId xmlns:p14="http://schemas.microsoft.com/office/powerpoint/2010/main" val="2978200778"/>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Slide 8">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9789" y="457200"/>
            <a:ext cx="3932237" cy="1600200"/>
          </a:xfrm>
        </p:spPr>
        <p:txBody>
          <a:bodyPr anchor="b"/>
          <a:lstStyle>
            <a:lvl1pPr>
              <a:defRPr sz="3200"/>
            </a:lvl1pPr>
          </a:lstStyle>
          <a:p>
            <a:r>
              <a:rPr lang="tr-TR" altLang="zh-CN" dirty="0"/>
              <a:t>Templatesppt.com</a:t>
            </a:r>
            <a:endParaRPr lang="zh-CN" altLang="en-US" dirty="0"/>
          </a:p>
        </p:txBody>
      </p:sp>
      <p:sp>
        <p:nvSpPr>
          <p:cNvPr id="3" name="内容占位符 2"/>
          <p:cNvSpPr>
            <a:spLocks noGrp="1"/>
          </p:cNvSpPr>
          <p:nvPr>
            <p:ph idx="1" hasCustomPrompt="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dirty="0"/>
              <a:t>This is a demo text.</a:t>
            </a:r>
            <a:endParaRPr lang="zh-CN" altLang="en-US" dirty="0"/>
          </a:p>
          <a:p>
            <a:pPr lvl="1"/>
            <a:r>
              <a:rPr lang="en-US" altLang="zh-CN" dirty="0"/>
              <a:t>This is a demo text.</a:t>
            </a:r>
            <a:endParaRPr lang="zh-CN" altLang="en-US" dirty="0"/>
          </a:p>
          <a:p>
            <a:pPr lvl="2"/>
            <a:r>
              <a:rPr lang="en-US" altLang="zh-CN" dirty="0"/>
              <a:t>This is a demo text.</a:t>
            </a:r>
            <a:endParaRPr lang="zh-CN" altLang="en-US" dirty="0"/>
          </a:p>
          <a:p>
            <a:pPr lvl="3"/>
            <a:r>
              <a:rPr lang="en-US" altLang="zh-CN" dirty="0"/>
              <a:t>This is a demo text.</a:t>
            </a:r>
            <a:endParaRPr lang="zh-CN" altLang="en-US" dirty="0"/>
          </a:p>
          <a:p>
            <a:pPr lvl="4"/>
            <a:r>
              <a:rPr lang="tr-TR" altLang="zh-CN" dirty="0"/>
              <a:t>Thanks to Templatesppt.com</a:t>
            </a:r>
          </a:p>
        </p:txBody>
      </p:sp>
      <p:sp>
        <p:nvSpPr>
          <p:cNvPr id="4" name="文本占位符 3"/>
          <p:cNvSpPr>
            <a:spLocks noGrp="1"/>
          </p:cNvSpPr>
          <p:nvPr>
            <p:ph type="body" sz="half" idx="2" hasCustomPrompt="1"/>
          </p:nvPr>
        </p:nvSpPr>
        <p:spPr>
          <a:xfrm>
            <a:off x="839789" y="2057400"/>
            <a:ext cx="3932237" cy="3811588"/>
          </a:xfrm>
        </p:spPr>
        <p:txBody>
          <a:bodyPr/>
          <a:lstStyle>
            <a:lvl1pPr marL="0" indent="0">
              <a:buNone/>
              <a:defRPr sz="1600"/>
            </a:lvl1pPr>
            <a:lvl2pPr marL="457209" indent="0">
              <a:buNone/>
              <a:defRPr sz="1400"/>
            </a:lvl2pPr>
            <a:lvl3pPr marL="914418" indent="0">
              <a:buNone/>
              <a:defRPr sz="1200"/>
            </a:lvl3pPr>
            <a:lvl4pPr marL="1371627" indent="0">
              <a:buNone/>
              <a:defRPr sz="1000"/>
            </a:lvl4pPr>
            <a:lvl5pPr marL="1828837" indent="0">
              <a:buNone/>
              <a:defRPr sz="1000"/>
            </a:lvl5pPr>
            <a:lvl6pPr marL="2286046" indent="0">
              <a:buNone/>
              <a:defRPr sz="1000"/>
            </a:lvl6pPr>
            <a:lvl7pPr marL="2743255" indent="0">
              <a:buNone/>
              <a:defRPr sz="1000"/>
            </a:lvl7pPr>
            <a:lvl8pPr marL="3200464" indent="0">
              <a:buNone/>
              <a:defRPr sz="1000"/>
            </a:lvl8pPr>
            <a:lvl9pPr marL="3657673" indent="0">
              <a:buNone/>
              <a:defRPr sz="1000"/>
            </a:lvl9pPr>
          </a:lstStyle>
          <a:p>
            <a:pPr lvl="0"/>
            <a:r>
              <a:rPr lang="en-US" altLang="zh-CN" dirty="0"/>
              <a:t>Presentation template and Google Slides</a:t>
            </a:r>
            <a:endParaRPr lang="zh-CN" altLang="en-US" dirty="0"/>
          </a:p>
        </p:txBody>
      </p:sp>
      <p:sp>
        <p:nvSpPr>
          <p:cNvPr id="5" name="日期占位符 4"/>
          <p:cNvSpPr>
            <a:spLocks noGrp="1"/>
          </p:cNvSpPr>
          <p:nvPr>
            <p:ph type="dt" sz="half" idx="10"/>
          </p:nvPr>
        </p:nvSpPr>
        <p:spPr/>
        <p:txBody>
          <a:bodyPr/>
          <a:lstStyle/>
          <a:p>
            <a:fld id="{62D92C51-4D9C-4319-9543-811E41925C27}" type="datetimeFigureOut">
              <a:rPr lang="zh-CN" altLang="en-US" smtClean="0"/>
              <a:t>2026/5/4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5B9612F-4A95-4546-A1F7-F65A6F663610}" type="slidenum">
              <a:rPr lang="zh-CN" altLang="en-US" smtClean="0"/>
              <a:t>‹#›</a:t>
            </a:fld>
            <a:endParaRPr lang="zh-CN" altLang="en-US"/>
          </a:p>
        </p:txBody>
      </p:sp>
    </p:spTree>
    <p:extLst>
      <p:ext uri="{BB962C8B-B14F-4D97-AF65-F5344CB8AC3E}">
        <p14:creationId xmlns:p14="http://schemas.microsoft.com/office/powerpoint/2010/main" val="1733864510"/>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Slide 9">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9789" y="457200"/>
            <a:ext cx="3932237" cy="1600200"/>
          </a:xfrm>
        </p:spPr>
        <p:txBody>
          <a:bodyPr anchor="b"/>
          <a:lstStyle>
            <a:lvl1pPr>
              <a:defRPr sz="3200"/>
            </a:lvl1pPr>
          </a:lstStyle>
          <a:p>
            <a:r>
              <a:rPr lang="tr-TR" altLang="zh-CN" dirty="0"/>
              <a:t>Templatesppt.com</a:t>
            </a:r>
            <a:endParaRPr lang="zh-CN" altLang="en-US" dirty="0"/>
          </a:p>
        </p:txBody>
      </p:sp>
      <p:sp>
        <p:nvSpPr>
          <p:cNvPr id="3" name="图片占位符 2"/>
          <p:cNvSpPr>
            <a:spLocks noGrp="1"/>
          </p:cNvSpPr>
          <p:nvPr>
            <p:ph type="pic" idx="1"/>
          </p:nvPr>
        </p:nvSpPr>
        <p:spPr>
          <a:xfrm>
            <a:off x="5183188" y="987428"/>
            <a:ext cx="6172200" cy="4873625"/>
          </a:xfrm>
        </p:spPr>
        <p:txBody>
          <a:bodyPr/>
          <a:lstStyle>
            <a:lvl1pPr marL="0" indent="0">
              <a:buNone/>
              <a:defRPr sz="3200"/>
            </a:lvl1pPr>
            <a:lvl2pPr marL="457209" indent="0">
              <a:buNone/>
              <a:defRPr sz="2800"/>
            </a:lvl2pPr>
            <a:lvl3pPr marL="914418" indent="0">
              <a:buNone/>
              <a:defRPr sz="2400"/>
            </a:lvl3pPr>
            <a:lvl4pPr marL="1371627" indent="0">
              <a:buNone/>
              <a:defRPr sz="2000"/>
            </a:lvl4pPr>
            <a:lvl5pPr marL="1828837" indent="0">
              <a:buNone/>
              <a:defRPr sz="2000"/>
            </a:lvl5pPr>
            <a:lvl6pPr marL="2286046" indent="0">
              <a:buNone/>
              <a:defRPr sz="2000"/>
            </a:lvl6pPr>
            <a:lvl7pPr marL="2743255" indent="0">
              <a:buNone/>
              <a:defRPr sz="2000"/>
            </a:lvl7pPr>
            <a:lvl8pPr marL="3200464" indent="0">
              <a:buNone/>
              <a:defRPr sz="2000"/>
            </a:lvl8pPr>
            <a:lvl9pPr marL="3657673" indent="0">
              <a:buNone/>
              <a:defRPr sz="2000"/>
            </a:lvl9pPr>
          </a:lstStyle>
          <a:p>
            <a:endParaRPr lang="zh-CN" altLang="en-US"/>
          </a:p>
        </p:txBody>
      </p:sp>
      <p:sp>
        <p:nvSpPr>
          <p:cNvPr id="4" name="文本占位符 3"/>
          <p:cNvSpPr>
            <a:spLocks noGrp="1"/>
          </p:cNvSpPr>
          <p:nvPr>
            <p:ph type="body" sz="half" idx="2" hasCustomPrompt="1"/>
          </p:nvPr>
        </p:nvSpPr>
        <p:spPr>
          <a:xfrm>
            <a:off x="839789" y="2057400"/>
            <a:ext cx="3932237" cy="3811588"/>
          </a:xfrm>
        </p:spPr>
        <p:txBody>
          <a:bodyPr/>
          <a:lstStyle>
            <a:lvl1pPr marL="0" indent="0">
              <a:buNone/>
              <a:defRPr sz="1600"/>
            </a:lvl1pPr>
            <a:lvl2pPr marL="457209" indent="0">
              <a:buNone/>
              <a:defRPr sz="1400"/>
            </a:lvl2pPr>
            <a:lvl3pPr marL="914418" indent="0">
              <a:buNone/>
              <a:defRPr sz="1200"/>
            </a:lvl3pPr>
            <a:lvl4pPr marL="1371627" indent="0">
              <a:buNone/>
              <a:defRPr sz="1000"/>
            </a:lvl4pPr>
            <a:lvl5pPr marL="1828837" indent="0">
              <a:buNone/>
              <a:defRPr sz="1000"/>
            </a:lvl5pPr>
            <a:lvl6pPr marL="2286046" indent="0">
              <a:buNone/>
              <a:defRPr sz="1000"/>
            </a:lvl6pPr>
            <a:lvl7pPr marL="2743255" indent="0">
              <a:buNone/>
              <a:defRPr sz="1000"/>
            </a:lvl7pPr>
            <a:lvl8pPr marL="3200464" indent="0">
              <a:buNone/>
              <a:defRPr sz="1000"/>
            </a:lvl8pPr>
            <a:lvl9pPr marL="3657673" indent="0">
              <a:buNone/>
              <a:defRPr sz="1000"/>
            </a:lvl9pPr>
          </a:lstStyle>
          <a:p>
            <a:pPr lvl="0"/>
            <a:r>
              <a:rPr lang="en-US" altLang="zh-CN" dirty="0"/>
              <a:t>Presentation template and Google Slides</a:t>
            </a:r>
            <a:endParaRPr lang="zh-CN" altLang="en-US" dirty="0"/>
          </a:p>
        </p:txBody>
      </p:sp>
      <p:sp>
        <p:nvSpPr>
          <p:cNvPr id="5" name="日期占位符 4"/>
          <p:cNvSpPr>
            <a:spLocks noGrp="1"/>
          </p:cNvSpPr>
          <p:nvPr>
            <p:ph type="dt" sz="half" idx="10"/>
          </p:nvPr>
        </p:nvSpPr>
        <p:spPr/>
        <p:txBody>
          <a:bodyPr/>
          <a:lstStyle/>
          <a:p>
            <a:fld id="{62D92C51-4D9C-4319-9543-811E41925C27}" type="datetimeFigureOut">
              <a:rPr lang="zh-CN" altLang="en-US" smtClean="0"/>
              <a:t>2026/5/4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5B9612F-4A95-4546-A1F7-F65A6F663610}" type="slidenum">
              <a:rPr lang="zh-CN" altLang="en-US" smtClean="0"/>
              <a:t>‹#›</a:t>
            </a:fld>
            <a:endParaRPr lang="zh-CN" altLang="en-US"/>
          </a:p>
        </p:txBody>
      </p:sp>
    </p:spTree>
    <p:extLst>
      <p:ext uri="{BB962C8B-B14F-4D97-AF65-F5344CB8AC3E}">
        <p14:creationId xmlns:p14="http://schemas.microsoft.com/office/powerpoint/2010/main" val="2828246824"/>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Slide 10">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tr-TR" altLang="zh-CN" dirty="0"/>
              <a:t>Templatesppt.com</a:t>
            </a:r>
            <a:endParaRPr lang="zh-CN" altLang="en-US" dirty="0"/>
          </a:p>
        </p:txBody>
      </p:sp>
      <p:sp>
        <p:nvSpPr>
          <p:cNvPr id="3" name="竖排文字占位符 2"/>
          <p:cNvSpPr>
            <a:spLocks noGrp="1"/>
          </p:cNvSpPr>
          <p:nvPr>
            <p:ph type="body" orient="vert" idx="1" hasCustomPrompt="1"/>
          </p:nvPr>
        </p:nvSpPr>
        <p:spPr/>
        <p:txBody>
          <a:bodyPr vert="eaVert"/>
          <a:lstStyle/>
          <a:p>
            <a:pPr lvl="0"/>
            <a:r>
              <a:rPr lang="en-US" altLang="zh-CN" dirty="0"/>
              <a:t>This is a demo text.</a:t>
            </a:r>
            <a:endParaRPr lang="zh-CN" altLang="en-US" dirty="0"/>
          </a:p>
          <a:p>
            <a:pPr lvl="1"/>
            <a:r>
              <a:rPr lang="en-US" altLang="zh-CN" dirty="0"/>
              <a:t>This is a demo text.</a:t>
            </a:r>
            <a:endParaRPr lang="zh-CN" altLang="en-US" dirty="0"/>
          </a:p>
          <a:p>
            <a:pPr lvl="2"/>
            <a:r>
              <a:rPr lang="en-US" altLang="zh-CN" dirty="0"/>
              <a:t>This is a demo text.</a:t>
            </a:r>
            <a:endParaRPr lang="zh-CN" altLang="en-US" dirty="0"/>
          </a:p>
          <a:p>
            <a:pPr lvl="3"/>
            <a:r>
              <a:rPr lang="en-US" altLang="zh-CN" dirty="0"/>
              <a:t>This is a demo text.</a:t>
            </a:r>
            <a:endParaRPr lang="zh-CN" altLang="en-US" dirty="0"/>
          </a:p>
          <a:p>
            <a:pPr lvl="4"/>
            <a:r>
              <a:rPr lang="tr-TR" altLang="zh-CN" dirty="0"/>
              <a:t>Thanks to Templatesppt.com</a:t>
            </a:r>
          </a:p>
        </p:txBody>
      </p:sp>
      <p:sp>
        <p:nvSpPr>
          <p:cNvPr id="4" name="日期占位符 3"/>
          <p:cNvSpPr>
            <a:spLocks noGrp="1"/>
          </p:cNvSpPr>
          <p:nvPr>
            <p:ph type="dt" sz="half" idx="10"/>
          </p:nvPr>
        </p:nvSpPr>
        <p:spPr/>
        <p:txBody>
          <a:bodyPr/>
          <a:lstStyle/>
          <a:p>
            <a:fld id="{62D92C51-4D9C-4319-9543-811E41925C27}" type="datetimeFigureOut">
              <a:rPr lang="zh-CN" altLang="en-US" smtClean="0"/>
              <a:t>2026/5/4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B9612F-4A95-4546-A1F7-F65A6F663610}" type="slidenum">
              <a:rPr lang="zh-CN" altLang="en-US" smtClean="0"/>
              <a:t>‹#›</a:t>
            </a:fld>
            <a:endParaRPr lang="zh-CN" altLang="en-US"/>
          </a:p>
        </p:txBody>
      </p:sp>
    </p:spTree>
    <p:extLst>
      <p:ext uri="{BB962C8B-B14F-4D97-AF65-F5344CB8AC3E}">
        <p14:creationId xmlns:p14="http://schemas.microsoft.com/office/powerpoint/2010/main" val="1712539936"/>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lide 11">
    <p:spTree>
      <p:nvGrpSpPr>
        <p:cNvPr id="1" name=""/>
        <p:cNvGrpSpPr/>
        <p:nvPr/>
      </p:nvGrpSpPr>
      <p:grpSpPr>
        <a:xfrm>
          <a:off x="0" y="0"/>
          <a:ext cx="0" cy="0"/>
          <a:chOff x="0" y="0"/>
          <a:chExt cx="0" cy="0"/>
        </a:xfrm>
      </p:grpSpPr>
      <p:sp>
        <p:nvSpPr>
          <p:cNvPr id="2" name="竖排标题 1"/>
          <p:cNvSpPr>
            <a:spLocks noGrp="1"/>
          </p:cNvSpPr>
          <p:nvPr>
            <p:ph type="title" orient="vert" hasCustomPrompt="1"/>
          </p:nvPr>
        </p:nvSpPr>
        <p:spPr>
          <a:xfrm>
            <a:off x="8724901" y="365125"/>
            <a:ext cx="2628900" cy="5811838"/>
          </a:xfrm>
        </p:spPr>
        <p:txBody>
          <a:bodyPr vert="eaVert"/>
          <a:lstStyle/>
          <a:p>
            <a:r>
              <a:rPr lang="tr-TR" altLang="zh-CN" dirty="0"/>
              <a:t>Templatesppt.com</a:t>
            </a:r>
            <a:endParaRPr lang="zh-CN" altLang="en-US" dirty="0"/>
          </a:p>
        </p:txBody>
      </p:sp>
      <p:sp>
        <p:nvSpPr>
          <p:cNvPr id="3" name="竖排文字占位符 2"/>
          <p:cNvSpPr>
            <a:spLocks noGrp="1"/>
          </p:cNvSpPr>
          <p:nvPr>
            <p:ph type="body" orient="vert" idx="1" hasCustomPrompt="1"/>
          </p:nvPr>
        </p:nvSpPr>
        <p:spPr>
          <a:xfrm>
            <a:off x="838201" y="365125"/>
            <a:ext cx="7734300" cy="5811838"/>
          </a:xfrm>
        </p:spPr>
        <p:txBody>
          <a:bodyPr vert="eaVert"/>
          <a:lstStyle/>
          <a:p>
            <a:pPr lvl="0"/>
            <a:r>
              <a:rPr lang="en-US" altLang="zh-CN" dirty="0"/>
              <a:t>This is a demo text.</a:t>
            </a:r>
            <a:endParaRPr lang="zh-CN" altLang="en-US" dirty="0"/>
          </a:p>
          <a:p>
            <a:pPr lvl="1"/>
            <a:r>
              <a:rPr lang="en-US" altLang="zh-CN" dirty="0"/>
              <a:t>This is a demo text.</a:t>
            </a:r>
            <a:endParaRPr lang="zh-CN" altLang="en-US" dirty="0"/>
          </a:p>
          <a:p>
            <a:pPr lvl="2"/>
            <a:r>
              <a:rPr lang="en-US" altLang="zh-CN" dirty="0"/>
              <a:t>This is a demo text.</a:t>
            </a:r>
            <a:endParaRPr lang="zh-CN" altLang="en-US" dirty="0"/>
          </a:p>
          <a:p>
            <a:pPr lvl="3"/>
            <a:r>
              <a:rPr lang="en-US" altLang="zh-CN" dirty="0"/>
              <a:t>This is a demo text.</a:t>
            </a:r>
            <a:endParaRPr lang="zh-CN" altLang="en-US" dirty="0"/>
          </a:p>
          <a:p>
            <a:pPr lvl="4"/>
            <a:r>
              <a:rPr lang="tr-TR" altLang="zh-CN" dirty="0"/>
              <a:t>Thanks to Templatesppt.com</a:t>
            </a:r>
          </a:p>
        </p:txBody>
      </p:sp>
      <p:sp>
        <p:nvSpPr>
          <p:cNvPr id="4" name="日期占位符 3"/>
          <p:cNvSpPr>
            <a:spLocks noGrp="1"/>
          </p:cNvSpPr>
          <p:nvPr>
            <p:ph type="dt" sz="half" idx="10"/>
          </p:nvPr>
        </p:nvSpPr>
        <p:spPr/>
        <p:txBody>
          <a:bodyPr/>
          <a:lstStyle/>
          <a:p>
            <a:fld id="{62D92C51-4D9C-4319-9543-811E41925C27}" type="datetimeFigureOut">
              <a:rPr lang="zh-CN" altLang="en-US" smtClean="0"/>
              <a:t>2026/5/4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B9612F-4A95-4546-A1F7-F65A6F663610}" type="slidenum">
              <a:rPr lang="zh-CN" altLang="en-US" smtClean="0"/>
              <a:t>‹#›</a:t>
            </a:fld>
            <a:endParaRPr lang="zh-CN" altLang="en-US"/>
          </a:p>
        </p:txBody>
      </p:sp>
    </p:spTree>
    <p:extLst>
      <p:ext uri="{BB962C8B-B14F-4D97-AF65-F5344CB8AC3E}">
        <p14:creationId xmlns:p14="http://schemas.microsoft.com/office/powerpoint/2010/main" val="1844226148"/>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tr-TR" altLang="zh-CN" dirty="0"/>
              <a:t>Templatesppt.com</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dirty="0"/>
              <a:t>This is a demo text.</a:t>
            </a:r>
            <a:endParaRPr lang="zh-CN" altLang="en-US" dirty="0"/>
          </a:p>
          <a:p>
            <a:pPr lvl="1"/>
            <a:r>
              <a:rPr lang="en-US" altLang="zh-CN" dirty="0"/>
              <a:t>This is a demo text.</a:t>
            </a:r>
            <a:endParaRPr lang="zh-CN" altLang="en-US" dirty="0"/>
          </a:p>
          <a:p>
            <a:pPr lvl="2"/>
            <a:r>
              <a:rPr lang="en-US" altLang="zh-CN" dirty="0"/>
              <a:t>This is a demo text.</a:t>
            </a:r>
            <a:endParaRPr lang="zh-CN" altLang="en-US" dirty="0"/>
          </a:p>
          <a:p>
            <a:pPr lvl="3"/>
            <a:r>
              <a:rPr lang="en-US" altLang="zh-CN" dirty="0"/>
              <a:t>This is a demo text.</a:t>
            </a:r>
            <a:endParaRPr lang="zh-CN" altLang="en-US" dirty="0"/>
          </a:p>
          <a:p>
            <a:pPr lvl="4"/>
            <a:r>
              <a:rPr lang="tr-TR" altLang="zh-CN" dirty="0"/>
              <a:t>Thanks to Templatesppt.com</a:t>
            </a:r>
          </a:p>
        </p:txBody>
      </p:sp>
      <p:sp>
        <p:nvSpPr>
          <p:cNvPr id="4" name="日期占位符 3"/>
          <p:cNvSpPr>
            <a:spLocks noGrp="1"/>
          </p:cNvSpPr>
          <p:nvPr>
            <p:ph type="dt" sz="half" idx="2"/>
          </p:nvPr>
        </p:nvSpPr>
        <p:spPr>
          <a:xfrm>
            <a:off x="838200" y="6356353"/>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D92C51-4D9C-4319-9543-811E41925C27}" type="datetimeFigureOut">
              <a:rPr lang="zh-CN" altLang="en-US" smtClean="0"/>
              <a:t>2026/5/4</a:t>
            </a:fld>
            <a:endParaRPr lang="zh-CN" altLang="en-US"/>
          </a:p>
        </p:txBody>
      </p:sp>
      <p:sp>
        <p:nvSpPr>
          <p:cNvPr id="5" name="页脚占位符 4"/>
          <p:cNvSpPr>
            <a:spLocks noGrp="1"/>
          </p:cNvSpPr>
          <p:nvPr>
            <p:ph type="ftr" sz="quarter" idx="3"/>
          </p:nvPr>
        </p:nvSpPr>
        <p:spPr>
          <a:xfrm>
            <a:off x="4038600" y="6356353"/>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B9612F-4A95-4546-A1F7-F65A6F663610}" type="slidenum">
              <a:rPr lang="zh-CN" altLang="en-US" smtClean="0"/>
              <a:t>‹#›</a:t>
            </a:fld>
            <a:endParaRPr lang="zh-CN" altLang="en-US"/>
          </a:p>
        </p:txBody>
      </p:sp>
    </p:spTree>
    <p:extLst>
      <p:ext uri="{BB962C8B-B14F-4D97-AF65-F5344CB8AC3E}">
        <p14:creationId xmlns:p14="http://schemas.microsoft.com/office/powerpoint/2010/main" val="182129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xStyles>
    <p:titleStyle>
      <a:lvl1pPr algn="l" defTabSz="914418"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18"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4" indent="-228605" algn="l" defTabSz="914418"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3" indent="-228605" algn="l" defTabSz="914418"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32" indent="-228605" algn="l" defTabSz="91441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41" indent="-228605" algn="l" defTabSz="91441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50" indent="-228605" algn="l" defTabSz="91441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59" indent="-228605" algn="l" defTabSz="91441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69" indent="-228605" algn="l" defTabSz="91441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78" indent="-228605" algn="l" defTabSz="91441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18" rtl="0" eaLnBrk="1" latinLnBrk="0" hangingPunct="1">
        <a:defRPr sz="1800" kern="1200">
          <a:solidFill>
            <a:schemeClr val="tx1"/>
          </a:solidFill>
          <a:latin typeface="+mn-lt"/>
          <a:ea typeface="+mn-ea"/>
          <a:cs typeface="+mn-cs"/>
        </a:defRPr>
      </a:lvl1pPr>
      <a:lvl2pPr marL="457209" algn="l" defTabSz="914418" rtl="0" eaLnBrk="1" latinLnBrk="0" hangingPunct="1">
        <a:defRPr sz="1800" kern="1200">
          <a:solidFill>
            <a:schemeClr val="tx1"/>
          </a:solidFill>
          <a:latin typeface="+mn-lt"/>
          <a:ea typeface="+mn-ea"/>
          <a:cs typeface="+mn-cs"/>
        </a:defRPr>
      </a:lvl2pPr>
      <a:lvl3pPr marL="914418" algn="l" defTabSz="914418" rtl="0" eaLnBrk="1" latinLnBrk="0" hangingPunct="1">
        <a:defRPr sz="1800" kern="1200">
          <a:solidFill>
            <a:schemeClr val="tx1"/>
          </a:solidFill>
          <a:latin typeface="+mn-lt"/>
          <a:ea typeface="+mn-ea"/>
          <a:cs typeface="+mn-cs"/>
        </a:defRPr>
      </a:lvl3pPr>
      <a:lvl4pPr marL="1371627" algn="l" defTabSz="914418" rtl="0" eaLnBrk="1" latinLnBrk="0" hangingPunct="1">
        <a:defRPr sz="1800" kern="1200">
          <a:solidFill>
            <a:schemeClr val="tx1"/>
          </a:solidFill>
          <a:latin typeface="+mn-lt"/>
          <a:ea typeface="+mn-ea"/>
          <a:cs typeface="+mn-cs"/>
        </a:defRPr>
      </a:lvl4pPr>
      <a:lvl5pPr marL="1828837" algn="l" defTabSz="914418" rtl="0" eaLnBrk="1" latinLnBrk="0" hangingPunct="1">
        <a:defRPr sz="1800" kern="1200">
          <a:solidFill>
            <a:schemeClr val="tx1"/>
          </a:solidFill>
          <a:latin typeface="+mn-lt"/>
          <a:ea typeface="+mn-ea"/>
          <a:cs typeface="+mn-cs"/>
        </a:defRPr>
      </a:lvl5pPr>
      <a:lvl6pPr marL="2286046" algn="l" defTabSz="914418" rtl="0" eaLnBrk="1" latinLnBrk="0" hangingPunct="1">
        <a:defRPr sz="1800" kern="1200">
          <a:solidFill>
            <a:schemeClr val="tx1"/>
          </a:solidFill>
          <a:latin typeface="+mn-lt"/>
          <a:ea typeface="+mn-ea"/>
          <a:cs typeface="+mn-cs"/>
        </a:defRPr>
      </a:lvl6pPr>
      <a:lvl7pPr marL="2743255" algn="l" defTabSz="914418" rtl="0" eaLnBrk="1" latinLnBrk="0" hangingPunct="1">
        <a:defRPr sz="1800" kern="1200">
          <a:solidFill>
            <a:schemeClr val="tx1"/>
          </a:solidFill>
          <a:latin typeface="+mn-lt"/>
          <a:ea typeface="+mn-ea"/>
          <a:cs typeface="+mn-cs"/>
        </a:defRPr>
      </a:lvl7pPr>
      <a:lvl8pPr marL="3200464" algn="l" defTabSz="914418" rtl="0" eaLnBrk="1" latinLnBrk="0" hangingPunct="1">
        <a:defRPr sz="1800" kern="1200">
          <a:solidFill>
            <a:schemeClr val="tx1"/>
          </a:solidFill>
          <a:latin typeface="+mn-lt"/>
          <a:ea typeface="+mn-ea"/>
          <a:cs typeface="+mn-cs"/>
        </a:defRPr>
      </a:lvl8pPr>
      <a:lvl9pPr marL="3657673" algn="l" defTabSz="91441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10.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microsoft.com/office/2007/relationships/hdphoto" Target="../media/hdphoto1.wdp"/></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3" Type="http://schemas.openxmlformats.org/officeDocument/2006/relationships/image" Target="../media/image38.jfif"/><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15"/>
          <p:cNvSpPr>
            <a:spLocks/>
          </p:cNvSpPr>
          <p:nvPr/>
        </p:nvSpPr>
        <p:spPr bwMode="auto">
          <a:xfrm rot="2656724">
            <a:off x="2839793" y="-1002118"/>
            <a:ext cx="6200617" cy="6668414"/>
          </a:xfrm>
          <a:custGeom>
            <a:avLst/>
            <a:gdLst>
              <a:gd name="T0" fmla="*/ 0 w 1399"/>
              <a:gd name="T1" fmla="*/ 1231 h 1518"/>
              <a:gd name="T2" fmla="*/ 5 w 1399"/>
              <a:gd name="T3" fmla="*/ 1355 h 1518"/>
              <a:gd name="T4" fmla="*/ 168 w 1399"/>
              <a:gd name="T5" fmla="*/ 1518 h 1518"/>
              <a:gd name="T6" fmla="*/ 168 w 1399"/>
              <a:gd name="T7" fmla="*/ 1513 h 1518"/>
              <a:gd name="T8" fmla="*/ 1399 w 1399"/>
              <a:gd name="T9" fmla="*/ 282 h 1518"/>
              <a:gd name="T10" fmla="*/ 1399 w 1399"/>
              <a:gd name="T11" fmla="*/ 166 h 1518"/>
              <a:gd name="T12" fmla="*/ 1231 w 1399"/>
              <a:gd name="T13" fmla="*/ 0 h 1518"/>
              <a:gd name="T14" fmla="*/ 0 w 1399"/>
              <a:gd name="T15" fmla="*/ 1231 h 15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99" h="1518">
                <a:moveTo>
                  <a:pt x="0" y="1231"/>
                </a:moveTo>
                <a:lnTo>
                  <a:pt x="5" y="1355"/>
                </a:lnTo>
                <a:lnTo>
                  <a:pt x="168" y="1518"/>
                </a:lnTo>
                <a:lnTo>
                  <a:pt x="168" y="1513"/>
                </a:lnTo>
                <a:lnTo>
                  <a:pt x="1399" y="282"/>
                </a:lnTo>
                <a:lnTo>
                  <a:pt x="1399" y="166"/>
                </a:lnTo>
                <a:lnTo>
                  <a:pt x="1231" y="0"/>
                </a:lnTo>
                <a:lnTo>
                  <a:pt x="0" y="12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nvGrpSpPr>
          <p:cNvPr id="266" name="组合 265"/>
          <p:cNvGrpSpPr/>
          <p:nvPr/>
        </p:nvGrpSpPr>
        <p:grpSpPr>
          <a:xfrm rot="5400000">
            <a:off x="-5908394" y="-3280486"/>
            <a:ext cx="12927013" cy="11510963"/>
            <a:chOff x="-614363" y="-165100"/>
            <a:chExt cx="12927013" cy="11510963"/>
          </a:xfrm>
        </p:grpSpPr>
        <p:sp>
          <p:nvSpPr>
            <p:cNvPr id="66" name="Freeform 41"/>
            <p:cNvSpPr>
              <a:spLocks/>
            </p:cNvSpPr>
            <p:nvPr/>
          </p:nvSpPr>
          <p:spPr bwMode="auto">
            <a:xfrm>
              <a:off x="2986087" y="6305550"/>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7" name="Freeform 42"/>
            <p:cNvSpPr>
              <a:spLocks/>
            </p:cNvSpPr>
            <p:nvPr/>
          </p:nvSpPr>
          <p:spPr bwMode="auto">
            <a:xfrm>
              <a:off x="2232025" y="6038850"/>
              <a:ext cx="152400"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8" name="Freeform 43"/>
            <p:cNvSpPr>
              <a:spLocks/>
            </p:cNvSpPr>
            <p:nvPr/>
          </p:nvSpPr>
          <p:spPr bwMode="auto">
            <a:xfrm>
              <a:off x="3282950" y="6432550"/>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4"/>
                    <a:pt x="41" y="26"/>
                    <a:pt x="33" y="34"/>
                  </a:cubicBezTo>
                  <a:cubicBezTo>
                    <a:pt x="26" y="41"/>
                    <a:pt x="14" y="41"/>
                    <a:pt x="7" y="34"/>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9" name="Freeform 44"/>
            <p:cNvSpPr>
              <a:spLocks/>
            </p:cNvSpPr>
            <p:nvPr/>
          </p:nvSpPr>
          <p:spPr bwMode="auto">
            <a:xfrm>
              <a:off x="5222875" y="4448175"/>
              <a:ext cx="153988" cy="153988"/>
            </a:xfrm>
            <a:custGeom>
              <a:avLst/>
              <a:gdLst>
                <a:gd name="T0" fmla="*/ 8 w 41"/>
                <a:gd name="T1" fmla="*/ 7 h 41"/>
                <a:gd name="T2" fmla="*/ 34 w 41"/>
                <a:gd name="T3" fmla="*/ 7 h 41"/>
                <a:gd name="T4" fmla="*/ 34 w 41"/>
                <a:gd name="T5" fmla="*/ 34 h 41"/>
                <a:gd name="T6" fmla="*/ 8 w 41"/>
                <a:gd name="T7" fmla="*/ 34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5"/>
                    <a:pt x="41" y="26"/>
                    <a:pt x="34" y="34"/>
                  </a:cubicBezTo>
                  <a:cubicBezTo>
                    <a:pt x="27" y="41"/>
                    <a:pt x="15" y="41"/>
                    <a:pt x="8" y="34"/>
                  </a:cubicBezTo>
                  <a:cubicBezTo>
                    <a:pt x="0" y="26"/>
                    <a:pt x="0" y="15"/>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0" name="Freeform 45"/>
            <p:cNvSpPr>
              <a:spLocks/>
            </p:cNvSpPr>
            <p:nvPr/>
          </p:nvSpPr>
          <p:spPr bwMode="auto">
            <a:xfrm>
              <a:off x="6637337" y="5562600"/>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1" name="Freeform 46"/>
            <p:cNvSpPr>
              <a:spLocks/>
            </p:cNvSpPr>
            <p:nvPr/>
          </p:nvSpPr>
          <p:spPr bwMode="auto">
            <a:xfrm>
              <a:off x="5030787" y="5340350"/>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2" name="Freeform 47"/>
            <p:cNvSpPr>
              <a:spLocks/>
            </p:cNvSpPr>
            <p:nvPr/>
          </p:nvSpPr>
          <p:spPr bwMode="auto">
            <a:xfrm>
              <a:off x="5437187" y="5021262"/>
              <a:ext cx="153988"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3"/>
                  </a:cubicBezTo>
                  <a:cubicBezTo>
                    <a:pt x="26" y="41"/>
                    <a:pt x="15"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3" name="Freeform 48"/>
            <p:cNvSpPr>
              <a:spLocks/>
            </p:cNvSpPr>
            <p:nvPr/>
          </p:nvSpPr>
          <p:spPr bwMode="auto">
            <a:xfrm>
              <a:off x="7899400" y="3873500"/>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7" y="0"/>
                    <a:pt x="34" y="8"/>
                  </a:cubicBezTo>
                  <a:cubicBezTo>
                    <a:pt x="41" y="15"/>
                    <a:pt x="41" y="27"/>
                    <a:pt x="34" y="34"/>
                  </a:cubicBezTo>
                  <a:cubicBezTo>
                    <a:pt x="27"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4" name="Freeform 49"/>
            <p:cNvSpPr>
              <a:spLocks/>
            </p:cNvSpPr>
            <p:nvPr/>
          </p:nvSpPr>
          <p:spPr bwMode="auto">
            <a:xfrm>
              <a:off x="5564187" y="4894262"/>
              <a:ext cx="153988"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4" y="7"/>
                  </a:cubicBezTo>
                  <a:cubicBezTo>
                    <a:pt x="41" y="14"/>
                    <a:pt x="41" y="26"/>
                    <a:pt x="34" y="33"/>
                  </a:cubicBezTo>
                  <a:cubicBezTo>
                    <a:pt x="26" y="41"/>
                    <a:pt x="14" y="41"/>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5" name="Freeform 50"/>
            <p:cNvSpPr>
              <a:spLocks/>
            </p:cNvSpPr>
            <p:nvPr/>
          </p:nvSpPr>
          <p:spPr bwMode="auto">
            <a:xfrm>
              <a:off x="3822700" y="3130550"/>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6" y="0"/>
                    <a:pt x="34" y="8"/>
                  </a:cubicBezTo>
                  <a:cubicBezTo>
                    <a:pt x="41" y="15"/>
                    <a:pt x="41" y="27"/>
                    <a:pt x="34" y="34"/>
                  </a:cubicBezTo>
                  <a:cubicBezTo>
                    <a:pt x="26"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6" name="Freeform 51"/>
            <p:cNvSpPr>
              <a:spLocks/>
            </p:cNvSpPr>
            <p:nvPr/>
          </p:nvSpPr>
          <p:spPr bwMode="auto">
            <a:xfrm>
              <a:off x="3484562" y="3175000"/>
              <a:ext cx="150813" cy="153988"/>
            </a:xfrm>
            <a:custGeom>
              <a:avLst/>
              <a:gdLst>
                <a:gd name="T0" fmla="*/ 7 w 40"/>
                <a:gd name="T1" fmla="*/ 7 h 41"/>
                <a:gd name="T2" fmla="*/ 33 w 40"/>
                <a:gd name="T3" fmla="*/ 7 h 41"/>
                <a:gd name="T4" fmla="*/ 33 w 40"/>
                <a:gd name="T5" fmla="*/ 33 h 41"/>
                <a:gd name="T6" fmla="*/ 7 w 40"/>
                <a:gd name="T7" fmla="*/ 33 h 41"/>
                <a:gd name="T8" fmla="*/ 7 w 40"/>
                <a:gd name="T9" fmla="*/ 7 h 41"/>
              </a:gdLst>
              <a:ahLst/>
              <a:cxnLst>
                <a:cxn ang="0">
                  <a:pos x="T0" y="T1"/>
                </a:cxn>
                <a:cxn ang="0">
                  <a:pos x="T2" y="T3"/>
                </a:cxn>
                <a:cxn ang="0">
                  <a:pos x="T4" y="T5"/>
                </a:cxn>
                <a:cxn ang="0">
                  <a:pos x="T6" y="T7"/>
                </a:cxn>
                <a:cxn ang="0">
                  <a:pos x="T8" y="T9"/>
                </a:cxn>
              </a:cxnLst>
              <a:rect l="0" t="0" r="r" b="b"/>
              <a:pathLst>
                <a:path w="40" h="41">
                  <a:moveTo>
                    <a:pt x="7" y="7"/>
                  </a:moveTo>
                  <a:cubicBezTo>
                    <a:pt x="14" y="0"/>
                    <a:pt x="26" y="0"/>
                    <a:pt x="33" y="7"/>
                  </a:cubicBezTo>
                  <a:cubicBezTo>
                    <a:pt x="40" y="14"/>
                    <a:pt x="40" y="26"/>
                    <a:pt x="33" y="33"/>
                  </a:cubicBezTo>
                  <a:cubicBezTo>
                    <a:pt x="26" y="41"/>
                    <a:pt x="14"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7" name="Freeform 52"/>
            <p:cNvSpPr>
              <a:spLocks/>
            </p:cNvSpPr>
            <p:nvPr/>
          </p:nvSpPr>
          <p:spPr bwMode="auto">
            <a:xfrm>
              <a:off x="5605462" y="4679950"/>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7" y="0"/>
                    <a:pt x="34" y="8"/>
                  </a:cubicBezTo>
                  <a:cubicBezTo>
                    <a:pt x="41" y="15"/>
                    <a:pt x="41" y="27"/>
                    <a:pt x="34" y="34"/>
                  </a:cubicBezTo>
                  <a:cubicBezTo>
                    <a:pt x="27"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8" name="Freeform 53"/>
            <p:cNvSpPr>
              <a:spLocks/>
            </p:cNvSpPr>
            <p:nvPr/>
          </p:nvSpPr>
          <p:spPr bwMode="auto">
            <a:xfrm>
              <a:off x="4044950" y="3735387"/>
              <a:ext cx="152400" cy="153988"/>
            </a:xfrm>
            <a:custGeom>
              <a:avLst/>
              <a:gdLst>
                <a:gd name="T0" fmla="*/ 8 w 41"/>
                <a:gd name="T1" fmla="*/ 8 h 41"/>
                <a:gd name="T2" fmla="*/ 34 w 41"/>
                <a:gd name="T3" fmla="*/ 8 h 41"/>
                <a:gd name="T4" fmla="*/ 34 w 41"/>
                <a:gd name="T5" fmla="*/ 34 h 41"/>
                <a:gd name="T6" fmla="*/ 8 w 41"/>
                <a:gd name="T7" fmla="*/ 34 h 41"/>
                <a:gd name="T8" fmla="*/ 8 w 41"/>
                <a:gd name="T9" fmla="*/ 8 h 41"/>
              </a:gdLst>
              <a:ahLst/>
              <a:cxnLst>
                <a:cxn ang="0">
                  <a:pos x="T0" y="T1"/>
                </a:cxn>
                <a:cxn ang="0">
                  <a:pos x="T2" y="T3"/>
                </a:cxn>
                <a:cxn ang="0">
                  <a:pos x="T4" y="T5"/>
                </a:cxn>
                <a:cxn ang="0">
                  <a:pos x="T6" y="T7"/>
                </a:cxn>
                <a:cxn ang="0">
                  <a:pos x="T8" y="T9"/>
                </a:cxn>
              </a:cxnLst>
              <a:rect l="0" t="0" r="r" b="b"/>
              <a:pathLst>
                <a:path w="41" h="41">
                  <a:moveTo>
                    <a:pt x="8" y="8"/>
                  </a:moveTo>
                  <a:cubicBezTo>
                    <a:pt x="15" y="0"/>
                    <a:pt x="27" y="0"/>
                    <a:pt x="34" y="8"/>
                  </a:cubicBezTo>
                  <a:cubicBezTo>
                    <a:pt x="41" y="15"/>
                    <a:pt x="41" y="27"/>
                    <a:pt x="34" y="34"/>
                  </a:cubicBezTo>
                  <a:cubicBezTo>
                    <a:pt x="27" y="41"/>
                    <a:pt x="15" y="41"/>
                    <a:pt x="8" y="34"/>
                  </a:cubicBezTo>
                  <a:cubicBezTo>
                    <a:pt x="0" y="27"/>
                    <a:pt x="0" y="15"/>
                    <a:pt x="8"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9" name="Freeform 54"/>
            <p:cNvSpPr>
              <a:spLocks/>
            </p:cNvSpPr>
            <p:nvPr/>
          </p:nvSpPr>
          <p:spPr bwMode="auto">
            <a:xfrm>
              <a:off x="4768850" y="4691062"/>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0" name="Freeform 55"/>
            <p:cNvSpPr>
              <a:spLocks/>
            </p:cNvSpPr>
            <p:nvPr/>
          </p:nvSpPr>
          <p:spPr bwMode="auto">
            <a:xfrm>
              <a:off x="3049587" y="3397250"/>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1" name="Freeform 56"/>
            <p:cNvSpPr>
              <a:spLocks/>
            </p:cNvSpPr>
            <p:nvPr/>
          </p:nvSpPr>
          <p:spPr bwMode="auto">
            <a:xfrm>
              <a:off x="3398837" y="5103812"/>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4" y="8"/>
                  </a:cubicBezTo>
                  <a:cubicBezTo>
                    <a:pt x="41" y="15"/>
                    <a:pt x="41" y="27"/>
                    <a:pt x="34" y="34"/>
                  </a:cubicBezTo>
                  <a:cubicBezTo>
                    <a:pt x="26" y="41"/>
                    <a:pt x="14"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2" name="Freeform 57"/>
            <p:cNvSpPr>
              <a:spLocks/>
            </p:cNvSpPr>
            <p:nvPr/>
          </p:nvSpPr>
          <p:spPr bwMode="auto">
            <a:xfrm>
              <a:off x="5715000" y="7648575"/>
              <a:ext cx="1222375" cy="2189163"/>
            </a:xfrm>
            <a:custGeom>
              <a:avLst/>
              <a:gdLst>
                <a:gd name="T0" fmla="*/ 768 w 770"/>
                <a:gd name="T1" fmla="*/ 0 h 1379"/>
                <a:gd name="T2" fmla="*/ 770 w 770"/>
                <a:gd name="T3" fmla="*/ 104 h 1379"/>
                <a:gd name="T4" fmla="*/ 503 w 770"/>
                <a:gd name="T5" fmla="*/ 369 h 1379"/>
                <a:gd name="T6" fmla="*/ 508 w 770"/>
                <a:gd name="T7" fmla="*/ 499 h 1379"/>
                <a:gd name="T8" fmla="*/ 385 w 770"/>
                <a:gd name="T9" fmla="*/ 620 h 1379"/>
                <a:gd name="T10" fmla="*/ 380 w 770"/>
                <a:gd name="T11" fmla="*/ 826 h 1379"/>
                <a:gd name="T12" fmla="*/ 191 w 770"/>
                <a:gd name="T13" fmla="*/ 1015 h 1379"/>
                <a:gd name="T14" fmla="*/ 182 w 770"/>
                <a:gd name="T15" fmla="*/ 1268 h 1379"/>
                <a:gd name="T16" fmla="*/ 73 w 770"/>
                <a:gd name="T17" fmla="*/ 1379 h 1379"/>
                <a:gd name="T18" fmla="*/ 0 w 770"/>
                <a:gd name="T19" fmla="*/ 1379 h 1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70" h="1379">
                  <a:moveTo>
                    <a:pt x="768" y="0"/>
                  </a:moveTo>
                  <a:lnTo>
                    <a:pt x="770" y="104"/>
                  </a:lnTo>
                  <a:lnTo>
                    <a:pt x="503" y="369"/>
                  </a:lnTo>
                  <a:lnTo>
                    <a:pt x="508" y="499"/>
                  </a:lnTo>
                  <a:lnTo>
                    <a:pt x="385" y="620"/>
                  </a:lnTo>
                  <a:lnTo>
                    <a:pt x="380" y="826"/>
                  </a:lnTo>
                  <a:lnTo>
                    <a:pt x="191" y="1015"/>
                  </a:lnTo>
                  <a:lnTo>
                    <a:pt x="182" y="1268"/>
                  </a:lnTo>
                  <a:lnTo>
                    <a:pt x="73" y="1379"/>
                  </a:lnTo>
                  <a:lnTo>
                    <a:pt x="0" y="1379"/>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3" name="Freeform 58"/>
            <p:cNvSpPr>
              <a:spLocks/>
            </p:cNvSpPr>
            <p:nvPr/>
          </p:nvSpPr>
          <p:spPr bwMode="auto">
            <a:xfrm>
              <a:off x="5248275" y="3817937"/>
              <a:ext cx="6742113" cy="7194550"/>
            </a:xfrm>
            <a:custGeom>
              <a:avLst/>
              <a:gdLst>
                <a:gd name="T0" fmla="*/ 0 w 4247"/>
                <a:gd name="T1" fmla="*/ 4532 h 4532"/>
                <a:gd name="T2" fmla="*/ 755 w 4247"/>
                <a:gd name="T3" fmla="*/ 3775 h 4532"/>
                <a:gd name="T4" fmla="*/ 757 w 4247"/>
                <a:gd name="T5" fmla="*/ 3503 h 4532"/>
                <a:gd name="T6" fmla="*/ 1053 w 4247"/>
                <a:gd name="T7" fmla="*/ 3208 h 4532"/>
                <a:gd name="T8" fmla="*/ 1055 w 4247"/>
                <a:gd name="T9" fmla="*/ 2979 h 4532"/>
                <a:gd name="T10" fmla="*/ 1329 w 4247"/>
                <a:gd name="T11" fmla="*/ 2704 h 4532"/>
                <a:gd name="T12" fmla="*/ 1327 w 4247"/>
                <a:gd name="T13" fmla="*/ 2640 h 4532"/>
                <a:gd name="T14" fmla="*/ 1502 w 4247"/>
                <a:gd name="T15" fmla="*/ 2465 h 4532"/>
                <a:gd name="T16" fmla="*/ 1511 w 4247"/>
                <a:gd name="T17" fmla="*/ 1948 h 4532"/>
                <a:gd name="T18" fmla="*/ 1814 w 4247"/>
                <a:gd name="T19" fmla="*/ 1645 h 4532"/>
                <a:gd name="T20" fmla="*/ 1814 w 4247"/>
                <a:gd name="T21" fmla="*/ 1539 h 4532"/>
                <a:gd name="T22" fmla="*/ 2391 w 4247"/>
                <a:gd name="T23" fmla="*/ 962 h 4532"/>
                <a:gd name="T24" fmla="*/ 2563 w 4247"/>
                <a:gd name="T25" fmla="*/ 964 h 4532"/>
                <a:gd name="T26" fmla="*/ 3530 w 4247"/>
                <a:gd name="T27" fmla="*/ 0 h 4532"/>
                <a:gd name="T28" fmla="*/ 4247 w 4247"/>
                <a:gd name="T29" fmla="*/ 0 h 4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247" h="4532">
                  <a:moveTo>
                    <a:pt x="0" y="4532"/>
                  </a:moveTo>
                  <a:lnTo>
                    <a:pt x="755" y="3775"/>
                  </a:lnTo>
                  <a:lnTo>
                    <a:pt x="757" y="3503"/>
                  </a:lnTo>
                  <a:lnTo>
                    <a:pt x="1053" y="3208"/>
                  </a:lnTo>
                  <a:lnTo>
                    <a:pt x="1055" y="2979"/>
                  </a:lnTo>
                  <a:lnTo>
                    <a:pt x="1329" y="2704"/>
                  </a:lnTo>
                  <a:lnTo>
                    <a:pt x="1327" y="2640"/>
                  </a:lnTo>
                  <a:lnTo>
                    <a:pt x="1502" y="2465"/>
                  </a:lnTo>
                  <a:lnTo>
                    <a:pt x="1511" y="1948"/>
                  </a:lnTo>
                  <a:lnTo>
                    <a:pt x="1814" y="1645"/>
                  </a:lnTo>
                  <a:lnTo>
                    <a:pt x="1814" y="1539"/>
                  </a:lnTo>
                  <a:lnTo>
                    <a:pt x="2391" y="962"/>
                  </a:lnTo>
                  <a:lnTo>
                    <a:pt x="2563" y="964"/>
                  </a:lnTo>
                  <a:lnTo>
                    <a:pt x="3530" y="0"/>
                  </a:lnTo>
                  <a:lnTo>
                    <a:pt x="424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4" name="Freeform 59"/>
            <p:cNvSpPr>
              <a:spLocks/>
            </p:cNvSpPr>
            <p:nvPr/>
          </p:nvSpPr>
          <p:spPr bwMode="auto">
            <a:xfrm>
              <a:off x="5289550" y="3862387"/>
              <a:ext cx="6835775" cy="7186613"/>
            </a:xfrm>
            <a:custGeom>
              <a:avLst/>
              <a:gdLst>
                <a:gd name="T0" fmla="*/ 0 w 4306"/>
                <a:gd name="T1" fmla="*/ 4527 h 4527"/>
                <a:gd name="T2" fmla="*/ 774 w 4306"/>
                <a:gd name="T3" fmla="*/ 3754 h 4527"/>
                <a:gd name="T4" fmla="*/ 776 w 4306"/>
                <a:gd name="T5" fmla="*/ 3485 h 4527"/>
                <a:gd name="T6" fmla="*/ 1072 w 4306"/>
                <a:gd name="T7" fmla="*/ 3189 h 4527"/>
                <a:gd name="T8" fmla="*/ 1079 w 4306"/>
                <a:gd name="T9" fmla="*/ 2967 h 4527"/>
                <a:gd name="T10" fmla="*/ 1355 w 4306"/>
                <a:gd name="T11" fmla="*/ 2693 h 4527"/>
                <a:gd name="T12" fmla="*/ 1353 w 4306"/>
                <a:gd name="T13" fmla="*/ 2629 h 4527"/>
                <a:gd name="T14" fmla="*/ 1525 w 4306"/>
                <a:gd name="T15" fmla="*/ 2454 h 4527"/>
                <a:gd name="T16" fmla="*/ 1535 w 4306"/>
                <a:gd name="T17" fmla="*/ 1936 h 4527"/>
                <a:gd name="T18" fmla="*/ 1838 w 4306"/>
                <a:gd name="T19" fmla="*/ 1634 h 4527"/>
                <a:gd name="T20" fmla="*/ 1838 w 4306"/>
                <a:gd name="T21" fmla="*/ 1527 h 4527"/>
                <a:gd name="T22" fmla="*/ 2400 w 4306"/>
                <a:gd name="T23" fmla="*/ 965 h 4527"/>
                <a:gd name="T24" fmla="*/ 2575 w 4306"/>
                <a:gd name="T25" fmla="*/ 965 h 4527"/>
                <a:gd name="T26" fmla="*/ 3538 w 4306"/>
                <a:gd name="T27" fmla="*/ 0 h 4527"/>
                <a:gd name="T28" fmla="*/ 4306 w 4306"/>
                <a:gd name="T29" fmla="*/ 0 h 4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06" h="4527">
                  <a:moveTo>
                    <a:pt x="0" y="4527"/>
                  </a:moveTo>
                  <a:lnTo>
                    <a:pt x="774" y="3754"/>
                  </a:lnTo>
                  <a:lnTo>
                    <a:pt x="776" y="3485"/>
                  </a:lnTo>
                  <a:lnTo>
                    <a:pt x="1072" y="3189"/>
                  </a:lnTo>
                  <a:lnTo>
                    <a:pt x="1079" y="2967"/>
                  </a:lnTo>
                  <a:lnTo>
                    <a:pt x="1355" y="2693"/>
                  </a:lnTo>
                  <a:lnTo>
                    <a:pt x="1353" y="2629"/>
                  </a:lnTo>
                  <a:lnTo>
                    <a:pt x="1525" y="2454"/>
                  </a:lnTo>
                  <a:lnTo>
                    <a:pt x="1535" y="1936"/>
                  </a:lnTo>
                  <a:lnTo>
                    <a:pt x="1838" y="1634"/>
                  </a:lnTo>
                  <a:lnTo>
                    <a:pt x="1838" y="1527"/>
                  </a:lnTo>
                  <a:lnTo>
                    <a:pt x="2400" y="965"/>
                  </a:lnTo>
                  <a:lnTo>
                    <a:pt x="2575" y="965"/>
                  </a:lnTo>
                  <a:lnTo>
                    <a:pt x="3538" y="0"/>
                  </a:lnTo>
                  <a:lnTo>
                    <a:pt x="4306"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5" name="Freeform 60"/>
            <p:cNvSpPr>
              <a:spLocks/>
            </p:cNvSpPr>
            <p:nvPr/>
          </p:nvSpPr>
          <p:spPr bwMode="auto">
            <a:xfrm>
              <a:off x="5338762" y="3922712"/>
              <a:ext cx="6951663" cy="7183438"/>
            </a:xfrm>
            <a:custGeom>
              <a:avLst/>
              <a:gdLst>
                <a:gd name="T0" fmla="*/ 0 w 4379"/>
                <a:gd name="T1" fmla="*/ 4525 h 4525"/>
                <a:gd name="T2" fmla="*/ 790 w 4379"/>
                <a:gd name="T3" fmla="*/ 3735 h 4525"/>
                <a:gd name="T4" fmla="*/ 795 w 4379"/>
                <a:gd name="T5" fmla="*/ 3466 h 4525"/>
                <a:gd name="T6" fmla="*/ 1090 w 4379"/>
                <a:gd name="T7" fmla="*/ 3168 h 4525"/>
                <a:gd name="T8" fmla="*/ 1093 w 4379"/>
                <a:gd name="T9" fmla="*/ 2939 h 4525"/>
                <a:gd name="T10" fmla="*/ 1367 w 4379"/>
                <a:gd name="T11" fmla="*/ 2664 h 4525"/>
                <a:gd name="T12" fmla="*/ 1372 w 4379"/>
                <a:gd name="T13" fmla="*/ 2608 h 4525"/>
                <a:gd name="T14" fmla="*/ 1546 w 4379"/>
                <a:gd name="T15" fmla="*/ 2433 h 4525"/>
                <a:gd name="T16" fmla="*/ 1546 w 4379"/>
                <a:gd name="T17" fmla="*/ 1908 h 4525"/>
                <a:gd name="T18" fmla="*/ 1851 w 4379"/>
                <a:gd name="T19" fmla="*/ 1605 h 4525"/>
                <a:gd name="T20" fmla="*/ 1851 w 4379"/>
                <a:gd name="T21" fmla="*/ 1499 h 4525"/>
                <a:gd name="T22" fmla="*/ 2398 w 4379"/>
                <a:gd name="T23" fmla="*/ 950 h 4525"/>
                <a:gd name="T24" fmla="*/ 2580 w 4379"/>
                <a:gd name="T25" fmla="*/ 957 h 4525"/>
                <a:gd name="T26" fmla="*/ 3540 w 4379"/>
                <a:gd name="T27" fmla="*/ 0 h 4525"/>
                <a:gd name="T28" fmla="*/ 4379 w 4379"/>
                <a:gd name="T29" fmla="*/ 0 h 4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79" h="4525">
                  <a:moveTo>
                    <a:pt x="0" y="4525"/>
                  </a:moveTo>
                  <a:lnTo>
                    <a:pt x="790" y="3735"/>
                  </a:lnTo>
                  <a:lnTo>
                    <a:pt x="795" y="3466"/>
                  </a:lnTo>
                  <a:lnTo>
                    <a:pt x="1090" y="3168"/>
                  </a:lnTo>
                  <a:lnTo>
                    <a:pt x="1093" y="2939"/>
                  </a:lnTo>
                  <a:lnTo>
                    <a:pt x="1367" y="2664"/>
                  </a:lnTo>
                  <a:lnTo>
                    <a:pt x="1372" y="2608"/>
                  </a:lnTo>
                  <a:lnTo>
                    <a:pt x="1546" y="2433"/>
                  </a:lnTo>
                  <a:lnTo>
                    <a:pt x="1546" y="1908"/>
                  </a:lnTo>
                  <a:lnTo>
                    <a:pt x="1851" y="1605"/>
                  </a:lnTo>
                  <a:lnTo>
                    <a:pt x="1851" y="1499"/>
                  </a:lnTo>
                  <a:lnTo>
                    <a:pt x="2398" y="950"/>
                  </a:lnTo>
                  <a:lnTo>
                    <a:pt x="2580" y="957"/>
                  </a:lnTo>
                  <a:lnTo>
                    <a:pt x="3540" y="0"/>
                  </a:lnTo>
                  <a:lnTo>
                    <a:pt x="437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6" name="Freeform 61"/>
            <p:cNvSpPr>
              <a:spLocks/>
            </p:cNvSpPr>
            <p:nvPr/>
          </p:nvSpPr>
          <p:spPr bwMode="auto">
            <a:xfrm>
              <a:off x="5391150" y="3967162"/>
              <a:ext cx="6869113" cy="7188200"/>
            </a:xfrm>
            <a:custGeom>
              <a:avLst/>
              <a:gdLst>
                <a:gd name="T0" fmla="*/ 0 w 4327"/>
                <a:gd name="T1" fmla="*/ 4528 h 4528"/>
                <a:gd name="T2" fmla="*/ 809 w 4327"/>
                <a:gd name="T3" fmla="*/ 3721 h 4528"/>
                <a:gd name="T4" fmla="*/ 811 w 4327"/>
                <a:gd name="T5" fmla="*/ 3452 h 4528"/>
                <a:gd name="T6" fmla="*/ 1107 w 4327"/>
                <a:gd name="T7" fmla="*/ 3156 h 4528"/>
                <a:gd name="T8" fmla="*/ 1109 w 4327"/>
                <a:gd name="T9" fmla="*/ 2927 h 4528"/>
                <a:gd name="T10" fmla="*/ 1383 w 4327"/>
                <a:gd name="T11" fmla="*/ 2653 h 4528"/>
                <a:gd name="T12" fmla="*/ 1381 w 4327"/>
                <a:gd name="T13" fmla="*/ 2589 h 4528"/>
                <a:gd name="T14" fmla="*/ 1556 w 4327"/>
                <a:gd name="T15" fmla="*/ 2414 h 4528"/>
                <a:gd name="T16" fmla="*/ 1566 w 4327"/>
                <a:gd name="T17" fmla="*/ 1896 h 4528"/>
                <a:gd name="T18" fmla="*/ 1868 w 4327"/>
                <a:gd name="T19" fmla="*/ 1594 h 4528"/>
                <a:gd name="T20" fmla="*/ 1868 w 4327"/>
                <a:gd name="T21" fmla="*/ 1487 h 4528"/>
                <a:gd name="T22" fmla="*/ 2402 w 4327"/>
                <a:gd name="T23" fmla="*/ 953 h 4528"/>
                <a:gd name="T24" fmla="*/ 2585 w 4327"/>
                <a:gd name="T25" fmla="*/ 955 h 4528"/>
                <a:gd name="T26" fmla="*/ 3540 w 4327"/>
                <a:gd name="T27" fmla="*/ 0 h 4528"/>
                <a:gd name="T28" fmla="*/ 4327 w 4327"/>
                <a:gd name="T29" fmla="*/ 0 h 4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27" h="4528">
                  <a:moveTo>
                    <a:pt x="0" y="4528"/>
                  </a:moveTo>
                  <a:lnTo>
                    <a:pt x="809" y="3721"/>
                  </a:lnTo>
                  <a:lnTo>
                    <a:pt x="811" y="3452"/>
                  </a:lnTo>
                  <a:lnTo>
                    <a:pt x="1107" y="3156"/>
                  </a:lnTo>
                  <a:lnTo>
                    <a:pt x="1109" y="2927"/>
                  </a:lnTo>
                  <a:lnTo>
                    <a:pt x="1383" y="2653"/>
                  </a:lnTo>
                  <a:lnTo>
                    <a:pt x="1381" y="2589"/>
                  </a:lnTo>
                  <a:lnTo>
                    <a:pt x="1556" y="2414"/>
                  </a:lnTo>
                  <a:lnTo>
                    <a:pt x="1566" y="1896"/>
                  </a:lnTo>
                  <a:lnTo>
                    <a:pt x="1868" y="1594"/>
                  </a:lnTo>
                  <a:lnTo>
                    <a:pt x="1868" y="1487"/>
                  </a:lnTo>
                  <a:lnTo>
                    <a:pt x="2402" y="953"/>
                  </a:lnTo>
                  <a:lnTo>
                    <a:pt x="2585" y="955"/>
                  </a:lnTo>
                  <a:lnTo>
                    <a:pt x="3540" y="0"/>
                  </a:lnTo>
                  <a:lnTo>
                    <a:pt x="432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7" name="Freeform 62"/>
            <p:cNvSpPr>
              <a:spLocks/>
            </p:cNvSpPr>
            <p:nvPr/>
          </p:nvSpPr>
          <p:spPr bwMode="auto">
            <a:xfrm>
              <a:off x="5437187" y="4027487"/>
              <a:ext cx="6778625" cy="7175500"/>
            </a:xfrm>
            <a:custGeom>
              <a:avLst/>
              <a:gdLst>
                <a:gd name="T0" fmla="*/ 0 w 4270"/>
                <a:gd name="T1" fmla="*/ 4520 h 4520"/>
                <a:gd name="T2" fmla="*/ 822 w 4270"/>
                <a:gd name="T3" fmla="*/ 3695 h 4520"/>
                <a:gd name="T4" fmla="*/ 825 w 4270"/>
                <a:gd name="T5" fmla="*/ 3426 h 4520"/>
                <a:gd name="T6" fmla="*/ 1123 w 4270"/>
                <a:gd name="T7" fmla="*/ 3130 h 4520"/>
                <a:gd name="T8" fmla="*/ 1130 w 4270"/>
                <a:gd name="T9" fmla="*/ 2906 h 4520"/>
                <a:gd name="T10" fmla="*/ 1406 w 4270"/>
                <a:gd name="T11" fmla="*/ 2631 h 4520"/>
                <a:gd name="T12" fmla="*/ 1404 w 4270"/>
                <a:gd name="T13" fmla="*/ 2568 h 4520"/>
                <a:gd name="T14" fmla="*/ 1579 w 4270"/>
                <a:gd name="T15" fmla="*/ 2393 h 4520"/>
                <a:gd name="T16" fmla="*/ 1579 w 4270"/>
                <a:gd name="T17" fmla="*/ 1870 h 4520"/>
                <a:gd name="T18" fmla="*/ 1882 w 4270"/>
                <a:gd name="T19" fmla="*/ 1565 h 4520"/>
                <a:gd name="T20" fmla="*/ 1891 w 4270"/>
                <a:gd name="T21" fmla="*/ 1466 h 4520"/>
                <a:gd name="T22" fmla="*/ 2409 w 4270"/>
                <a:gd name="T23" fmla="*/ 946 h 4520"/>
                <a:gd name="T24" fmla="*/ 2593 w 4270"/>
                <a:gd name="T25" fmla="*/ 950 h 4520"/>
                <a:gd name="T26" fmla="*/ 3544 w 4270"/>
                <a:gd name="T27" fmla="*/ 0 h 4520"/>
                <a:gd name="T28" fmla="*/ 4270 w 4270"/>
                <a:gd name="T29" fmla="*/ 0 h 4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270" h="4520">
                  <a:moveTo>
                    <a:pt x="0" y="4520"/>
                  </a:moveTo>
                  <a:lnTo>
                    <a:pt x="822" y="3695"/>
                  </a:lnTo>
                  <a:lnTo>
                    <a:pt x="825" y="3426"/>
                  </a:lnTo>
                  <a:lnTo>
                    <a:pt x="1123" y="3130"/>
                  </a:lnTo>
                  <a:lnTo>
                    <a:pt x="1130" y="2906"/>
                  </a:lnTo>
                  <a:lnTo>
                    <a:pt x="1406" y="2631"/>
                  </a:lnTo>
                  <a:lnTo>
                    <a:pt x="1404" y="2568"/>
                  </a:lnTo>
                  <a:lnTo>
                    <a:pt x="1579" y="2393"/>
                  </a:lnTo>
                  <a:lnTo>
                    <a:pt x="1579" y="1870"/>
                  </a:lnTo>
                  <a:lnTo>
                    <a:pt x="1882" y="1565"/>
                  </a:lnTo>
                  <a:lnTo>
                    <a:pt x="1891" y="1466"/>
                  </a:lnTo>
                  <a:lnTo>
                    <a:pt x="2409" y="946"/>
                  </a:lnTo>
                  <a:lnTo>
                    <a:pt x="2593" y="950"/>
                  </a:lnTo>
                  <a:lnTo>
                    <a:pt x="3544" y="0"/>
                  </a:lnTo>
                  <a:lnTo>
                    <a:pt x="427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8" name="Freeform 63"/>
            <p:cNvSpPr>
              <a:spLocks/>
            </p:cNvSpPr>
            <p:nvPr/>
          </p:nvSpPr>
          <p:spPr bwMode="auto">
            <a:xfrm>
              <a:off x="5545137" y="4132262"/>
              <a:ext cx="6550025" cy="7177088"/>
            </a:xfrm>
            <a:custGeom>
              <a:avLst/>
              <a:gdLst>
                <a:gd name="T0" fmla="*/ 0 w 4126"/>
                <a:gd name="T1" fmla="*/ 4521 h 4521"/>
                <a:gd name="T2" fmla="*/ 856 w 4126"/>
                <a:gd name="T3" fmla="*/ 3662 h 4521"/>
                <a:gd name="T4" fmla="*/ 859 w 4126"/>
                <a:gd name="T5" fmla="*/ 3393 h 4521"/>
                <a:gd name="T6" fmla="*/ 1154 w 4126"/>
                <a:gd name="T7" fmla="*/ 3097 h 4521"/>
                <a:gd name="T8" fmla="*/ 1156 w 4126"/>
                <a:gd name="T9" fmla="*/ 2866 h 4521"/>
                <a:gd name="T10" fmla="*/ 1431 w 4126"/>
                <a:gd name="T11" fmla="*/ 2591 h 4521"/>
                <a:gd name="T12" fmla="*/ 1428 w 4126"/>
                <a:gd name="T13" fmla="*/ 2528 h 4521"/>
                <a:gd name="T14" fmla="*/ 1603 w 4126"/>
                <a:gd name="T15" fmla="*/ 2353 h 4521"/>
                <a:gd name="T16" fmla="*/ 1613 w 4126"/>
                <a:gd name="T17" fmla="*/ 1837 h 4521"/>
                <a:gd name="T18" fmla="*/ 1915 w 4126"/>
                <a:gd name="T19" fmla="*/ 1532 h 4521"/>
                <a:gd name="T20" fmla="*/ 1915 w 4126"/>
                <a:gd name="T21" fmla="*/ 1426 h 4521"/>
                <a:gd name="T22" fmla="*/ 2405 w 4126"/>
                <a:gd name="T23" fmla="*/ 936 h 4521"/>
                <a:gd name="T24" fmla="*/ 2601 w 4126"/>
                <a:gd name="T25" fmla="*/ 941 h 4521"/>
                <a:gd name="T26" fmla="*/ 3544 w 4126"/>
                <a:gd name="T27" fmla="*/ 0 h 4521"/>
                <a:gd name="T28" fmla="*/ 4126 w 4126"/>
                <a:gd name="T29" fmla="*/ 0 h 4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26" h="4521">
                  <a:moveTo>
                    <a:pt x="0" y="4521"/>
                  </a:moveTo>
                  <a:lnTo>
                    <a:pt x="856" y="3662"/>
                  </a:lnTo>
                  <a:lnTo>
                    <a:pt x="859" y="3393"/>
                  </a:lnTo>
                  <a:lnTo>
                    <a:pt x="1154" y="3097"/>
                  </a:lnTo>
                  <a:lnTo>
                    <a:pt x="1156" y="2866"/>
                  </a:lnTo>
                  <a:lnTo>
                    <a:pt x="1431" y="2591"/>
                  </a:lnTo>
                  <a:lnTo>
                    <a:pt x="1428" y="2528"/>
                  </a:lnTo>
                  <a:lnTo>
                    <a:pt x="1603" y="2353"/>
                  </a:lnTo>
                  <a:lnTo>
                    <a:pt x="1613" y="1837"/>
                  </a:lnTo>
                  <a:lnTo>
                    <a:pt x="1915" y="1532"/>
                  </a:lnTo>
                  <a:lnTo>
                    <a:pt x="1915" y="1426"/>
                  </a:lnTo>
                  <a:lnTo>
                    <a:pt x="2405" y="936"/>
                  </a:lnTo>
                  <a:lnTo>
                    <a:pt x="2601" y="941"/>
                  </a:lnTo>
                  <a:lnTo>
                    <a:pt x="3544" y="0"/>
                  </a:lnTo>
                  <a:lnTo>
                    <a:pt x="4126"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9" name="Freeform 64"/>
            <p:cNvSpPr>
              <a:spLocks/>
            </p:cNvSpPr>
            <p:nvPr/>
          </p:nvSpPr>
          <p:spPr bwMode="auto">
            <a:xfrm>
              <a:off x="5583237" y="4178300"/>
              <a:ext cx="6421438" cy="7167563"/>
            </a:xfrm>
            <a:custGeom>
              <a:avLst/>
              <a:gdLst>
                <a:gd name="T0" fmla="*/ 0 w 4045"/>
                <a:gd name="T1" fmla="*/ 4515 h 4515"/>
                <a:gd name="T2" fmla="*/ 875 w 4045"/>
                <a:gd name="T3" fmla="*/ 3643 h 4515"/>
                <a:gd name="T4" fmla="*/ 879 w 4045"/>
                <a:gd name="T5" fmla="*/ 3373 h 4515"/>
                <a:gd name="T6" fmla="*/ 1175 w 4045"/>
                <a:gd name="T7" fmla="*/ 3078 h 4515"/>
                <a:gd name="T8" fmla="*/ 1177 w 4045"/>
                <a:gd name="T9" fmla="*/ 2848 h 4515"/>
                <a:gd name="T10" fmla="*/ 1452 w 4045"/>
                <a:gd name="T11" fmla="*/ 2572 h 4515"/>
                <a:gd name="T12" fmla="*/ 1456 w 4045"/>
                <a:gd name="T13" fmla="*/ 2515 h 4515"/>
                <a:gd name="T14" fmla="*/ 1631 w 4045"/>
                <a:gd name="T15" fmla="*/ 2340 h 4515"/>
                <a:gd name="T16" fmla="*/ 1631 w 4045"/>
                <a:gd name="T17" fmla="*/ 1818 h 4515"/>
                <a:gd name="T18" fmla="*/ 1936 w 4045"/>
                <a:gd name="T19" fmla="*/ 1513 h 4515"/>
                <a:gd name="T20" fmla="*/ 1943 w 4045"/>
                <a:gd name="T21" fmla="*/ 1413 h 4515"/>
                <a:gd name="T22" fmla="*/ 2416 w 4045"/>
                <a:gd name="T23" fmla="*/ 938 h 4515"/>
                <a:gd name="T24" fmla="*/ 2615 w 4045"/>
                <a:gd name="T25" fmla="*/ 940 h 4515"/>
                <a:gd name="T26" fmla="*/ 3553 w 4045"/>
                <a:gd name="T27" fmla="*/ 0 h 4515"/>
                <a:gd name="T28" fmla="*/ 4045 w 4045"/>
                <a:gd name="T29" fmla="*/ 0 h 45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045" h="4515">
                  <a:moveTo>
                    <a:pt x="0" y="4515"/>
                  </a:moveTo>
                  <a:lnTo>
                    <a:pt x="875" y="3643"/>
                  </a:lnTo>
                  <a:lnTo>
                    <a:pt x="879" y="3373"/>
                  </a:lnTo>
                  <a:lnTo>
                    <a:pt x="1175" y="3078"/>
                  </a:lnTo>
                  <a:lnTo>
                    <a:pt x="1177" y="2848"/>
                  </a:lnTo>
                  <a:lnTo>
                    <a:pt x="1452" y="2572"/>
                  </a:lnTo>
                  <a:lnTo>
                    <a:pt x="1456" y="2515"/>
                  </a:lnTo>
                  <a:lnTo>
                    <a:pt x="1631" y="2340"/>
                  </a:lnTo>
                  <a:lnTo>
                    <a:pt x="1631" y="1818"/>
                  </a:lnTo>
                  <a:lnTo>
                    <a:pt x="1936" y="1513"/>
                  </a:lnTo>
                  <a:lnTo>
                    <a:pt x="1943" y="1413"/>
                  </a:lnTo>
                  <a:lnTo>
                    <a:pt x="2416" y="938"/>
                  </a:lnTo>
                  <a:lnTo>
                    <a:pt x="2615" y="940"/>
                  </a:lnTo>
                  <a:lnTo>
                    <a:pt x="3553" y="0"/>
                  </a:lnTo>
                  <a:lnTo>
                    <a:pt x="4045"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0" name="Freeform 65"/>
            <p:cNvSpPr>
              <a:spLocks/>
            </p:cNvSpPr>
            <p:nvPr/>
          </p:nvSpPr>
          <p:spPr bwMode="auto">
            <a:xfrm>
              <a:off x="7189787" y="4237037"/>
              <a:ext cx="4635500" cy="5375275"/>
            </a:xfrm>
            <a:custGeom>
              <a:avLst/>
              <a:gdLst>
                <a:gd name="T0" fmla="*/ 2 w 2920"/>
                <a:gd name="T1" fmla="*/ 3386 h 3386"/>
                <a:gd name="T2" fmla="*/ 0 w 2920"/>
                <a:gd name="T3" fmla="*/ 3270 h 3386"/>
                <a:gd name="T4" fmla="*/ 213 w 2920"/>
                <a:gd name="T5" fmla="*/ 3057 h 3386"/>
                <a:gd name="T6" fmla="*/ 215 w 2920"/>
                <a:gd name="T7" fmla="*/ 2828 h 3386"/>
                <a:gd name="T8" fmla="*/ 489 w 2920"/>
                <a:gd name="T9" fmla="*/ 2551 h 3386"/>
                <a:gd name="T10" fmla="*/ 487 w 2920"/>
                <a:gd name="T11" fmla="*/ 2488 h 3386"/>
                <a:gd name="T12" fmla="*/ 662 w 2920"/>
                <a:gd name="T13" fmla="*/ 2313 h 3386"/>
                <a:gd name="T14" fmla="*/ 671 w 2920"/>
                <a:gd name="T15" fmla="*/ 1797 h 3386"/>
                <a:gd name="T16" fmla="*/ 974 w 2920"/>
                <a:gd name="T17" fmla="*/ 1492 h 3386"/>
                <a:gd name="T18" fmla="*/ 974 w 2920"/>
                <a:gd name="T19" fmla="*/ 1386 h 3386"/>
                <a:gd name="T20" fmla="*/ 1435 w 2920"/>
                <a:gd name="T21" fmla="*/ 925 h 3386"/>
                <a:gd name="T22" fmla="*/ 1641 w 2920"/>
                <a:gd name="T23" fmla="*/ 934 h 3386"/>
                <a:gd name="T24" fmla="*/ 2575 w 2920"/>
                <a:gd name="T25" fmla="*/ 0 h 3386"/>
                <a:gd name="T26" fmla="*/ 2920 w 2920"/>
                <a:gd name="T27" fmla="*/ 0 h 3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20" h="3386">
                  <a:moveTo>
                    <a:pt x="2" y="3386"/>
                  </a:moveTo>
                  <a:lnTo>
                    <a:pt x="0" y="3270"/>
                  </a:lnTo>
                  <a:lnTo>
                    <a:pt x="213" y="3057"/>
                  </a:lnTo>
                  <a:lnTo>
                    <a:pt x="215" y="2828"/>
                  </a:lnTo>
                  <a:lnTo>
                    <a:pt x="489" y="2551"/>
                  </a:lnTo>
                  <a:lnTo>
                    <a:pt x="487" y="2488"/>
                  </a:lnTo>
                  <a:lnTo>
                    <a:pt x="662" y="2313"/>
                  </a:lnTo>
                  <a:lnTo>
                    <a:pt x="671" y="1797"/>
                  </a:lnTo>
                  <a:lnTo>
                    <a:pt x="974" y="1492"/>
                  </a:lnTo>
                  <a:lnTo>
                    <a:pt x="974" y="1386"/>
                  </a:lnTo>
                  <a:lnTo>
                    <a:pt x="1435" y="925"/>
                  </a:lnTo>
                  <a:lnTo>
                    <a:pt x="1641" y="934"/>
                  </a:lnTo>
                  <a:lnTo>
                    <a:pt x="2575" y="0"/>
                  </a:lnTo>
                  <a:lnTo>
                    <a:pt x="292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1" name="Freeform 66"/>
            <p:cNvSpPr>
              <a:spLocks/>
            </p:cNvSpPr>
            <p:nvPr/>
          </p:nvSpPr>
          <p:spPr bwMode="auto">
            <a:xfrm>
              <a:off x="5489575" y="6200775"/>
              <a:ext cx="2209800" cy="4075113"/>
            </a:xfrm>
            <a:custGeom>
              <a:avLst/>
              <a:gdLst>
                <a:gd name="T0" fmla="*/ 0 w 1392"/>
                <a:gd name="T1" fmla="*/ 2567 h 2567"/>
                <a:gd name="T2" fmla="*/ 369 w 1392"/>
                <a:gd name="T3" fmla="*/ 2201 h 2567"/>
                <a:gd name="T4" fmla="*/ 371 w 1392"/>
                <a:gd name="T5" fmla="*/ 1929 h 2567"/>
                <a:gd name="T6" fmla="*/ 697 w 1392"/>
                <a:gd name="T7" fmla="*/ 1603 h 2567"/>
                <a:gd name="T8" fmla="*/ 693 w 1392"/>
                <a:gd name="T9" fmla="*/ 1300 h 2567"/>
                <a:gd name="T10" fmla="*/ 894 w 1392"/>
                <a:gd name="T11" fmla="*/ 1099 h 2567"/>
                <a:gd name="T12" fmla="*/ 962 w 1392"/>
                <a:gd name="T13" fmla="*/ 1099 h 2567"/>
                <a:gd name="T14" fmla="*/ 1040 w 1392"/>
                <a:gd name="T15" fmla="*/ 1021 h 2567"/>
                <a:gd name="T16" fmla="*/ 1035 w 1392"/>
                <a:gd name="T17" fmla="*/ 931 h 2567"/>
                <a:gd name="T18" fmla="*/ 1199 w 1392"/>
                <a:gd name="T19" fmla="*/ 768 h 2567"/>
                <a:gd name="T20" fmla="*/ 1201 w 1392"/>
                <a:gd name="T21" fmla="*/ 378 h 2567"/>
                <a:gd name="T22" fmla="*/ 1262 w 1392"/>
                <a:gd name="T23" fmla="*/ 317 h 2567"/>
                <a:gd name="T24" fmla="*/ 1262 w 1392"/>
                <a:gd name="T25" fmla="*/ 128 h 2567"/>
                <a:gd name="T26" fmla="*/ 1392 w 1392"/>
                <a:gd name="T27" fmla="*/ 0 h 2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2" h="2567">
                  <a:moveTo>
                    <a:pt x="0" y="2567"/>
                  </a:moveTo>
                  <a:lnTo>
                    <a:pt x="369" y="2201"/>
                  </a:lnTo>
                  <a:lnTo>
                    <a:pt x="371" y="1929"/>
                  </a:lnTo>
                  <a:lnTo>
                    <a:pt x="697" y="1603"/>
                  </a:lnTo>
                  <a:lnTo>
                    <a:pt x="693" y="1300"/>
                  </a:lnTo>
                  <a:lnTo>
                    <a:pt x="894" y="1099"/>
                  </a:lnTo>
                  <a:lnTo>
                    <a:pt x="962" y="1099"/>
                  </a:lnTo>
                  <a:lnTo>
                    <a:pt x="1040" y="1021"/>
                  </a:lnTo>
                  <a:lnTo>
                    <a:pt x="1035" y="931"/>
                  </a:lnTo>
                  <a:lnTo>
                    <a:pt x="1199" y="768"/>
                  </a:lnTo>
                  <a:lnTo>
                    <a:pt x="1201" y="378"/>
                  </a:lnTo>
                  <a:lnTo>
                    <a:pt x="1262" y="317"/>
                  </a:lnTo>
                  <a:lnTo>
                    <a:pt x="1262" y="128"/>
                  </a:lnTo>
                  <a:lnTo>
                    <a:pt x="139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2" name="Freeform 67"/>
            <p:cNvSpPr>
              <a:spLocks/>
            </p:cNvSpPr>
            <p:nvPr/>
          </p:nvSpPr>
          <p:spPr bwMode="auto">
            <a:xfrm>
              <a:off x="5553075" y="5945187"/>
              <a:ext cx="2382838" cy="4371975"/>
            </a:xfrm>
            <a:custGeom>
              <a:avLst/>
              <a:gdLst>
                <a:gd name="T0" fmla="*/ 0 w 1501"/>
                <a:gd name="T1" fmla="*/ 2754 h 2754"/>
                <a:gd name="T2" fmla="*/ 371 w 1501"/>
                <a:gd name="T3" fmla="*/ 2383 h 2754"/>
                <a:gd name="T4" fmla="*/ 374 w 1501"/>
                <a:gd name="T5" fmla="*/ 2114 h 2754"/>
                <a:gd name="T6" fmla="*/ 702 w 1501"/>
                <a:gd name="T7" fmla="*/ 1787 h 2754"/>
                <a:gd name="T8" fmla="*/ 697 w 1501"/>
                <a:gd name="T9" fmla="*/ 1485 h 2754"/>
                <a:gd name="T10" fmla="*/ 896 w 1501"/>
                <a:gd name="T11" fmla="*/ 1284 h 2754"/>
                <a:gd name="T12" fmla="*/ 958 w 1501"/>
                <a:gd name="T13" fmla="*/ 1277 h 2754"/>
                <a:gd name="T14" fmla="*/ 1038 w 1501"/>
                <a:gd name="T15" fmla="*/ 1199 h 2754"/>
                <a:gd name="T16" fmla="*/ 1038 w 1501"/>
                <a:gd name="T17" fmla="*/ 1116 h 2754"/>
                <a:gd name="T18" fmla="*/ 1203 w 1501"/>
                <a:gd name="T19" fmla="*/ 953 h 2754"/>
                <a:gd name="T20" fmla="*/ 1206 w 1501"/>
                <a:gd name="T21" fmla="*/ 563 h 2754"/>
                <a:gd name="T22" fmla="*/ 1265 w 1501"/>
                <a:gd name="T23" fmla="*/ 501 h 2754"/>
                <a:gd name="T24" fmla="*/ 1267 w 1501"/>
                <a:gd name="T25" fmla="*/ 312 h 2754"/>
                <a:gd name="T26" fmla="*/ 1501 w 1501"/>
                <a:gd name="T27" fmla="*/ 78 h 2754"/>
                <a:gd name="T28" fmla="*/ 1501 w 1501"/>
                <a:gd name="T29" fmla="*/ 0 h 2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01" h="2754">
                  <a:moveTo>
                    <a:pt x="0" y="2754"/>
                  </a:moveTo>
                  <a:lnTo>
                    <a:pt x="371" y="2383"/>
                  </a:lnTo>
                  <a:lnTo>
                    <a:pt x="374" y="2114"/>
                  </a:lnTo>
                  <a:lnTo>
                    <a:pt x="702" y="1787"/>
                  </a:lnTo>
                  <a:lnTo>
                    <a:pt x="697" y="1485"/>
                  </a:lnTo>
                  <a:lnTo>
                    <a:pt x="896" y="1284"/>
                  </a:lnTo>
                  <a:lnTo>
                    <a:pt x="958" y="1277"/>
                  </a:lnTo>
                  <a:lnTo>
                    <a:pt x="1038" y="1199"/>
                  </a:lnTo>
                  <a:lnTo>
                    <a:pt x="1038" y="1116"/>
                  </a:lnTo>
                  <a:lnTo>
                    <a:pt x="1203" y="953"/>
                  </a:lnTo>
                  <a:lnTo>
                    <a:pt x="1206" y="563"/>
                  </a:lnTo>
                  <a:lnTo>
                    <a:pt x="1265" y="501"/>
                  </a:lnTo>
                  <a:lnTo>
                    <a:pt x="1267" y="312"/>
                  </a:lnTo>
                  <a:lnTo>
                    <a:pt x="1501" y="78"/>
                  </a:lnTo>
                  <a:lnTo>
                    <a:pt x="1501"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3" name="Freeform 68"/>
            <p:cNvSpPr>
              <a:spLocks/>
            </p:cNvSpPr>
            <p:nvPr/>
          </p:nvSpPr>
          <p:spPr bwMode="auto">
            <a:xfrm>
              <a:off x="8829675" y="4470400"/>
              <a:ext cx="2679700" cy="2717800"/>
            </a:xfrm>
            <a:custGeom>
              <a:avLst/>
              <a:gdLst>
                <a:gd name="T0" fmla="*/ 1688 w 1688"/>
                <a:gd name="T1" fmla="*/ 0 h 1712"/>
                <a:gd name="T2" fmla="*/ 759 w 1688"/>
                <a:gd name="T3" fmla="*/ 929 h 1712"/>
                <a:gd name="T4" fmla="*/ 560 w 1688"/>
                <a:gd name="T5" fmla="*/ 927 h 1712"/>
                <a:gd name="T6" fmla="*/ 102 w 1688"/>
                <a:gd name="T7" fmla="*/ 1385 h 1712"/>
                <a:gd name="T8" fmla="*/ 104 w 1688"/>
                <a:gd name="T9" fmla="*/ 1489 h 1712"/>
                <a:gd name="T10" fmla="*/ 2 w 1688"/>
                <a:gd name="T11" fmla="*/ 1593 h 1712"/>
                <a:gd name="T12" fmla="*/ 0 w 1688"/>
                <a:gd name="T13" fmla="*/ 1662 h 1712"/>
                <a:gd name="T14" fmla="*/ 50 w 1688"/>
                <a:gd name="T15" fmla="*/ 1712 h 17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88" h="1712">
                  <a:moveTo>
                    <a:pt x="1688" y="0"/>
                  </a:moveTo>
                  <a:lnTo>
                    <a:pt x="759" y="929"/>
                  </a:lnTo>
                  <a:lnTo>
                    <a:pt x="560" y="927"/>
                  </a:lnTo>
                  <a:lnTo>
                    <a:pt x="102" y="1385"/>
                  </a:lnTo>
                  <a:lnTo>
                    <a:pt x="104" y="1489"/>
                  </a:lnTo>
                  <a:lnTo>
                    <a:pt x="2" y="1593"/>
                  </a:lnTo>
                  <a:lnTo>
                    <a:pt x="0" y="1662"/>
                  </a:lnTo>
                  <a:lnTo>
                    <a:pt x="50" y="1712"/>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4" name="Freeform 69"/>
            <p:cNvSpPr>
              <a:spLocks/>
            </p:cNvSpPr>
            <p:nvPr/>
          </p:nvSpPr>
          <p:spPr bwMode="auto">
            <a:xfrm>
              <a:off x="9118600" y="4522787"/>
              <a:ext cx="2443163" cy="2503488"/>
            </a:xfrm>
            <a:custGeom>
              <a:avLst/>
              <a:gdLst>
                <a:gd name="T0" fmla="*/ 47 w 1539"/>
                <a:gd name="T1" fmla="*/ 1577 h 1577"/>
                <a:gd name="T2" fmla="*/ 0 w 1539"/>
                <a:gd name="T3" fmla="*/ 1530 h 1577"/>
                <a:gd name="T4" fmla="*/ 5 w 1539"/>
                <a:gd name="T5" fmla="*/ 1348 h 1577"/>
                <a:gd name="T6" fmla="*/ 218 w 1539"/>
                <a:gd name="T7" fmla="*/ 1135 h 1577"/>
                <a:gd name="T8" fmla="*/ 464 w 1539"/>
                <a:gd name="T9" fmla="*/ 1142 h 1577"/>
                <a:gd name="T10" fmla="*/ 508 w 1539"/>
                <a:gd name="T11" fmla="*/ 1097 h 1577"/>
                <a:gd name="T12" fmla="*/ 508 w 1539"/>
                <a:gd name="T13" fmla="*/ 1031 h 1577"/>
                <a:gd name="T14" fmla="*/ 1539 w 1539"/>
                <a:gd name="T15" fmla="*/ 0 h 15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39" h="1577">
                  <a:moveTo>
                    <a:pt x="47" y="1577"/>
                  </a:moveTo>
                  <a:lnTo>
                    <a:pt x="0" y="1530"/>
                  </a:lnTo>
                  <a:lnTo>
                    <a:pt x="5" y="1348"/>
                  </a:lnTo>
                  <a:lnTo>
                    <a:pt x="218" y="1135"/>
                  </a:lnTo>
                  <a:lnTo>
                    <a:pt x="464" y="1142"/>
                  </a:lnTo>
                  <a:lnTo>
                    <a:pt x="508" y="1097"/>
                  </a:lnTo>
                  <a:lnTo>
                    <a:pt x="508" y="1031"/>
                  </a:lnTo>
                  <a:lnTo>
                    <a:pt x="153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5" name="Freeform 70"/>
            <p:cNvSpPr>
              <a:spLocks/>
            </p:cNvSpPr>
            <p:nvPr/>
          </p:nvSpPr>
          <p:spPr bwMode="auto">
            <a:xfrm>
              <a:off x="9355137" y="4575175"/>
              <a:ext cx="2259013" cy="2390775"/>
            </a:xfrm>
            <a:custGeom>
              <a:avLst/>
              <a:gdLst>
                <a:gd name="T0" fmla="*/ 0 w 1423"/>
                <a:gd name="T1" fmla="*/ 1506 h 1506"/>
                <a:gd name="T2" fmla="*/ 400 w 1423"/>
                <a:gd name="T3" fmla="*/ 1104 h 1506"/>
                <a:gd name="T4" fmla="*/ 397 w 1423"/>
                <a:gd name="T5" fmla="*/ 1026 h 1506"/>
                <a:gd name="T6" fmla="*/ 1423 w 1423"/>
                <a:gd name="T7" fmla="*/ 0 h 1506"/>
              </a:gdLst>
              <a:ahLst/>
              <a:cxnLst>
                <a:cxn ang="0">
                  <a:pos x="T0" y="T1"/>
                </a:cxn>
                <a:cxn ang="0">
                  <a:pos x="T2" y="T3"/>
                </a:cxn>
                <a:cxn ang="0">
                  <a:pos x="T4" y="T5"/>
                </a:cxn>
                <a:cxn ang="0">
                  <a:pos x="T6" y="T7"/>
                </a:cxn>
              </a:cxnLst>
              <a:rect l="0" t="0" r="r" b="b"/>
              <a:pathLst>
                <a:path w="1423" h="1506">
                  <a:moveTo>
                    <a:pt x="0" y="1506"/>
                  </a:moveTo>
                  <a:lnTo>
                    <a:pt x="400" y="1104"/>
                  </a:lnTo>
                  <a:lnTo>
                    <a:pt x="397" y="1026"/>
                  </a:lnTo>
                  <a:lnTo>
                    <a:pt x="142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6" name="Freeform 71"/>
            <p:cNvSpPr>
              <a:spLocks/>
            </p:cNvSpPr>
            <p:nvPr/>
          </p:nvSpPr>
          <p:spPr bwMode="auto">
            <a:xfrm>
              <a:off x="8904287" y="4608512"/>
              <a:ext cx="2744788" cy="2797175"/>
            </a:xfrm>
            <a:custGeom>
              <a:avLst/>
              <a:gdLst>
                <a:gd name="T0" fmla="*/ 0 w 1729"/>
                <a:gd name="T1" fmla="*/ 1762 h 1762"/>
                <a:gd name="T2" fmla="*/ 128 w 1729"/>
                <a:gd name="T3" fmla="*/ 1762 h 1762"/>
                <a:gd name="T4" fmla="*/ 745 w 1729"/>
                <a:gd name="T5" fmla="*/ 1142 h 1762"/>
                <a:gd name="T6" fmla="*/ 743 w 1729"/>
                <a:gd name="T7" fmla="*/ 986 h 1762"/>
                <a:gd name="T8" fmla="*/ 1729 w 1729"/>
                <a:gd name="T9" fmla="*/ 0 h 1762"/>
              </a:gdLst>
              <a:ahLst/>
              <a:cxnLst>
                <a:cxn ang="0">
                  <a:pos x="T0" y="T1"/>
                </a:cxn>
                <a:cxn ang="0">
                  <a:pos x="T2" y="T3"/>
                </a:cxn>
                <a:cxn ang="0">
                  <a:pos x="T4" y="T5"/>
                </a:cxn>
                <a:cxn ang="0">
                  <a:pos x="T6" y="T7"/>
                </a:cxn>
                <a:cxn ang="0">
                  <a:pos x="T8" y="T9"/>
                </a:cxn>
              </a:cxnLst>
              <a:rect l="0" t="0" r="r" b="b"/>
              <a:pathLst>
                <a:path w="1729" h="1762">
                  <a:moveTo>
                    <a:pt x="0" y="1762"/>
                  </a:moveTo>
                  <a:lnTo>
                    <a:pt x="128" y="1762"/>
                  </a:lnTo>
                  <a:lnTo>
                    <a:pt x="745" y="1142"/>
                  </a:lnTo>
                  <a:lnTo>
                    <a:pt x="743" y="986"/>
                  </a:lnTo>
                  <a:lnTo>
                    <a:pt x="172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7" name="Freeform 72"/>
            <p:cNvSpPr>
              <a:spLocks/>
            </p:cNvSpPr>
            <p:nvPr/>
          </p:nvSpPr>
          <p:spPr bwMode="auto">
            <a:xfrm>
              <a:off x="8318500" y="4654550"/>
              <a:ext cx="3344863" cy="3662363"/>
            </a:xfrm>
            <a:custGeom>
              <a:avLst/>
              <a:gdLst>
                <a:gd name="T0" fmla="*/ 0 w 2107"/>
                <a:gd name="T1" fmla="*/ 2307 h 2307"/>
                <a:gd name="T2" fmla="*/ 157 w 2107"/>
                <a:gd name="T3" fmla="*/ 2151 h 2307"/>
                <a:gd name="T4" fmla="*/ 161 w 2107"/>
                <a:gd name="T5" fmla="*/ 1960 h 2307"/>
                <a:gd name="T6" fmla="*/ 279 w 2107"/>
                <a:gd name="T7" fmla="*/ 1842 h 2307"/>
                <a:gd name="T8" fmla="*/ 445 w 2107"/>
                <a:gd name="T9" fmla="*/ 1851 h 2307"/>
                <a:gd name="T10" fmla="*/ 1147 w 2107"/>
                <a:gd name="T11" fmla="*/ 1146 h 2307"/>
                <a:gd name="T12" fmla="*/ 1145 w 2107"/>
                <a:gd name="T13" fmla="*/ 964 h 2307"/>
                <a:gd name="T14" fmla="*/ 2107 w 2107"/>
                <a:gd name="T15" fmla="*/ 0 h 23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07" h="2307">
                  <a:moveTo>
                    <a:pt x="0" y="2307"/>
                  </a:moveTo>
                  <a:lnTo>
                    <a:pt x="157" y="2151"/>
                  </a:lnTo>
                  <a:lnTo>
                    <a:pt x="161" y="1960"/>
                  </a:lnTo>
                  <a:lnTo>
                    <a:pt x="279" y="1842"/>
                  </a:lnTo>
                  <a:lnTo>
                    <a:pt x="445" y="1851"/>
                  </a:lnTo>
                  <a:lnTo>
                    <a:pt x="1147" y="1146"/>
                  </a:lnTo>
                  <a:lnTo>
                    <a:pt x="1145" y="964"/>
                  </a:lnTo>
                  <a:lnTo>
                    <a:pt x="210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8" name="Freeform 73"/>
            <p:cNvSpPr>
              <a:spLocks/>
            </p:cNvSpPr>
            <p:nvPr/>
          </p:nvSpPr>
          <p:spPr bwMode="auto">
            <a:xfrm>
              <a:off x="8199437" y="4679950"/>
              <a:ext cx="3524250" cy="3867150"/>
            </a:xfrm>
            <a:custGeom>
              <a:avLst/>
              <a:gdLst>
                <a:gd name="T0" fmla="*/ 2220 w 2220"/>
                <a:gd name="T1" fmla="*/ 0 h 2436"/>
                <a:gd name="T2" fmla="*/ 1255 w 2220"/>
                <a:gd name="T3" fmla="*/ 965 h 2436"/>
                <a:gd name="T4" fmla="*/ 1260 w 2220"/>
                <a:gd name="T5" fmla="*/ 1149 h 2436"/>
                <a:gd name="T6" fmla="*/ 555 w 2220"/>
                <a:gd name="T7" fmla="*/ 1852 h 2436"/>
                <a:gd name="T8" fmla="*/ 397 w 2220"/>
                <a:gd name="T9" fmla="*/ 1849 h 2436"/>
                <a:gd name="T10" fmla="*/ 279 w 2220"/>
                <a:gd name="T11" fmla="*/ 1970 h 2436"/>
                <a:gd name="T12" fmla="*/ 274 w 2220"/>
                <a:gd name="T13" fmla="*/ 2159 h 2436"/>
                <a:gd name="T14" fmla="*/ 0 w 2220"/>
                <a:gd name="T15" fmla="*/ 2436 h 24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0" h="2436">
                  <a:moveTo>
                    <a:pt x="2220" y="0"/>
                  </a:moveTo>
                  <a:lnTo>
                    <a:pt x="1255" y="965"/>
                  </a:lnTo>
                  <a:lnTo>
                    <a:pt x="1260" y="1149"/>
                  </a:lnTo>
                  <a:lnTo>
                    <a:pt x="555" y="1852"/>
                  </a:lnTo>
                  <a:lnTo>
                    <a:pt x="397" y="1849"/>
                  </a:lnTo>
                  <a:lnTo>
                    <a:pt x="279" y="1970"/>
                  </a:lnTo>
                  <a:lnTo>
                    <a:pt x="274" y="2159"/>
                  </a:lnTo>
                  <a:lnTo>
                    <a:pt x="0" y="2436"/>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9" name="Freeform 74"/>
            <p:cNvSpPr>
              <a:spLocks/>
            </p:cNvSpPr>
            <p:nvPr/>
          </p:nvSpPr>
          <p:spPr bwMode="auto">
            <a:xfrm>
              <a:off x="8859837" y="4789487"/>
              <a:ext cx="2968625" cy="3119438"/>
            </a:xfrm>
            <a:custGeom>
              <a:avLst/>
              <a:gdLst>
                <a:gd name="T0" fmla="*/ 1870 w 1870"/>
                <a:gd name="T1" fmla="*/ 0 h 1965"/>
                <a:gd name="T2" fmla="*/ 905 w 1870"/>
                <a:gd name="T3" fmla="*/ 962 h 1965"/>
                <a:gd name="T4" fmla="*/ 903 w 1870"/>
                <a:gd name="T5" fmla="*/ 1139 h 1965"/>
                <a:gd name="T6" fmla="*/ 80 w 1870"/>
                <a:gd name="T7" fmla="*/ 1962 h 1965"/>
                <a:gd name="T8" fmla="*/ 0 w 1870"/>
                <a:gd name="T9" fmla="*/ 1965 h 1965"/>
              </a:gdLst>
              <a:ahLst/>
              <a:cxnLst>
                <a:cxn ang="0">
                  <a:pos x="T0" y="T1"/>
                </a:cxn>
                <a:cxn ang="0">
                  <a:pos x="T2" y="T3"/>
                </a:cxn>
                <a:cxn ang="0">
                  <a:pos x="T4" y="T5"/>
                </a:cxn>
                <a:cxn ang="0">
                  <a:pos x="T6" y="T7"/>
                </a:cxn>
                <a:cxn ang="0">
                  <a:pos x="T8" y="T9"/>
                </a:cxn>
              </a:cxnLst>
              <a:rect l="0" t="0" r="r" b="b"/>
              <a:pathLst>
                <a:path w="1870" h="1965">
                  <a:moveTo>
                    <a:pt x="1870" y="0"/>
                  </a:moveTo>
                  <a:lnTo>
                    <a:pt x="905" y="962"/>
                  </a:lnTo>
                  <a:lnTo>
                    <a:pt x="903" y="1139"/>
                  </a:lnTo>
                  <a:lnTo>
                    <a:pt x="80" y="1962"/>
                  </a:lnTo>
                  <a:lnTo>
                    <a:pt x="0" y="1965"/>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0" name="Freeform 75"/>
            <p:cNvSpPr>
              <a:spLocks/>
            </p:cNvSpPr>
            <p:nvPr/>
          </p:nvSpPr>
          <p:spPr bwMode="auto">
            <a:xfrm>
              <a:off x="8012112" y="3592512"/>
              <a:ext cx="3948113" cy="2773363"/>
            </a:xfrm>
            <a:custGeom>
              <a:avLst/>
              <a:gdLst>
                <a:gd name="T0" fmla="*/ 4 w 2487"/>
                <a:gd name="T1" fmla="*/ 1747 h 1747"/>
                <a:gd name="T2" fmla="*/ 0 w 2487"/>
                <a:gd name="T3" fmla="*/ 1657 h 1747"/>
                <a:gd name="T4" fmla="*/ 1655 w 2487"/>
                <a:gd name="T5" fmla="*/ 0 h 1747"/>
                <a:gd name="T6" fmla="*/ 2487 w 2487"/>
                <a:gd name="T7" fmla="*/ 0 h 1747"/>
              </a:gdLst>
              <a:ahLst/>
              <a:cxnLst>
                <a:cxn ang="0">
                  <a:pos x="T0" y="T1"/>
                </a:cxn>
                <a:cxn ang="0">
                  <a:pos x="T2" y="T3"/>
                </a:cxn>
                <a:cxn ang="0">
                  <a:pos x="T4" y="T5"/>
                </a:cxn>
                <a:cxn ang="0">
                  <a:pos x="T6" y="T7"/>
                </a:cxn>
              </a:cxnLst>
              <a:rect l="0" t="0" r="r" b="b"/>
              <a:pathLst>
                <a:path w="2487" h="1747">
                  <a:moveTo>
                    <a:pt x="4" y="1747"/>
                  </a:moveTo>
                  <a:lnTo>
                    <a:pt x="0" y="1657"/>
                  </a:lnTo>
                  <a:lnTo>
                    <a:pt x="1655" y="0"/>
                  </a:lnTo>
                  <a:lnTo>
                    <a:pt x="248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1" name="Freeform 76"/>
            <p:cNvSpPr>
              <a:spLocks/>
            </p:cNvSpPr>
            <p:nvPr/>
          </p:nvSpPr>
          <p:spPr bwMode="auto">
            <a:xfrm>
              <a:off x="8293100" y="3546475"/>
              <a:ext cx="3606800" cy="2165350"/>
            </a:xfrm>
            <a:custGeom>
              <a:avLst/>
              <a:gdLst>
                <a:gd name="T0" fmla="*/ 0 w 2272"/>
                <a:gd name="T1" fmla="*/ 1364 h 1364"/>
                <a:gd name="T2" fmla="*/ 64 w 2272"/>
                <a:gd name="T3" fmla="*/ 1301 h 1364"/>
                <a:gd name="T4" fmla="*/ 147 w 2272"/>
                <a:gd name="T5" fmla="*/ 1298 h 1364"/>
                <a:gd name="T6" fmla="*/ 1445 w 2272"/>
                <a:gd name="T7" fmla="*/ 0 h 1364"/>
                <a:gd name="T8" fmla="*/ 2272 w 2272"/>
                <a:gd name="T9" fmla="*/ 0 h 1364"/>
              </a:gdLst>
              <a:ahLst/>
              <a:cxnLst>
                <a:cxn ang="0">
                  <a:pos x="T0" y="T1"/>
                </a:cxn>
                <a:cxn ang="0">
                  <a:pos x="T2" y="T3"/>
                </a:cxn>
                <a:cxn ang="0">
                  <a:pos x="T4" y="T5"/>
                </a:cxn>
                <a:cxn ang="0">
                  <a:pos x="T6" y="T7"/>
                </a:cxn>
                <a:cxn ang="0">
                  <a:pos x="T8" y="T9"/>
                </a:cxn>
              </a:cxnLst>
              <a:rect l="0" t="0" r="r" b="b"/>
              <a:pathLst>
                <a:path w="2272" h="1364">
                  <a:moveTo>
                    <a:pt x="0" y="1364"/>
                  </a:moveTo>
                  <a:lnTo>
                    <a:pt x="64" y="1301"/>
                  </a:lnTo>
                  <a:lnTo>
                    <a:pt x="147" y="1298"/>
                  </a:lnTo>
                  <a:lnTo>
                    <a:pt x="1445" y="0"/>
                  </a:lnTo>
                  <a:lnTo>
                    <a:pt x="227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2" name="Freeform 77"/>
            <p:cNvSpPr>
              <a:spLocks/>
            </p:cNvSpPr>
            <p:nvPr/>
          </p:nvSpPr>
          <p:spPr bwMode="auto">
            <a:xfrm>
              <a:off x="7264400" y="3232150"/>
              <a:ext cx="4500563" cy="4635500"/>
            </a:xfrm>
            <a:custGeom>
              <a:avLst/>
              <a:gdLst>
                <a:gd name="T0" fmla="*/ 0 w 2835"/>
                <a:gd name="T1" fmla="*/ 2920 h 2920"/>
                <a:gd name="T2" fmla="*/ 2 w 2835"/>
                <a:gd name="T3" fmla="*/ 2849 h 2920"/>
                <a:gd name="T4" fmla="*/ 177 w 2835"/>
                <a:gd name="T5" fmla="*/ 2674 h 2920"/>
                <a:gd name="T6" fmla="*/ 175 w 2835"/>
                <a:gd name="T7" fmla="*/ 2276 h 2920"/>
                <a:gd name="T8" fmla="*/ 234 w 2835"/>
                <a:gd name="T9" fmla="*/ 2215 h 2920"/>
                <a:gd name="T10" fmla="*/ 234 w 2835"/>
                <a:gd name="T11" fmla="*/ 2016 h 2920"/>
                <a:gd name="T12" fmla="*/ 423 w 2835"/>
                <a:gd name="T13" fmla="*/ 1827 h 2920"/>
                <a:gd name="T14" fmla="*/ 487 w 2835"/>
                <a:gd name="T15" fmla="*/ 1830 h 2920"/>
                <a:gd name="T16" fmla="*/ 589 w 2835"/>
                <a:gd name="T17" fmla="*/ 1728 h 2920"/>
                <a:gd name="T18" fmla="*/ 586 w 2835"/>
                <a:gd name="T19" fmla="*/ 1652 h 2920"/>
                <a:gd name="T20" fmla="*/ 518 w 2835"/>
                <a:gd name="T21" fmla="*/ 1586 h 2920"/>
                <a:gd name="T22" fmla="*/ 667 w 2835"/>
                <a:gd name="T23" fmla="*/ 1435 h 2920"/>
                <a:gd name="T24" fmla="*/ 771 w 2835"/>
                <a:gd name="T25" fmla="*/ 1437 h 2920"/>
                <a:gd name="T26" fmla="*/ 2206 w 2835"/>
                <a:gd name="T27" fmla="*/ 0 h 2920"/>
                <a:gd name="T28" fmla="*/ 2835 w 2835"/>
                <a:gd name="T29" fmla="*/ 0 h 2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35" h="2920">
                  <a:moveTo>
                    <a:pt x="0" y="2920"/>
                  </a:moveTo>
                  <a:lnTo>
                    <a:pt x="2" y="2849"/>
                  </a:lnTo>
                  <a:lnTo>
                    <a:pt x="177" y="2674"/>
                  </a:lnTo>
                  <a:lnTo>
                    <a:pt x="175" y="2276"/>
                  </a:lnTo>
                  <a:lnTo>
                    <a:pt x="234" y="2215"/>
                  </a:lnTo>
                  <a:lnTo>
                    <a:pt x="234" y="2016"/>
                  </a:lnTo>
                  <a:lnTo>
                    <a:pt x="423" y="1827"/>
                  </a:lnTo>
                  <a:lnTo>
                    <a:pt x="487" y="1830"/>
                  </a:lnTo>
                  <a:lnTo>
                    <a:pt x="589" y="1728"/>
                  </a:lnTo>
                  <a:lnTo>
                    <a:pt x="586" y="1652"/>
                  </a:lnTo>
                  <a:lnTo>
                    <a:pt x="518" y="1586"/>
                  </a:lnTo>
                  <a:lnTo>
                    <a:pt x="667" y="1435"/>
                  </a:lnTo>
                  <a:lnTo>
                    <a:pt x="771" y="1437"/>
                  </a:lnTo>
                  <a:lnTo>
                    <a:pt x="2206" y="0"/>
                  </a:lnTo>
                  <a:lnTo>
                    <a:pt x="2835"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3" name="Freeform 78"/>
            <p:cNvSpPr>
              <a:spLocks/>
            </p:cNvSpPr>
            <p:nvPr/>
          </p:nvSpPr>
          <p:spPr bwMode="auto">
            <a:xfrm>
              <a:off x="3856037" y="6369050"/>
              <a:ext cx="2079625" cy="3251200"/>
            </a:xfrm>
            <a:custGeom>
              <a:avLst/>
              <a:gdLst>
                <a:gd name="T0" fmla="*/ 0 w 1310"/>
                <a:gd name="T1" fmla="*/ 2048 h 2048"/>
                <a:gd name="T2" fmla="*/ 892 w 1310"/>
                <a:gd name="T3" fmla="*/ 1156 h 2048"/>
                <a:gd name="T4" fmla="*/ 889 w 1310"/>
                <a:gd name="T5" fmla="*/ 915 h 2048"/>
                <a:gd name="T6" fmla="*/ 1305 w 1310"/>
                <a:gd name="T7" fmla="*/ 501 h 2048"/>
                <a:gd name="T8" fmla="*/ 1310 w 1310"/>
                <a:gd name="T9" fmla="*/ 59 h 2048"/>
                <a:gd name="T10" fmla="*/ 1251 w 1310"/>
                <a:gd name="T11" fmla="*/ 0 h 2048"/>
              </a:gdLst>
              <a:ahLst/>
              <a:cxnLst>
                <a:cxn ang="0">
                  <a:pos x="T0" y="T1"/>
                </a:cxn>
                <a:cxn ang="0">
                  <a:pos x="T2" y="T3"/>
                </a:cxn>
                <a:cxn ang="0">
                  <a:pos x="T4" y="T5"/>
                </a:cxn>
                <a:cxn ang="0">
                  <a:pos x="T6" y="T7"/>
                </a:cxn>
                <a:cxn ang="0">
                  <a:pos x="T8" y="T9"/>
                </a:cxn>
                <a:cxn ang="0">
                  <a:pos x="T10" y="T11"/>
                </a:cxn>
              </a:cxnLst>
              <a:rect l="0" t="0" r="r" b="b"/>
              <a:pathLst>
                <a:path w="1310" h="2048">
                  <a:moveTo>
                    <a:pt x="0" y="2048"/>
                  </a:moveTo>
                  <a:lnTo>
                    <a:pt x="892" y="1156"/>
                  </a:lnTo>
                  <a:lnTo>
                    <a:pt x="889" y="915"/>
                  </a:lnTo>
                  <a:lnTo>
                    <a:pt x="1305" y="501"/>
                  </a:lnTo>
                  <a:lnTo>
                    <a:pt x="1310" y="59"/>
                  </a:lnTo>
                  <a:lnTo>
                    <a:pt x="1251"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4" name="Freeform 79"/>
            <p:cNvSpPr>
              <a:spLocks/>
            </p:cNvSpPr>
            <p:nvPr/>
          </p:nvSpPr>
          <p:spPr bwMode="auto">
            <a:xfrm>
              <a:off x="3908425" y="6159500"/>
              <a:ext cx="2197100" cy="3513138"/>
            </a:xfrm>
            <a:custGeom>
              <a:avLst/>
              <a:gdLst>
                <a:gd name="T0" fmla="*/ 0 w 1384"/>
                <a:gd name="T1" fmla="*/ 2213 h 2213"/>
                <a:gd name="T2" fmla="*/ 892 w 1384"/>
                <a:gd name="T3" fmla="*/ 1321 h 2213"/>
                <a:gd name="T4" fmla="*/ 889 w 1384"/>
                <a:gd name="T5" fmla="*/ 1083 h 2213"/>
                <a:gd name="T6" fmla="*/ 1306 w 1384"/>
                <a:gd name="T7" fmla="*/ 667 h 2213"/>
                <a:gd name="T8" fmla="*/ 1301 w 1384"/>
                <a:gd name="T9" fmla="*/ 83 h 2213"/>
                <a:gd name="T10" fmla="*/ 1384 w 1384"/>
                <a:gd name="T11" fmla="*/ 0 h 2213"/>
              </a:gdLst>
              <a:ahLst/>
              <a:cxnLst>
                <a:cxn ang="0">
                  <a:pos x="T0" y="T1"/>
                </a:cxn>
                <a:cxn ang="0">
                  <a:pos x="T2" y="T3"/>
                </a:cxn>
                <a:cxn ang="0">
                  <a:pos x="T4" y="T5"/>
                </a:cxn>
                <a:cxn ang="0">
                  <a:pos x="T6" y="T7"/>
                </a:cxn>
                <a:cxn ang="0">
                  <a:pos x="T8" y="T9"/>
                </a:cxn>
                <a:cxn ang="0">
                  <a:pos x="T10" y="T11"/>
                </a:cxn>
              </a:cxnLst>
              <a:rect l="0" t="0" r="r" b="b"/>
              <a:pathLst>
                <a:path w="1384" h="2213">
                  <a:moveTo>
                    <a:pt x="0" y="2213"/>
                  </a:moveTo>
                  <a:lnTo>
                    <a:pt x="892" y="1321"/>
                  </a:lnTo>
                  <a:lnTo>
                    <a:pt x="889" y="1083"/>
                  </a:lnTo>
                  <a:lnTo>
                    <a:pt x="1306" y="667"/>
                  </a:lnTo>
                  <a:lnTo>
                    <a:pt x="1301" y="83"/>
                  </a:lnTo>
                  <a:lnTo>
                    <a:pt x="138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5" name="Freeform 80"/>
            <p:cNvSpPr>
              <a:spLocks/>
            </p:cNvSpPr>
            <p:nvPr/>
          </p:nvSpPr>
          <p:spPr bwMode="auto">
            <a:xfrm>
              <a:off x="3962400" y="6602412"/>
              <a:ext cx="2355850" cy="3122613"/>
            </a:xfrm>
            <a:custGeom>
              <a:avLst/>
              <a:gdLst>
                <a:gd name="T0" fmla="*/ 0 w 1484"/>
                <a:gd name="T1" fmla="*/ 1967 h 1967"/>
                <a:gd name="T2" fmla="*/ 891 w 1484"/>
                <a:gd name="T3" fmla="*/ 1076 h 1967"/>
                <a:gd name="T4" fmla="*/ 884 w 1484"/>
                <a:gd name="T5" fmla="*/ 830 h 1967"/>
                <a:gd name="T6" fmla="*/ 1392 w 1484"/>
                <a:gd name="T7" fmla="*/ 321 h 1967"/>
                <a:gd name="T8" fmla="*/ 1394 w 1484"/>
                <a:gd name="T9" fmla="*/ 90 h 1967"/>
                <a:gd name="T10" fmla="*/ 1484 w 1484"/>
                <a:gd name="T11" fmla="*/ 0 h 1967"/>
              </a:gdLst>
              <a:ahLst/>
              <a:cxnLst>
                <a:cxn ang="0">
                  <a:pos x="T0" y="T1"/>
                </a:cxn>
                <a:cxn ang="0">
                  <a:pos x="T2" y="T3"/>
                </a:cxn>
                <a:cxn ang="0">
                  <a:pos x="T4" y="T5"/>
                </a:cxn>
                <a:cxn ang="0">
                  <a:pos x="T6" y="T7"/>
                </a:cxn>
                <a:cxn ang="0">
                  <a:pos x="T8" y="T9"/>
                </a:cxn>
                <a:cxn ang="0">
                  <a:pos x="T10" y="T11"/>
                </a:cxn>
              </a:cxnLst>
              <a:rect l="0" t="0" r="r" b="b"/>
              <a:pathLst>
                <a:path w="1484" h="1967">
                  <a:moveTo>
                    <a:pt x="0" y="1967"/>
                  </a:moveTo>
                  <a:lnTo>
                    <a:pt x="891" y="1076"/>
                  </a:lnTo>
                  <a:lnTo>
                    <a:pt x="884" y="830"/>
                  </a:lnTo>
                  <a:lnTo>
                    <a:pt x="1392" y="321"/>
                  </a:lnTo>
                  <a:lnTo>
                    <a:pt x="1394" y="90"/>
                  </a:lnTo>
                  <a:lnTo>
                    <a:pt x="148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6" name="Freeform 81"/>
            <p:cNvSpPr>
              <a:spLocks/>
            </p:cNvSpPr>
            <p:nvPr/>
          </p:nvSpPr>
          <p:spPr bwMode="auto">
            <a:xfrm>
              <a:off x="4048125" y="5329237"/>
              <a:ext cx="2630488" cy="4481513"/>
            </a:xfrm>
            <a:custGeom>
              <a:avLst/>
              <a:gdLst>
                <a:gd name="T0" fmla="*/ 1657 w 1657"/>
                <a:gd name="T1" fmla="*/ 0 h 2823"/>
                <a:gd name="T2" fmla="*/ 1567 w 1657"/>
                <a:gd name="T3" fmla="*/ 90 h 2823"/>
                <a:gd name="T4" fmla="*/ 1565 w 1657"/>
                <a:gd name="T5" fmla="*/ 159 h 2823"/>
                <a:gd name="T6" fmla="*/ 1418 w 1657"/>
                <a:gd name="T7" fmla="*/ 308 h 2823"/>
                <a:gd name="T8" fmla="*/ 1421 w 1657"/>
                <a:gd name="T9" fmla="*/ 414 h 2823"/>
                <a:gd name="T10" fmla="*/ 1489 w 1657"/>
                <a:gd name="T11" fmla="*/ 480 h 2823"/>
                <a:gd name="T12" fmla="*/ 1489 w 1657"/>
                <a:gd name="T13" fmla="*/ 695 h 2823"/>
                <a:gd name="T14" fmla="*/ 1575 w 1657"/>
                <a:gd name="T15" fmla="*/ 781 h 2823"/>
                <a:gd name="T16" fmla="*/ 1572 w 1657"/>
                <a:gd name="T17" fmla="*/ 967 h 2823"/>
                <a:gd name="T18" fmla="*/ 903 w 1657"/>
                <a:gd name="T19" fmla="*/ 1636 h 2823"/>
                <a:gd name="T20" fmla="*/ 905 w 1657"/>
                <a:gd name="T21" fmla="*/ 2131 h 2823"/>
                <a:gd name="T22" fmla="*/ 624 w 1657"/>
                <a:gd name="T23" fmla="*/ 2410 h 2823"/>
                <a:gd name="T24" fmla="*/ 404 w 1657"/>
                <a:gd name="T25" fmla="*/ 2417 h 2823"/>
                <a:gd name="T26" fmla="*/ 0 w 1657"/>
                <a:gd name="T27" fmla="*/ 2823 h 2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57" h="2823">
                  <a:moveTo>
                    <a:pt x="1657" y="0"/>
                  </a:moveTo>
                  <a:lnTo>
                    <a:pt x="1567" y="90"/>
                  </a:lnTo>
                  <a:lnTo>
                    <a:pt x="1565" y="159"/>
                  </a:lnTo>
                  <a:lnTo>
                    <a:pt x="1418" y="308"/>
                  </a:lnTo>
                  <a:lnTo>
                    <a:pt x="1421" y="414"/>
                  </a:lnTo>
                  <a:lnTo>
                    <a:pt x="1489" y="480"/>
                  </a:lnTo>
                  <a:lnTo>
                    <a:pt x="1489" y="695"/>
                  </a:lnTo>
                  <a:lnTo>
                    <a:pt x="1575" y="781"/>
                  </a:lnTo>
                  <a:lnTo>
                    <a:pt x="1572" y="967"/>
                  </a:lnTo>
                  <a:lnTo>
                    <a:pt x="903" y="1636"/>
                  </a:lnTo>
                  <a:lnTo>
                    <a:pt x="905" y="2131"/>
                  </a:lnTo>
                  <a:lnTo>
                    <a:pt x="624" y="2410"/>
                  </a:lnTo>
                  <a:lnTo>
                    <a:pt x="404" y="2417"/>
                  </a:lnTo>
                  <a:lnTo>
                    <a:pt x="0" y="2823"/>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7" name="Freeform 82"/>
            <p:cNvSpPr>
              <a:spLocks/>
            </p:cNvSpPr>
            <p:nvPr/>
          </p:nvSpPr>
          <p:spPr bwMode="auto">
            <a:xfrm>
              <a:off x="4100512" y="5629275"/>
              <a:ext cx="2597150" cy="4233863"/>
            </a:xfrm>
            <a:custGeom>
              <a:avLst/>
              <a:gdLst>
                <a:gd name="T0" fmla="*/ 1636 w 1636"/>
                <a:gd name="T1" fmla="*/ 3 h 2667"/>
                <a:gd name="T2" fmla="*/ 1542 w 1636"/>
                <a:gd name="T3" fmla="*/ 0 h 2667"/>
                <a:gd name="T4" fmla="*/ 1414 w 1636"/>
                <a:gd name="T5" fmla="*/ 128 h 2667"/>
                <a:gd name="T6" fmla="*/ 1419 w 1636"/>
                <a:gd name="T7" fmla="*/ 213 h 2667"/>
                <a:gd name="T8" fmla="*/ 1490 w 1636"/>
                <a:gd name="T9" fmla="*/ 287 h 2667"/>
                <a:gd name="T10" fmla="*/ 1487 w 1636"/>
                <a:gd name="T11" fmla="*/ 497 h 2667"/>
                <a:gd name="T12" fmla="*/ 1570 w 1636"/>
                <a:gd name="T13" fmla="*/ 580 h 2667"/>
                <a:gd name="T14" fmla="*/ 1572 w 1636"/>
                <a:gd name="T15" fmla="*/ 811 h 2667"/>
                <a:gd name="T16" fmla="*/ 903 w 1636"/>
                <a:gd name="T17" fmla="*/ 1481 h 2667"/>
                <a:gd name="T18" fmla="*/ 906 w 1636"/>
                <a:gd name="T19" fmla="*/ 1975 h 2667"/>
                <a:gd name="T20" fmla="*/ 612 w 1636"/>
                <a:gd name="T21" fmla="*/ 2268 h 2667"/>
                <a:gd name="T22" fmla="*/ 390 w 1636"/>
                <a:gd name="T23" fmla="*/ 2277 h 2667"/>
                <a:gd name="T24" fmla="*/ 0 w 1636"/>
                <a:gd name="T25" fmla="*/ 2667 h 2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36" h="2667">
                  <a:moveTo>
                    <a:pt x="1636" y="3"/>
                  </a:moveTo>
                  <a:lnTo>
                    <a:pt x="1542" y="0"/>
                  </a:lnTo>
                  <a:lnTo>
                    <a:pt x="1414" y="128"/>
                  </a:lnTo>
                  <a:lnTo>
                    <a:pt x="1419" y="213"/>
                  </a:lnTo>
                  <a:lnTo>
                    <a:pt x="1490" y="287"/>
                  </a:lnTo>
                  <a:lnTo>
                    <a:pt x="1487" y="497"/>
                  </a:lnTo>
                  <a:lnTo>
                    <a:pt x="1570" y="580"/>
                  </a:lnTo>
                  <a:lnTo>
                    <a:pt x="1572" y="811"/>
                  </a:lnTo>
                  <a:lnTo>
                    <a:pt x="903" y="1481"/>
                  </a:lnTo>
                  <a:lnTo>
                    <a:pt x="906" y="1975"/>
                  </a:lnTo>
                  <a:lnTo>
                    <a:pt x="612" y="2268"/>
                  </a:lnTo>
                  <a:lnTo>
                    <a:pt x="390" y="2277"/>
                  </a:lnTo>
                  <a:lnTo>
                    <a:pt x="0" y="2667"/>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8" name="Freeform 83"/>
            <p:cNvSpPr>
              <a:spLocks/>
            </p:cNvSpPr>
            <p:nvPr/>
          </p:nvSpPr>
          <p:spPr bwMode="auto">
            <a:xfrm>
              <a:off x="4310062" y="5972175"/>
              <a:ext cx="2703513" cy="4102100"/>
            </a:xfrm>
            <a:custGeom>
              <a:avLst/>
              <a:gdLst>
                <a:gd name="T0" fmla="*/ 0 w 1703"/>
                <a:gd name="T1" fmla="*/ 2584 h 2584"/>
                <a:gd name="T2" fmla="*/ 811 w 1703"/>
                <a:gd name="T3" fmla="*/ 1775 h 2584"/>
                <a:gd name="T4" fmla="*/ 821 w 1703"/>
                <a:gd name="T5" fmla="*/ 1283 h 2584"/>
                <a:gd name="T6" fmla="*/ 1393 w 1703"/>
                <a:gd name="T7" fmla="*/ 711 h 2584"/>
                <a:gd name="T8" fmla="*/ 1558 w 1703"/>
                <a:gd name="T9" fmla="*/ 707 h 2584"/>
                <a:gd name="T10" fmla="*/ 1698 w 1703"/>
                <a:gd name="T11" fmla="*/ 567 h 2584"/>
                <a:gd name="T12" fmla="*/ 1703 w 1703"/>
                <a:gd name="T13" fmla="*/ 494 h 2584"/>
                <a:gd name="T14" fmla="*/ 1464 w 1703"/>
                <a:gd name="T15" fmla="*/ 255 h 2584"/>
                <a:gd name="T16" fmla="*/ 1459 w 1703"/>
                <a:gd name="T17" fmla="*/ 0 h 2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3" h="2584">
                  <a:moveTo>
                    <a:pt x="0" y="2584"/>
                  </a:moveTo>
                  <a:lnTo>
                    <a:pt x="811" y="1775"/>
                  </a:lnTo>
                  <a:lnTo>
                    <a:pt x="821" y="1283"/>
                  </a:lnTo>
                  <a:lnTo>
                    <a:pt x="1393" y="711"/>
                  </a:lnTo>
                  <a:lnTo>
                    <a:pt x="1558" y="707"/>
                  </a:lnTo>
                  <a:lnTo>
                    <a:pt x="1698" y="567"/>
                  </a:lnTo>
                  <a:lnTo>
                    <a:pt x="1703" y="494"/>
                  </a:lnTo>
                  <a:lnTo>
                    <a:pt x="1464" y="255"/>
                  </a:lnTo>
                  <a:lnTo>
                    <a:pt x="145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9" name="Freeform 84"/>
            <p:cNvSpPr>
              <a:spLocks/>
            </p:cNvSpPr>
            <p:nvPr/>
          </p:nvSpPr>
          <p:spPr bwMode="auto">
            <a:xfrm>
              <a:off x="4367212" y="5892800"/>
              <a:ext cx="2735263" cy="4233863"/>
            </a:xfrm>
            <a:custGeom>
              <a:avLst/>
              <a:gdLst>
                <a:gd name="T0" fmla="*/ 0 w 1723"/>
                <a:gd name="T1" fmla="*/ 2667 h 2667"/>
                <a:gd name="T2" fmla="*/ 827 w 1723"/>
                <a:gd name="T3" fmla="*/ 1839 h 2667"/>
                <a:gd name="T4" fmla="*/ 832 w 1723"/>
                <a:gd name="T5" fmla="*/ 1341 h 2667"/>
                <a:gd name="T6" fmla="*/ 1362 w 1723"/>
                <a:gd name="T7" fmla="*/ 809 h 2667"/>
                <a:gd name="T8" fmla="*/ 1530 w 1723"/>
                <a:gd name="T9" fmla="*/ 804 h 2667"/>
                <a:gd name="T10" fmla="*/ 1721 w 1723"/>
                <a:gd name="T11" fmla="*/ 612 h 2667"/>
                <a:gd name="T12" fmla="*/ 1723 w 1723"/>
                <a:gd name="T13" fmla="*/ 548 h 2667"/>
                <a:gd name="T14" fmla="*/ 1485 w 1723"/>
                <a:gd name="T15" fmla="*/ 307 h 2667"/>
                <a:gd name="T16" fmla="*/ 1487 w 1723"/>
                <a:gd name="T17" fmla="*/ 71 h 2667"/>
                <a:gd name="T18" fmla="*/ 1558 w 1723"/>
                <a:gd name="T19" fmla="*/ 0 h 2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23" h="2667">
                  <a:moveTo>
                    <a:pt x="0" y="2667"/>
                  </a:moveTo>
                  <a:lnTo>
                    <a:pt x="827" y="1839"/>
                  </a:lnTo>
                  <a:lnTo>
                    <a:pt x="832" y="1341"/>
                  </a:lnTo>
                  <a:lnTo>
                    <a:pt x="1362" y="809"/>
                  </a:lnTo>
                  <a:lnTo>
                    <a:pt x="1530" y="804"/>
                  </a:lnTo>
                  <a:lnTo>
                    <a:pt x="1721" y="612"/>
                  </a:lnTo>
                  <a:lnTo>
                    <a:pt x="1723" y="548"/>
                  </a:lnTo>
                  <a:lnTo>
                    <a:pt x="1485" y="307"/>
                  </a:lnTo>
                  <a:lnTo>
                    <a:pt x="1487" y="71"/>
                  </a:lnTo>
                  <a:lnTo>
                    <a:pt x="1558"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0" name="Freeform 85"/>
            <p:cNvSpPr>
              <a:spLocks/>
            </p:cNvSpPr>
            <p:nvPr/>
          </p:nvSpPr>
          <p:spPr bwMode="auto">
            <a:xfrm>
              <a:off x="4419600" y="7813675"/>
              <a:ext cx="1579563" cy="2368550"/>
            </a:xfrm>
            <a:custGeom>
              <a:avLst/>
              <a:gdLst>
                <a:gd name="T0" fmla="*/ 0 w 995"/>
                <a:gd name="T1" fmla="*/ 1492 h 1492"/>
                <a:gd name="T2" fmla="*/ 839 w 995"/>
                <a:gd name="T3" fmla="*/ 651 h 1492"/>
                <a:gd name="T4" fmla="*/ 835 w 995"/>
                <a:gd name="T5" fmla="*/ 161 h 1492"/>
                <a:gd name="T6" fmla="*/ 995 w 995"/>
                <a:gd name="T7" fmla="*/ 0 h 1492"/>
              </a:gdLst>
              <a:ahLst/>
              <a:cxnLst>
                <a:cxn ang="0">
                  <a:pos x="T0" y="T1"/>
                </a:cxn>
                <a:cxn ang="0">
                  <a:pos x="T2" y="T3"/>
                </a:cxn>
                <a:cxn ang="0">
                  <a:pos x="T4" y="T5"/>
                </a:cxn>
                <a:cxn ang="0">
                  <a:pos x="T6" y="T7"/>
                </a:cxn>
              </a:cxnLst>
              <a:rect l="0" t="0" r="r" b="b"/>
              <a:pathLst>
                <a:path w="995" h="1492">
                  <a:moveTo>
                    <a:pt x="0" y="1492"/>
                  </a:moveTo>
                  <a:lnTo>
                    <a:pt x="839" y="651"/>
                  </a:lnTo>
                  <a:lnTo>
                    <a:pt x="835" y="161"/>
                  </a:lnTo>
                  <a:lnTo>
                    <a:pt x="995"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1" name="Freeform 86"/>
            <p:cNvSpPr>
              <a:spLocks/>
            </p:cNvSpPr>
            <p:nvPr/>
          </p:nvSpPr>
          <p:spPr bwMode="auto">
            <a:xfrm>
              <a:off x="4449762" y="7348537"/>
              <a:ext cx="2247900" cy="2863850"/>
            </a:xfrm>
            <a:custGeom>
              <a:avLst/>
              <a:gdLst>
                <a:gd name="T0" fmla="*/ 1220 w 1416"/>
                <a:gd name="T1" fmla="*/ 315 h 1804"/>
                <a:gd name="T2" fmla="*/ 1222 w 1416"/>
                <a:gd name="T3" fmla="*/ 194 h 1804"/>
                <a:gd name="T4" fmla="*/ 1416 w 1416"/>
                <a:gd name="T5" fmla="*/ 0 h 1804"/>
                <a:gd name="T6" fmla="*/ 1336 w 1416"/>
                <a:gd name="T7" fmla="*/ 0 h 1804"/>
                <a:gd name="T8" fmla="*/ 1102 w 1416"/>
                <a:gd name="T9" fmla="*/ 234 h 1804"/>
                <a:gd name="T10" fmla="*/ 1102 w 1416"/>
                <a:gd name="T11" fmla="*/ 383 h 1804"/>
                <a:gd name="T12" fmla="*/ 1052 w 1416"/>
                <a:gd name="T13" fmla="*/ 431 h 1804"/>
                <a:gd name="T14" fmla="*/ 960 w 1416"/>
                <a:gd name="T15" fmla="*/ 459 h 1804"/>
                <a:gd name="T16" fmla="*/ 863 w 1416"/>
                <a:gd name="T17" fmla="*/ 554 h 1804"/>
                <a:gd name="T18" fmla="*/ 860 w 1416"/>
                <a:gd name="T19" fmla="*/ 944 h 1804"/>
                <a:gd name="T20" fmla="*/ 0 w 1416"/>
                <a:gd name="T21" fmla="*/ 1804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16" h="1804">
                  <a:moveTo>
                    <a:pt x="1220" y="315"/>
                  </a:moveTo>
                  <a:lnTo>
                    <a:pt x="1222" y="194"/>
                  </a:lnTo>
                  <a:lnTo>
                    <a:pt x="1416" y="0"/>
                  </a:lnTo>
                  <a:lnTo>
                    <a:pt x="1336" y="0"/>
                  </a:lnTo>
                  <a:lnTo>
                    <a:pt x="1102" y="234"/>
                  </a:lnTo>
                  <a:lnTo>
                    <a:pt x="1102" y="383"/>
                  </a:lnTo>
                  <a:lnTo>
                    <a:pt x="1052" y="431"/>
                  </a:lnTo>
                  <a:lnTo>
                    <a:pt x="960" y="459"/>
                  </a:lnTo>
                  <a:lnTo>
                    <a:pt x="863" y="554"/>
                  </a:lnTo>
                  <a:lnTo>
                    <a:pt x="860" y="944"/>
                  </a:lnTo>
                  <a:lnTo>
                    <a:pt x="0" y="1804"/>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2" name="Freeform 87"/>
            <p:cNvSpPr>
              <a:spLocks/>
            </p:cNvSpPr>
            <p:nvPr/>
          </p:nvSpPr>
          <p:spPr bwMode="auto">
            <a:xfrm>
              <a:off x="5151437" y="8269287"/>
              <a:ext cx="1857375" cy="2644775"/>
            </a:xfrm>
            <a:custGeom>
              <a:avLst/>
              <a:gdLst>
                <a:gd name="T0" fmla="*/ 0 w 1170"/>
                <a:gd name="T1" fmla="*/ 1666 h 1666"/>
                <a:gd name="T2" fmla="*/ 723 w 1170"/>
                <a:gd name="T3" fmla="*/ 941 h 1666"/>
                <a:gd name="T4" fmla="*/ 728 w 1170"/>
                <a:gd name="T5" fmla="*/ 671 h 1666"/>
                <a:gd name="T6" fmla="*/ 1024 w 1170"/>
                <a:gd name="T7" fmla="*/ 375 h 1666"/>
                <a:gd name="T8" fmla="*/ 1024 w 1170"/>
                <a:gd name="T9" fmla="*/ 146 h 1666"/>
                <a:gd name="T10" fmla="*/ 1170 w 1170"/>
                <a:gd name="T11" fmla="*/ 0 h 1666"/>
              </a:gdLst>
              <a:ahLst/>
              <a:cxnLst>
                <a:cxn ang="0">
                  <a:pos x="T0" y="T1"/>
                </a:cxn>
                <a:cxn ang="0">
                  <a:pos x="T2" y="T3"/>
                </a:cxn>
                <a:cxn ang="0">
                  <a:pos x="T4" y="T5"/>
                </a:cxn>
                <a:cxn ang="0">
                  <a:pos x="T6" y="T7"/>
                </a:cxn>
                <a:cxn ang="0">
                  <a:pos x="T8" y="T9"/>
                </a:cxn>
                <a:cxn ang="0">
                  <a:pos x="T10" y="T11"/>
                </a:cxn>
              </a:cxnLst>
              <a:rect l="0" t="0" r="r" b="b"/>
              <a:pathLst>
                <a:path w="1170" h="1666">
                  <a:moveTo>
                    <a:pt x="0" y="1666"/>
                  </a:moveTo>
                  <a:lnTo>
                    <a:pt x="723" y="941"/>
                  </a:lnTo>
                  <a:lnTo>
                    <a:pt x="728" y="671"/>
                  </a:lnTo>
                  <a:lnTo>
                    <a:pt x="1024" y="375"/>
                  </a:lnTo>
                  <a:lnTo>
                    <a:pt x="1024" y="146"/>
                  </a:lnTo>
                  <a:lnTo>
                    <a:pt x="117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3" name="Freeform 88"/>
            <p:cNvSpPr>
              <a:spLocks/>
            </p:cNvSpPr>
            <p:nvPr/>
          </p:nvSpPr>
          <p:spPr bwMode="auto">
            <a:xfrm>
              <a:off x="4565650" y="8351837"/>
              <a:ext cx="1397000" cy="1978025"/>
            </a:xfrm>
            <a:custGeom>
              <a:avLst/>
              <a:gdLst>
                <a:gd name="T0" fmla="*/ 0 w 880"/>
                <a:gd name="T1" fmla="*/ 1246 h 1246"/>
                <a:gd name="T2" fmla="*/ 686 w 880"/>
                <a:gd name="T3" fmla="*/ 560 h 1246"/>
                <a:gd name="T4" fmla="*/ 681 w 880"/>
                <a:gd name="T5" fmla="*/ 498 h 1246"/>
                <a:gd name="T6" fmla="*/ 880 w 880"/>
                <a:gd name="T7" fmla="*/ 300 h 1246"/>
                <a:gd name="T8" fmla="*/ 877 w 880"/>
                <a:gd name="T9" fmla="*/ 0 h 1246"/>
              </a:gdLst>
              <a:ahLst/>
              <a:cxnLst>
                <a:cxn ang="0">
                  <a:pos x="T0" y="T1"/>
                </a:cxn>
                <a:cxn ang="0">
                  <a:pos x="T2" y="T3"/>
                </a:cxn>
                <a:cxn ang="0">
                  <a:pos x="T4" y="T5"/>
                </a:cxn>
                <a:cxn ang="0">
                  <a:pos x="T6" y="T7"/>
                </a:cxn>
                <a:cxn ang="0">
                  <a:pos x="T8" y="T9"/>
                </a:cxn>
              </a:cxnLst>
              <a:rect l="0" t="0" r="r" b="b"/>
              <a:pathLst>
                <a:path w="880" h="1246">
                  <a:moveTo>
                    <a:pt x="0" y="1246"/>
                  </a:moveTo>
                  <a:lnTo>
                    <a:pt x="686" y="560"/>
                  </a:lnTo>
                  <a:lnTo>
                    <a:pt x="681" y="498"/>
                  </a:lnTo>
                  <a:lnTo>
                    <a:pt x="880" y="300"/>
                  </a:lnTo>
                  <a:lnTo>
                    <a:pt x="87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4" name="Freeform 89"/>
            <p:cNvSpPr>
              <a:spLocks/>
            </p:cNvSpPr>
            <p:nvPr/>
          </p:nvSpPr>
          <p:spPr bwMode="auto">
            <a:xfrm>
              <a:off x="4738687" y="6019800"/>
              <a:ext cx="2886075" cy="4478338"/>
            </a:xfrm>
            <a:custGeom>
              <a:avLst/>
              <a:gdLst>
                <a:gd name="T0" fmla="*/ 0 w 1818"/>
                <a:gd name="T1" fmla="*/ 2821 h 2821"/>
                <a:gd name="T2" fmla="*/ 735 w 1818"/>
                <a:gd name="T3" fmla="*/ 2086 h 2821"/>
                <a:gd name="T4" fmla="*/ 740 w 1818"/>
                <a:gd name="T5" fmla="*/ 2001 h 2821"/>
                <a:gd name="T6" fmla="*/ 943 w 1818"/>
                <a:gd name="T7" fmla="*/ 1797 h 2821"/>
                <a:gd name="T8" fmla="*/ 948 w 1818"/>
                <a:gd name="T9" fmla="*/ 1634 h 2821"/>
                <a:gd name="T10" fmla="*/ 1078 w 1818"/>
                <a:gd name="T11" fmla="*/ 1502 h 2821"/>
                <a:gd name="T12" fmla="*/ 1080 w 1818"/>
                <a:gd name="T13" fmla="*/ 1379 h 2821"/>
                <a:gd name="T14" fmla="*/ 1286 w 1818"/>
                <a:gd name="T15" fmla="*/ 1173 h 2821"/>
                <a:gd name="T16" fmla="*/ 1284 w 1818"/>
                <a:gd name="T17" fmla="*/ 908 h 2821"/>
                <a:gd name="T18" fmla="*/ 1593 w 1818"/>
                <a:gd name="T19" fmla="*/ 599 h 2821"/>
                <a:gd name="T20" fmla="*/ 1596 w 1818"/>
                <a:gd name="T21" fmla="*/ 450 h 2821"/>
                <a:gd name="T22" fmla="*/ 1655 w 1818"/>
                <a:gd name="T23" fmla="*/ 390 h 2821"/>
                <a:gd name="T24" fmla="*/ 1650 w 1818"/>
                <a:gd name="T25" fmla="*/ 166 h 2821"/>
                <a:gd name="T26" fmla="*/ 1818 w 1818"/>
                <a:gd name="T27" fmla="*/ 0 h 28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18" h="2821">
                  <a:moveTo>
                    <a:pt x="0" y="2821"/>
                  </a:moveTo>
                  <a:lnTo>
                    <a:pt x="735" y="2086"/>
                  </a:lnTo>
                  <a:lnTo>
                    <a:pt x="740" y="2001"/>
                  </a:lnTo>
                  <a:lnTo>
                    <a:pt x="943" y="1797"/>
                  </a:lnTo>
                  <a:lnTo>
                    <a:pt x="948" y="1634"/>
                  </a:lnTo>
                  <a:lnTo>
                    <a:pt x="1078" y="1502"/>
                  </a:lnTo>
                  <a:lnTo>
                    <a:pt x="1080" y="1379"/>
                  </a:lnTo>
                  <a:lnTo>
                    <a:pt x="1286" y="1173"/>
                  </a:lnTo>
                  <a:lnTo>
                    <a:pt x="1284" y="908"/>
                  </a:lnTo>
                  <a:lnTo>
                    <a:pt x="1593" y="599"/>
                  </a:lnTo>
                  <a:lnTo>
                    <a:pt x="1596" y="450"/>
                  </a:lnTo>
                  <a:lnTo>
                    <a:pt x="1655" y="390"/>
                  </a:lnTo>
                  <a:lnTo>
                    <a:pt x="1650" y="166"/>
                  </a:lnTo>
                  <a:lnTo>
                    <a:pt x="1818"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5" name="Freeform 90"/>
            <p:cNvSpPr>
              <a:spLocks/>
            </p:cNvSpPr>
            <p:nvPr/>
          </p:nvSpPr>
          <p:spPr bwMode="auto">
            <a:xfrm>
              <a:off x="4694237" y="5986462"/>
              <a:ext cx="2855913" cy="4470400"/>
            </a:xfrm>
            <a:custGeom>
              <a:avLst/>
              <a:gdLst>
                <a:gd name="T0" fmla="*/ 0 w 1799"/>
                <a:gd name="T1" fmla="*/ 2816 h 2816"/>
                <a:gd name="T2" fmla="*/ 728 w 1799"/>
                <a:gd name="T3" fmla="*/ 2090 h 2816"/>
                <a:gd name="T4" fmla="*/ 730 w 1799"/>
                <a:gd name="T5" fmla="*/ 2005 h 2816"/>
                <a:gd name="T6" fmla="*/ 933 w 1799"/>
                <a:gd name="T7" fmla="*/ 1802 h 2816"/>
                <a:gd name="T8" fmla="*/ 931 w 1799"/>
                <a:gd name="T9" fmla="*/ 1631 h 2816"/>
                <a:gd name="T10" fmla="*/ 1064 w 1799"/>
                <a:gd name="T11" fmla="*/ 1499 h 2816"/>
                <a:gd name="T12" fmla="*/ 1066 w 1799"/>
                <a:gd name="T13" fmla="*/ 1376 h 2816"/>
                <a:gd name="T14" fmla="*/ 1269 w 1799"/>
                <a:gd name="T15" fmla="*/ 1173 h 2816"/>
                <a:gd name="T16" fmla="*/ 1267 w 1799"/>
                <a:gd name="T17" fmla="*/ 908 h 2816"/>
                <a:gd name="T18" fmla="*/ 1579 w 1799"/>
                <a:gd name="T19" fmla="*/ 596 h 2816"/>
                <a:gd name="T20" fmla="*/ 1581 w 1799"/>
                <a:gd name="T21" fmla="*/ 447 h 2816"/>
                <a:gd name="T22" fmla="*/ 1638 w 1799"/>
                <a:gd name="T23" fmla="*/ 388 h 2816"/>
                <a:gd name="T24" fmla="*/ 1636 w 1799"/>
                <a:gd name="T25" fmla="*/ 166 h 2816"/>
                <a:gd name="T26" fmla="*/ 1799 w 1799"/>
                <a:gd name="T27" fmla="*/ 0 h 28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99" h="2816">
                  <a:moveTo>
                    <a:pt x="0" y="2816"/>
                  </a:moveTo>
                  <a:lnTo>
                    <a:pt x="728" y="2090"/>
                  </a:lnTo>
                  <a:lnTo>
                    <a:pt x="730" y="2005"/>
                  </a:lnTo>
                  <a:lnTo>
                    <a:pt x="933" y="1802"/>
                  </a:lnTo>
                  <a:lnTo>
                    <a:pt x="931" y="1631"/>
                  </a:lnTo>
                  <a:lnTo>
                    <a:pt x="1064" y="1499"/>
                  </a:lnTo>
                  <a:lnTo>
                    <a:pt x="1066" y="1376"/>
                  </a:lnTo>
                  <a:lnTo>
                    <a:pt x="1269" y="1173"/>
                  </a:lnTo>
                  <a:lnTo>
                    <a:pt x="1267" y="908"/>
                  </a:lnTo>
                  <a:lnTo>
                    <a:pt x="1579" y="596"/>
                  </a:lnTo>
                  <a:lnTo>
                    <a:pt x="1581" y="447"/>
                  </a:lnTo>
                  <a:lnTo>
                    <a:pt x="1638" y="388"/>
                  </a:lnTo>
                  <a:lnTo>
                    <a:pt x="1636" y="166"/>
                  </a:lnTo>
                  <a:lnTo>
                    <a:pt x="179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6" name="Freeform 91"/>
            <p:cNvSpPr>
              <a:spLocks/>
            </p:cNvSpPr>
            <p:nvPr/>
          </p:nvSpPr>
          <p:spPr bwMode="auto">
            <a:xfrm>
              <a:off x="384175" y="4872037"/>
              <a:ext cx="4797425" cy="1276350"/>
            </a:xfrm>
            <a:custGeom>
              <a:avLst/>
              <a:gdLst>
                <a:gd name="T0" fmla="*/ 0 w 3022"/>
                <a:gd name="T1" fmla="*/ 804 h 804"/>
                <a:gd name="T2" fmla="*/ 769 w 3022"/>
                <a:gd name="T3" fmla="*/ 35 h 804"/>
                <a:gd name="T4" fmla="*/ 1190 w 3022"/>
                <a:gd name="T5" fmla="*/ 33 h 804"/>
                <a:gd name="T6" fmla="*/ 1908 w 3022"/>
                <a:gd name="T7" fmla="*/ 752 h 804"/>
                <a:gd name="T8" fmla="*/ 2069 w 3022"/>
                <a:gd name="T9" fmla="*/ 754 h 804"/>
                <a:gd name="T10" fmla="*/ 2620 w 3022"/>
                <a:gd name="T11" fmla="*/ 201 h 804"/>
                <a:gd name="T12" fmla="*/ 2819 w 3022"/>
                <a:gd name="T13" fmla="*/ 203 h 804"/>
                <a:gd name="T14" fmla="*/ 3022 w 3022"/>
                <a:gd name="T15" fmla="*/ 0 h 8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22" h="804">
                  <a:moveTo>
                    <a:pt x="0" y="804"/>
                  </a:moveTo>
                  <a:lnTo>
                    <a:pt x="769" y="35"/>
                  </a:lnTo>
                  <a:lnTo>
                    <a:pt x="1190" y="33"/>
                  </a:lnTo>
                  <a:lnTo>
                    <a:pt x="1908" y="752"/>
                  </a:lnTo>
                  <a:lnTo>
                    <a:pt x="2069" y="754"/>
                  </a:lnTo>
                  <a:lnTo>
                    <a:pt x="2620" y="201"/>
                  </a:lnTo>
                  <a:lnTo>
                    <a:pt x="2819" y="203"/>
                  </a:lnTo>
                  <a:lnTo>
                    <a:pt x="302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7" name="Freeform 92"/>
            <p:cNvSpPr>
              <a:spLocks/>
            </p:cNvSpPr>
            <p:nvPr/>
          </p:nvSpPr>
          <p:spPr bwMode="auto">
            <a:xfrm>
              <a:off x="2468562" y="3197225"/>
              <a:ext cx="611188" cy="307975"/>
            </a:xfrm>
            <a:custGeom>
              <a:avLst/>
              <a:gdLst>
                <a:gd name="T0" fmla="*/ 0 w 385"/>
                <a:gd name="T1" fmla="*/ 0 h 194"/>
                <a:gd name="T2" fmla="*/ 144 w 385"/>
                <a:gd name="T3" fmla="*/ 5 h 194"/>
                <a:gd name="T4" fmla="*/ 333 w 385"/>
                <a:gd name="T5" fmla="*/ 194 h 194"/>
                <a:gd name="T6" fmla="*/ 385 w 385"/>
                <a:gd name="T7" fmla="*/ 192 h 194"/>
              </a:gdLst>
              <a:ahLst/>
              <a:cxnLst>
                <a:cxn ang="0">
                  <a:pos x="T0" y="T1"/>
                </a:cxn>
                <a:cxn ang="0">
                  <a:pos x="T2" y="T3"/>
                </a:cxn>
                <a:cxn ang="0">
                  <a:pos x="T4" y="T5"/>
                </a:cxn>
                <a:cxn ang="0">
                  <a:pos x="T6" y="T7"/>
                </a:cxn>
              </a:cxnLst>
              <a:rect l="0" t="0" r="r" b="b"/>
              <a:pathLst>
                <a:path w="385" h="194">
                  <a:moveTo>
                    <a:pt x="0" y="0"/>
                  </a:moveTo>
                  <a:lnTo>
                    <a:pt x="144" y="5"/>
                  </a:lnTo>
                  <a:lnTo>
                    <a:pt x="333" y="194"/>
                  </a:lnTo>
                  <a:lnTo>
                    <a:pt x="385" y="192"/>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8" name="Freeform 93"/>
            <p:cNvSpPr>
              <a:spLocks/>
            </p:cNvSpPr>
            <p:nvPr/>
          </p:nvSpPr>
          <p:spPr bwMode="auto">
            <a:xfrm>
              <a:off x="-614363" y="3224212"/>
              <a:ext cx="4175125" cy="1928813"/>
            </a:xfrm>
            <a:custGeom>
              <a:avLst/>
              <a:gdLst>
                <a:gd name="T0" fmla="*/ 0 w 2630"/>
                <a:gd name="T1" fmla="*/ 1215 h 1215"/>
                <a:gd name="T2" fmla="*/ 1093 w 2630"/>
                <a:gd name="T3" fmla="*/ 123 h 1215"/>
                <a:gd name="T4" fmla="*/ 2088 w 2630"/>
                <a:gd name="T5" fmla="*/ 125 h 1215"/>
                <a:gd name="T6" fmla="*/ 2334 w 2630"/>
                <a:gd name="T7" fmla="*/ 371 h 1215"/>
                <a:gd name="T8" fmla="*/ 2377 w 2630"/>
                <a:gd name="T9" fmla="*/ 376 h 1215"/>
                <a:gd name="T10" fmla="*/ 2630 w 2630"/>
                <a:gd name="T11" fmla="*/ 123 h 1215"/>
                <a:gd name="T12" fmla="*/ 2630 w 2630"/>
                <a:gd name="T13" fmla="*/ 0 h 1215"/>
              </a:gdLst>
              <a:ahLst/>
              <a:cxnLst>
                <a:cxn ang="0">
                  <a:pos x="T0" y="T1"/>
                </a:cxn>
                <a:cxn ang="0">
                  <a:pos x="T2" y="T3"/>
                </a:cxn>
                <a:cxn ang="0">
                  <a:pos x="T4" y="T5"/>
                </a:cxn>
                <a:cxn ang="0">
                  <a:pos x="T6" y="T7"/>
                </a:cxn>
                <a:cxn ang="0">
                  <a:pos x="T8" y="T9"/>
                </a:cxn>
                <a:cxn ang="0">
                  <a:pos x="T10" y="T11"/>
                </a:cxn>
                <a:cxn ang="0">
                  <a:pos x="T12" y="T13"/>
                </a:cxn>
              </a:cxnLst>
              <a:rect l="0" t="0" r="r" b="b"/>
              <a:pathLst>
                <a:path w="2630" h="1215">
                  <a:moveTo>
                    <a:pt x="0" y="1215"/>
                  </a:moveTo>
                  <a:lnTo>
                    <a:pt x="1093" y="123"/>
                  </a:lnTo>
                  <a:lnTo>
                    <a:pt x="2088" y="125"/>
                  </a:lnTo>
                  <a:lnTo>
                    <a:pt x="2334" y="371"/>
                  </a:lnTo>
                  <a:lnTo>
                    <a:pt x="2377" y="376"/>
                  </a:lnTo>
                  <a:lnTo>
                    <a:pt x="2630" y="123"/>
                  </a:lnTo>
                  <a:lnTo>
                    <a:pt x="263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9" name="Freeform 94"/>
            <p:cNvSpPr>
              <a:spLocks/>
            </p:cNvSpPr>
            <p:nvPr/>
          </p:nvSpPr>
          <p:spPr bwMode="auto">
            <a:xfrm>
              <a:off x="-561975" y="3227387"/>
              <a:ext cx="4437063" cy="1974850"/>
            </a:xfrm>
            <a:custGeom>
              <a:avLst/>
              <a:gdLst>
                <a:gd name="T0" fmla="*/ 0 w 2795"/>
                <a:gd name="T1" fmla="*/ 1244 h 1244"/>
                <a:gd name="T2" fmla="*/ 1076 w 2795"/>
                <a:gd name="T3" fmla="*/ 168 h 1244"/>
                <a:gd name="T4" fmla="*/ 2039 w 2795"/>
                <a:gd name="T5" fmla="*/ 173 h 1244"/>
                <a:gd name="T6" fmla="*/ 2308 w 2795"/>
                <a:gd name="T7" fmla="*/ 443 h 1244"/>
                <a:gd name="T8" fmla="*/ 2360 w 2795"/>
                <a:gd name="T9" fmla="*/ 435 h 1244"/>
                <a:gd name="T10" fmla="*/ 2795 w 2795"/>
                <a:gd name="T11" fmla="*/ 0 h 1244"/>
              </a:gdLst>
              <a:ahLst/>
              <a:cxnLst>
                <a:cxn ang="0">
                  <a:pos x="T0" y="T1"/>
                </a:cxn>
                <a:cxn ang="0">
                  <a:pos x="T2" y="T3"/>
                </a:cxn>
                <a:cxn ang="0">
                  <a:pos x="T4" y="T5"/>
                </a:cxn>
                <a:cxn ang="0">
                  <a:pos x="T6" y="T7"/>
                </a:cxn>
                <a:cxn ang="0">
                  <a:pos x="T8" y="T9"/>
                </a:cxn>
                <a:cxn ang="0">
                  <a:pos x="T10" y="T11"/>
                </a:cxn>
              </a:cxnLst>
              <a:rect l="0" t="0" r="r" b="b"/>
              <a:pathLst>
                <a:path w="2795" h="1244">
                  <a:moveTo>
                    <a:pt x="0" y="1244"/>
                  </a:moveTo>
                  <a:lnTo>
                    <a:pt x="1076" y="168"/>
                  </a:lnTo>
                  <a:lnTo>
                    <a:pt x="2039" y="173"/>
                  </a:lnTo>
                  <a:lnTo>
                    <a:pt x="2308" y="443"/>
                  </a:lnTo>
                  <a:lnTo>
                    <a:pt x="2360" y="435"/>
                  </a:lnTo>
                  <a:lnTo>
                    <a:pt x="2795"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0" name="Freeform 95"/>
            <p:cNvSpPr>
              <a:spLocks/>
            </p:cNvSpPr>
            <p:nvPr/>
          </p:nvSpPr>
          <p:spPr bwMode="auto">
            <a:xfrm>
              <a:off x="-519113" y="3565525"/>
              <a:ext cx="4033838" cy="1677988"/>
            </a:xfrm>
            <a:custGeom>
              <a:avLst/>
              <a:gdLst>
                <a:gd name="T0" fmla="*/ 0 w 2541"/>
                <a:gd name="T1" fmla="*/ 1057 h 1057"/>
                <a:gd name="T2" fmla="*/ 1059 w 2541"/>
                <a:gd name="T3" fmla="*/ 0 h 1057"/>
                <a:gd name="T4" fmla="*/ 1995 w 2541"/>
                <a:gd name="T5" fmla="*/ 10 h 1057"/>
                <a:gd name="T6" fmla="*/ 2291 w 2541"/>
                <a:gd name="T7" fmla="*/ 305 h 1057"/>
                <a:gd name="T8" fmla="*/ 2361 w 2541"/>
                <a:gd name="T9" fmla="*/ 303 h 1057"/>
                <a:gd name="T10" fmla="*/ 2541 w 2541"/>
                <a:gd name="T11" fmla="*/ 121 h 1057"/>
              </a:gdLst>
              <a:ahLst/>
              <a:cxnLst>
                <a:cxn ang="0">
                  <a:pos x="T0" y="T1"/>
                </a:cxn>
                <a:cxn ang="0">
                  <a:pos x="T2" y="T3"/>
                </a:cxn>
                <a:cxn ang="0">
                  <a:pos x="T4" y="T5"/>
                </a:cxn>
                <a:cxn ang="0">
                  <a:pos x="T6" y="T7"/>
                </a:cxn>
                <a:cxn ang="0">
                  <a:pos x="T8" y="T9"/>
                </a:cxn>
                <a:cxn ang="0">
                  <a:pos x="T10" y="T11"/>
                </a:cxn>
              </a:cxnLst>
              <a:rect l="0" t="0" r="r" b="b"/>
              <a:pathLst>
                <a:path w="2541" h="1057">
                  <a:moveTo>
                    <a:pt x="0" y="1057"/>
                  </a:moveTo>
                  <a:lnTo>
                    <a:pt x="1059" y="0"/>
                  </a:lnTo>
                  <a:lnTo>
                    <a:pt x="1995" y="10"/>
                  </a:lnTo>
                  <a:lnTo>
                    <a:pt x="2291" y="305"/>
                  </a:lnTo>
                  <a:lnTo>
                    <a:pt x="2361" y="303"/>
                  </a:lnTo>
                  <a:lnTo>
                    <a:pt x="2541" y="121"/>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1" name="Freeform 96"/>
            <p:cNvSpPr>
              <a:spLocks/>
            </p:cNvSpPr>
            <p:nvPr/>
          </p:nvSpPr>
          <p:spPr bwMode="auto">
            <a:xfrm>
              <a:off x="-463550" y="3622675"/>
              <a:ext cx="4286250" cy="1673225"/>
            </a:xfrm>
            <a:custGeom>
              <a:avLst/>
              <a:gdLst>
                <a:gd name="T0" fmla="*/ 0 w 2700"/>
                <a:gd name="T1" fmla="*/ 1054 h 1054"/>
                <a:gd name="T2" fmla="*/ 1043 w 2700"/>
                <a:gd name="T3" fmla="*/ 14 h 1054"/>
                <a:gd name="T4" fmla="*/ 1951 w 2700"/>
                <a:gd name="T5" fmla="*/ 19 h 1054"/>
                <a:gd name="T6" fmla="*/ 2270 w 2700"/>
                <a:gd name="T7" fmla="*/ 335 h 1054"/>
                <a:gd name="T8" fmla="*/ 2360 w 2700"/>
                <a:gd name="T9" fmla="*/ 340 h 1054"/>
                <a:gd name="T10" fmla="*/ 2700 w 2700"/>
                <a:gd name="T11" fmla="*/ 0 h 1054"/>
              </a:gdLst>
              <a:ahLst/>
              <a:cxnLst>
                <a:cxn ang="0">
                  <a:pos x="T0" y="T1"/>
                </a:cxn>
                <a:cxn ang="0">
                  <a:pos x="T2" y="T3"/>
                </a:cxn>
                <a:cxn ang="0">
                  <a:pos x="T4" y="T5"/>
                </a:cxn>
                <a:cxn ang="0">
                  <a:pos x="T6" y="T7"/>
                </a:cxn>
                <a:cxn ang="0">
                  <a:pos x="T8" y="T9"/>
                </a:cxn>
                <a:cxn ang="0">
                  <a:pos x="T10" y="T11"/>
                </a:cxn>
              </a:cxnLst>
              <a:rect l="0" t="0" r="r" b="b"/>
              <a:pathLst>
                <a:path w="2700" h="1054">
                  <a:moveTo>
                    <a:pt x="0" y="1054"/>
                  </a:moveTo>
                  <a:lnTo>
                    <a:pt x="1043" y="14"/>
                  </a:lnTo>
                  <a:lnTo>
                    <a:pt x="1951" y="19"/>
                  </a:lnTo>
                  <a:lnTo>
                    <a:pt x="2270" y="335"/>
                  </a:lnTo>
                  <a:lnTo>
                    <a:pt x="2360" y="340"/>
                  </a:lnTo>
                  <a:lnTo>
                    <a:pt x="270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2" name="Freeform 97"/>
            <p:cNvSpPr>
              <a:spLocks/>
            </p:cNvSpPr>
            <p:nvPr/>
          </p:nvSpPr>
          <p:spPr bwMode="auto">
            <a:xfrm>
              <a:off x="-422275" y="3711575"/>
              <a:ext cx="3851275" cy="1628775"/>
            </a:xfrm>
            <a:custGeom>
              <a:avLst/>
              <a:gdLst>
                <a:gd name="T0" fmla="*/ 0 w 2426"/>
                <a:gd name="T1" fmla="*/ 1026 h 1026"/>
                <a:gd name="T2" fmla="*/ 1026 w 2426"/>
                <a:gd name="T3" fmla="*/ 0 h 1026"/>
                <a:gd name="T4" fmla="*/ 1908 w 2426"/>
                <a:gd name="T5" fmla="*/ 12 h 1026"/>
                <a:gd name="T6" fmla="*/ 2251 w 2426"/>
                <a:gd name="T7" fmla="*/ 355 h 1026"/>
                <a:gd name="T8" fmla="*/ 2426 w 2426"/>
                <a:gd name="T9" fmla="*/ 353 h 1026"/>
              </a:gdLst>
              <a:ahLst/>
              <a:cxnLst>
                <a:cxn ang="0">
                  <a:pos x="T0" y="T1"/>
                </a:cxn>
                <a:cxn ang="0">
                  <a:pos x="T2" y="T3"/>
                </a:cxn>
                <a:cxn ang="0">
                  <a:pos x="T4" y="T5"/>
                </a:cxn>
                <a:cxn ang="0">
                  <a:pos x="T6" y="T7"/>
                </a:cxn>
                <a:cxn ang="0">
                  <a:pos x="T8" y="T9"/>
                </a:cxn>
              </a:cxnLst>
              <a:rect l="0" t="0" r="r" b="b"/>
              <a:pathLst>
                <a:path w="2426" h="1026">
                  <a:moveTo>
                    <a:pt x="0" y="1026"/>
                  </a:moveTo>
                  <a:lnTo>
                    <a:pt x="1026" y="0"/>
                  </a:lnTo>
                  <a:lnTo>
                    <a:pt x="1908" y="12"/>
                  </a:lnTo>
                  <a:lnTo>
                    <a:pt x="2251" y="355"/>
                  </a:lnTo>
                  <a:lnTo>
                    <a:pt x="2426" y="353"/>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3" name="Freeform 98"/>
            <p:cNvSpPr>
              <a:spLocks/>
            </p:cNvSpPr>
            <p:nvPr/>
          </p:nvSpPr>
          <p:spPr bwMode="auto">
            <a:xfrm>
              <a:off x="-369888" y="3790950"/>
              <a:ext cx="4148138" cy="1603375"/>
            </a:xfrm>
            <a:custGeom>
              <a:avLst/>
              <a:gdLst>
                <a:gd name="T0" fmla="*/ 0 w 2613"/>
                <a:gd name="T1" fmla="*/ 1010 h 1010"/>
                <a:gd name="T2" fmla="*/ 1010 w 2613"/>
                <a:gd name="T3" fmla="*/ 0 h 1010"/>
                <a:gd name="T4" fmla="*/ 1866 w 2613"/>
                <a:gd name="T5" fmla="*/ 7 h 1010"/>
                <a:gd name="T6" fmla="*/ 2293 w 2613"/>
                <a:gd name="T7" fmla="*/ 435 h 1010"/>
                <a:gd name="T8" fmla="*/ 2513 w 2613"/>
                <a:gd name="T9" fmla="*/ 437 h 1010"/>
                <a:gd name="T10" fmla="*/ 2613 w 2613"/>
                <a:gd name="T11" fmla="*/ 338 h 1010"/>
                <a:gd name="T12" fmla="*/ 2610 w 2613"/>
                <a:gd name="T13" fmla="*/ 54 h 1010"/>
              </a:gdLst>
              <a:ahLst/>
              <a:cxnLst>
                <a:cxn ang="0">
                  <a:pos x="T0" y="T1"/>
                </a:cxn>
                <a:cxn ang="0">
                  <a:pos x="T2" y="T3"/>
                </a:cxn>
                <a:cxn ang="0">
                  <a:pos x="T4" y="T5"/>
                </a:cxn>
                <a:cxn ang="0">
                  <a:pos x="T6" y="T7"/>
                </a:cxn>
                <a:cxn ang="0">
                  <a:pos x="T8" y="T9"/>
                </a:cxn>
                <a:cxn ang="0">
                  <a:pos x="T10" y="T11"/>
                </a:cxn>
                <a:cxn ang="0">
                  <a:pos x="T12" y="T13"/>
                </a:cxn>
              </a:cxnLst>
              <a:rect l="0" t="0" r="r" b="b"/>
              <a:pathLst>
                <a:path w="2613" h="1010">
                  <a:moveTo>
                    <a:pt x="0" y="1010"/>
                  </a:moveTo>
                  <a:lnTo>
                    <a:pt x="1010" y="0"/>
                  </a:lnTo>
                  <a:lnTo>
                    <a:pt x="1866" y="7"/>
                  </a:lnTo>
                  <a:lnTo>
                    <a:pt x="2293" y="435"/>
                  </a:lnTo>
                  <a:lnTo>
                    <a:pt x="2513" y="437"/>
                  </a:lnTo>
                  <a:lnTo>
                    <a:pt x="2613" y="338"/>
                  </a:lnTo>
                  <a:lnTo>
                    <a:pt x="2610" y="54"/>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4" name="Freeform 99"/>
            <p:cNvSpPr>
              <a:spLocks/>
            </p:cNvSpPr>
            <p:nvPr/>
          </p:nvSpPr>
          <p:spPr bwMode="auto">
            <a:xfrm>
              <a:off x="-317500" y="3810000"/>
              <a:ext cx="4437063" cy="1636713"/>
            </a:xfrm>
            <a:custGeom>
              <a:avLst/>
              <a:gdLst>
                <a:gd name="T0" fmla="*/ 0 w 2795"/>
                <a:gd name="T1" fmla="*/ 1031 h 1031"/>
                <a:gd name="T2" fmla="*/ 996 w 2795"/>
                <a:gd name="T3" fmla="*/ 38 h 1031"/>
                <a:gd name="T4" fmla="*/ 1816 w 2795"/>
                <a:gd name="T5" fmla="*/ 45 h 1031"/>
                <a:gd name="T6" fmla="*/ 2249 w 2795"/>
                <a:gd name="T7" fmla="*/ 475 h 1031"/>
                <a:gd name="T8" fmla="*/ 2480 w 2795"/>
                <a:gd name="T9" fmla="*/ 477 h 1031"/>
                <a:gd name="T10" fmla="*/ 2606 w 2795"/>
                <a:gd name="T11" fmla="*/ 352 h 1031"/>
                <a:gd name="T12" fmla="*/ 2608 w 2795"/>
                <a:gd name="T13" fmla="*/ 189 h 1031"/>
                <a:gd name="T14" fmla="*/ 2795 w 2795"/>
                <a:gd name="T15" fmla="*/ 0 h 10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95" h="1031">
                  <a:moveTo>
                    <a:pt x="0" y="1031"/>
                  </a:moveTo>
                  <a:lnTo>
                    <a:pt x="996" y="38"/>
                  </a:lnTo>
                  <a:lnTo>
                    <a:pt x="1816" y="45"/>
                  </a:lnTo>
                  <a:lnTo>
                    <a:pt x="2249" y="475"/>
                  </a:lnTo>
                  <a:lnTo>
                    <a:pt x="2480" y="477"/>
                  </a:lnTo>
                  <a:lnTo>
                    <a:pt x="2606" y="352"/>
                  </a:lnTo>
                  <a:lnTo>
                    <a:pt x="2608" y="189"/>
                  </a:lnTo>
                  <a:lnTo>
                    <a:pt x="2795"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5" name="Freeform 100"/>
            <p:cNvSpPr>
              <a:spLocks/>
            </p:cNvSpPr>
            <p:nvPr/>
          </p:nvSpPr>
          <p:spPr bwMode="auto">
            <a:xfrm>
              <a:off x="-230188" y="4035425"/>
              <a:ext cx="2195513" cy="1497013"/>
            </a:xfrm>
            <a:custGeom>
              <a:avLst/>
              <a:gdLst>
                <a:gd name="T0" fmla="*/ 0 w 1383"/>
                <a:gd name="T1" fmla="*/ 943 h 943"/>
                <a:gd name="T2" fmla="*/ 943 w 1383"/>
                <a:gd name="T3" fmla="*/ 0 h 943"/>
                <a:gd name="T4" fmla="*/ 1383 w 1383"/>
                <a:gd name="T5" fmla="*/ 0 h 943"/>
              </a:gdLst>
              <a:ahLst/>
              <a:cxnLst>
                <a:cxn ang="0">
                  <a:pos x="T0" y="T1"/>
                </a:cxn>
                <a:cxn ang="0">
                  <a:pos x="T2" y="T3"/>
                </a:cxn>
                <a:cxn ang="0">
                  <a:pos x="T4" y="T5"/>
                </a:cxn>
              </a:cxnLst>
              <a:rect l="0" t="0" r="r" b="b"/>
              <a:pathLst>
                <a:path w="1383" h="943">
                  <a:moveTo>
                    <a:pt x="0" y="943"/>
                  </a:moveTo>
                  <a:lnTo>
                    <a:pt x="943" y="0"/>
                  </a:lnTo>
                  <a:lnTo>
                    <a:pt x="138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6" name="Freeform 101"/>
            <p:cNvSpPr>
              <a:spLocks/>
            </p:cNvSpPr>
            <p:nvPr/>
          </p:nvSpPr>
          <p:spPr bwMode="auto">
            <a:xfrm>
              <a:off x="-92075" y="4124325"/>
              <a:ext cx="3832225" cy="1543050"/>
            </a:xfrm>
            <a:custGeom>
              <a:avLst/>
              <a:gdLst>
                <a:gd name="T0" fmla="*/ 0 w 2414"/>
                <a:gd name="T1" fmla="*/ 972 h 972"/>
                <a:gd name="T2" fmla="*/ 962 w 2414"/>
                <a:gd name="T3" fmla="*/ 10 h 972"/>
                <a:gd name="T4" fmla="*/ 1669 w 2414"/>
                <a:gd name="T5" fmla="*/ 0 h 972"/>
                <a:gd name="T6" fmla="*/ 2156 w 2414"/>
                <a:gd name="T7" fmla="*/ 487 h 972"/>
                <a:gd name="T8" fmla="*/ 2315 w 2414"/>
                <a:gd name="T9" fmla="*/ 485 h 972"/>
                <a:gd name="T10" fmla="*/ 2414 w 2414"/>
                <a:gd name="T11" fmla="*/ 584 h 972"/>
              </a:gdLst>
              <a:ahLst/>
              <a:cxnLst>
                <a:cxn ang="0">
                  <a:pos x="T0" y="T1"/>
                </a:cxn>
                <a:cxn ang="0">
                  <a:pos x="T2" y="T3"/>
                </a:cxn>
                <a:cxn ang="0">
                  <a:pos x="T4" y="T5"/>
                </a:cxn>
                <a:cxn ang="0">
                  <a:pos x="T6" y="T7"/>
                </a:cxn>
                <a:cxn ang="0">
                  <a:pos x="T8" y="T9"/>
                </a:cxn>
                <a:cxn ang="0">
                  <a:pos x="T10" y="T11"/>
                </a:cxn>
              </a:cxnLst>
              <a:rect l="0" t="0" r="r" b="b"/>
              <a:pathLst>
                <a:path w="2414" h="972">
                  <a:moveTo>
                    <a:pt x="0" y="972"/>
                  </a:moveTo>
                  <a:lnTo>
                    <a:pt x="962" y="10"/>
                  </a:lnTo>
                  <a:lnTo>
                    <a:pt x="1669" y="0"/>
                  </a:lnTo>
                  <a:lnTo>
                    <a:pt x="2156" y="487"/>
                  </a:lnTo>
                  <a:lnTo>
                    <a:pt x="2315" y="485"/>
                  </a:lnTo>
                  <a:lnTo>
                    <a:pt x="2414" y="584"/>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7" name="Freeform 102"/>
            <p:cNvSpPr>
              <a:spLocks/>
            </p:cNvSpPr>
            <p:nvPr/>
          </p:nvSpPr>
          <p:spPr bwMode="auto">
            <a:xfrm>
              <a:off x="-61913" y="4214812"/>
              <a:ext cx="3378200" cy="1485900"/>
            </a:xfrm>
            <a:custGeom>
              <a:avLst/>
              <a:gdLst>
                <a:gd name="T0" fmla="*/ 0 w 2128"/>
                <a:gd name="T1" fmla="*/ 936 h 936"/>
                <a:gd name="T2" fmla="*/ 934 w 2128"/>
                <a:gd name="T3" fmla="*/ 3 h 936"/>
                <a:gd name="T4" fmla="*/ 1612 w 2128"/>
                <a:gd name="T5" fmla="*/ 0 h 936"/>
                <a:gd name="T6" fmla="*/ 2128 w 2128"/>
                <a:gd name="T7" fmla="*/ 516 h 936"/>
              </a:gdLst>
              <a:ahLst/>
              <a:cxnLst>
                <a:cxn ang="0">
                  <a:pos x="T0" y="T1"/>
                </a:cxn>
                <a:cxn ang="0">
                  <a:pos x="T2" y="T3"/>
                </a:cxn>
                <a:cxn ang="0">
                  <a:pos x="T4" y="T5"/>
                </a:cxn>
                <a:cxn ang="0">
                  <a:pos x="T6" y="T7"/>
                </a:cxn>
              </a:cxnLst>
              <a:rect l="0" t="0" r="r" b="b"/>
              <a:pathLst>
                <a:path w="2128" h="936">
                  <a:moveTo>
                    <a:pt x="0" y="936"/>
                  </a:moveTo>
                  <a:lnTo>
                    <a:pt x="934" y="3"/>
                  </a:lnTo>
                  <a:lnTo>
                    <a:pt x="1612" y="0"/>
                  </a:lnTo>
                  <a:lnTo>
                    <a:pt x="2128" y="516"/>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8" name="Freeform 103"/>
            <p:cNvSpPr>
              <a:spLocks/>
            </p:cNvSpPr>
            <p:nvPr/>
          </p:nvSpPr>
          <p:spPr bwMode="auto">
            <a:xfrm>
              <a:off x="-9525" y="4316412"/>
              <a:ext cx="3498850" cy="1436688"/>
            </a:xfrm>
            <a:custGeom>
              <a:avLst/>
              <a:gdLst>
                <a:gd name="T0" fmla="*/ 0 w 2204"/>
                <a:gd name="T1" fmla="*/ 905 h 905"/>
                <a:gd name="T2" fmla="*/ 898 w 2204"/>
                <a:gd name="T3" fmla="*/ 10 h 905"/>
                <a:gd name="T4" fmla="*/ 1551 w 2204"/>
                <a:gd name="T5" fmla="*/ 0 h 905"/>
                <a:gd name="T6" fmla="*/ 2085 w 2204"/>
                <a:gd name="T7" fmla="*/ 537 h 905"/>
                <a:gd name="T8" fmla="*/ 2204 w 2204"/>
                <a:gd name="T9" fmla="*/ 539 h 905"/>
              </a:gdLst>
              <a:ahLst/>
              <a:cxnLst>
                <a:cxn ang="0">
                  <a:pos x="T0" y="T1"/>
                </a:cxn>
                <a:cxn ang="0">
                  <a:pos x="T2" y="T3"/>
                </a:cxn>
                <a:cxn ang="0">
                  <a:pos x="T4" y="T5"/>
                </a:cxn>
                <a:cxn ang="0">
                  <a:pos x="T6" y="T7"/>
                </a:cxn>
                <a:cxn ang="0">
                  <a:pos x="T8" y="T9"/>
                </a:cxn>
              </a:cxnLst>
              <a:rect l="0" t="0" r="r" b="b"/>
              <a:pathLst>
                <a:path w="2204" h="905">
                  <a:moveTo>
                    <a:pt x="0" y="905"/>
                  </a:moveTo>
                  <a:lnTo>
                    <a:pt x="898" y="10"/>
                  </a:lnTo>
                  <a:lnTo>
                    <a:pt x="1551" y="0"/>
                  </a:lnTo>
                  <a:lnTo>
                    <a:pt x="2085" y="537"/>
                  </a:lnTo>
                  <a:lnTo>
                    <a:pt x="2204" y="539"/>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9" name="Freeform 104"/>
            <p:cNvSpPr>
              <a:spLocks/>
            </p:cNvSpPr>
            <p:nvPr/>
          </p:nvSpPr>
          <p:spPr bwMode="auto">
            <a:xfrm>
              <a:off x="-347663" y="4500562"/>
              <a:ext cx="4714875" cy="1824038"/>
            </a:xfrm>
            <a:custGeom>
              <a:avLst/>
              <a:gdLst>
                <a:gd name="T0" fmla="*/ 0 w 2970"/>
                <a:gd name="T1" fmla="*/ 1149 h 1149"/>
                <a:gd name="T2" fmla="*/ 1145 w 2970"/>
                <a:gd name="T3" fmla="*/ 5 h 1149"/>
                <a:gd name="T4" fmla="*/ 1743 w 2970"/>
                <a:gd name="T5" fmla="*/ 0 h 1149"/>
                <a:gd name="T6" fmla="*/ 2317 w 2970"/>
                <a:gd name="T7" fmla="*/ 572 h 1149"/>
                <a:gd name="T8" fmla="*/ 2528 w 2970"/>
                <a:gd name="T9" fmla="*/ 577 h 1149"/>
                <a:gd name="T10" fmla="*/ 2970 w 2970"/>
                <a:gd name="T11" fmla="*/ 135 h 1149"/>
              </a:gdLst>
              <a:ahLst/>
              <a:cxnLst>
                <a:cxn ang="0">
                  <a:pos x="T0" y="T1"/>
                </a:cxn>
                <a:cxn ang="0">
                  <a:pos x="T2" y="T3"/>
                </a:cxn>
                <a:cxn ang="0">
                  <a:pos x="T4" y="T5"/>
                </a:cxn>
                <a:cxn ang="0">
                  <a:pos x="T6" y="T7"/>
                </a:cxn>
                <a:cxn ang="0">
                  <a:pos x="T8" y="T9"/>
                </a:cxn>
                <a:cxn ang="0">
                  <a:pos x="T10" y="T11"/>
                </a:cxn>
              </a:cxnLst>
              <a:rect l="0" t="0" r="r" b="b"/>
              <a:pathLst>
                <a:path w="2970" h="1149">
                  <a:moveTo>
                    <a:pt x="0" y="1149"/>
                  </a:moveTo>
                  <a:lnTo>
                    <a:pt x="1145" y="5"/>
                  </a:lnTo>
                  <a:lnTo>
                    <a:pt x="1743" y="0"/>
                  </a:lnTo>
                  <a:lnTo>
                    <a:pt x="2317" y="572"/>
                  </a:lnTo>
                  <a:lnTo>
                    <a:pt x="2528" y="577"/>
                  </a:lnTo>
                  <a:lnTo>
                    <a:pt x="2970" y="135"/>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0" name="Freeform 105"/>
            <p:cNvSpPr>
              <a:spLocks/>
            </p:cNvSpPr>
            <p:nvPr/>
          </p:nvSpPr>
          <p:spPr bwMode="auto">
            <a:xfrm>
              <a:off x="-234950" y="4545012"/>
              <a:ext cx="5251450" cy="1730375"/>
            </a:xfrm>
            <a:custGeom>
              <a:avLst/>
              <a:gdLst>
                <a:gd name="T0" fmla="*/ 0 w 3308"/>
                <a:gd name="T1" fmla="*/ 1090 h 1090"/>
                <a:gd name="T2" fmla="*/ 1085 w 3308"/>
                <a:gd name="T3" fmla="*/ 7 h 1090"/>
                <a:gd name="T4" fmla="*/ 1648 w 3308"/>
                <a:gd name="T5" fmla="*/ 0 h 1090"/>
                <a:gd name="T6" fmla="*/ 2246 w 3308"/>
                <a:gd name="T7" fmla="*/ 598 h 1090"/>
                <a:gd name="T8" fmla="*/ 2459 w 3308"/>
                <a:gd name="T9" fmla="*/ 598 h 1090"/>
                <a:gd name="T10" fmla="*/ 2870 w 3308"/>
                <a:gd name="T11" fmla="*/ 187 h 1090"/>
                <a:gd name="T12" fmla="*/ 3038 w 3308"/>
                <a:gd name="T13" fmla="*/ 192 h 1090"/>
                <a:gd name="T14" fmla="*/ 3194 w 3308"/>
                <a:gd name="T15" fmla="*/ 36 h 1090"/>
                <a:gd name="T16" fmla="*/ 3308 w 3308"/>
                <a:gd name="T17" fmla="*/ 38 h 10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08" h="1090">
                  <a:moveTo>
                    <a:pt x="0" y="1090"/>
                  </a:moveTo>
                  <a:lnTo>
                    <a:pt x="1085" y="7"/>
                  </a:lnTo>
                  <a:lnTo>
                    <a:pt x="1648" y="0"/>
                  </a:lnTo>
                  <a:lnTo>
                    <a:pt x="2246" y="598"/>
                  </a:lnTo>
                  <a:lnTo>
                    <a:pt x="2459" y="598"/>
                  </a:lnTo>
                  <a:lnTo>
                    <a:pt x="2870" y="187"/>
                  </a:lnTo>
                  <a:lnTo>
                    <a:pt x="3038" y="192"/>
                  </a:lnTo>
                  <a:lnTo>
                    <a:pt x="3194" y="36"/>
                  </a:lnTo>
                  <a:lnTo>
                    <a:pt x="3308" y="38"/>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1" name="Freeform 106"/>
            <p:cNvSpPr>
              <a:spLocks/>
            </p:cNvSpPr>
            <p:nvPr/>
          </p:nvSpPr>
          <p:spPr bwMode="auto">
            <a:xfrm>
              <a:off x="-34925" y="4624387"/>
              <a:ext cx="4867275" cy="1538288"/>
            </a:xfrm>
            <a:custGeom>
              <a:avLst/>
              <a:gdLst>
                <a:gd name="T0" fmla="*/ 0 w 3066"/>
                <a:gd name="T1" fmla="*/ 969 h 969"/>
                <a:gd name="T2" fmla="*/ 969 w 3066"/>
                <a:gd name="T3" fmla="*/ 0 h 969"/>
                <a:gd name="T4" fmla="*/ 1506 w 3066"/>
                <a:gd name="T5" fmla="*/ 2 h 969"/>
                <a:gd name="T6" fmla="*/ 2130 w 3066"/>
                <a:gd name="T7" fmla="*/ 624 h 969"/>
                <a:gd name="T8" fmla="*/ 2354 w 3066"/>
                <a:gd name="T9" fmla="*/ 622 h 969"/>
                <a:gd name="T10" fmla="*/ 2773 w 3066"/>
                <a:gd name="T11" fmla="*/ 203 h 969"/>
                <a:gd name="T12" fmla="*/ 2953 w 3066"/>
                <a:gd name="T13" fmla="*/ 196 h 969"/>
                <a:gd name="T14" fmla="*/ 3066 w 3066"/>
                <a:gd name="T15" fmla="*/ 83 h 9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66" h="969">
                  <a:moveTo>
                    <a:pt x="0" y="969"/>
                  </a:moveTo>
                  <a:lnTo>
                    <a:pt x="969" y="0"/>
                  </a:lnTo>
                  <a:lnTo>
                    <a:pt x="1506" y="2"/>
                  </a:lnTo>
                  <a:lnTo>
                    <a:pt x="2130" y="624"/>
                  </a:lnTo>
                  <a:lnTo>
                    <a:pt x="2354" y="622"/>
                  </a:lnTo>
                  <a:lnTo>
                    <a:pt x="2773" y="203"/>
                  </a:lnTo>
                  <a:lnTo>
                    <a:pt x="2953" y="196"/>
                  </a:lnTo>
                  <a:lnTo>
                    <a:pt x="3066" y="83"/>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2" name="Freeform 107"/>
            <p:cNvSpPr>
              <a:spLocks/>
            </p:cNvSpPr>
            <p:nvPr/>
          </p:nvSpPr>
          <p:spPr bwMode="auto">
            <a:xfrm>
              <a:off x="-133350" y="4545012"/>
              <a:ext cx="5411788" cy="1824038"/>
            </a:xfrm>
            <a:custGeom>
              <a:avLst/>
              <a:gdLst>
                <a:gd name="T0" fmla="*/ 0 w 3409"/>
                <a:gd name="T1" fmla="*/ 1149 h 1149"/>
                <a:gd name="T2" fmla="*/ 1050 w 3409"/>
                <a:gd name="T3" fmla="*/ 100 h 1149"/>
                <a:gd name="T4" fmla="*/ 1558 w 3409"/>
                <a:gd name="T5" fmla="*/ 95 h 1149"/>
                <a:gd name="T6" fmla="*/ 2206 w 3409"/>
                <a:gd name="T7" fmla="*/ 743 h 1149"/>
                <a:gd name="T8" fmla="*/ 2440 w 3409"/>
                <a:gd name="T9" fmla="*/ 743 h 1149"/>
                <a:gd name="T10" fmla="*/ 2880 w 3409"/>
                <a:gd name="T11" fmla="*/ 300 h 1149"/>
                <a:gd name="T12" fmla="*/ 3107 w 3409"/>
                <a:gd name="T13" fmla="*/ 303 h 1149"/>
                <a:gd name="T14" fmla="*/ 3409 w 3409"/>
                <a:gd name="T15" fmla="*/ 0 h 11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9" h="1149">
                  <a:moveTo>
                    <a:pt x="0" y="1149"/>
                  </a:moveTo>
                  <a:lnTo>
                    <a:pt x="1050" y="100"/>
                  </a:lnTo>
                  <a:lnTo>
                    <a:pt x="1558" y="95"/>
                  </a:lnTo>
                  <a:lnTo>
                    <a:pt x="2206" y="743"/>
                  </a:lnTo>
                  <a:lnTo>
                    <a:pt x="2440" y="743"/>
                  </a:lnTo>
                  <a:lnTo>
                    <a:pt x="2880" y="300"/>
                  </a:lnTo>
                  <a:lnTo>
                    <a:pt x="3107" y="303"/>
                  </a:lnTo>
                  <a:lnTo>
                    <a:pt x="340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3" name="Freeform 108"/>
            <p:cNvSpPr>
              <a:spLocks/>
            </p:cNvSpPr>
            <p:nvPr/>
          </p:nvSpPr>
          <p:spPr bwMode="auto">
            <a:xfrm>
              <a:off x="-268288" y="4732337"/>
              <a:ext cx="5675313" cy="1960563"/>
            </a:xfrm>
            <a:custGeom>
              <a:avLst/>
              <a:gdLst>
                <a:gd name="T0" fmla="*/ 0 w 3575"/>
                <a:gd name="T1" fmla="*/ 1235 h 1235"/>
                <a:gd name="T2" fmla="*/ 1161 w 3575"/>
                <a:gd name="T3" fmla="*/ 74 h 1235"/>
                <a:gd name="T4" fmla="*/ 1610 w 3575"/>
                <a:gd name="T5" fmla="*/ 79 h 1235"/>
                <a:gd name="T6" fmla="*/ 2305 w 3575"/>
                <a:gd name="T7" fmla="*/ 774 h 1235"/>
                <a:gd name="T8" fmla="*/ 2456 w 3575"/>
                <a:gd name="T9" fmla="*/ 771 h 1235"/>
                <a:gd name="T10" fmla="*/ 2996 w 3575"/>
                <a:gd name="T11" fmla="*/ 232 h 1235"/>
                <a:gd name="T12" fmla="*/ 3206 w 3575"/>
                <a:gd name="T13" fmla="*/ 237 h 1235"/>
                <a:gd name="T14" fmla="*/ 3442 w 3575"/>
                <a:gd name="T15" fmla="*/ 0 h 1235"/>
                <a:gd name="T16" fmla="*/ 3575 w 3575"/>
                <a:gd name="T17" fmla="*/ 0 h 1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75" h="1235">
                  <a:moveTo>
                    <a:pt x="0" y="1235"/>
                  </a:moveTo>
                  <a:lnTo>
                    <a:pt x="1161" y="74"/>
                  </a:lnTo>
                  <a:lnTo>
                    <a:pt x="1610" y="79"/>
                  </a:lnTo>
                  <a:lnTo>
                    <a:pt x="2305" y="774"/>
                  </a:lnTo>
                  <a:lnTo>
                    <a:pt x="2456" y="771"/>
                  </a:lnTo>
                  <a:lnTo>
                    <a:pt x="2996" y="232"/>
                  </a:lnTo>
                  <a:lnTo>
                    <a:pt x="3206" y="237"/>
                  </a:lnTo>
                  <a:lnTo>
                    <a:pt x="3442" y="0"/>
                  </a:lnTo>
                  <a:lnTo>
                    <a:pt x="3575"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4" name="Freeform 109"/>
            <p:cNvSpPr>
              <a:spLocks/>
            </p:cNvSpPr>
            <p:nvPr/>
          </p:nvSpPr>
          <p:spPr bwMode="auto">
            <a:xfrm>
              <a:off x="-414338" y="4924425"/>
              <a:ext cx="3824288" cy="2022475"/>
            </a:xfrm>
            <a:custGeom>
              <a:avLst/>
              <a:gdLst>
                <a:gd name="T0" fmla="*/ 0 w 2409"/>
                <a:gd name="T1" fmla="*/ 1274 h 1274"/>
                <a:gd name="T2" fmla="*/ 1272 w 2409"/>
                <a:gd name="T3" fmla="*/ 2 h 1274"/>
                <a:gd name="T4" fmla="*/ 1693 w 2409"/>
                <a:gd name="T5" fmla="*/ 0 h 1274"/>
                <a:gd name="T6" fmla="*/ 2409 w 2409"/>
                <a:gd name="T7" fmla="*/ 716 h 1274"/>
              </a:gdLst>
              <a:ahLst/>
              <a:cxnLst>
                <a:cxn ang="0">
                  <a:pos x="T0" y="T1"/>
                </a:cxn>
                <a:cxn ang="0">
                  <a:pos x="T2" y="T3"/>
                </a:cxn>
                <a:cxn ang="0">
                  <a:pos x="T4" y="T5"/>
                </a:cxn>
                <a:cxn ang="0">
                  <a:pos x="T6" y="T7"/>
                </a:cxn>
              </a:cxnLst>
              <a:rect l="0" t="0" r="r" b="b"/>
              <a:pathLst>
                <a:path w="2409" h="1274">
                  <a:moveTo>
                    <a:pt x="0" y="1274"/>
                  </a:moveTo>
                  <a:lnTo>
                    <a:pt x="1272" y="2"/>
                  </a:lnTo>
                  <a:lnTo>
                    <a:pt x="1693" y="0"/>
                  </a:lnTo>
                  <a:lnTo>
                    <a:pt x="2409" y="716"/>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5" name="Freeform 110"/>
            <p:cNvSpPr>
              <a:spLocks/>
            </p:cNvSpPr>
            <p:nvPr/>
          </p:nvSpPr>
          <p:spPr bwMode="auto">
            <a:xfrm>
              <a:off x="4513262" y="7408862"/>
              <a:ext cx="935038" cy="1249363"/>
            </a:xfrm>
            <a:custGeom>
              <a:avLst/>
              <a:gdLst>
                <a:gd name="T0" fmla="*/ 0 w 589"/>
                <a:gd name="T1" fmla="*/ 787 h 787"/>
                <a:gd name="T2" fmla="*/ 2 w 589"/>
                <a:gd name="T3" fmla="*/ 693 h 787"/>
                <a:gd name="T4" fmla="*/ 419 w 589"/>
                <a:gd name="T5" fmla="*/ 277 h 787"/>
                <a:gd name="T6" fmla="*/ 419 w 589"/>
                <a:gd name="T7" fmla="*/ 170 h 787"/>
                <a:gd name="T8" fmla="*/ 589 w 589"/>
                <a:gd name="T9" fmla="*/ 0 h 787"/>
              </a:gdLst>
              <a:ahLst/>
              <a:cxnLst>
                <a:cxn ang="0">
                  <a:pos x="T0" y="T1"/>
                </a:cxn>
                <a:cxn ang="0">
                  <a:pos x="T2" y="T3"/>
                </a:cxn>
                <a:cxn ang="0">
                  <a:pos x="T4" y="T5"/>
                </a:cxn>
                <a:cxn ang="0">
                  <a:pos x="T6" y="T7"/>
                </a:cxn>
                <a:cxn ang="0">
                  <a:pos x="T8" y="T9"/>
                </a:cxn>
              </a:cxnLst>
              <a:rect l="0" t="0" r="r" b="b"/>
              <a:pathLst>
                <a:path w="589" h="787">
                  <a:moveTo>
                    <a:pt x="0" y="787"/>
                  </a:moveTo>
                  <a:lnTo>
                    <a:pt x="2" y="693"/>
                  </a:lnTo>
                  <a:lnTo>
                    <a:pt x="419" y="277"/>
                  </a:lnTo>
                  <a:lnTo>
                    <a:pt x="419" y="170"/>
                  </a:lnTo>
                  <a:lnTo>
                    <a:pt x="58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6" name="Freeform 111"/>
            <p:cNvSpPr>
              <a:spLocks/>
            </p:cNvSpPr>
            <p:nvPr/>
          </p:nvSpPr>
          <p:spPr bwMode="auto">
            <a:xfrm>
              <a:off x="3567112" y="6624637"/>
              <a:ext cx="2274888" cy="2706688"/>
            </a:xfrm>
            <a:custGeom>
              <a:avLst/>
              <a:gdLst>
                <a:gd name="T0" fmla="*/ 0 w 1433"/>
                <a:gd name="T1" fmla="*/ 1705 h 1705"/>
                <a:gd name="T2" fmla="*/ 965 w 1433"/>
                <a:gd name="T3" fmla="*/ 742 h 1705"/>
                <a:gd name="T4" fmla="*/ 963 w 1433"/>
                <a:gd name="T5" fmla="*/ 610 h 1705"/>
                <a:gd name="T6" fmla="*/ 1145 w 1433"/>
                <a:gd name="T7" fmla="*/ 428 h 1705"/>
                <a:gd name="T8" fmla="*/ 1327 w 1433"/>
                <a:gd name="T9" fmla="*/ 433 h 1705"/>
                <a:gd name="T10" fmla="*/ 1433 w 1433"/>
                <a:gd name="T11" fmla="*/ 326 h 1705"/>
                <a:gd name="T12" fmla="*/ 1433 w 1433"/>
                <a:gd name="T13" fmla="*/ 147 h 1705"/>
                <a:gd name="T14" fmla="*/ 1286 w 1433"/>
                <a:gd name="T15" fmla="*/ 0 h 1705"/>
                <a:gd name="T16" fmla="*/ 1161 w 1433"/>
                <a:gd name="T17" fmla="*/ 7 h 17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33" h="1705">
                  <a:moveTo>
                    <a:pt x="0" y="1705"/>
                  </a:moveTo>
                  <a:lnTo>
                    <a:pt x="965" y="742"/>
                  </a:lnTo>
                  <a:lnTo>
                    <a:pt x="963" y="610"/>
                  </a:lnTo>
                  <a:lnTo>
                    <a:pt x="1145" y="428"/>
                  </a:lnTo>
                  <a:lnTo>
                    <a:pt x="1327" y="433"/>
                  </a:lnTo>
                  <a:lnTo>
                    <a:pt x="1433" y="326"/>
                  </a:lnTo>
                  <a:lnTo>
                    <a:pt x="1433" y="147"/>
                  </a:lnTo>
                  <a:lnTo>
                    <a:pt x="1286" y="0"/>
                  </a:lnTo>
                  <a:lnTo>
                    <a:pt x="1161" y="7"/>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7" name="Freeform 112"/>
            <p:cNvSpPr>
              <a:spLocks/>
            </p:cNvSpPr>
            <p:nvPr/>
          </p:nvSpPr>
          <p:spPr bwMode="auto">
            <a:xfrm>
              <a:off x="3101975" y="6789737"/>
              <a:ext cx="2401888" cy="2517775"/>
            </a:xfrm>
            <a:custGeom>
              <a:avLst/>
              <a:gdLst>
                <a:gd name="T0" fmla="*/ 0 w 1513"/>
                <a:gd name="T1" fmla="*/ 1586 h 1586"/>
                <a:gd name="T2" fmla="*/ 939 w 1513"/>
                <a:gd name="T3" fmla="*/ 648 h 1586"/>
                <a:gd name="T4" fmla="*/ 1057 w 1513"/>
                <a:gd name="T5" fmla="*/ 653 h 1586"/>
                <a:gd name="T6" fmla="*/ 1513 w 1513"/>
                <a:gd name="T7" fmla="*/ 194 h 1586"/>
                <a:gd name="T8" fmla="*/ 1513 w 1513"/>
                <a:gd name="T9" fmla="*/ 0 h 1586"/>
              </a:gdLst>
              <a:ahLst/>
              <a:cxnLst>
                <a:cxn ang="0">
                  <a:pos x="T0" y="T1"/>
                </a:cxn>
                <a:cxn ang="0">
                  <a:pos x="T2" y="T3"/>
                </a:cxn>
                <a:cxn ang="0">
                  <a:pos x="T4" y="T5"/>
                </a:cxn>
                <a:cxn ang="0">
                  <a:pos x="T6" y="T7"/>
                </a:cxn>
                <a:cxn ang="0">
                  <a:pos x="T8" y="T9"/>
                </a:cxn>
              </a:cxnLst>
              <a:rect l="0" t="0" r="r" b="b"/>
              <a:pathLst>
                <a:path w="1513" h="1586">
                  <a:moveTo>
                    <a:pt x="0" y="1586"/>
                  </a:moveTo>
                  <a:lnTo>
                    <a:pt x="939" y="648"/>
                  </a:lnTo>
                  <a:lnTo>
                    <a:pt x="1057" y="653"/>
                  </a:lnTo>
                  <a:lnTo>
                    <a:pt x="1513" y="194"/>
                  </a:lnTo>
                  <a:lnTo>
                    <a:pt x="151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8" name="Freeform 113"/>
            <p:cNvSpPr>
              <a:spLocks/>
            </p:cNvSpPr>
            <p:nvPr/>
          </p:nvSpPr>
          <p:spPr bwMode="auto">
            <a:xfrm>
              <a:off x="2959100" y="5081587"/>
              <a:ext cx="3787775" cy="4241800"/>
            </a:xfrm>
            <a:custGeom>
              <a:avLst/>
              <a:gdLst>
                <a:gd name="T0" fmla="*/ 0 w 2386"/>
                <a:gd name="T1" fmla="*/ 2672 h 2672"/>
                <a:gd name="T2" fmla="*/ 989 w 2386"/>
                <a:gd name="T3" fmla="*/ 1684 h 2672"/>
                <a:gd name="T4" fmla="*/ 1133 w 2386"/>
                <a:gd name="T5" fmla="*/ 1688 h 2672"/>
                <a:gd name="T6" fmla="*/ 1556 w 2386"/>
                <a:gd name="T7" fmla="*/ 1265 h 2672"/>
                <a:gd name="T8" fmla="*/ 1563 w 2386"/>
                <a:gd name="T9" fmla="*/ 1173 h 2672"/>
                <a:gd name="T10" fmla="*/ 1405 w 2386"/>
                <a:gd name="T11" fmla="*/ 1017 h 2672"/>
                <a:gd name="T12" fmla="*/ 1407 w 2386"/>
                <a:gd name="T13" fmla="*/ 960 h 2672"/>
                <a:gd name="T14" fmla="*/ 1494 w 2386"/>
                <a:gd name="T15" fmla="*/ 873 h 2672"/>
                <a:gd name="T16" fmla="*/ 1596 w 2386"/>
                <a:gd name="T17" fmla="*/ 877 h 2672"/>
                <a:gd name="T18" fmla="*/ 1979 w 2386"/>
                <a:gd name="T19" fmla="*/ 494 h 2672"/>
                <a:gd name="T20" fmla="*/ 1977 w 2386"/>
                <a:gd name="T21" fmla="*/ 374 h 2672"/>
                <a:gd name="T22" fmla="*/ 2062 w 2386"/>
                <a:gd name="T23" fmla="*/ 291 h 2672"/>
                <a:gd name="T24" fmla="*/ 2067 w 2386"/>
                <a:gd name="T25" fmla="*/ 100 h 2672"/>
                <a:gd name="T26" fmla="*/ 2164 w 2386"/>
                <a:gd name="T27" fmla="*/ 0 h 2672"/>
                <a:gd name="T28" fmla="*/ 2386 w 2386"/>
                <a:gd name="T29" fmla="*/ 0 h 2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86" h="2672">
                  <a:moveTo>
                    <a:pt x="0" y="2672"/>
                  </a:moveTo>
                  <a:lnTo>
                    <a:pt x="989" y="1684"/>
                  </a:lnTo>
                  <a:lnTo>
                    <a:pt x="1133" y="1688"/>
                  </a:lnTo>
                  <a:lnTo>
                    <a:pt x="1556" y="1265"/>
                  </a:lnTo>
                  <a:lnTo>
                    <a:pt x="1563" y="1173"/>
                  </a:lnTo>
                  <a:lnTo>
                    <a:pt x="1405" y="1017"/>
                  </a:lnTo>
                  <a:lnTo>
                    <a:pt x="1407" y="960"/>
                  </a:lnTo>
                  <a:lnTo>
                    <a:pt x="1494" y="873"/>
                  </a:lnTo>
                  <a:lnTo>
                    <a:pt x="1596" y="877"/>
                  </a:lnTo>
                  <a:lnTo>
                    <a:pt x="1979" y="494"/>
                  </a:lnTo>
                  <a:lnTo>
                    <a:pt x="1977" y="374"/>
                  </a:lnTo>
                  <a:lnTo>
                    <a:pt x="2062" y="291"/>
                  </a:lnTo>
                  <a:lnTo>
                    <a:pt x="2067" y="100"/>
                  </a:lnTo>
                  <a:lnTo>
                    <a:pt x="2164" y="0"/>
                  </a:lnTo>
                  <a:lnTo>
                    <a:pt x="2386"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9" name="Freeform 114"/>
            <p:cNvSpPr>
              <a:spLocks/>
            </p:cNvSpPr>
            <p:nvPr/>
          </p:nvSpPr>
          <p:spPr bwMode="auto">
            <a:xfrm>
              <a:off x="2689225" y="6965950"/>
              <a:ext cx="2589213" cy="2481263"/>
            </a:xfrm>
            <a:custGeom>
              <a:avLst/>
              <a:gdLst>
                <a:gd name="T0" fmla="*/ 0 w 1631"/>
                <a:gd name="T1" fmla="*/ 1563 h 1563"/>
                <a:gd name="T2" fmla="*/ 1111 w 1631"/>
                <a:gd name="T3" fmla="*/ 452 h 1563"/>
                <a:gd name="T4" fmla="*/ 1279 w 1631"/>
                <a:gd name="T5" fmla="*/ 456 h 1563"/>
                <a:gd name="T6" fmla="*/ 1631 w 1631"/>
                <a:gd name="T7" fmla="*/ 107 h 1563"/>
                <a:gd name="T8" fmla="*/ 1629 w 1631"/>
                <a:gd name="T9" fmla="*/ 0 h 1563"/>
              </a:gdLst>
              <a:ahLst/>
              <a:cxnLst>
                <a:cxn ang="0">
                  <a:pos x="T0" y="T1"/>
                </a:cxn>
                <a:cxn ang="0">
                  <a:pos x="T2" y="T3"/>
                </a:cxn>
                <a:cxn ang="0">
                  <a:pos x="T4" y="T5"/>
                </a:cxn>
                <a:cxn ang="0">
                  <a:pos x="T6" y="T7"/>
                </a:cxn>
                <a:cxn ang="0">
                  <a:pos x="T8" y="T9"/>
                </a:cxn>
              </a:cxnLst>
              <a:rect l="0" t="0" r="r" b="b"/>
              <a:pathLst>
                <a:path w="1631" h="1563">
                  <a:moveTo>
                    <a:pt x="0" y="1563"/>
                  </a:moveTo>
                  <a:lnTo>
                    <a:pt x="1111" y="452"/>
                  </a:lnTo>
                  <a:lnTo>
                    <a:pt x="1279" y="456"/>
                  </a:lnTo>
                  <a:lnTo>
                    <a:pt x="1631" y="107"/>
                  </a:lnTo>
                  <a:lnTo>
                    <a:pt x="162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40" name="Freeform 115"/>
            <p:cNvSpPr>
              <a:spLocks/>
            </p:cNvSpPr>
            <p:nvPr/>
          </p:nvSpPr>
          <p:spPr bwMode="auto">
            <a:xfrm>
              <a:off x="7035800" y="-36513"/>
              <a:ext cx="5276850" cy="6127750"/>
            </a:xfrm>
            <a:custGeom>
              <a:avLst/>
              <a:gdLst>
                <a:gd name="T0" fmla="*/ 0 w 3324"/>
                <a:gd name="T1" fmla="*/ 3860 h 3860"/>
                <a:gd name="T2" fmla="*/ 0 w 3324"/>
                <a:gd name="T3" fmla="*/ 3678 h 3860"/>
                <a:gd name="T4" fmla="*/ 45 w 3324"/>
                <a:gd name="T5" fmla="*/ 3633 h 3860"/>
                <a:gd name="T6" fmla="*/ 42 w 3324"/>
                <a:gd name="T7" fmla="*/ 3343 h 3860"/>
                <a:gd name="T8" fmla="*/ 156 w 3324"/>
                <a:gd name="T9" fmla="*/ 3229 h 3860"/>
                <a:gd name="T10" fmla="*/ 461 w 3324"/>
                <a:gd name="T11" fmla="*/ 3229 h 3860"/>
                <a:gd name="T12" fmla="*/ 782 w 3324"/>
                <a:gd name="T13" fmla="*/ 2910 h 3860"/>
                <a:gd name="T14" fmla="*/ 882 w 3324"/>
                <a:gd name="T15" fmla="*/ 2915 h 3860"/>
                <a:gd name="T16" fmla="*/ 1132 w 3324"/>
                <a:gd name="T17" fmla="*/ 2664 h 3860"/>
                <a:gd name="T18" fmla="*/ 1135 w 3324"/>
                <a:gd name="T19" fmla="*/ 2189 h 3860"/>
                <a:gd name="T20" fmla="*/ 3324 w 3324"/>
                <a:gd name="T21" fmla="*/ 0 h 3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24" h="3860">
                  <a:moveTo>
                    <a:pt x="0" y="3860"/>
                  </a:moveTo>
                  <a:lnTo>
                    <a:pt x="0" y="3678"/>
                  </a:lnTo>
                  <a:lnTo>
                    <a:pt x="45" y="3633"/>
                  </a:lnTo>
                  <a:lnTo>
                    <a:pt x="42" y="3343"/>
                  </a:lnTo>
                  <a:lnTo>
                    <a:pt x="156" y="3229"/>
                  </a:lnTo>
                  <a:lnTo>
                    <a:pt x="461" y="3229"/>
                  </a:lnTo>
                  <a:lnTo>
                    <a:pt x="782" y="2910"/>
                  </a:lnTo>
                  <a:lnTo>
                    <a:pt x="882" y="2915"/>
                  </a:lnTo>
                  <a:lnTo>
                    <a:pt x="1132" y="2664"/>
                  </a:lnTo>
                  <a:lnTo>
                    <a:pt x="1135" y="2189"/>
                  </a:lnTo>
                  <a:lnTo>
                    <a:pt x="332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41" name="Freeform 116"/>
            <p:cNvSpPr>
              <a:spLocks/>
            </p:cNvSpPr>
            <p:nvPr/>
          </p:nvSpPr>
          <p:spPr bwMode="auto">
            <a:xfrm>
              <a:off x="7167562" y="923925"/>
              <a:ext cx="4413250" cy="4864100"/>
            </a:xfrm>
            <a:custGeom>
              <a:avLst/>
              <a:gdLst>
                <a:gd name="T0" fmla="*/ 2 w 2780"/>
                <a:gd name="T1" fmla="*/ 3064 h 3064"/>
                <a:gd name="T2" fmla="*/ 0 w 2780"/>
                <a:gd name="T3" fmla="*/ 2775 h 3064"/>
                <a:gd name="T4" fmla="*/ 113 w 2780"/>
                <a:gd name="T5" fmla="*/ 2662 h 3064"/>
                <a:gd name="T6" fmla="*/ 418 w 2780"/>
                <a:gd name="T7" fmla="*/ 2664 h 3064"/>
                <a:gd name="T8" fmla="*/ 740 w 2780"/>
                <a:gd name="T9" fmla="*/ 2345 h 3064"/>
                <a:gd name="T10" fmla="*/ 841 w 2780"/>
                <a:gd name="T11" fmla="*/ 2350 h 3064"/>
                <a:gd name="T12" fmla="*/ 1094 w 2780"/>
                <a:gd name="T13" fmla="*/ 2099 h 3064"/>
                <a:gd name="T14" fmla="*/ 1094 w 2780"/>
                <a:gd name="T15" fmla="*/ 1685 h 3064"/>
                <a:gd name="T16" fmla="*/ 2780 w 2780"/>
                <a:gd name="T17" fmla="*/ 0 h 3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0" h="3064">
                  <a:moveTo>
                    <a:pt x="2" y="3064"/>
                  </a:moveTo>
                  <a:lnTo>
                    <a:pt x="0" y="2775"/>
                  </a:lnTo>
                  <a:lnTo>
                    <a:pt x="113" y="2662"/>
                  </a:lnTo>
                  <a:lnTo>
                    <a:pt x="418" y="2664"/>
                  </a:lnTo>
                  <a:lnTo>
                    <a:pt x="740" y="2345"/>
                  </a:lnTo>
                  <a:lnTo>
                    <a:pt x="841" y="2350"/>
                  </a:lnTo>
                  <a:lnTo>
                    <a:pt x="1094" y="2099"/>
                  </a:lnTo>
                  <a:lnTo>
                    <a:pt x="1094" y="1685"/>
                  </a:lnTo>
                  <a:lnTo>
                    <a:pt x="278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42" name="Freeform 117"/>
            <p:cNvSpPr>
              <a:spLocks/>
            </p:cNvSpPr>
            <p:nvPr/>
          </p:nvSpPr>
          <p:spPr bwMode="auto">
            <a:xfrm>
              <a:off x="7321550" y="1114425"/>
              <a:ext cx="4292600" cy="4538663"/>
            </a:xfrm>
            <a:custGeom>
              <a:avLst/>
              <a:gdLst>
                <a:gd name="T0" fmla="*/ 0 w 2704"/>
                <a:gd name="T1" fmla="*/ 2859 h 2859"/>
                <a:gd name="T2" fmla="*/ 0 w 2704"/>
                <a:gd name="T3" fmla="*/ 2733 h 2859"/>
                <a:gd name="T4" fmla="*/ 92 w 2704"/>
                <a:gd name="T5" fmla="*/ 2639 h 2859"/>
                <a:gd name="T6" fmla="*/ 309 w 2704"/>
                <a:gd name="T7" fmla="*/ 2636 h 2859"/>
                <a:gd name="T8" fmla="*/ 683 w 2704"/>
                <a:gd name="T9" fmla="*/ 2265 h 2859"/>
                <a:gd name="T10" fmla="*/ 785 w 2704"/>
                <a:gd name="T11" fmla="*/ 2270 h 2859"/>
                <a:gd name="T12" fmla="*/ 1035 w 2704"/>
                <a:gd name="T13" fmla="*/ 2019 h 2859"/>
                <a:gd name="T14" fmla="*/ 1035 w 2704"/>
                <a:gd name="T15" fmla="*/ 1670 h 2859"/>
                <a:gd name="T16" fmla="*/ 2704 w 2704"/>
                <a:gd name="T17" fmla="*/ 0 h 2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04" h="2859">
                  <a:moveTo>
                    <a:pt x="0" y="2859"/>
                  </a:moveTo>
                  <a:lnTo>
                    <a:pt x="0" y="2733"/>
                  </a:lnTo>
                  <a:lnTo>
                    <a:pt x="92" y="2639"/>
                  </a:lnTo>
                  <a:lnTo>
                    <a:pt x="309" y="2636"/>
                  </a:lnTo>
                  <a:lnTo>
                    <a:pt x="683" y="2265"/>
                  </a:lnTo>
                  <a:lnTo>
                    <a:pt x="785" y="2270"/>
                  </a:lnTo>
                  <a:lnTo>
                    <a:pt x="1035" y="2019"/>
                  </a:lnTo>
                  <a:lnTo>
                    <a:pt x="1035" y="1670"/>
                  </a:lnTo>
                  <a:lnTo>
                    <a:pt x="270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43" name="Freeform 118"/>
            <p:cNvSpPr>
              <a:spLocks/>
            </p:cNvSpPr>
            <p:nvPr/>
          </p:nvSpPr>
          <p:spPr bwMode="auto">
            <a:xfrm>
              <a:off x="6926262" y="1722437"/>
              <a:ext cx="4781550" cy="4549775"/>
            </a:xfrm>
            <a:custGeom>
              <a:avLst/>
              <a:gdLst>
                <a:gd name="T0" fmla="*/ 0 w 3012"/>
                <a:gd name="T1" fmla="*/ 2866 h 2866"/>
                <a:gd name="T2" fmla="*/ 137 w 3012"/>
                <a:gd name="T3" fmla="*/ 2861 h 2866"/>
                <a:gd name="T4" fmla="*/ 253 w 3012"/>
                <a:gd name="T5" fmla="*/ 2745 h 2866"/>
                <a:gd name="T6" fmla="*/ 256 w 3012"/>
                <a:gd name="T7" fmla="*/ 2584 h 2866"/>
                <a:gd name="T8" fmla="*/ 502 w 3012"/>
                <a:gd name="T9" fmla="*/ 2336 h 2866"/>
                <a:gd name="T10" fmla="*/ 620 w 3012"/>
                <a:gd name="T11" fmla="*/ 2341 h 2866"/>
                <a:gd name="T12" fmla="*/ 799 w 3012"/>
                <a:gd name="T13" fmla="*/ 2161 h 2866"/>
                <a:gd name="T14" fmla="*/ 856 w 3012"/>
                <a:gd name="T15" fmla="*/ 2156 h 2866"/>
                <a:gd name="T16" fmla="*/ 3012 w 3012"/>
                <a:gd name="T17" fmla="*/ 0 h 2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12" h="2866">
                  <a:moveTo>
                    <a:pt x="0" y="2866"/>
                  </a:moveTo>
                  <a:lnTo>
                    <a:pt x="137" y="2861"/>
                  </a:lnTo>
                  <a:lnTo>
                    <a:pt x="253" y="2745"/>
                  </a:lnTo>
                  <a:lnTo>
                    <a:pt x="256" y="2584"/>
                  </a:lnTo>
                  <a:lnTo>
                    <a:pt x="502" y="2336"/>
                  </a:lnTo>
                  <a:lnTo>
                    <a:pt x="620" y="2341"/>
                  </a:lnTo>
                  <a:lnTo>
                    <a:pt x="799" y="2161"/>
                  </a:lnTo>
                  <a:lnTo>
                    <a:pt x="856" y="2156"/>
                  </a:lnTo>
                  <a:lnTo>
                    <a:pt x="301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44" name="Freeform 119"/>
            <p:cNvSpPr>
              <a:spLocks/>
            </p:cNvSpPr>
            <p:nvPr/>
          </p:nvSpPr>
          <p:spPr bwMode="auto">
            <a:xfrm>
              <a:off x="7561262" y="4714875"/>
              <a:ext cx="1411288" cy="1050925"/>
            </a:xfrm>
            <a:custGeom>
              <a:avLst/>
              <a:gdLst>
                <a:gd name="T0" fmla="*/ 889 w 889"/>
                <a:gd name="T1" fmla="*/ 0 h 662"/>
                <a:gd name="T2" fmla="*/ 527 w 889"/>
                <a:gd name="T3" fmla="*/ 361 h 662"/>
                <a:gd name="T4" fmla="*/ 423 w 889"/>
                <a:gd name="T5" fmla="*/ 359 h 662"/>
                <a:gd name="T6" fmla="*/ 236 w 889"/>
                <a:gd name="T7" fmla="*/ 546 h 662"/>
                <a:gd name="T8" fmla="*/ 111 w 889"/>
                <a:gd name="T9" fmla="*/ 550 h 662"/>
                <a:gd name="T10" fmla="*/ 0 w 889"/>
                <a:gd name="T11" fmla="*/ 662 h 662"/>
              </a:gdLst>
              <a:ahLst/>
              <a:cxnLst>
                <a:cxn ang="0">
                  <a:pos x="T0" y="T1"/>
                </a:cxn>
                <a:cxn ang="0">
                  <a:pos x="T2" y="T3"/>
                </a:cxn>
                <a:cxn ang="0">
                  <a:pos x="T4" y="T5"/>
                </a:cxn>
                <a:cxn ang="0">
                  <a:pos x="T6" y="T7"/>
                </a:cxn>
                <a:cxn ang="0">
                  <a:pos x="T8" y="T9"/>
                </a:cxn>
                <a:cxn ang="0">
                  <a:pos x="T10" y="T11"/>
                </a:cxn>
              </a:cxnLst>
              <a:rect l="0" t="0" r="r" b="b"/>
              <a:pathLst>
                <a:path w="889" h="662">
                  <a:moveTo>
                    <a:pt x="889" y="0"/>
                  </a:moveTo>
                  <a:lnTo>
                    <a:pt x="527" y="361"/>
                  </a:lnTo>
                  <a:lnTo>
                    <a:pt x="423" y="359"/>
                  </a:lnTo>
                  <a:lnTo>
                    <a:pt x="236" y="546"/>
                  </a:lnTo>
                  <a:lnTo>
                    <a:pt x="111" y="550"/>
                  </a:lnTo>
                  <a:lnTo>
                    <a:pt x="0" y="662"/>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45" name="Freeform 120"/>
            <p:cNvSpPr>
              <a:spLocks/>
            </p:cNvSpPr>
            <p:nvPr/>
          </p:nvSpPr>
          <p:spPr bwMode="auto">
            <a:xfrm>
              <a:off x="3470275" y="5180012"/>
              <a:ext cx="2682875" cy="3163888"/>
            </a:xfrm>
            <a:custGeom>
              <a:avLst/>
              <a:gdLst>
                <a:gd name="T0" fmla="*/ 1688 w 1690"/>
                <a:gd name="T1" fmla="*/ 0 h 1993"/>
                <a:gd name="T2" fmla="*/ 1690 w 1690"/>
                <a:gd name="T3" fmla="*/ 198 h 1993"/>
                <a:gd name="T4" fmla="*/ 1603 w 1690"/>
                <a:gd name="T5" fmla="*/ 286 h 1993"/>
                <a:gd name="T6" fmla="*/ 1596 w 1690"/>
                <a:gd name="T7" fmla="*/ 414 h 1993"/>
                <a:gd name="T8" fmla="*/ 1241 w 1690"/>
                <a:gd name="T9" fmla="*/ 766 h 1993"/>
                <a:gd name="T10" fmla="*/ 1149 w 1690"/>
                <a:gd name="T11" fmla="*/ 768 h 1993"/>
                <a:gd name="T12" fmla="*/ 825 w 1690"/>
                <a:gd name="T13" fmla="*/ 1090 h 1993"/>
                <a:gd name="T14" fmla="*/ 707 w 1690"/>
                <a:gd name="T15" fmla="*/ 1087 h 1993"/>
                <a:gd name="T16" fmla="*/ 286 w 1690"/>
                <a:gd name="T17" fmla="*/ 1508 h 1993"/>
                <a:gd name="T18" fmla="*/ 222 w 1690"/>
                <a:gd name="T19" fmla="*/ 1506 h 1993"/>
                <a:gd name="T20" fmla="*/ 68 w 1690"/>
                <a:gd name="T21" fmla="*/ 1659 h 1993"/>
                <a:gd name="T22" fmla="*/ 73 w 1690"/>
                <a:gd name="T23" fmla="*/ 1856 h 1993"/>
                <a:gd name="T24" fmla="*/ 0 w 1690"/>
                <a:gd name="T25" fmla="*/ 1927 h 1993"/>
                <a:gd name="T26" fmla="*/ 0 w 1690"/>
                <a:gd name="T27" fmla="*/ 1993 h 19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90" h="1993">
                  <a:moveTo>
                    <a:pt x="1688" y="0"/>
                  </a:moveTo>
                  <a:lnTo>
                    <a:pt x="1690" y="198"/>
                  </a:lnTo>
                  <a:lnTo>
                    <a:pt x="1603" y="286"/>
                  </a:lnTo>
                  <a:lnTo>
                    <a:pt x="1596" y="414"/>
                  </a:lnTo>
                  <a:lnTo>
                    <a:pt x="1241" y="766"/>
                  </a:lnTo>
                  <a:lnTo>
                    <a:pt x="1149" y="768"/>
                  </a:lnTo>
                  <a:lnTo>
                    <a:pt x="825" y="1090"/>
                  </a:lnTo>
                  <a:lnTo>
                    <a:pt x="707" y="1087"/>
                  </a:lnTo>
                  <a:lnTo>
                    <a:pt x="286" y="1508"/>
                  </a:lnTo>
                  <a:lnTo>
                    <a:pt x="222" y="1506"/>
                  </a:lnTo>
                  <a:lnTo>
                    <a:pt x="68" y="1659"/>
                  </a:lnTo>
                  <a:lnTo>
                    <a:pt x="73" y="1856"/>
                  </a:lnTo>
                  <a:lnTo>
                    <a:pt x="0" y="1927"/>
                  </a:lnTo>
                  <a:lnTo>
                    <a:pt x="0" y="1993"/>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46" name="Freeform 121"/>
            <p:cNvSpPr>
              <a:spLocks/>
            </p:cNvSpPr>
            <p:nvPr/>
          </p:nvSpPr>
          <p:spPr bwMode="auto">
            <a:xfrm>
              <a:off x="3154362" y="5130800"/>
              <a:ext cx="2957513" cy="3321050"/>
            </a:xfrm>
            <a:custGeom>
              <a:avLst/>
              <a:gdLst>
                <a:gd name="T0" fmla="*/ 1859 w 1863"/>
                <a:gd name="T1" fmla="*/ 0 h 2092"/>
                <a:gd name="T2" fmla="*/ 1863 w 1863"/>
                <a:gd name="T3" fmla="*/ 203 h 2092"/>
                <a:gd name="T4" fmla="*/ 1776 w 1863"/>
                <a:gd name="T5" fmla="*/ 291 h 2092"/>
                <a:gd name="T6" fmla="*/ 1769 w 1863"/>
                <a:gd name="T7" fmla="*/ 416 h 2092"/>
                <a:gd name="T8" fmla="*/ 1414 w 1863"/>
                <a:gd name="T9" fmla="*/ 771 h 2092"/>
                <a:gd name="T10" fmla="*/ 1315 w 1863"/>
                <a:gd name="T11" fmla="*/ 764 h 2092"/>
                <a:gd name="T12" fmla="*/ 991 w 1863"/>
                <a:gd name="T13" fmla="*/ 1088 h 2092"/>
                <a:gd name="T14" fmla="*/ 873 w 1863"/>
                <a:gd name="T15" fmla="*/ 1085 h 2092"/>
                <a:gd name="T16" fmla="*/ 452 w 1863"/>
                <a:gd name="T17" fmla="*/ 1506 h 2092"/>
                <a:gd name="T18" fmla="*/ 388 w 1863"/>
                <a:gd name="T19" fmla="*/ 1504 h 2092"/>
                <a:gd name="T20" fmla="*/ 234 w 1863"/>
                <a:gd name="T21" fmla="*/ 1657 h 2092"/>
                <a:gd name="T22" fmla="*/ 239 w 1863"/>
                <a:gd name="T23" fmla="*/ 1854 h 2092"/>
                <a:gd name="T24" fmla="*/ 0 w 1863"/>
                <a:gd name="T25" fmla="*/ 2092 h 20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3" h="2092">
                  <a:moveTo>
                    <a:pt x="1859" y="0"/>
                  </a:moveTo>
                  <a:lnTo>
                    <a:pt x="1863" y="203"/>
                  </a:lnTo>
                  <a:lnTo>
                    <a:pt x="1776" y="291"/>
                  </a:lnTo>
                  <a:lnTo>
                    <a:pt x="1769" y="416"/>
                  </a:lnTo>
                  <a:lnTo>
                    <a:pt x="1414" y="771"/>
                  </a:lnTo>
                  <a:lnTo>
                    <a:pt x="1315" y="764"/>
                  </a:lnTo>
                  <a:lnTo>
                    <a:pt x="991" y="1088"/>
                  </a:lnTo>
                  <a:lnTo>
                    <a:pt x="873" y="1085"/>
                  </a:lnTo>
                  <a:lnTo>
                    <a:pt x="452" y="1506"/>
                  </a:lnTo>
                  <a:lnTo>
                    <a:pt x="388" y="1504"/>
                  </a:lnTo>
                  <a:lnTo>
                    <a:pt x="234" y="1657"/>
                  </a:lnTo>
                  <a:lnTo>
                    <a:pt x="239" y="1854"/>
                  </a:lnTo>
                  <a:lnTo>
                    <a:pt x="0" y="2092"/>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47" name="Freeform 122"/>
            <p:cNvSpPr>
              <a:spLocks/>
            </p:cNvSpPr>
            <p:nvPr/>
          </p:nvSpPr>
          <p:spPr bwMode="auto">
            <a:xfrm>
              <a:off x="1528762" y="5394325"/>
              <a:ext cx="4429125" cy="3917950"/>
            </a:xfrm>
            <a:custGeom>
              <a:avLst/>
              <a:gdLst>
                <a:gd name="T0" fmla="*/ 0 w 2790"/>
                <a:gd name="T1" fmla="*/ 2468 h 2468"/>
                <a:gd name="T2" fmla="*/ 1301 w 2790"/>
                <a:gd name="T3" fmla="*/ 1167 h 2468"/>
                <a:gd name="T4" fmla="*/ 1395 w 2790"/>
                <a:gd name="T5" fmla="*/ 1167 h 2468"/>
                <a:gd name="T6" fmla="*/ 1615 w 2790"/>
                <a:gd name="T7" fmla="*/ 945 h 2468"/>
                <a:gd name="T8" fmla="*/ 1759 w 2790"/>
                <a:gd name="T9" fmla="*/ 950 h 2468"/>
                <a:gd name="T10" fmla="*/ 1894 w 2790"/>
                <a:gd name="T11" fmla="*/ 813 h 2468"/>
                <a:gd name="T12" fmla="*/ 2003 w 2790"/>
                <a:gd name="T13" fmla="*/ 813 h 2468"/>
                <a:gd name="T14" fmla="*/ 2329 w 2790"/>
                <a:gd name="T15" fmla="*/ 487 h 2468"/>
                <a:gd name="T16" fmla="*/ 2448 w 2790"/>
                <a:gd name="T17" fmla="*/ 489 h 2468"/>
                <a:gd name="T18" fmla="*/ 2686 w 2790"/>
                <a:gd name="T19" fmla="*/ 248 h 2468"/>
                <a:gd name="T20" fmla="*/ 2684 w 2790"/>
                <a:gd name="T21" fmla="*/ 106 h 2468"/>
                <a:gd name="T22" fmla="*/ 2790 w 2790"/>
                <a:gd name="T23" fmla="*/ 0 h 2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90" h="2468">
                  <a:moveTo>
                    <a:pt x="0" y="2468"/>
                  </a:moveTo>
                  <a:lnTo>
                    <a:pt x="1301" y="1167"/>
                  </a:lnTo>
                  <a:lnTo>
                    <a:pt x="1395" y="1167"/>
                  </a:lnTo>
                  <a:lnTo>
                    <a:pt x="1615" y="945"/>
                  </a:lnTo>
                  <a:lnTo>
                    <a:pt x="1759" y="950"/>
                  </a:lnTo>
                  <a:lnTo>
                    <a:pt x="1894" y="813"/>
                  </a:lnTo>
                  <a:lnTo>
                    <a:pt x="2003" y="813"/>
                  </a:lnTo>
                  <a:lnTo>
                    <a:pt x="2329" y="487"/>
                  </a:lnTo>
                  <a:lnTo>
                    <a:pt x="2448" y="489"/>
                  </a:lnTo>
                  <a:lnTo>
                    <a:pt x="2686" y="248"/>
                  </a:lnTo>
                  <a:lnTo>
                    <a:pt x="2684" y="106"/>
                  </a:lnTo>
                  <a:lnTo>
                    <a:pt x="279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48" name="Freeform 123"/>
            <p:cNvSpPr>
              <a:spLocks/>
            </p:cNvSpPr>
            <p:nvPr/>
          </p:nvSpPr>
          <p:spPr bwMode="auto">
            <a:xfrm>
              <a:off x="890587" y="6084887"/>
              <a:ext cx="3990975" cy="3441700"/>
            </a:xfrm>
            <a:custGeom>
              <a:avLst/>
              <a:gdLst>
                <a:gd name="T0" fmla="*/ 0 w 2514"/>
                <a:gd name="T1" fmla="*/ 2168 h 2168"/>
                <a:gd name="T2" fmla="*/ 1684 w 2514"/>
                <a:gd name="T3" fmla="*/ 484 h 2168"/>
                <a:gd name="T4" fmla="*/ 1788 w 2514"/>
                <a:gd name="T5" fmla="*/ 487 h 2168"/>
                <a:gd name="T6" fmla="*/ 1871 w 2514"/>
                <a:gd name="T7" fmla="*/ 404 h 2168"/>
                <a:gd name="T8" fmla="*/ 2088 w 2514"/>
                <a:gd name="T9" fmla="*/ 399 h 2168"/>
                <a:gd name="T10" fmla="*/ 2204 w 2514"/>
                <a:gd name="T11" fmla="*/ 286 h 2168"/>
                <a:gd name="T12" fmla="*/ 2206 w 2514"/>
                <a:gd name="T13" fmla="*/ 189 h 2168"/>
                <a:gd name="T14" fmla="*/ 2393 w 2514"/>
                <a:gd name="T15" fmla="*/ 2 h 2168"/>
                <a:gd name="T16" fmla="*/ 2514 w 2514"/>
                <a:gd name="T17" fmla="*/ 0 h 2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14" h="2168">
                  <a:moveTo>
                    <a:pt x="0" y="2168"/>
                  </a:moveTo>
                  <a:lnTo>
                    <a:pt x="1684" y="484"/>
                  </a:lnTo>
                  <a:lnTo>
                    <a:pt x="1788" y="487"/>
                  </a:lnTo>
                  <a:lnTo>
                    <a:pt x="1871" y="404"/>
                  </a:lnTo>
                  <a:lnTo>
                    <a:pt x="2088" y="399"/>
                  </a:lnTo>
                  <a:lnTo>
                    <a:pt x="2204" y="286"/>
                  </a:lnTo>
                  <a:lnTo>
                    <a:pt x="2206" y="189"/>
                  </a:lnTo>
                  <a:lnTo>
                    <a:pt x="2393" y="2"/>
                  </a:lnTo>
                  <a:lnTo>
                    <a:pt x="251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49" name="Freeform 124"/>
            <p:cNvSpPr>
              <a:spLocks/>
            </p:cNvSpPr>
            <p:nvPr/>
          </p:nvSpPr>
          <p:spPr bwMode="auto">
            <a:xfrm>
              <a:off x="749300" y="4649787"/>
              <a:ext cx="5160963" cy="4913313"/>
            </a:xfrm>
            <a:custGeom>
              <a:avLst/>
              <a:gdLst>
                <a:gd name="T0" fmla="*/ 0 w 3251"/>
                <a:gd name="T1" fmla="*/ 3095 h 3095"/>
                <a:gd name="T2" fmla="*/ 1737 w 3251"/>
                <a:gd name="T3" fmla="*/ 1355 h 3095"/>
                <a:gd name="T4" fmla="*/ 1844 w 3251"/>
                <a:gd name="T5" fmla="*/ 1357 h 3095"/>
                <a:gd name="T6" fmla="*/ 2449 w 3251"/>
                <a:gd name="T7" fmla="*/ 750 h 3095"/>
                <a:gd name="T8" fmla="*/ 2735 w 3251"/>
                <a:gd name="T9" fmla="*/ 748 h 3095"/>
                <a:gd name="T10" fmla="*/ 3248 w 3251"/>
                <a:gd name="T11" fmla="*/ 232 h 3095"/>
                <a:gd name="T12" fmla="*/ 3251 w 3251"/>
                <a:gd name="T13" fmla="*/ 0 h 3095"/>
              </a:gdLst>
              <a:ahLst/>
              <a:cxnLst>
                <a:cxn ang="0">
                  <a:pos x="T0" y="T1"/>
                </a:cxn>
                <a:cxn ang="0">
                  <a:pos x="T2" y="T3"/>
                </a:cxn>
                <a:cxn ang="0">
                  <a:pos x="T4" y="T5"/>
                </a:cxn>
                <a:cxn ang="0">
                  <a:pos x="T6" y="T7"/>
                </a:cxn>
                <a:cxn ang="0">
                  <a:pos x="T8" y="T9"/>
                </a:cxn>
                <a:cxn ang="0">
                  <a:pos x="T10" y="T11"/>
                </a:cxn>
                <a:cxn ang="0">
                  <a:pos x="T12" y="T13"/>
                </a:cxn>
              </a:cxnLst>
              <a:rect l="0" t="0" r="r" b="b"/>
              <a:pathLst>
                <a:path w="3251" h="3095">
                  <a:moveTo>
                    <a:pt x="0" y="3095"/>
                  </a:moveTo>
                  <a:lnTo>
                    <a:pt x="1737" y="1355"/>
                  </a:lnTo>
                  <a:lnTo>
                    <a:pt x="1844" y="1357"/>
                  </a:lnTo>
                  <a:lnTo>
                    <a:pt x="2449" y="750"/>
                  </a:lnTo>
                  <a:lnTo>
                    <a:pt x="2735" y="748"/>
                  </a:lnTo>
                  <a:lnTo>
                    <a:pt x="3248" y="232"/>
                  </a:lnTo>
                  <a:lnTo>
                    <a:pt x="3251"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0" name="Freeform 125"/>
            <p:cNvSpPr>
              <a:spLocks/>
            </p:cNvSpPr>
            <p:nvPr/>
          </p:nvSpPr>
          <p:spPr bwMode="auto">
            <a:xfrm>
              <a:off x="669925" y="5048250"/>
              <a:ext cx="4987925" cy="4506913"/>
            </a:xfrm>
            <a:custGeom>
              <a:avLst/>
              <a:gdLst>
                <a:gd name="T0" fmla="*/ 0 w 3142"/>
                <a:gd name="T1" fmla="*/ 2839 h 2839"/>
                <a:gd name="T2" fmla="*/ 1771 w 3142"/>
                <a:gd name="T3" fmla="*/ 1066 h 2839"/>
                <a:gd name="T4" fmla="*/ 1870 w 3142"/>
                <a:gd name="T5" fmla="*/ 1062 h 2839"/>
                <a:gd name="T6" fmla="*/ 2478 w 3142"/>
                <a:gd name="T7" fmla="*/ 456 h 2839"/>
                <a:gd name="T8" fmla="*/ 2769 w 3142"/>
                <a:gd name="T9" fmla="*/ 459 h 2839"/>
                <a:gd name="T10" fmla="*/ 3137 w 3142"/>
                <a:gd name="T11" fmla="*/ 90 h 2839"/>
                <a:gd name="T12" fmla="*/ 3142 w 3142"/>
                <a:gd name="T13" fmla="*/ 0 h 2839"/>
              </a:gdLst>
              <a:ahLst/>
              <a:cxnLst>
                <a:cxn ang="0">
                  <a:pos x="T0" y="T1"/>
                </a:cxn>
                <a:cxn ang="0">
                  <a:pos x="T2" y="T3"/>
                </a:cxn>
                <a:cxn ang="0">
                  <a:pos x="T4" y="T5"/>
                </a:cxn>
                <a:cxn ang="0">
                  <a:pos x="T6" y="T7"/>
                </a:cxn>
                <a:cxn ang="0">
                  <a:pos x="T8" y="T9"/>
                </a:cxn>
                <a:cxn ang="0">
                  <a:pos x="T10" y="T11"/>
                </a:cxn>
                <a:cxn ang="0">
                  <a:pos x="T12" y="T13"/>
                </a:cxn>
              </a:cxnLst>
              <a:rect l="0" t="0" r="r" b="b"/>
              <a:pathLst>
                <a:path w="3142" h="2839">
                  <a:moveTo>
                    <a:pt x="0" y="2839"/>
                  </a:moveTo>
                  <a:lnTo>
                    <a:pt x="1771" y="1066"/>
                  </a:lnTo>
                  <a:lnTo>
                    <a:pt x="1870" y="1062"/>
                  </a:lnTo>
                  <a:lnTo>
                    <a:pt x="2478" y="456"/>
                  </a:lnTo>
                  <a:lnTo>
                    <a:pt x="2769" y="459"/>
                  </a:lnTo>
                  <a:lnTo>
                    <a:pt x="3137" y="90"/>
                  </a:lnTo>
                  <a:lnTo>
                    <a:pt x="314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1" name="Freeform 126"/>
            <p:cNvSpPr>
              <a:spLocks/>
            </p:cNvSpPr>
            <p:nvPr/>
          </p:nvSpPr>
          <p:spPr bwMode="auto">
            <a:xfrm>
              <a:off x="947737" y="6129337"/>
              <a:ext cx="3975100" cy="3422650"/>
            </a:xfrm>
            <a:custGeom>
              <a:avLst/>
              <a:gdLst>
                <a:gd name="T0" fmla="*/ 0 w 2504"/>
                <a:gd name="T1" fmla="*/ 2156 h 2156"/>
                <a:gd name="T2" fmla="*/ 1664 w 2504"/>
                <a:gd name="T3" fmla="*/ 494 h 2156"/>
                <a:gd name="T4" fmla="*/ 1768 w 2504"/>
                <a:gd name="T5" fmla="*/ 494 h 2156"/>
                <a:gd name="T6" fmla="*/ 1851 w 2504"/>
                <a:gd name="T7" fmla="*/ 414 h 2156"/>
                <a:gd name="T8" fmla="*/ 2076 w 2504"/>
                <a:gd name="T9" fmla="*/ 416 h 2156"/>
                <a:gd name="T10" fmla="*/ 2201 w 2504"/>
                <a:gd name="T11" fmla="*/ 291 h 2156"/>
                <a:gd name="T12" fmla="*/ 2196 w 2504"/>
                <a:gd name="T13" fmla="*/ 189 h 2156"/>
                <a:gd name="T14" fmla="*/ 2383 w 2504"/>
                <a:gd name="T15" fmla="*/ 0 h 2156"/>
                <a:gd name="T16" fmla="*/ 2504 w 2504"/>
                <a:gd name="T17" fmla="*/ 0 h 2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4" h="2156">
                  <a:moveTo>
                    <a:pt x="0" y="2156"/>
                  </a:moveTo>
                  <a:lnTo>
                    <a:pt x="1664" y="494"/>
                  </a:lnTo>
                  <a:lnTo>
                    <a:pt x="1768" y="494"/>
                  </a:lnTo>
                  <a:lnTo>
                    <a:pt x="1851" y="414"/>
                  </a:lnTo>
                  <a:lnTo>
                    <a:pt x="2076" y="416"/>
                  </a:lnTo>
                  <a:lnTo>
                    <a:pt x="2201" y="291"/>
                  </a:lnTo>
                  <a:lnTo>
                    <a:pt x="2196" y="189"/>
                  </a:lnTo>
                  <a:lnTo>
                    <a:pt x="2383" y="0"/>
                  </a:lnTo>
                  <a:lnTo>
                    <a:pt x="250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2" name="Freeform 127"/>
            <p:cNvSpPr>
              <a:spLocks/>
            </p:cNvSpPr>
            <p:nvPr/>
          </p:nvSpPr>
          <p:spPr bwMode="auto">
            <a:xfrm>
              <a:off x="658812" y="5089525"/>
              <a:ext cx="4860925" cy="4368800"/>
            </a:xfrm>
            <a:custGeom>
              <a:avLst/>
              <a:gdLst>
                <a:gd name="T0" fmla="*/ 0 w 3062"/>
                <a:gd name="T1" fmla="*/ 2752 h 2752"/>
                <a:gd name="T2" fmla="*/ 1806 w 3062"/>
                <a:gd name="T3" fmla="*/ 946 h 2752"/>
                <a:gd name="T4" fmla="*/ 1891 w 3062"/>
                <a:gd name="T5" fmla="*/ 943 h 2752"/>
                <a:gd name="T6" fmla="*/ 2537 w 3062"/>
                <a:gd name="T7" fmla="*/ 298 h 2752"/>
                <a:gd name="T8" fmla="*/ 2844 w 3062"/>
                <a:gd name="T9" fmla="*/ 296 h 2752"/>
                <a:gd name="T10" fmla="*/ 3059 w 3062"/>
                <a:gd name="T11" fmla="*/ 80 h 2752"/>
                <a:gd name="T12" fmla="*/ 3062 w 3062"/>
                <a:gd name="T13" fmla="*/ 0 h 2752"/>
              </a:gdLst>
              <a:ahLst/>
              <a:cxnLst>
                <a:cxn ang="0">
                  <a:pos x="T0" y="T1"/>
                </a:cxn>
                <a:cxn ang="0">
                  <a:pos x="T2" y="T3"/>
                </a:cxn>
                <a:cxn ang="0">
                  <a:pos x="T4" y="T5"/>
                </a:cxn>
                <a:cxn ang="0">
                  <a:pos x="T6" y="T7"/>
                </a:cxn>
                <a:cxn ang="0">
                  <a:pos x="T8" y="T9"/>
                </a:cxn>
                <a:cxn ang="0">
                  <a:pos x="T10" y="T11"/>
                </a:cxn>
                <a:cxn ang="0">
                  <a:pos x="T12" y="T13"/>
                </a:cxn>
              </a:cxnLst>
              <a:rect l="0" t="0" r="r" b="b"/>
              <a:pathLst>
                <a:path w="3062" h="2752">
                  <a:moveTo>
                    <a:pt x="0" y="2752"/>
                  </a:moveTo>
                  <a:lnTo>
                    <a:pt x="1806" y="946"/>
                  </a:lnTo>
                  <a:lnTo>
                    <a:pt x="1891" y="943"/>
                  </a:lnTo>
                  <a:lnTo>
                    <a:pt x="2537" y="298"/>
                  </a:lnTo>
                  <a:lnTo>
                    <a:pt x="2844" y="296"/>
                  </a:lnTo>
                  <a:lnTo>
                    <a:pt x="3059" y="80"/>
                  </a:lnTo>
                  <a:lnTo>
                    <a:pt x="306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3" name="Freeform 128"/>
            <p:cNvSpPr>
              <a:spLocks/>
            </p:cNvSpPr>
            <p:nvPr/>
          </p:nvSpPr>
          <p:spPr bwMode="auto">
            <a:xfrm>
              <a:off x="700087" y="6534150"/>
              <a:ext cx="2649538" cy="2755900"/>
            </a:xfrm>
            <a:custGeom>
              <a:avLst/>
              <a:gdLst>
                <a:gd name="T0" fmla="*/ 0 w 1669"/>
                <a:gd name="T1" fmla="*/ 1736 h 1736"/>
                <a:gd name="T2" fmla="*/ 1669 w 1669"/>
                <a:gd name="T3" fmla="*/ 69 h 1736"/>
                <a:gd name="T4" fmla="*/ 1667 w 1669"/>
                <a:gd name="T5" fmla="*/ 0 h 1736"/>
              </a:gdLst>
              <a:ahLst/>
              <a:cxnLst>
                <a:cxn ang="0">
                  <a:pos x="T0" y="T1"/>
                </a:cxn>
                <a:cxn ang="0">
                  <a:pos x="T2" y="T3"/>
                </a:cxn>
                <a:cxn ang="0">
                  <a:pos x="T4" y="T5"/>
                </a:cxn>
              </a:cxnLst>
              <a:rect l="0" t="0" r="r" b="b"/>
              <a:pathLst>
                <a:path w="1669" h="1736">
                  <a:moveTo>
                    <a:pt x="0" y="1736"/>
                  </a:moveTo>
                  <a:lnTo>
                    <a:pt x="1669" y="69"/>
                  </a:lnTo>
                  <a:lnTo>
                    <a:pt x="166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4" name="Freeform 129"/>
            <p:cNvSpPr>
              <a:spLocks/>
            </p:cNvSpPr>
            <p:nvPr/>
          </p:nvSpPr>
          <p:spPr bwMode="auto">
            <a:xfrm>
              <a:off x="485775" y="6384925"/>
              <a:ext cx="2582863" cy="2716213"/>
            </a:xfrm>
            <a:custGeom>
              <a:avLst/>
              <a:gdLst>
                <a:gd name="T0" fmla="*/ 1627 w 1627"/>
                <a:gd name="T1" fmla="*/ 0 h 1711"/>
                <a:gd name="T2" fmla="*/ 1539 w 1627"/>
                <a:gd name="T3" fmla="*/ 0 h 1711"/>
                <a:gd name="T4" fmla="*/ 1289 w 1627"/>
                <a:gd name="T5" fmla="*/ 250 h 1711"/>
                <a:gd name="T6" fmla="*/ 1286 w 1627"/>
                <a:gd name="T7" fmla="*/ 425 h 1711"/>
                <a:gd name="T8" fmla="*/ 0 w 1627"/>
                <a:gd name="T9" fmla="*/ 1711 h 1711"/>
              </a:gdLst>
              <a:ahLst/>
              <a:cxnLst>
                <a:cxn ang="0">
                  <a:pos x="T0" y="T1"/>
                </a:cxn>
                <a:cxn ang="0">
                  <a:pos x="T2" y="T3"/>
                </a:cxn>
                <a:cxn ang="0">
                  <a:pos x="T4" y="T5"/>
                </a:cxn>
                <a:cxn ang="0">
                  <a:pos x="T6" y="T7"/>
                </a:cxn>
                <a:cxn ang="0">
                  <a:pos x="T8" y="T9"/>
                </a:cxn>
              </a:cxnLst>
              <a:rect l="0" t="0" r="r" b="b"/>
              <a:pathLst>
                <a:path w="1627" h="1711">
                  <a:moveTo>
                    <a:pt x="1627" y="0"/>
                  </a:moveTo>
                  <a:lnTo>
                    <a:pt x="1539" y="0"/>
                  </a:lnTo>
                  <a:lnTo>
                    <a:pt x="1289" y="250"/>
                  </a:lnTo>
                  <a:lnTo>
                    <a:pt x="1286" y="425"/>
                  </a:lnTo>
                  <a:lnTo>
                    <a:pt x="0" y="1711"/>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5" name="Freeform 130"/>
            <p:cNvSpPr>
              <a:spLocks/>
            </p:cNvSpPr>
            <p:nvPr/>
          </p:nvSpPr>
          <p:spPr bwMode="auto">
            <a:xfrm>
              <a:off x="358775" y="6126162"/>
              <a:ext cx="2060575" cy="2911475"/>
            </a:xfrm>
            <a:custGeom>
              <a:avLst/>
              <a:gdLst>
                <a:gd name="T0" fmla="*/ 1224 w 1298"/>
                <a:gd name="T1" fmla="*/ 0 h 1834"/>
                <a:gd name="T2" fmla="*/ 1224 w 1298"/>
                <a:gd name="T3" fmla="*/ 293 h 1834"/>
                <a:gd name="T4" fmla="*/ 1298 w 1298"/>
                <a:gd name="T5" fmla="*/ 364 h 1834"/>
                <a:gd name="T6" fmla="*/ 1298 w 1298"/>
                <a:gd name="T7" fmla="*/ 536 h 1834"/>
                <a:gd name="T8" fmla="*/ 0 w 1298"/>
                <a:gd name="T9" fmla="*/ 1834 h 1834"/>
              </a:gdLst>
              <a:ahLst/>
              <a:cxnLst>
                <a:cxn ang="0">
                  <a:pos x="T0" y="T1"/>
                </a:cxn>
                <a:cxn ang="0">
                  <a:pos x="T2" y="T3"/>
                </a:cxn>
                <a:cxn ang="0">
                  <a:pos x="T4" y="T5"/>
                </a:cxn>
                <a:cxn ang="0">
                  <a:pos x="T6" y="T7"/>
                </a:cxn>
                <a:cxn ang="0">
                  <a:pos x="T8" y="T9"/>
                </a:cxn>
              </a:cxnLst>
              <a:rect l="0" t="0" r="r" b="b"/>
              <a:pathLst>
                <a:path w="1298" h="1834">
                  <a:moveTo>
                    <a:pt x="1224" y="0"/>
                  </a:moveTo>
                  <a:lnTo>
                    <a:pt x="1224" y="293"/>
                  </a:lnTo>
                  <a:lnTo>
                    <a:pt x="1298" y="364"/>
                  </a:lnTo>
                  <a:lnTo>
                    <a:pt x="1298" y="536"/>
                  </a:lnTo>
                  <a:lnTo>
                    <a:pt x="0" y="1834"/>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6" name="Freeform 131"/>
            <p:cNvSpPr>
              <a:spLocks/>
            </p:cNvSpPr>
            <p:nvPr/>
          </p:nvSpPr>
          <p:spPr bwMode="auto">
            <a:xfrm>
              <a:off x="-130175" y="5427662"/>
              <a:ext cx="5254625" cy="1612900"/>
            </a:xfrm>
            <a:custGeom>
              <a:avLst/>
              <a:gdLst>
                <a:gd name="T0" fmla="*/ 0 w 3310"/>
                <a:gd name="T1" fmla="*/ 1016 h 1016"/>
                <a:gd name="T2" fmla="*/ 965 w 3310"/>
                <a:gd name="T3" fmla="*/ 52 h 1016"/>
                <a:gd name="T4" fmla="*/ 1045 w 3310"/>
                <a:gd name="T5" fmla="*/ 57 h 1016"/>
                <a:gd name="T6" fmla="*/ 1142 w 3310"/>
                <a:gd name="T7" fmla="*/ 156 h 1016"/>
                <a:gd name="T8" fmla="*/ 1142 w 3310"/>
                <a:gd name="T9" fmla="*/ 328 h 1016"/>
                <a:gd name="T10" fmla="*/ 1251 w 3310"/>
                <a:gd name="T11" fmla="*/ 437 h 1016"/>
                <a:gd name="T12" fmla="*/ 1350 w 3310"/>
                <a:gd name="T13" fmla="*/ 430 h 1016"/>
                <a:gd name="T14" fmla="*/ 1521 w 3310"/>
                <a:gd name="T15" fmla="*/ 260 h 1016"/>
                <a:gd name="T16" fmla="*/ 1632 w 3310"/>
                <a:gd name="T17" fmla="*/ 255 h 1016"/>
                <a:gd name="T18" fmla="*/ 1698 w 3310"/>
                <a:gd name="T19" fmla="*/ 321 h 1016"/>
                <a:gd name="T20" fmla="*/ 1923 w 3310"/>
                <a:gd name="T21" fmla="*/ 321 h 1016"/>
                <a:gd name="T22" fmla="*/ 2180 w 3310"/>
                <a:gd name="T23" fmla="*/ 579 h 1016"/>
                <a:gd name="T24" fmla="*/ 2438 w 3310"/>
                <a:gd name="T25" fmla="*/ 574 h 1016"/>
                <a:gd name="T26" fmla="*/ 3010 w 3310"/>
                <a:gd name="T27" fmla="*/ 0 h 1016"/>
                <a:gd name="T28" fmla="*/ 3310 w 3310"/>
                <a:gd name="T29" fmla="*/ 0 h 1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10" h="1016">
                  <a:moveTo>
                    <a:pt x="0" y="1016"/>
                  </a:moveTo>
                  <a:lnTo>
                    <a:pt x="965" y="52"/>
                  </a:lnTo>
                  <a:lnTo>
                    <a:pt x="1045" y="57"/>
                  </a:lnTo>
                  <a:lnTo>
                    <a:pt x="1142" y="156"/>
                  </a:lnTo>
                  <a:lnTo>
                    <a:pt x="1142" y="328"/>
                  </a:lnTo>
                  <a:lnTo>
                    <a:pt x="1251" y="437"/>
                  </a:lnTo>
                  <a:lnTo>
                    <a:pt x="1350" y="430"/>
                  </a:lnTo>
                  <a:lnTo>
                    <a:pt x="1521" y="260"/>
                  </a:lnTo>
                  <a:lnTo>
                    <a:pt x="1632" y="255"/>
                  </a:lnTo>
                  <a:lnTo>
                    <a:pt x="1698" y="321"/>
                  </a:lnTo>
                  <a:lnTo>
                    <a:pt x="1923" y="321"/>
                  </a:lnTo>
                  <a:lnTo>
                    <a:pt x="2180" y="579"/>
                  </a:lnTo>
                  <a:lnTo>
                    <a:pt x="2438" y="574"/>
                  </a:lnTo>
                  <a:lnTo>
                    <a:pt x="3010" y="0"/>
                  </a:lnTo>
                  <a:lnTo>
                    <a:pt x="331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7" name="Freeform 132"/>
            <p:cNvSpPr>
              <a:spLocks/>
            </p:cNvSpPr>
            <p:nvPr/>
          </p:nvSpPr>
          <p:spPr bwMode="auto">
            <a:xfrm>
              <a:off x="1871662" y="4745037"/>
              <a:ext cx="3824288" cy="1511300"/>
            </a:xfrm>
            <a:custGeom>
              <a:avLst/>
              <a:gdLst>
                <a:gd name="T0" fmla="*/ 0 w 2409"/>
                <a:gd name="T1" fmla="*/ 569 h 952"/>
                <a:gd name="T2" fmla="*/ 89 w 2409"/>
                <a:gd name="T3" fmla="*/ 565 h 952"/>
                <a:gd name="T4" fmla="*/ 182 w 2409"/>
                <a:gd name="T5" fmla="*/ 657 h 952"/>
                <a:gd name="T6" fmla="*/ 245 w 2409"/>
                <a:gd name="T7" fmla="*/ 664 h 952"/>
                <a:gd name="T8" fmla="*/ 312 w 2409"/>
                <a:gd name="T9" fmla="*/ 598 h 952"/>
                <a:gd name="T10" fmla="*/ 380 w 2409"/>
                <a:gd name="T11" fmla="*/ 595 h 952"/>
                <a:gd name="T12" fmla="*/ 428 w 2409"/>
                <a:gd name="T13" fmla="*/ 548 h 952"/>
                <a:gd name="T14" fmla="*/ 560 w 2409"/>
                <a:gd name="T15" fmla="*/ 541 h 952"/>
                <a:gd name="T16" fmla="*/ 964 w 2409"/>
                <a:gd name="T17" fmla="*/ 945 h 952"/>
                <a:gd name="T18" fmla="*/ 1134 w 2409"/>
                <a:gd name="T19" fmla="*/ 952 h 952"/>
                <a:gd name="T20" fmla="*/ 1744 w 2409"/>
                <a:gd name="T21" fmla="*/ 342 h 952"/>
                <a:gd name="T22" fmla="*/ 1988 w 2409"/>
                <a:gd name="T23" fmla="*/ 338 h 952"/>
                <a:gd name="T24" fmla="*/ 2328 w 2409"/>
                <a:gd name="T25" fmla="*/ 0 h 952"/>
                <a:gd name="T26" fmla="*/ 2409 w 2409"/>
                <a:gd name="T27" fmla="*/ 2 h 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09" h="952">
                  <a:moveTo>
                    <a:pt x="0" y="569"/>
                  </a:moveTo>
                  <a:lnTo>
                    <a:pt x="89" y="565"/>
                  </a:lnTo>
                  <a:lnTo>
                    <a:pt x="182" y="657"/>
                  </a:lnTo>
                  <a:lnTo>
                    <a:pt x="245" y="664"/>
                  </a:lnTo>
                  <a:lnTo>
                    <a:pt x="312" y="598"/>
                  </a:lnTo>
                  <a:lnTo>
                    <a:pt x="380" y="595"/>
                  </a:lnTo>
                  <a:lnTo>
                    <a:pt x="428" y="548"/>
                  </a:lnTo>
                  <a:lnTo>
                    <a:pt x="560" y="541"/>
                  </a:lnTo>
                  <a:lnTo>
                    <a:pt x="964" y="945"/>
                  </a:lnTo>
                  <a:lnTo>
                    <a:pt x="1134" y="952"/>
                  </a:lnTo>
                  <a:lnTo>
                    <a:pt x="1744" y="342"/>
                  </a:lnTo>
                  <a:lnTo>
                    <a:pt x="1988" y="338"/>
                  </a:lnTo>
                  <a:lnTo>
                    <a:pt x="2328" y="0"/>
                  </a:lnTo>
                  <a:lnTo>
                    <a:pt x="2409" y="2"/>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8" name="Freeform 133"/>
            <p:cNvSpPr>
              <a:spLocks/>
            </p:cNvSpPr>
            <p:nvPr/>
          </p:nvSpPr>
          <p:spPr bwMode="auto">
            <a:xfrm>
              <a:off x="-257175" y="5205412"/>
              <a:ext cx="2671763" cy="1817688"/>
            </a:xfrm>
            <a:custGeom>
              <a:avLst/>
              <a:gdLst>
                <a:gd name="T0" fmla="*/ 0 w 1683"/>
                <a:gd name="T1" fmla="*/ 1145 h 1145"/>
                <a:gd name="T2" fmla="*/ 1142 w 1683"/>
                <a:gd name="T3" fmla="*/ 3 h 1145"/>
                <a:gd name="T4" fmla="*/ 1274 w 1683"/>
                <a:gd name="T5" fmla="*/ 0 h 1145"/>
                <a:gd name="T6" fmla="*/ 1438 w 1683"/>
                <a:gd name="T7" fmla="*/ 163 h 1145"/>
                <a:gd name="T8" fmla="*/ 1511 w 1683"/>
                <a:gd name="T9" fmla="*/ 168 h 1145"/>
                <a:gd name="T10" fmla="*/ 1605 w 1683"/>
                <a:gd name="T11" fmla="*/ 74 h 1145"/>
                <a:gd name="T12" fmla="*/ 1683 w 1683"/>
                <a:gd name="T13" fmla="*/ 76 h 1145"/>
              </a:gdLst>
              <a:ahLst/>
              <a:cxnLst>
                <a:cxn ang="0">
                  <a:pos x="T0" y="T1"/>
                </a:cxn>
                <a:cxn ang="0">
                  <a:pos x="T2" y="T3"/>
                </a:cxn>
                <a:cxn ang="0">
                  <a:pos x="T4" y="T5"/>
                </a:cxn>
                <a:cxn ang="0">
                  <a:pos x="T6" y="T7"/>
                </a:cxn>
                <a:cxn ang="0">
                  <a:pos x="T8" y="T9"/>
                </a:cxn>
                <a:cxn ang="0">
                  <a:pos x="T10" y="T11"/>
                </a:cxn>
                <a:cxn ang="0">
                  <a:pos x="T12" y="T13"/>
                </a:cxn>
              </a:cxnLst>
              <a:rect l="0" t="0" r="r" b="b"/>
              <a:pathLst>
                <a:path w="1683" h="1145">
                  <a:moveTo>
                    <a:pt x="0" y="1145"/>
                  </a:moveTo>
                  <a:lnTo>
                    <a:pt x="1142" y="3"/>
                  </a:lnTo>
                  <a:lnTo>
                    <a:pt x="1274" y="0"/>
                  </a:lnTo>
                  <a:lnTo>
                    <a:pt x="1438" y="163"/>
                  </a:lnTo>
                  <a:lnTo>
                    <a:pt x="1511" y="168"/>
                  </a:lnTo>
                  <a:lnTo>
                    <a:pt x="1605" y="74"/>
                  </a:lnTo>
                  <a:lnTo>
                    <a:pt x="1683" y="76"/>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9" name="Freeform 134"/>
            <p:cNvSpPr>
              <a:spLocks/>
            </p:cNvSpPr>
            <p:nvPr/>
          </p:nvSpPr>
          <p:spPr bwMode="auto">
            <a:xfrm>
              <a:off x="-193675" y="5116512"/>
              <a:ext cx="2214563" cy="1733550"/>
            </a:xfrm>
            <a:custGeom>
              <a:avLst/>
              <a:gdLst>
                <a:gd name="T0" fmla="*/ 0 w 1395"/>
                <a:gd name="T1" fmla="*/ 1092 h 1092"/>
                <a:gd name="T2" fmla="*/ 1090 w 1395"/>
                <a:gd name="T3" fmla="*/ 4 h 1092"/>
                <a:gd name="T4" fmla="*/ 1260 w 1395"/>
                <a:gd name="T5" fmla="*/ 0 h 1092"/>
                <a:gd name="T6" fmla="*/ 1346 w 1395"/>
                <a:gd name="T7" fmla="*/ 87 h 1092"/>
                <a:gd name="T8" fmla="*/ 1395 w 1395"/>
                <a:gd name="T9" fmla="*/ 89 h 1092"/>
              </a:gdLst>
              <a:ahLst/>
              <a:cxnLst>
                <a:cxn ang="0">
                  <a:pos x="T0" y="T1"/>
                </a:cxn>
                <a:cxn ang="0">
                  <a:pos x="T2" y="T3"/>
                </a:cxn>
                <a:cxn ang="0">
                  <a:pos x="T4" y="T5"/>
                </a:cxn>
                <a:cxn ang="0">
                  <a:pos x="T6" y="T7"/>
                </a:cxn>
                <a:cxn ang="0">
                  <a:pos x="T8" y="T9"/>
                </a:cxn>
              </a:cxnLst>
              <a:rect l="0" t="0" r="r" b="b"/>
              <a:pathLst>
                <a:path w="1395" h="1092">
                  <a:moveTo>
                    <a:pt x="0" y="1092"/>
                  </a:moveTo>
                  <a:lnTo>
                    <a:pt x="1090" y="4"/>
                  </a:lnTo>
                  <a:lnTo>
                    <a:pt x="1260" y="0"/>
                  </a:lnTo>
                  <a:lnTo>
                    <a:pt x="1346" y="87"/>
                  </a:lnTo>
                  <a:lnTo>
                    <a:pt x="1395" y="89"/>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0" name="Freeform 135"/>
            <p:cNvSpPr>
              <a:spLocks/>
            </p:cNvSpPr>
            <p:nvPr/>
          </p:nvSpPr>
          <p:spPr bwMode="auto">
            <a:xfrm>
              <a:off x="2232025" y="6294437"/>
              <a:ext cx="152400"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7"/>
                    <a:pt x="33" y="34"/>
                  </a:cubicBezTo>
                  <a:cubicBezTo>
                    <a:pt x="26" y="41"/>
                    <a:pt x="14" y="41"/>
                    <a:pt x="7" y="34"/>
                  </a:cubicBezTo>
                  <a:cubicBezTo>
                    <a:pt x="0" y="27"/>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1" name="Freeform 136"/>
            <p:cNvSpPr>
              <a:spLocks/>
            </p:cNvSpPr>
            <p:nvPr/>
          </p:nvSpPr>
          <p:spPr bwMode="auto">
            <a:xfrm>
              <a:off x="1795462" y="5562600"/>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2" name="Freeform 137"/>
            <p:cNvSpPr>
              <a:spLocks/>
            </p:cNvSpPr>
            <p:nvPr/>
          </p:nvSpPr>
          <p:spPr bwMode="auto">
            <a:xfrm>
              <a:off x="3743325" y="3452812"/>
              <a:ext cx="247650" cy="252413"/>
            </a:xfrm>
            <a:custGeom>
              <a:avLst/>
              <a:gdLst>
                <a:gd name="T0" fmla="*/ 12 w 66"/>
                <a:gd name="T1" fmla="*/ 12 h 67"/>
                <a:gd name="T2" fmla="*/ 54 w 66"/>
                <a:gd name="T3" fmla="*/ 12 h 67"/>
                <a:gd name="T4" fmla="*/ 54 w 66"/>
                <a:gd name="T5" fmla="*/ 55 h 67"/>
                <a:gd name="T6" fmla="*/ 12 w 66"/>
                <a:gd name="T7" fmla="*/ 55 h 67"/>
                <a:gd name="T8" fmla="*/ 12 w 66"/>
                <a:gd name="T9" fmla="*/ 12 h 67"/>
              </a:gdLst>
              <a:ahLst/>
              <a:cxnLst>
                <a:cxn ang="0">
                  <a:pos x="T0" y="T1"/>
                </a:cxn>
                <a:cxn ang="0">
                  <a:pos x="T2" y="T3"/>
                </a:cxn>
                <a:cxn ang="0">
                  <a:pos x="T4" y="T5"/>
                </a:cxn>
                <a:cxn ang="0">
                  <a:pos x="T6" y="T7"/>
                </a:cxn>
                <a:cxn ang="0">
                  <a:pos x="T8" y="T9"/>
                </a:cxn>
              </a:cxnLst>
              <a:rect l="0" t="0" r="r" b="b"/>
              <a:pathLst>
                <a:path w="66" h="67">
                  <a:moveTo>
                    <a:pt x="12" y="12"/>
                  </a:moveTo>
                  <a:cubicBezTo>
                    <a:pt x="23" y="0"/>
                    <a:pt x="43" y="0"/>
                    <a:pt x="54" y="12"/>
                  </a:cubicBezTo>
                  <a:cubicBezTo>
                    <a:pt x="66" y="24"/>
                    <a:pt x="66" y="43"/>
                    <a:pt x="54" y="55"/>
                  </a:cubicBezTo>
                  <a:cubicBezTo>
                    <a:pt x="43" y="67"/>
                    <a:pt x="23"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3" name="Freeform 138"/>
            <p:cNvSpPr>
              <a:spLocks/>
            </p:cNvSpPr>
            <p:nvPr/>
          </p:nvSpPr>
          <p:spPr bwMode="auto">
            <a:xfrm>
              <a:off x="3792537" y="3502025"/>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4" name="Freeform 139"/>
            <p:cNvSpPr>
              <a:spLocks/>
            </p:cNvSpPr>
            <p:nvPr/>
          </p:nvSpPr>
          <p:spPr bwMode="auto">
            <a:xfrm>
              <a:off x="4876800" y="4462462"/>
              <a:ext cx="252413" cy="252413"/>
            </a:xfrm>
            <a:custGeom>
              <a:avLst/>
              <a:gdLst>
                <a:gd name="T0" fmla="*/ 12 w 67"/>
                <a:gd name="T1" fmla="*/ 12 h 67"/>
                <a:gd name="T2" fmla="*/ 55 w 67"/>
                <a:gd name="T3" fmla="*/ 12 h 67"/>
                <a:gd name="T4" fmla="*/ 55 w 67"/>
                <a:gd name="T5" fmla="*/ 55 h 67"/>
                <a:gd name="T6" fmla="*/ 12 w 67"/>
                <a:gd name="T7" fmla="*/ 55 h 67"/>
                <a:gd name="T8" fmla="*/ 12 w 67"/>
                <a:gd name="T9" fmla="*/ 12 h 67"/>
              </a:gdLst>
              <a:ahLst/>
              <a:cxnLst>
                <a:cxn ang="0">
                  <a:pos x="T0" y="T1"/>
                </a:cxn>
                <a:cxn ang="0">
                  <a:pos x="T2" y="T3"/>
                </a:cxn>
                <a:cxn ang="0">
                  <a:pos x="T4" y="T5"/>
                </a:cxn>
                <a:cxn ang="0">
                  <a:pos x="T6" y="T7"/>
                </a:cxn>
                <a:cxn ang="0">
                  <a:pos x="T8" y="T9"/>
                </a:cxn>
              </a:cxnLst>
              <a:rect l="0" t="0" r="r" b="b"/>
              <a:pathLst>
                <a:path w="67" h="67">
                  <a:moveTo>
                    <a:pt x="12" y="12"/>
                  </a:moveTo>
                  <a:cubicBezTo>
                    <a:pt x="24" y="0"/>
                    <a:pt x="43" y="0"/>
                    <a:pt x="55" y="12"/>
                  </a:cubicBezTo>
                  <a:cubicBezTo>
                    <a:pt x="67" y="24"/>
                    <a:pt x="67" y="43"/>
                    <a:pt x="55" y="55"/>
                  </a:cubicBezTo>
                  <a:cubicBezTo>
                    <a:pt x="43" y="67"/>
                    <a:pt x="24"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5" name="Freeform 140"/>
            <p:cNvSpPr>
              <a:spLocks/>
            </p:cNvSpPr>
            <p:nvPr/>
          </p:nvSpPr>
          <p:spPr bwMode="auto">
            <a:xfrm>
              <a:off x="4926012" y="4511675"/>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7" y="0"/>
                    <a:pt x="34" y="7"/>
                  </a:cubicBezTo>
                  <a:cubicBezTo>
                    <a:pt x="41" y="15"/>
                    <a:pt x="41" y="26"/>
                    <a:pt x="34" y="34"/>
                  </a:cubicBezTo>
                  <a:cubicBezTo>
                    <a:pt x="27" y="41"/>
                    <a:pt x="15"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6" name="Freeform 141"/>
            <p:cNvSpPr>
              <a:spLocks/>
            </p:cNvSpPr>
            <p:nvPr/>
          </p:nvSpPr>
          <p:spPr bwMode="auto">
            <a:xfrm>
              <a:off x="6589712" y="4938712"/>
              <a:ext cx="247650" cy="252413"/>
            </a:xfrm>
            <a:custGeom>
              <a:avLst/>
              <a:gdLst>
                <a:gd name="T0" fmla="*/ 12 w 66"/>
                <a:gd name="T1" fmla="*/ 12 h 67"/>
                <a:gd name="T2" fmla="*/ 54 w 66"/>
                <a:gd name="T3" fmla="*/ 12 h 67"/>
                <a:gd name="T4" fmla="*/ 54 w 66"/>
                <a:gd name="T5" fmla="*/ 55 h 67"/>
                <a:gd name="T6" fmla="*/ 12 w 66"/>
                <a:gd name="T7" fmla="*/ 55 h 67"/>
                <a:gd name="T8" fmla="*/ 12 w 66"/>
                <a:gd name="T9" fmla="*/ 12 h 67"/>
              </a:gdLst>
              <a:ahLst/>
              <a:cxnLst>
                <a:cxn ang="0">
                  <a:pos x="T0" y="T1"/>
                </a:cxn>
                <a:cxn ang="0">
                  <a:pos x="T2" y="T3"/>
                </a:cxn>
                <a:cxn ang="0">
                  <a:pos x="T4" y="T5"/>
                </a:cxn>
                <a:cxn ang="0">
                  <a:pos x="T6" y="T7"/>
                </a:cxn>
                <a:cxn ang="0">
                  <a:pos x="T8" y="T9"/>
                </a:cxn>
              </a:cxnLst>
              <a:rect l="0" t="0" r="r" b="b"/>
              <a:pathLst>
                <a:path w="66" h="67">
                  <a:moveTo>
                    <a:pt x="12" y="12"/>
                  </a:moveTo>
                  <a:cubicBezTo>
                    <a:pt x="23" y="0"/>
                    <a:pt x="43" y="0"/>
                    <a:pt x="54" y="12"/>
                  </a:cubicBezTo>
                  <a:cubicBezTo>
                    <a:pt x="66" y="24"/>
                    <a:pt x="66" y="43"/>
                    <a:pt x="54" y="55"/>
                  </a:cubicBezTo>
                  <a:cubicBezTo>
                    <a:pt x="43" y="67"/>
                    <a:pt x="23"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7" name="Freeform 142"/>
            <p:cNvSpPr>
              <a:spLocks/>
            </p:cNvSpPr>
            <p:nvPr/>
          </p:nvSpPr>
          <p:spPr bwMode="auto">
            <a:xfrm>
              <a:off x="6637337" y="4987925"/>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8" name="Freeform 143"/>
            <p:cNvSpPr>
              <a:spLocks/>
            </p:cNvSpPr>
            <p:nvPr/>
          </p:nvSpPr>
          <p:spPr bwMode="auto">
            <a:xfrm>
              <a:off x="5856287" y="8201025"/>
              <a:ext cx="249238" cy="247650"/>
            </a:xfrm>
            <a:custGeom>
              <a:avLst/>
              <a:gdLst>
                <a:gd name="T0" fmla="*/ 11 w 66"/>
                <a:gd name="T1" fmla="*/ 12 h 66"/>
                <a:gd name="T2" fmla="*/ 54 w 66"/>
                <a:gd name="T3" fmla="*/ 12 h 66"/>
                <a:gd name="T4" fmla="*/ 54 w 66"/>
                <a:gd name="T5" fmla="*/ 54 h 66"/>
                <a:gd name="T6" fmla="*/ 11 w 66"/>
                <a:gd name="T7" fmla="*/ 54 h 66"/>
                <a:gd name="T8" fmla="*/ 11 w 66"/>
                <a:gd name="T9" fmla="*/ 12 h 66"/>
              </a:gdLst>
              <a:ahLst/>
              <a:cxnLst>
                <a:cxn ang="0">
                  <a:pos x="T0" y="T1"/>
                </a:cxn>
                <a:cxn ang="0">
                  <a:pos x="T2" y="T3"/>
                </a:cxn>
                <a:cxn ang="0">
                  <a:pos x="T4" y="T5"/>
                </a:cxn>
                <a:cxn ang="0">
                  <a:pos x="T6" y="T7"/>
                </a:cxn>
                <a:cxn ang="0">
                  <a:pos x="T8" y="T9"/>
                </a:cxn>
              </a:cxnLst>
              <a:rect l="0" t="0" r="r" b="b"/>
              <a:pathLst>
                <a:path w="66" h="66">
                  <a:moveTo>
                    <a:pt x="11" y="12"/>
                  </a:moveTo>
                  <a:cubicBezTo>
                    <a:pt x="23" y="0"/>
                    <a:pt x="42" y="0"/>
                    <a:pt x="54" y="12"/>
                  </a:cubicBezTo>
                  <a:cubicBezTo>
                    <a:pt x="66" y="23"/>
                    <a:pt x="66" y="43"/>
                    <a:pt x="54" y="54"/>
                  </a:cubicBezTo>
                  <a:cubicBezTo>
                    <a:pt x="42" y="66"/>
                    <a:pt x="23" y="66"/>
                    <a:pt x="11" y="54"/>
                  </a:cubicBezTo>
                  <a:cubicBezTo>
                    <a:pt x="0" y="43"/>
                    <a:pt x="0" y="23"/>
                    <a:pt x="11"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9" name="Freeform 144"/>
            <p:cNvSpPr>
              <a:spLocks/>
            </p:cNvSpPr>
            <p:nvPr/>
          </p:nvSpPr>
          <p:spPr bwMode="auto">
            <a:xfrm>
              <a:off x="5902325" y="8250237"/>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0" name="Freeform 145"/>
            <p:cNvSpPr>
              <a:spLocks/>
            </p:cNvSpPr>
            <p:nvPr/>
          </p:nvSpPr>
          <p:spPr bwMode="auto">
            <a:xfrm>
              <a:off x="5781675" y="4538662"/>
              <a:ext cx="247650" cy="250825"/>
            </a:xfrm>
            <a:custGeom>
              <a:avLst/>
              <a:gdLst>
                <a:gd name="T0" fmla="*/ 12 w 66"/>
                <a:gd name="T1" fmla="*/ 12 h 67"/>
                <a:gd name="T2" fmla="*/ 55 w 66"/>
                <a:gd name="T3" fmla="*/ 12 h 67"/>
                <a:gd name="T4" fmla="*/ 55 w 66"/>
                <a:gd name="T5" fmla="*/ 55 h 67"/>
                <a:gd name="T6" fmla="*/ 12 w 66"/>
                <a:gd name="T7" fmla="*/ 55 h 67"/>
                <a:gd name="T8" fmla="*/ 12 w 66"/>
                <a:gd name="T9" fmla="*/ 12 h 67"/>
              </a:gdLst>
              <a:ahLst/>
              <a:cxnLst>
                <a:cxn ang="0">
                  <a:pos x="T0" y="T1"/>
                </a:cxn>
                <a:cxn ang="0">
                  <a:pos x="T2" y="T3"/>
                </a:cxn>
                <a:cxn ang="0">
                  <a:pos x="T4" y="T5"/>
                </a:cxn>
                <a:cxn ang="0">
                  <a:pos x="T6" y="T7"/>
                </a:cxn>
                <a:cxn ang="0">
                  <a:pos x="T8" y="T9"/>
                </a:cxn>
              </a:cxnLst>
              <a:rect l="0" t="0" r="r" b="b"/>
              <a:pathLst>
                <a:path w="66" h="67">
                  <a:moveTo>
                    <a:pt x="12" y="12"/>
                  </a:moveTo>
                  <a:cubicBezTo>
                    <a:pt x="23" y="0"/>
                    <a:pt x="43" y="0"/>
                    <a:pt x="55" y="12"/>
                  </a:cubicBezTo>
                  <a:cubicBezTo>
                    <a:pt x="66" y="24"/>
                    <a:pt x="66" y="43"/>
                    <a:pt x="55" y="55"/>
                  </a:cubicBezTo>
                  <a:cubicBezTo>
                    <a:pt x="43" y="67"/>
                    <a:pt x="23"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1" name="Freeform 146"/>
            <p:cNvSpPr>
              <a:spLocks/>
            </p:cNvSpPr>
            <p:nvPr/>
          </p:nvSpPr>
          <p:spPr bwMode="auto">
            <a:xfrm>
              <a:off x="5830887" y="4586287"/>
              <a:ext cx="153988" cy="153988"/>
            </a:xfrm>
            <a:custGeom>
              <a:avLst/>
              <a:gdLst>
                <a:gd name="T0" fmla="*/ 7 w 41"/>
                <a:gd name="T1" fmla="*/ 7 h 41"/>
                <a:gd name="T2" fmla="*/ 33 w 41"/>
                <a:gd name="T3" fmla="*/ 7 h 41"/>
                <a:gd name="T4" fmla="*/ 33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4"/>
                    <a:pt x="41" y="26"/>
                    <a:pt x="33" y="33"/>
                  </a:cubicBezTo>
                  <a:cubicBezTo>
                    <a:pt x="26" y="41"/>
                    <a:pt x="14"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2" name="Freeform 147"/>
            <p:cNvSpPr>
              <a:spLocks/>
            </p:cNvSpPr>
            <p:nvPr/>
          </p:nvSpPr>
          <p:spPr bwMode="auto">
            <a:xfrm>
              <a:off x="6788150" y="6140450"/>
              <a:ext cx="250825" cy="250825"/>
            </a:xfrm>
            <a:custGeom>
              <a:avLst/>
              <a:gdLst>
                <a:gd name="T0" fmla="*/ 12 w 67"/>
                <a:gd name="T1" fmla="*/ 12 h 67"/>
                <a:gd name="T2" fmla="*/ 55 w 67"/>
                <a:gd name="T3" fmla="*/ 12 h 67"/>
                <a:gd name="T4" fmla="*/ 55 w 67"/>
                <a:gd name="T5" fmla="*/ 55 h 67"/>
                <a:gd name="T6" fmla="*/ 12 w 67"/>
                <a:gd name="T7" fmla="*/ 55 h 67"/>
                <a:gd name="T8" fmla="*/ 12 w 67"/>
                <a:gd name="T9" fmla="*/ 12 h 67"/>
              </a:gdLst>
              <a:ahLst/>
              <a:cxnLst>
                <a:cxn ang="0">
                  <a:pos x="T0" y="T1"/>
                </a:cxn>
                <a:cxn ang="0">
                  <a:pos x="T2" y="T3"/>
                </a:cxn>
                <a:cxn ang="0">
                  <a:pos x="T4" y="T5"/>
                </a:cxn>
                <a:cxn ang="0">
                  <a:pos x="T6" y="T7"/>
                </a:cxn>
                <a:cxn ang="0">
                  <a:pos x="T8" y="T9"/>
                </a:cxn>
              </a:cxnLst>
              <a:rect l="0" t="0" r="r" b="b"/>
              <a:pathLst>
                <a:path w="67" h="67">
                  <a:moveTo>
                    <a:pt x="12" y="12"/>
                  </a:moveTo>
                  <a:cubicBezTo>
                    <a:pt x="24" y="0"/>
                    <a:pt x="43" y="0"/>
                    <a:pt x="55" y="12"/>
                  </a:cubicBezTo>
                  <a:cubicBezTo>
                    <a:pt x="67" y="24"/>
                    <a:pt x="67" y="43"/>
                    <a:pt x="55" y="55"/>
                  </a:cubicBezTo>
                  <a:cubicBezTo>
                    <a:pt x="43" y="67"/>
                    <a:pt x="24"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3" name="Freeform 148"/>
            <p:cNvSpPr>
              <a:spLocks/>
            </p:cNvSpPr>
            <p:nvPr/>
          </p:nvSpPr>
          <p:spPr bwMode="auto">
            <a:xfrm>
              <a:off x="6837362" y="6189662"/>
              <a:ext cx="153988" cy="153988"/>
            </a:xfrm>
            <a:custGeom>
              <a:avLst/>
              <a:gdLst>
                <a:gd name="T0" fmla="*/ 8 w 41"/>
                <a:gd name="T1" fmla="*/ 7 h 41"/>
                <a:gd name="T2" fmla="*/ 34 w 41"/>
                <a:gd name="T3" fmla="*/ 7 h 41"/>
                <a:gd name="T4" fmla="*/ 34 w 41"/>
                <a:gd name="T5" fmla="*/ 34 h 41"/>
                <a:gd name="T6" fmla="*/ 8 w 41"/>
                <a:gd name="T7" fmla="*/ 34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4"/>
                  </a:cubicBezTo>
                  <a:cubicBezTo>
                    <a:pt x="27" y="41"/>
                    <a:pt x="15" y="41"/>
                    <a:pt x="8" y="34"/>
                  </a:cubicBezTo>
                  <a:cubicBezTo>
                    <a:pt x="0" y="26"/>
                    <a:pt x="0" y="14"/>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4" name="Freeform 149"/>
            <p:cNvSpPr>
              <a:spLocks/>
            </p:cNvSpPr>
            <p:nvPr/>
          </p:nvSpPr>
          <p:spPr bwMode="auto">
            <a:xfrm>
              <a:off x="4400550" y="8572500"/>
              <a:ext cx="252413" cy="247650"/>
            </a:xfrm>
            <a:custGeom>
              <a:avLst/>
              <a:gdLst>
                <a:gd name="T0" fmla="*/ 12 w 67"/>
                <a:gd name="T1" fmla="*/ 12 h 66"/>
                <a:gd name="T2" fmla="*/ 55 w 67"/>
                <a:gd name="T3" fmla="*/ 12 h 66"/>
                <a:gd name="T4" fmla="*/ 55 w 67"/>
                <a:gd name="T5" fmla="*/ 54 h 66"/>
                <a:gd name="T6" fmla="*/ 12 w 67"/>
                <a:gd name="T7" fmla="*/ 54 h 66"/>
                <a:gd name="T8" fmla="*/ 12 w 67"/>
                <a:gd name="T9" fmla="*/ 12 h 66"/>
              </a:gdLst>
              <a:ahLst/>
              <a:cxnLst>
                <a:cxn ang="0">
                  <a:pos x="T0" y="T1"/>
                </a:cxn>
                <a:cxn ang="0">
                  <a:pos x="T2" y="T3"/>
                </a:cxn>
                <a:cxn ang="0">
                  <a:pos x="T4" y="T5"/>
                </a:cxn>
                <a:cxn ang="0">
                  <a:pos x="T6" y="T7"/>
                </a:cxn>
                <a:cxn ang="0">
                  <a:pos x="T8" y="T9"/>
                </a:cxn>
              </a:cxnLst>
              <a:rect l="0" t="0" r="r" b="b"/>
              <a:pathLst>
                <a:path w="67" h="66">
                  <a:moveTo>
                    <a:pt x="12" y="12"/>
                  </a:moveTo>
                  <a:cubicBezTo>
                    <a:pt x="24" y="0"/>
                    <a:pt x="43" y="0"/>
                    <a:pt x="55" y="12"/>
                  </a:cubicBezTo>
                  <a:cubicBezTo>
                    <a:pt x="67" y="23"/>
                    <a:pt x="67" y="43"/>
                    <a:pt x="55" y="54"/>
                  </a:cubicBezTo>
                  <a:cubicBezTo>
                    <a:pt x="43" y="66"/>
                    <a:pt x="24" y="66"/>
                    <a:pt x="12" y="54"/>
                  </a:cubicBezTo>
                  <a:cubicBezTo>
                    <a:pt x="0" y="43"/>
                    <a:pt x="0" y="23"/>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5" name="Freeform 150"/>
            <p:cNvSpPr>
              <a:spLocks/>
            </p:cNvSpPr>
            <p:nvPr/>
          </p:nvSpPr>
          <p:spPr bwMode="auto">
            <a:xfrm>
              <a:off x="4449762" y="8621712"/>
              <a:ext cx="153988"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4" y="7"/>
                  </a:cubicBezTo>
                  <a:cubicBezTo>
                    <a:pt x="41" y="14"/>
                    <a:pt x="41" y="26"/>
                    <a:pt x="34" y="33"/>
                  </a:cubicBezTo>
                  <a:cubicBezTo>
                    <a:pt x="26" y="41"/>
                    <a:pt x="14"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6" name="Freeform 151"/>
            <p:cNvSpPr>
              <a:spLocks/>
            </p:cNvSpPr>
            <p:nvPr/>
          </p:nvSpPr>
          <p:spPr bwMode="auto">
            <a:xfrm>
              <a:off x="1968500" y="5122862"/>
              <a:ext cx="250825" cy="247650"/>
            </a:xfrm>
            <a:custGeom>
              <a:avLst/>
              <a:gdLst>
                <a:gd name="T0" fmla="*/ 12 w 67"/>
                <a:gd name="T1" fmla="*/ 11 h 66"/>
                <a:gd name="T2" fmla="*/ 55 w 67"/>
                <a:gd name="T3" fmla="*/ 11 h 66"/>
                <a:gd name="T4" fmla="*/ 55 w 67"/>
                <a:gd name="T5" fmla="*/ 54 h 66"/>
                <a:gd name="T6" fmla="*/ 12 w 67"/>
                <a:gd name="T7" fmla="*/ 54 h 66"/>
                <a:gd name="T8" fmla="*/ 12 w 67"/>
                <a:gd name="T9" fmla="*/ 11 h 66"/>
              </a:gdLst>
              <a:ahLst/>
              <a:cxnLst>
                <a:cxn ang="0">
                  <a:pos x="T0" y="T1"/>
                </a:cxn>
                <a:cxn ang="0">
                  <a:pos x="T2" y="T3"/>
                </a:cxn>
                <a:cxn ang="0">
                  <a:pos x="T4" y="T5"/>
                </a:cxn>
                <a:cxn ang="0">
                  <a:pos x="T6" y="T7"/>
                </a:cxn>
                <a:cxn ang="0">
                  <a:pos x="T8" y="T9"/>
                </a:cxn>
              </a:cxnLst>
              <a:rect l="0" t="0" r="r" b="b"/>
              <a:pathLst>
                <a:path w="67" h="66">
                  <a:moveTo>
                    <a:pt x="12" y="11"/>
                  </a:moveTo>
                  <a:cubicBezTo>
                    <a:pt x="24" y="0"/>
                    <a:pt x="43" y="0"/>
                    <a:pt x="55" y="11"/>
                  </a:cubicBezTo>
                  <a:cubicBezTo>
                    <a:pt x="67" y="23"/>
                    <a:pt x="67" y="42"/>
                    <a:pt x="55" y="54"/>
                  </a:cubicBezTo>
                  <a:cubicBezTo>
                    <a:pt x="43" y="66"/>
                    <a:pt x="24" y="66"/>
                    <a:pt x="12" y="54"/>
                  </a:cubicBezTo>
                  <a:cubicBezTo>
                    <a:pt x="0" y="42"/>
                    <a:pt x="0" y="23"/>
                    <a:pt x="12" y="11"/>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7" name="Freeform 152"/>
            <p:cNvSpPr>
              <a:spLocks/>
            </p:cNvSpPr>
            <p:nvPr/>
          </p:nvSpPr>
          <p:spPr bwMode="auto">
            <a:xfrm>
              <a:off x="2017712" y="5168900"/>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7" y="0"/>
                    <a:pt x="34" y="8"/>
                  </a:cubicBezTo>
                  <a:cubicBezTo>
                    <a:pt x="41" y="15"/>
                    <a:pt x="41" y="27"/>
                    <a:pt x="34" y="34"/>
                  </a:cubicBezTo>
                  <a:cubicBezTo>
                    <a:pt x="27"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8" name="Freeform 153"/>
            <p:cNvSpPr>
              <a:spLocks/>
            </p:cNvSpPr>
            <p:nvPr/>
          </p:nvSpPr>
          <p:spPr bwMode="auto">
            <a:xfrm>
              <a:off x="3605212" y="4951412"/>
              <a:ext cx="250825" cy="250825"/>
            </a:xfrm>
            <a:custGeom>
              <a:avLst/>
              <a:gdLst>
                <a:gd name="T0" fmla="*/ 12 w 67"/>
                <a:gd name="T1" fmla="*/ 12 h 67"/>
                <a:gd name="T2" fmla="*/ 55 w 67"/>
                <a:gd name="T3" fmla="*/ 12 h 67"/>
                <a:gd name="T4" fmla="*/ 55 w 67"/>
                <a:gd name="T5" fmla="*/ 55 h 67"/>
                <a:gd name="T6" fmla="*/ 12 w 67"/>
                <a:gd name="T7" fmla="*/ 55 h 67"/>
                <a:gd name="T8" fmla="*/ 12 w 67"/>
                <a:gd name="T9" fmla="*/ 12 h 67"/>
              </a:gdLst>
              <a:ahLst/>
              <a:cxnLst>
                <a:cxn ang="0">
                  <a:pos x="T0" y="T1"/>
                </a:cxn>
                <a:cxn ang="0">
                  <a:pos x="T2" y="T3"/>
                </a:cxn>
                <a:cxn ang="0">
                  <a:pos x="T4" y="T5"/>
                </a:cxn>
                <a:cxn ang="0">
                  <a:pos x="T6" y="T7"/>
                </a:cxn>
                <a:cxn ang="0">
                  <a:pos x="T8" y="T9"/>
                </a:cxn>
              </a:cxnLst>
              <a:rect l="0" t="0" r="r" b="b"/>
              <a:pathLst>
                <a:path w="67" h="67">
                  <a:moveTo>
                    <a:pt x="12" y="12"/>
                  </a:moveTo>
                  <a:cubicBezTo>
                    <a:pt x="24" y="0"/>
                    <a:pt x="43" y="0"/>
                    <a:pt x="55" y="12"/>
                  </a:cubicBezTo>
                  <a:cubicBezTo>
                    <a:pt x="67" y="24"/>
                    <a:pt x="67" y="43"/>
                    <a:pt x="55" y="55"/>
                  </a:cubicBezTo>
                  <a:cubicBezTo>
                    <a:pt x="43" y="67"/>
                    <a:pt x="24"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9" name="Freeform 154"/>
            <p:cNvSpPr>
              <a:spLocks/>
            </p:cNvSpPr>
            <p:nvPr/>
          </p:nvSpPr>
          <p:spPr bwMode="auto">
            <a:xfrm>
              <a:off x="3654425" y="4999037"/>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80" name="Freeform 155"/>
            <p:cNvSpPr>
              <a:spLocks/>
            </p:cNvSpPr>
            <p:nvPr/>
          </p:nvSpPr>
          <p:spPr bwMode="auto">
            <a:xfrm>
              <a:off x="3484562" y="3640137"/>
              <a:ext cx="150813" cy="153988"/>
            </a:xfrm>
            <a:custGeom>
              <a:avLst/>
              <a:gdLst>
                <a:gd name="T0" fmla="*/ 7 w 40"/>
                <a:gd name="T1" fmla="*/ 7 h 41"/>
                <a:gd name="T2" fmla="*/ 33 w 40"/>
                <a:gd name="T3" fmla="*/ 7 h 41"/>
                <a:gd name="T4" fmla="*/ 33 w 40"/>
                <a:gd name="T5" fmla="*/ 34 h 41"/>
                <a:gd name="T6" fmla="*/ 7 w 40"/>
                <a:gd name="T7" fmla="*/ 34 h 41"/>
                <a:gd name="T8" fmla="*/ 7 w 40"/>
                <a:gd name="T9" fmla="*/ 7 h 41"/>
              </a:gdLst>
              <a:ahLst/>
              <a:cxnLst>
                <a:cxn ang="0">
                  <a:pos x="T0" y="T1"/>
                </a:cxn>
                <a:cxn ang="0">
                  <a:pos x="T2" y="T3"/>
                </a:cxn>
                <a:cxn ang="0">
                  <a:pos x="T4" y="T5"/>
                </a:cxn>
                <a:cxn ang="0">
                  <a:pos x="T6" y="T7"/>
                </a:cxn>
                <a:cxn ang="0">
                  <a:pos x="T8" y="T9"/>
                </a:cxn>
              </a:cxnLst>
              <a:rect l="0" t="0" r="r" b="b"/>
              <a:pathLst>
                <a:path w="40" h="41">
                  <a:moveTo>
                    <a:pt x="7" y="7"/>
                  </a:moveTo>
                  <a:cubicBezTo>
                    <a:pt x="14" y="0"/>
                    <a:pt x="26" y="0"/>
                    <a:pt x="33" y="7"/>
                  </a:cubicBezTo>
                  <a:cubicBezTo>
                    <a:pt x="40" y="15"/>
                    <a:pt x="40" y="26"/>
                    <a:pt x="33" y="34"/>
                  </a:cubicBezTo>
                  <a:cubicBezTo>
                    <a:pt x="26" y="41"/>
                    <a:pt x="14"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81" name="Freeform 156"/>
            <p:cNvSpPr>
              <a:spLocks/>
            </p:cNvSpPr>
            <p:nvPr/>
          </p:nvSpPr>
          <p:spPr bwMode="auto">
            <a:xfrm>
              <a:off x="3695700" y="3854450"/>
              <a:ext cx="153988"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3"/>
                  </a:cubicBezTo>
                  <a:cubicBezTo>
                    <a:pt x="26" y="41"/>
                    <a:pt x="15" y="41"/>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82" name="Freeform 157"/>
            <p:cNvSpPr>
              <a:spLocks/>
            </p:cNvSpPr>
            <p:nvPr/>
          </p:nvSpPr>
          <p:spPr bwMode="auto">
            <a:xfrm>
              <a:off x="3259137" y="4968875"/>
              <a:ext cx="153988"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7" y="0"/>
                    <a:pt x="34" y="7"/>
                  </a:cubicBezTo>
                  <a:cubicBezTo>
                    <a:pt x="41" y="14"/>
                    <a:pt x="41" y="26"/>
                    <a:pt x="34" y="33"/>
                  </a:cubicBezTo>
                  <a:cubicBezTo>
                    <a:pt x="27" y="41"/>
                    <a:pt x="15" y="41"/>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83" name="Freeform 158"/>
            <p:cNvSpPr>
              <a:spLocks/>
            </p:cNvSpPr>
            <p:nvPr/>
          </p:nvSpPr>
          <p:spPr bwMode="auto">
            <a:xfrm>
              <a:off x="3387725" y="4181475"/>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6" y="0"/>
                    <a:pt x="34" y="8"/>
                  </a:cubicBezTo>
                  <a:cubicBezTo>
                    <a:pt x="41" y="15"/>
                    <a:pt x="41" y="27"/>
                    <a:pt x="34" y="34"/>
                  </a:cubicBezTo>
                  <a:cubicBezTo>
                    <a:pt x="26" y="41"/>
                    <a:pt x="15"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84" name="Freeform 159"/>
            <p:cNvSpPr>
              <a:spLocks/>
            </p:cNvSpPr>
            <p:nvPr/>
          </p:nvSpPr>
          <p:spPr bwMode="auto">
            <a:xfrm>
              <a:off x="1900237" y="3948112"/>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85" name="Freeform 160"/>
            <p:cNvSpPr>
              <a:spLocks/>
            </p:cNvSpPr>
            <p:nvPr/>
          </p:nvSpPr>
          <p:spPr bwMode="auto">
            <a:xfrm>
              <a:off x="1003300" y="4148137"/>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4"/>
                    <a:pt x="41" y="26"/>
                    <a:pt x="33" y="34"/>
                  </a:cubicBezTo>
                  <a:cubicBezTo>
                    <a:pt x="26" y="41"/>
                    <a:pt x="14" y="41"/>
                    <a:pt x="7" y="34"/>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86" name="Freeform 161"/>
            <p:cNvSpPr>
              <a:spLocks/>
            </p:cNvSpPr>
            <p:nvPr/>
          </p:nvSpPr>
          <p:spPr bwMode="auto">
            <a:xfrm>
              <a:off x="2389187" y="3119437"/>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7" y="0"/>
                    <a:pt x="34" y="8"/>
                  </a:cubicBezTo>
                  <a:cubicBezTo>
                    <a:pt x="41" y="15"/>
                    <a:pt x="41" y="27"/>
                    <a:pt x="34" y="34"/>
                  </a:cubicBezTo>
                  <a:cubicBezTo>
                    <a:pt x="27" y="41"/>
                    <a:pt x="15"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87" name="Freeform 162"/>
            <p:cNvSpPr>
              <a:spLocks/>
            </p:cNvSpPr>
            <p:nvPr/>
          </p:nvSpPr>
          <p:spPr bwMode="auto">
            <a:xfrm>
              <a:off x="-106363" y="6665912"/>
              <a:ext cx="2349500" cy="2668588"/>
            </a:xfrm>
            <a:custGeom>
              <a:avLst/>
              <a:gdLst>
                <a:gd name="T0" fmla="*/ 0 w 1480"/>
                <a:gd name="T1" fmla="*/ 1681 h 1681"/>
                <a:gd name="T2" fmla="*/ 1480 w 1480"/>
                <a:gd name="T3" fmla="*/ 201 h 1681"/>
                <a:gd name="T4" fmla="*/ 1477 w 1480"/>
                <a:gd name="T5" fmla="*/ 85 h 1681"/>
                <a:gd name="T6" fmla="*/ 1392 w 1480"/>
                <a:gd name="T7" fmla="*/ 0 h 1681"/>
              </a:gdLst>
              <a:ahLst/>
              <a:cxnLst>
                <a:cxn ang="0">
                  <a:pos x="T0" y="T1"/>
                </a:cxn>
                <a:cxn ang="0">
                  <a:pos x="T2" y="T3"/>
                </a:cxn>
                <a:cxn ang="0">
                  <a:pos x="T4" y="T5"/>
                </a:cxn>
                <a:cxn ang="0">
                  <a:pos x="T6" y="T7"/>
                </a:cxn>
              </a:cxnLst>
              <a:rect l="0" t="0" r="r" b="b"/>
              <a:pathLst>
                <a:path w="1480" h="1681">
                  <a:moveTo>
                    <a:pt x="0" y="1681"/>
                  </a:moveTo>
                  <a:lnTo>
                    <a:pt x="1480" y="201"/>
                  </a:lnTo>
                  <a:lnTo>
                    <a:pt x="1477" y="85"/>
                  </a:lnTo>
                  <a:lnTo>
                    <a:pt x="139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88" name="Freeform 163"/>
            <p:cNvSpPr>
              <a:spLocks/>
            </p:cNvSpPr>
            <p:nvPr/>
          </p:nvSpPr>
          <p:spPr bwMode="auto">
            <a:xfrm>
              <a:off x="-452438" y="6189662"/>
              <a:ext cx="2011363" cy="1747838"/>
            </a:xfrm>
            <a:custGeom>
              <a:avLst/>
              <a:gdLst>
                <a:gd name="T0" fmla="*/ 0 w 1267"/>
                <a:gd name="T1" fmla="*/ 1101 h 1101"/>
                <a:gd name="T2" fmla="*/ 1102 w 1267"/>
                <a:gd name="T3" fmla="*/ 0 h 1101"/>
                <a:gd name="T4" fmla="*/ 1267 w 1267"/>
                <a:gd name="T5" fmla="*/ 0 h 1101"/>
              </a:gdLst>
              <a:ahLst/>
              <a:cxnLst>
                <a:cxn ang="0">
                  <a:pos x="T0" y="T1"/>
                </a:cxn>
                <a:cxn ang="0">
                  <a:pos x="T2" y="T3"/>
                </a:cxn>
                <a:cxn ang="0">
                  <a:pos x="T4" y="T5"/>
                </a:cxn>
              </a:cxnLst>
              <a:rect l="0" t="0" r="r" b="b"/>
              <a:pathLst>
                <a:path w="1267" h="1101">
                  <a:moveTo>
                    <a:pt x="0" y="1101"/>
                  </a:moveTo>
                  <a:lnTo>
                    <a:pt x="1102" y="0"/>
                  </a:lnTo>
                  <a:lnTo>
                    <a:pt x="126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89" name="Freeform 164"/>
            <p:cNvSpPr>
              <a:spLocks/>
            </p:cNvSpPr>
            <p:nvPr/>
          </p:nvSpPr>
          <p:spPr bwMode="auto">
            <a:xfrm>
              <a:off x="88900" y="6888162"/>
              <a:ext cx="2000250" cy="2124075"/>
            </a:xfrm>
            <a:custGeom>
              <a:avLst/>
              <a:gdLst>
                <a:gd name="T0" fmla="*/ 0 w 1260"/>
                <a:gd name="T1" fmla="*/ 1338 h 1338"/>
                <a:gd name="T2" fmla="*/ 1260 w 1260"/>
                <a:gd name="T3" fmla="*/ 75 h 1338"/>
                <a:gd name="T4" fmla="*/ 1260 w 1260"/>
                <a:gd name="T5" fmla="*/ 0 h 1338"/>
              </a:gdLst>
              <a:ahLst/>
              <a:cxnLst>
                <a:cxn ang="0">
                  <a:pos x="T0" y="T1"/>
                </a:cxn>
                <a:cxn ang="0">
                  <a:pos x="T2" y="T3"/>
                </a:cxn>
                <a:cxn ang="0">
                  <a:pos x="T4" y="T5"/>
                </a:cxn>
              </a:cxnLst>
              <a:rect l="0" t="0" r="r" b="b"/>
              <a:pathLst>
                <a:path w="1260" h="1338">
                  <a:moveTo>
                    <a:pt x="0" y="1338"/>
                  </a:moveTo>
                  <a:lnTo>
                    <a:pt x="1260" y="75"/>
                  </a:lnTo>
                  <a:lnTo>
                    <a:pt x="126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0" name="Freeform 165"/>
            <p:cNvSpPr>
              <a:spLocks/>
            </p:cNvSpPr>
            <p:nvPr/>
          </p:nvSpPr>
          <p:spPr bwMode="auto">
            <a:xfrm>
              <a:off x="1517650" y="6113462"/>
              <a:ext cx="153988" cy="153988"/>
            </a:xfrm>
            <a:custGeom>
              <a:avLst/>
              <a:gdLst>
                <a:gd name="T0" fmla="*/ 8 w 41"/>
                <a:gd name="T1" fmla="*/ 7 h 41"/>
                <a:gd name="T2" fmla="*/ 34 w 41"/>
                <a:gd name="T3" fmla="*/ 7 h 41"/>
                <a:gd name="T4" fmla="*/ 34 w 41"/>
                <a:gd name="T5" fmla="*/ 34 h 41"/>
                <a:gd name="T6" fmla="*/ 8 w 41"/>
                <a:gd name="T7" fmla="*/ 34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5"/>
                    <a:pt x="41" y="26"/>
                    <a:pt x="34" y="34"/>
                  </a:cubicBezTo>
                  <a:cubicBezTo>
                    <a:pt x="27" y="41"/>
                    <a:pt x="15" y="41"/>
                    <a:pt x="8" y="34"/>
                  </a:cubicBezTo>
                  <a:cubicBezTo>
                    <a:pt x="0" y="26"/>
                    <a:pt x="0" y="15"/>
                    <a:pt x="8"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1" name="Freeform 166"/>
            <p:cNvSpPr>
              <a:spLocks/>
            </p:cNvSpPr>
            <p:nvPr/>
          </p:nvSpPr>
          <p:spPr bwMode="auto">
            <a:xfrm>
              <a:off x="2378075" y="5254625"/>
              <a:ext cx="153988" cy="153988"/>
            </a:xfrm>
            <a:custGeom>
              <a:avLst/>
              <a:gdLst>
                <a:gd name="T0" fmla="*/ 8 w 41"/>
                <a:gd name="T1" fmla="*/ 7 h 41"/>
                <a:gd name="T2" fmla="*/ 34 w 41"/>
                <a:gd name="T3" fmla="*/ 7 h 41"/>
                <a:gd name="T4" fmla="*/ 34 w 41"/>
                <a:gd name="T5" fmla="*/ 34 h 41"/>
                <a:gd name="T6" fmla="*/ 8 w 41"/>
                <a:gd name="T7" fmla="*/ 34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5"/>
                    <a:pt x="41" y="26"/>
                    <a:pt x="34" y="34"/>
                  </a:cubicBezTo>
                  <a:cubicBezTo>
                    <a:pt x="27" y="41"/>
                    <a:pt x="15" y="41"/>
                    <a:pt x="8" y="34"/>
                  </a:cubicBezTo>
                  <a:cubicBezTo>
                    <a:pt x="0" y="26"/>
                    <a:pt x="0" y="15"/>
                    <a:pt x="8"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2" name="Freeform 167"/>
            <p:cNvSpPr>
              <a:spLocks/>
            </p:cNvSpPr>
            <p:nvPr/>
          </p:nvSpPr>
          <p:spPr bwMode="auto">
            <a:xfrm>
              <a:off x="2678112" y="5870575"/>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3" name="Freeform 168"/>
            <p:cNvSpPr>
              <a:spLocks/>
            </p:cNvSpPr>
            <p:nvPr/>
          </p:nvSpPr>
          <p:spPr bwMode="auto">
            <a:xfrm>
              <a:off x="3473450" y="5648325"/>
              <a:ext cx="153988" cy="153988"/>
            </a:xfrm>
            <a:custGeom>
              <a:avLst/>
              <a:gdLst>
                <a:gd name="T0" fmla="*/ 7 w 41"/>
                <a:gd name="T1" fmla="*/ 7 h 41"/>
                <a:gd name="T2" fmla="*/ 33 w 41"/>
                <a:gd name="T3" fmla="*/ 7 h 41"/>
                <a:gd name="T4" fmla="*/ 33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4"/>
                    <a:pt x="41" y="26"/>
                    <a:pt x="33" y="33"/>
                  </a:cubicBezTo>
                  <a:cubicBezTo>
                    <a:pt x="26" y="41"/>
                    <a:pt x="14" y="41"/>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4" name="Freeform 169"/>
            <p:cNvSpPr>
              <a:spLocks/>
            </p:cNvSpPr>
            <p:nvPr/>
          </p:nvSpPr>
          <p:spPr bwMode="auto">
            <a:xfrm>
              <a:off x="4310062" y="4616450"/>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7" y="0"/>
                    <a:pt x="34" y="8"/>
                  </a:cubicBezTo>
                  <a:cubicBezTo>
                    <a:pt x="41" y="15"/>
                    <a:pt x="41" y="27"/>
                    <a:pt x="34" y="34"/>
                  </a:cubicBezTo>
                  <a:cubicBezTo>
                    <a:pt x="27" y="41"/>
                    <a:pt x="15"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5" name="Freeform 170"/>
            <p:cNvSpPr>
              <a:spLocks/>
            </p:cNvSpPr>
            <p:nvPr/>
          </p:nvSpPr>
          <p:spPr bwMode="auto">
            <a:xfrm>
              <a:off x="2028825" y="6792912"/>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6" name="Freeform 171"/>
            <p:cNvSpPr>
              <a:spLocks/>
            </p:cNvSpPr>
            <p:nvPr/>
          </p:nvSpPr>
          <p:spPr bwMode="auto">
            <a:xfrm>
              <a:off x="2314575" y="8385175"/>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7" name="Freeform 172"/>
            <p:cNvSpPr>
              <a:spLocks/>
            </p:cNvSpPr>
            <p:nvPr/>
          </p:nvSpPr>
          <p:spPr bwMode="auto">
            <a:xfrm>
              <a:off x="7212012" y="7810500"/>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8" name="Freeform 173"/>
            <p:cNvSpPr>
              <a:spLocks/>
            </p:cNvSpPr>
            <p:nvPr/>
          </p:nvSpPr>
          <p:spPr bwMode="auto">
            <a:xfrm>
              <a:off x="6926262" y="8170862"/>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9" name="Freeform 174"/>
            <p:cNvSpPr>
              <a:spLocks/>
            </p:cNvSpPr>
            <p:nvPr/>
          </p:nvSpPr>
          <p:spPr bwMode="auto">
            <a:xfrm>
              <a:off x="2119312" y="7334250"/>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0" name="Freeform 175"/>
            <p:cNvSpPr>
              <a:spLocks/>
            </p:cNvSpPr>
            <p:nvPr/>
          </p:nvSpPr>
          <p:spPr bwMode="auto">
            <a:xfrm>
              <a:off x="9310687" y="3040062"/>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1" name="Freeform 176"/>
            <p:cNvSpPr>
              <a:spLocks/>
            </p:cNvSpPr>
            <p:nvPr/>
          </p:nvSpPr>
          <p:spPr bwMode="auto">
            <a:xfrm>
              <a:off x="9415462" y="6102350"/>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2" name="Freeform 177"/>
            <p:cNvSpPr>
              <a:spLocks/>
            </p:cNvSpPr>
            <p:nvPr/>
          </p:nvSpPr>
          <p:spPr bwMode="auto">
            <a:xfrm>
              <a:off x="2017712" y="6591300"/>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7" y="0"/>
                    <a:pt x="34" y="8"/>
                  </a:cubicBezTo>
                  <a:cubicBezTo>
                    <a:pt x="41" y="15"/>
                    <a:pt x="41" y="27"/>
                    <a:pt x="34" y="34"/>
                  </a:cubicBezTo>
                  <a:cubicBezTo>
                    <a:pt x="27"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3" name="Freeform 178"/>
            <p:cNvSpPr>
              <a:spLocks/>
            </p:cNvSpPr>
            <p:nvPr/>
          </p:nvSpPr>
          <p:spPr bwMode="auto">
            <a:xfrm>
              <a:off x="5360987" y="7345362"/>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7" y="0"/>
                    <a:pt x="34" y="7"/>
                  </a:cubicBezTo>
                  <a:cubicBezTo>
                    <a:pt x="41" y="15"/>
                    <a:pt x="41" y="27"/>
                    <a:pt x="34" y="34"/>
                  </a:cubicBezTo>
                  <a:cubicBezTo>
                    <a:pt x="27" y="41"/>
                    <a:pt x="15" y="41"/>
                    <a:pt x="7" y="34"/>
                  </a:cubicBezTo>
                  <a:cubicBezTo>
                    <a:pt x="0" y="27"/>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4" name="Freeform 179"/>
            <p:cNvSpPr>
              <a:spLocks/>
            </p:cNvSpPr>
            <p:nvPr/>
          </p:nvSpPr>
          <p:spPr bwMode="auto">
            <a:xfrm>
              <a:off x="5957887" y="7727950"/>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5" name="Freeform 180"/>
            <p:cNvSpPr>
              <a:spLocks/>
            </p:cNvSpPr>
            <p:nvPr/>
          </p:nvSpPr>
          <p:spPr bwMode="auto">
            <a:xfrm>
              <a:off x="5286375" y="6572250"/>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6" name="Freeform 181"/>
            <p:cNvSpPr>
              <a:spLocks/>
            </p:cNvSpPr>
            <p:nvPr/>
          </p:nvSpPr>
          <p:spPr bwMode="auto">
            <a:xfrm>
              <a:off x="6243637" y="6527800"/>
              <a:ext cx="153988" cy="152400"/>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4" y="8"/>
                  </a:cubicBezTo>
                  <a:cubicBezTo>
                    <a:pt x="41" y="15"/>
                    <a:pt x="41" y="27"/>
                    <a:pt x="34" y="34"/>
                  </a:cubicBezTo>
                  <a:cubicBezTo>
                    <a:pt x="26" y="41"/>
                    <a:pt x="14"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7" name="Freeform 182"/>
            <p:cNvSpPr>
              <a:spLocks/>
            </p:cNvSpPr>
            <p:nvPr/>
          </p:nvSpPr>
          <p:spPr bwMode="auto">
            <a:xfrm>
              <a:off x="6551612" y="5900737"/>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6" y="0"/>
                    <a:pt x="34" y="8"/>
                  </a:cubicBezTo>
                  <a:cubicBezTo>
                    <a:pt x="41" y="15"/>
                    <a:pt x="41" y="27"/>
                    <a:pt x="34" y="34"/>
                  </a:cubicBezTo>
                  <a:cubicBezTo>
                    <a:pt x="26"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8" name="Freeform 183"/>
            <p:cNvSpPr>
              <a:spLocks/>
            </p:cNvSpPr>
            <p:nvPr/>
          </p:nvSpPr>
          <p:spPr bwMode="auto">
            <a:xfrm>
              <a:off x="6870700" y="7559675"/>
              <a:ext cx="153988" cy="153988"/>
            </a:xfrm>
            <a:custGeom>
              <a:avLst/>
              <a:gdLst>
                <a:gd name="T0" fmla="*/ 7 w 41"/>
                <a:gd name="T1" fmla="*/ 7 h 41"/>
                <a:gd name="T2" fmla="*/ 33 w 41"/>
                <a:gd name="T3" fmla="*/ 7 h 41"/>
                <a:gd name="T4" fmla="*/ 33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4"/>
                    <a:pt x="41" y="26"/>
                    <a:pt x="33" y="33"/>
                  </a:cubicBezTo>
                  <a:cubicBezTo>
                    <a:pt x="26" y="41"/>
                    <a:pt x="14"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9" name="Freeform 184"/>
            <p:cNvSpPr>
              <a:spLocks/>
            </p:cNvSpPr>
            <p:nvPr/>
          </p:nvSpPr>
          <p:spPr bwMode="auto">
            <a:xfrm>
              <a:off x="7940675" y="6294437"/>
              <a:ext cx="153988" cy="153988"/>
            </a:xfrm>
            <a:custGeom>
              <a:avLst/>
              <a:gdLst>
                <a:gd name="T0" fmla="*/ 8 w 41"/>
                <a:gd name="T1" fmla="*/ 7 h 41"/>
                <a:gd name="T2" fmla="*/ 34 w 41"/>
                <a:gd name="T3" fmla="*/ 7 h 41"/>
                <a:gd name="T4" fmla="*/ 34 w 41"/>
                <a:gd name="T5" fmla="*/ 34 h 41"/>
                <a:gd name="T6" fmla="*/ 8 w 41"/>
                <a:gd name="T7" fmla="*/ 34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5"/>
                    <a:pt x="41" y="27"/>
                    <a:pt x="34" y="34"/>
                  </a:cubicBezTo>
                  <a:cubicBezTo>
                    <a:pt x="27" y="41"/>
                    <a:pt x="15" y="41"/>
                    <a:pt x="8" y="34"/>
                  </a:cubicBezTo>
                  <a:cubicBezTo>
                    <a:pt x="0" y="27"/>
                    <a:pt x="0" y="15"/>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10" name="Freeform 185"/>
            <p:cNvSpPr>
              <a:spLocks/>
            </p:cNvSpPr>
            <p:nvPr/>
          </p:nvSpPr>
          <p:spPr bwMode="auto">
            <a:xfrm>
              <a:off x="7877175" y="5870575"/>
              <a:ext cx="152400" cy="153988"/>
            </a:xfrm>
            <a:custGeom>
              <a:avLst/>
              <a:gdLst>
                <a:gd name="T0" fmla="*/ 8 w 41"/>
                <a:gd name="T1" fmla="*/ 7 h 41"/>
                <a:gd name="T2" fmla="*/ 34 w 41"/>
                <a:gd name="T3" fmla="*/ 7 h 41"/>
                <a:gd name="T4" fmla="*/ 34 w 41"/>
                <a:gd name="T5" fmla="*/ 34 h 41"/>
                <a:gd name="T6" fmla="*/ 8 w 41"/>
                <a:gd name="T7" fmla="*/ 34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5"/>
                    <a:pt x="41" y="26"/>
                    <a:pt x="34" y="34"/>
                  </a:cubicBezTo>
                  <a:cubicBezTo>
                    <a:pt x="27" y="41"/>
                    <a:pt x="15" y="41"/>
                    <a:pt x="8" y="34"/>
                  </a:cubicBezTo>
                  <a:cubicBezTo>
                    <a:pt x="0" y="26"/>
                    <a:pt x="0" y="15"/>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11" name="Freeform 186"/>
            <p:cNvSpPr>
              <a:spLocks/>
            </p:cNvSpPr>
            <p:nvPr/>
          </p:nvSpPr>
          <p:spPr bwMode="auto">
            <a:xfrm>
              <a:off x="7091362" y="5741987"/>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7" y="0"/>
                    <a:pt x="34" y="7"/>
                  </a:cubicBezTo>
                  <a:cubicBezTo>
                    <a:pt x="41" y="15"/>
                    <a:pt x="41" y="26"/>
                    <a:pt x="34" y="34"/>
                  </a:cubicBezTo>
                  <a:cubicBezTo>
                    <a:pt x="27" y="41"/>
                    <a:pt x="15"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12" name="Freeform 187"/>
            <p:cNvSpPr>
              <a:spLocks/>
            </p:cNvSpPr>
            <p:nvPr/>
          </p:nvSpPr>
          <p:spPr bwMode="auto">
            <a:xfrm>
              <a:off x="5426075" y="6707187"/>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7" y="0"/>
                    <a:pt x="34" y="8"/>
                  </a:cubicBezTo>
                  <a:cubicBezTo>
                    <a:pt x="41" y="15"/>
                    <a:pt x="41" y="27"/>
                    <a:pt x="34" y="34"/>
                  </a:cubicBezTo>
                  <a:cubicBezTo>
                    <a:pt x="27"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13" name="Freeform 188"/>
            <p:cNvSpPr>
              <a:spLocks/>
            </p:cNvSpPr>
            <p:nvPr/>
          </p:nvSpPr>
          <p:spPr bwMode="auto">
            <a:xfrm>
              <a:off x="7253287" y="5584825"/>
              <a:ext cx="153988" cy="153988"/>
            </a:xfrm>
            <a:custGeom>
              <a:avLst/>
              <a:gdLst>
                <a:gd name="T0" fmla="*/ 7 w 41"/>
                <a:gd name="T1" fmla="*/ 7 h 41"/>
                <a:gd name="T2" fmla="*/ 33 w 41"/>
                <a:gd name="T3" fmla="*/ 7 h 41"/>
                <a:gd name="T4" fmla="*/ 33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4"/>
                    <a:pt x="41" y="26"/>
                    <a:pt x="33" y="33"/>
                  </a:cubicBezTo>
                  <a:cubicBezTo>
                    <a:pt x="26" y="41"/>
                    <a:pt x="14"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14" name="Freeform 189"/>
            <p:cNvSpPr>
              <a:spLocks/>
            </p:cNvSpPr>
            <p:nvPr/>
          </p:nvSpPr>
          <p:spPr bwMode="auto">
            <a:xfrm>
              <a:off x="8218487" y="5637212"/>
              <a:ext cx="153988"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3"/>
                  </a:cubicBezTo>
                  <a:cubicBezTo>
                    <a:pt x="26" y="41"/>
                    <a:pt x="15"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15" name="Freeform 190"/>
            <p:cNvSpPr>
              <a:spLocks/>
            </p:cNvSpPr>
            <p:nvPr/>
          </p:nvSpPr>
          <p:spPr bwMode="auto">
            <a:xfrm>
              <a:off x="5192712" y="6899275"/>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4" y="8"/>
                  </a:cubicBezTo>
                  <a:cubicBezTo>
                    <a:pt x="41" y="15"/>
                    <a:pt x="41" y="27"/>
                    <a:pt x="34" y="34"/>
                  </a:cubicBezTo>
                  <a:cubicBezTo>
                    <a:pt x="26" y="41"/>
                    <a:pt x="14"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16" name="Freeform 191"/>
            <p:cNvSpPr>
              <a:spLocks/>
            </p:cNvSpPr>
            <p:nvPr/>
          </p:nvSpPr>
          <p:spPr bwMode="auto">
            <a:xfrm>
              <a:off x="5330825" y="4662487"/>
              <a:ext cx="153988" cy="152400"/>
            </a:xfrm>
            <a:custGeom>
              <a:avLst/>
              <a:gdLst>
                <a:gd name="T0" fmla="*/ 7 w 41"/>
                <a:gd name="T1" fmla="*/ 7 h 41"/>
                <a:gd name="T2" fmla="*/ 33 w 41"/>
                <a:gd name="T3" fmla="*/ 7 h 41"/>
                <a:gd name="T4" fmla="*/ 33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4"/>
                    <a:pt x="41" y="26"/>
                    <a:pt x="33" y="33"/>
                  </a:cubicBezTo>
                  <a:cubicBezTo>
                    <a:pt x="26" y="41"/>
                    <a:pt x="14" y="41"/>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17" name="Freeform 192"/>
            <p:cNvSpPr>
              <a:spLocks/>
            </p:cNvSpPr>
            <p:nvPr/>
          </p:nvSpPr>
          <p:spPr bwMode="auto">
            <a:xfrm>
              <a:off x="5894387" y="5307012"/>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18" name="Freeform 193"/>
            <p:cNvSpPr>
              <a:spLocks/>
            </p:cNvSpPr>
            <p:nvPr/>
          </p:nvSpPr>
          <p:spPr bwMode="auto">
            <a:xfrm>
              <a:off x="6783387" y="5795962"/>
              <a:ext cx="153988" cy="152400"/>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7" y="0"/>
                    <a:pt x="34" y="7"/>
                  </a:cubicBezTo>
                  <a:cubicBezTo>
                    <a:pt x="41" y="15"/>
                    <a:pt x="41" y="27"/>
                    <a:pt x="34" y="34"/>
                  </a:cubicBezTo>
                  <a:cubicBezTo>
                    <a:pt x="27" y="41"/>
                    <a:pt x="15" y="41"/>
                    <a:pt x="7" y="34"/>
                  </a:cubicBezTo>
                  <a:cubicBezTo>
                    <a:pt x="0" y="27"/>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19" name="Freeform 194"/>
            <p:cNvSpPr>
              <a:spLocks/>
            </p:cNvSpPr>
            <p:nvPr/>
          </p:nvSpPr>
          <p:spPr bwMode="auto">
            <a:xfrm>
              <a:off x="6964362" y="5997575"/>
              <a:ext cx="153988" cy="153988"/>
            </a:xfrm>
            <a:custGeom>
              <a:avLst/>
              <a:gdLst>
                <a:gd name="T0" fmla="*/ 8 w 41"/>
                <a:gd name="T1" fmla="*/ 7 h 41"/>
                <a:gd name="T2" fmla="*/ 34 w 41"/>
                <a:gd name="T3" fmla="*/ 7 h 41"/>
                <a:gd name="T4" fmla="*/ 34 w 41"/>
                <a:gd name="T5" fmla="*/ 34 h 41"/>
                <a:gd name="T6" fmla="*/ 8 w 41"/>
                <a:gd name="T7" fmla="*/ 34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5"/>
                    <a:pt x="41" y="26"/>
                    <a:pt x="34" y="34"/>
                  </a:cubicBezTo>
                  <a:cubicBezTo>
                    <a:pt x="27" y="41"/>
                    <a:pt x="15" y="41"/>
                    <a:pt x="8" y="34"/>
                  </a:cubicBezTo>
                  <a:cubicBezTo>
                    <a:pt x="0" y="26"/>
                    <a:pt x="0" y="15"/>
                    <a:pt x="8"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20" name="Freeform 195"/>
            <p:cNvSpPr>
              <a:spLocks/>
            </p:cNvSpPr>
            <p:nvPr/>
          </p:nvSpPr>
          <p:spPr bwMode="auto">
            <a:xfrm>
              <a:off x="6604000" y="5254625"/>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21" name="Freeform 196"/>
            <p:cNvSpPr>
              <a:spLocks/>
            </p:cNvSpPr>
            <p:nvPr/>
          </p:nvSpPr>
          <p:spPr bwMode="auto">
            <a:xfrm>
              <a:off x="7475537" y="5700712"/>
              <a:ext cx="152400"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3"/>
                  </a:cubicBezTo>
                  <a:cubicBezTo>
                    <a:pt x="26" y="41"/>
                    <a:pt x="15" y="41"/>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22" name="Freeform 197"/>
            <p:cNvSpPr>
              <a:spLocks/>
            </p:cNvSpPr>
            <p:nvPr/>
          </p:nvSpPr>
          <p:spPr bwMode="auto">
            <a:xfrm>
              <a:off x="7666037" y="5529262"/>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4" y="8"/>
                  </a:cubicBezTo>
                  <a:cubicBezTo>
                    <a:pt x="41" y="15"/>
                    <a:pt x="41" y="27"/>
                    <a:pt x="34" y="34"/>
                  </a:cubicBezTo>
                  <a:cubicBezTo>
                    <a:pt x="26" y="41"/>
                    <a:pt x="14"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23" name="Freeform 198"/>
            <p:cNvSpPr>
              <a:spLocks/>
            </p:cNvSpPr>
            <p:nvPr/>
          </p:nvSpPr>
          <p:spPr bwMode="auto">
            <a:xfrm>
              <a:off x="7602537" y="6126162"/>
              <a:ext cx="153988" cy="152400"/>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4"/>
                  </a:cubicBezTo>
                  <a:cubicBezTo>
                    <a:pt x="26" y="41"/>
                    <a:pt x="15" y="41"/>
                    <a:pt x="7" y="34"/>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24" name="Freeform 199"/>
            <p:cNvSpPr>
              <a:spLocks/>
            </p:cNvSpPr>
            <p:nvPr/>
          </p:nvSpPr>
          <p:spPr bwMode="auto">
            <a:xfrm>
              <a:off x="5511800" y="5900737"/>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25" name="Freeform 200"/>
            <p:cNvSpPr>
              <a:spLocks/>
            </p:cNvSpPr>
            <p:nvPr/>
          </p:nvSpPr>
          <p:spPr bwMode="auto">
            <a:xfrm>
              <a:off x="3311525" y="7378700"/>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26" name="Freeform 201"/>
            <p:cNvSpPr>
              <a:spLocks/>
            </p:cNvSpPr>
            <p:nvPr/>
          </p:nvSpPr>
          <p:spPr bwMode="auto">
            <a:xfrm>
              <a:off x="3079750" y="8377237"/>
              <a:ext cx="153988" cy="150813"/>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27" name="Freeform 202"/>
            <p:cNvSpPr>
              <a:spLocks/>
            </p:cNvSpPr>
            <p:nvPr/>
          </p:nvSpPr>
          <p:spPr bwMode="auto">
            <a:xfrm>
              <a:off x="8829675" y="7326312"/>
              <a:ext cx="153988" cy="150813"/>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28" name="Freeform 203"/>
            <p:cNvSpPr>
              <a:spLocks/>
            </p:cNvSpPr>
            <p:nvPr/>
          </p:nvSpPr>
          <p:spPr bwMode="auto">
            <a:xfrm>
              <a:off x="8243887" y="8228012"/>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29" name="Freeform 204"/>
            <p:cNvSpPr>
              <a:spLocks/>
            </p:cNvSpPr>
            <p:nvPr/>
          </p:nvSpPr>
          <p:spPr bwMode="auto">
            <a:xfrm>
              <a:off x="8094662" y="8451850"/>
              <a:ext cx="153988" cy="150813"/>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30" name="Freeform 205"/>
            <p:cNvSpPr>
              <a:spLocks/>
            </p:cNvSpPr>
            <p:nvPr/>
          </p:nvSpPr>
          <p:spPr bwMode="auto">
            <a:xfrm>
              <a:off x="9115425" y="6951662"/>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31" name="Freeform 206"/>
            <p:cNvSpPr>
              <a:spLocks/>
            </p:cNvSpPr>
            <p:nvPr/>
          </p:nvSpPr>
          <p:spPr bwMode="auto">
            <a:xfrm>
              <a:off x="8785225" y="7837487"/>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32" name="Freeform 207"/>
            <p:cNvSpPr>
              <a:spLocks/>
            </p:cNvSpPr>
            <p:nvPr/>
          </p:nvSpPr>
          <p:spPr bwMode="auto">
            <a:xfrm>
              <a:off x="9280525" y="6891337"/>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33" name="Freeform 208"/>
            <p:cNvSpPr>
              <a:spLocks/>
            </p:cNvSpPr>
            <p:nvPr/>
          </p:nvSpPr>
          <p:spPr bwMode="auto">
            <a:xfrm>
              <a:off x="4108450" y="8640762"/>
              <a:ext cx="153988" cy="153988"/>
            </a:xfrm>
            <a:custGeom>
              <a:avLst/>
              <a:gdLst>
                <a:gd name="T0" fmla="*/ 8 w 41"/>
                <a:gd name="T1" fmla="*/ 8 h 41"/>
                <a:gd name="T2" fmla="*/ 34 w 41"/>
                <a:gd name="T3" fmla="*/ 8 h 41"/>
                <a:gd name="T4" fmla="*/ 34 w 41"/>
                <a:gd name="T5" fmla="*/ 34 h 41"/>
                <a:gd name="T6" fmla="*/ 8 w 41"/>
                <a:gd name="T7" fmla="*/ 34 h 41"/>
                <a:gd name="T8" fmla="*/ 8 w 41"/>
                <a:gd name="T9" fmla="*/ 8 h 41"/>
              </a:gdLst>
              <a:ahLst/>
              <a:cxnLst>
                <a:cxn ang="0">
                  <a:pos x="T0" y="T1"/>
                </a:cxn>
                <a:cxn ang="0">
                  <a:pos x="T2" y="T3"/>
                </a:cxn>
                <a:cxn ang="0">
                  <a:pos x="T4" y="T5"/>
                </a:cxn>
                <a:cxn ang="0">
                  <a:pos x="T6" y="T7"/>
                </a:cxn>
                <a:cxn ang="0">
                  <a:pos x="T8" y="T9"/>
                </a:cxn>
              </a:cxnLst>
              <a:rect l="0" t="0" r="r" b="b"/>
              <a:pathLst>
                <a:path w="41" h="41">
                  <a:moveTo>
                    <a:pt x="8" y="8"/>
                  </a:moveTo>
                  <a:cubicBezTo>
                    <a:pt x="15" y="0"/>
                    <a:pt x="27" y="0"/>
                    <a:pt x="34" y="8"/>
                  </a:cubicBezTo>
                  <a:cubicBezTo>
                    <a:pt x="41" y="15"/>
                    <a:pt x="41" y="27"/>
                    <a:pt x="34" y="34"/>
                  </a:cubicBezTo>
                  <a:cubicBezTo>
                    <a:pt x="27" y="41"/>
                    <a:pt x="15" y="41"/>
                    <a:pt x="8" y="34"/>
                  </a:cubicBezTo>
                  <a:cubicBezTo>
                    <a:pt x="0" y="27"/>
                    <a:pt x="0" y="15"/>
                    <a:pt x="8"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34" name="Freeform 209"/>
            <p:cNvSpPr>
              <a:spLocks/>
            </p:cNvSpPr>
            <p:nvPr/>
          </p:nvSpPr>
          <p:spPr bwMode="auto">
            <a:xfrm>
              <a:off x="5657850" y="6688137"/>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35" name="Freeform 210"/>
            <p:cNvSpPr>
              <a:spLocks/>
            </p:cNvSpPr>
            <p:nvPr/>
          </p:nvSpPr>
          <p:spPr bwMode="auto">
            <a:xfrm>
              <a:off x="5756275" y="6294437"/>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7"/>
                    <a:pt x="33" y="34"/>
                  </a:cubicBezTo>
                  <a:cubicBezTo>
                    <a:pt x="26" y="41"/>
                    <a:pt x="14" y="41"/>
                    <a:pt x="7" y="34"/>
                  </a:cubicBezTo>
                  <a:cubicBezTo>
                    <a:pt x="0" y="27"/>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36" name="Freeform 211"/>
            <p:cNvSpPr>
              <a:spLocks/>
            </p:cNvSpPr>
            <p:nvPr/>
          </p:nvSpPr>
          <p:spPr bwMode="auto">
            <a:xfrm>
              <a:off x="6051550" y="6061075"/>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4"/>
                  </a:cubicBezTo>
                  <a:cubicBezTo>
                    <a:pt x="26" y="41"/>
                    <a:pt x="15" y="41"/>
                    <a:pt x="7" y="34"/>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37" name="Freeform 212"/>
            <p:cNvSpPr>
              <a:spLocks/>
            </p:cNvSpPr>
            <p:nvPr/>
          </p:nvSpPr>
          <p:spPr bwMode="auto">
            <a:xfrm>
              <a:off x="6307137" y="7758112"/>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4" y="8"/>
                  </a:cubicBezTo>
                  <a:cubicBezTo>
                    <a:pt x="41" y="15"/>
                    <a:pt x="41" y="27"/>
                    <a:pt x="34" y="34"/>
                  </a:cubicBezTo>
                  <a:cubicBezTo>
                    <a:pt x="26" y="41"/>
                    <a:pt x="14"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38" name="Freeform 213"/>
            <p:cNvSpPr>
              <a:spLocks/>
            </p:cNvSpPr>
            <p:nvPr/>
          </p:nvSpPr>
          <p:spPr bwMode="auto">
            <a:xfrm>
              <a:off x="3335337" y="8651875"/>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39" name="Freeform 214"/>
            <p:cNvSpPr>
              <a:spLocks/>
            </p:cNvSpPr>
            <p:nvPr/>
          </p:nvSpPr>
          <p:spPr bwMode="auto">
            <a:xfrm>
              <a:off x="5151437" y="4778375"/>
              <a:ext cx="153988" cy="153988"/>
            </a:xfrm>
            <a:custGeom>
              <a:avLst/>
              <a:gdLst>
                <a:gd name="T0" fmla="*/ 7 w 41"/>
                <a:gd name="T1" fmla="*/ 7 h 41"/>
                <a:gd name="T2" fmla="*/ 33 w 41"/>
                <a:gd name="T3" fmla="*/ 7 h 41"/>
                <a:gd name="T4" fmla="*/ 33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4"/>
                    <a:pt x="41" y="26"/>
                    <a:pt x="33" y="33"/>
                  </a:cubicBezTo>
                  <a:cubicBezTo>
                    <a:pt x="26" y="41"/>
                    <a:pt x="14" y="41"/>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40" name="Freeform 215"/>
            <p:cNvSpPr>
              <a:spLocks/>
            </p:cNvSpPr>
            <p:nvPr/>
          </p:nvSpPr>
          <p:spPr bwMode="auto">
            <a:xfrm>
              <a:off x="974725" y="6267450"/>
              <a:ext cx="247650" cy="252413"/>
            </a:xfrm>
            <a:custGeom>
              <a:avLst/>
              <a:gdLst>
                <a:gd name="T0" fmla="*/ 11 w 66"/>
                <a:gd name="T1" fmla="*/ 12 h 67"/>
                <a:gd name="T2" fmla="*/ 54 w 66"/>
                <a:gd name="T3" fmla="*/ 12 h 67"/>
                <a:gd name="T4" fmla="*/ 54 w 66"/>
                <a:gd name="T5" fmla="*/ 55 h 67"/>
                <a:gd name="T6" fmla="*/ 11 w 66"/>
                <a:gd name="T7" fmla="*/ 55 h 67"/>
                <a:gd name="T8" fmla="*/ 11 w 66"/>
                <a:gd name="T9" fmla="*/ 12 h 67"/>
              </a:gdLst>
              <a:ahLst/>
              <a:cxnLst>
                <a:cxn ang="0">
                  <a:pos x="T0" y="T1"/>
                </a:cxn>
                <a:cxn ang="0">
                  <a:pos x="T2" y="T3"/>
                </a:cxn>
                <a:cxn ang="0">
                  <a:pos x="T4" y="T5"/>
                </a:cxn>
                <a:cxn ang="0">
                  <a:pos x="T6" y="T7"/>
                </a:cxn>
                <a:cxn ang="0">
                  <a:pos x="T8" y="T9"/>
                </a:cxn>
              </a:cxnLst>
              <a:rect l="0" t="0" r="r" b="b"/>
              <a:pathLst>
                <a:path w="66" h="67">
                  <a:moveTo>
                    <a:pt x="11" y="12"/>
                  </a:moveTo>
                  <a:cubicBezTo>
                    <a:pt x="23" y="0"/>
                    <a:pt x="42" y="0"/>
                    <a:pt x="54" y="12"/>
                  </a:cubicBezTo>
                  <a:cubicBezTo>
                    <a:pt x="66" y="24"/>
                    <a:pt x="66" y="43"/>
                    <a:pt x="54" y="55"/>
                  </a:cubicBezTo>
                  <a:cubicBezTo>
                    <a:pt x="42" y="67"/>
                    <a:pt x="23" y="67"/>
                    <a:pt x="11" y="55"/>
                  </a:cubicBezTo>
                  <a:cubicBezTo>
                    <a:pt x="0" y="43"/>
                    <a:pt x="0" y="24"/>
                    <a:pt x="11"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41" name="Freeform 216"/>
            <p:cNvSpPr>
              <a:spLocks/>
            </p:cNvSpPr>
            <p:nvPr/>
          </p:nvSpPr>
          <p:spPr bwMode="auto">
            <a:xfrm>
              <a:off x="1019175" y="6316662"/>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42" name="Freeform 217"/>
            <p:cNvSpPr>
              <a:spLocks/>
            </p:cNvSpPr>
            <p:nvPr/>
          </p:nvSpPr>
          <p:spPr bwMode="auto">
            <a:xfrm>
              <a:off x="4321175" y="7018337"/>
              <a:ext cx="698500" cy="436563"/>
            </a:xfrm>
            <a:custGeom>
              <a:avLst/>
              <a:gdLst>
                <a:gd name="T0" fmla="*/ 0 w 440"/>
                <a:gd name="T1" fmla="*/ 275 h 275"/>
                <a:gd name="T2" fmla="*/ 275 w 440"/>
                <a:gd name="T3" fmla="*/ 0 h 275"/>
                <a:gd name="T4" fmla="*/ 440 w 440"/>
                <a:gd name="T5" fmla="*/ 0 h 275"/>
              </a:gdLst>
              <a:ahLst/>
              <a:cxnLst>
                <a:cxn ang="0">
                  <a:pos x="T0" y="T1"/>
                </a:cxn>
                <a:cxn ang="0">
                  <a:pos x="T2" y="T3"/>
                </a:cxn>
                <a:cxn ang="0">
                  <a:pos x="T4" y="T5"/>
                </a:cxn>
              </a:cxnLst>
              <a:rect l="0" t="0" r="r" b="b"/>
              <a:pathLst>
                <a:path w="440" h="275">
                  <a:moveTo>
                    <a:pt x="0" y="275"/>
                  </a:moveTo>
                  <a:lnTo>
                    <a:pt x="275" y="0"/>
                  </a:lnTo>
                  <a:lnTo>
                    <a:pt x="44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43" name="Freeform 218"/>
            <p:cNvSpPr>
              <a:spLocks/>
            </p:cNvSpPr>
            <p:nvPr/>
          </p:nvSpPr>
          <p:spPr bwMode="auto">
            <a:xfrm>
              <a:off x="4978400" y="6943725"/>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44" name="Freeform 219"/>
            <p:cNvSpPr>
              <a:spLocks/>
            </p:cNvSpPr>
            <p:nvPr/>
          </p:nvSpPr>
          <p:spPr bwMode="auto">
            <a:xfrm>
              <a:off x="4235450" y="7386637"/>
              <a:ext cx="153988" cy="153988"/>
            </a:xfrm>
            <a:custGeom>
              <a:avLst/>
              <a:gdLst>
                <a:gd name="T0" fmla="*/ 8 w 41"/>
                <a:gd name="T1" fmla="*/ 8 h 41"/>
                <a:gd name="T2" fmla="*/ 34 w 41"/>
                <a:gd name="T3" fmla="*/ 8 h 41"/>
                <a:gd name="T4" fmla="*/ 34 w 41"/>
                <a:gd name="T5" fmla="*/ 34 h 41"/>
                <a:gd name="T6" fmla="*/ 8 w 41"/>
                <a:gd name="T7" fmla="*/ 34 h 41"/>
                <a:gd name="T8" fmla="*/ 8 w 41"/>
                <a:gd name="T9" fmla="*/ 8 h 41"/>
              </a:gdLst>
              <a:ahLst/>
              <a:cxnLst>
                <a:cxn ang="0">
                  <a:pos x="T0" y="T1"/>
                </a:cxn>
                <a:cxn ang="0">
                  <a:pos x="T2" y="T3"/>
                </a:cxn>
                <a:cxn ang="0">
                  <a:pos x="T4" y="T5"/>
                </a:cxn>
                <a:cxn ang="0">
                  <a:pos x="T6" y="T7"/>
                </a:cxn>
                <a:cxn ang="0">
                  <a:pos x="T8" y="T9"/>
                </a:cxn>
              </a:cxnLst>
              <a:rect l="0" t="0" r="r" b="b"/>
              <a:pathLst>
                <a:path w="41" h="41">
                  <a:moveTo>
                    <a:pt x="8" y="8"/>
                  </a:moveTo>
                  <a:cubicBezTo>
                    <a:pt x="15" y="0"/>
                    <a:pt x="27" y="0"/>
                    <a:pt x="34" y="8"/>
                  </a:cubicBezTo>
                  <a:cubicBezTo>
                    <a:pt x="41" y="15"/>
                    <a:pt x="41" y="27"/>
                    <a:pt x="34" y="34"/>
                  </a:cubicBezTo>
                  <a:cubicBezTo>
                    <a:pt x="27" y="41"/>
                    <a:pt x="15" y="41"/>
                    <a:pt x="8" y="34"/>
                  </a:cubicBezTo>
                  <a:cubicBezTo>
                    <a:pt x="0" y="27"/>
                    <a:pt x="0" y="15"/>
                    <a:pt x="8"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45" name="Freeform 220"/>
            <p:cNvSpPr>
              <a:spLocks/>
            </p:cNvSpPr>
            <p:nvPr/>
          </p:nvSpPr>
          <p:spPr bwMode="auto">
            <a:xfrm>
              <a:off x="4433887" y="7097712"/>
              <a:ext cx="247650" cy="247650"/>
            </a:xfrm>
            <a:custGeom>
              <a:avLst/>
              <a:gdLst>
                <a:gd name="T0" fmla="*/ 11 w 66"/>
                <a:gd name="T1" fmla="*/ 11 h 66"/>
                <a:gd name="T2" fmla="*/ 54 w 66"/>
                <a:gd name="T3" fmla="*/ 11 h 66"/>
                <a:gd name="T4" fmla="*/ 54 w 66"/>
                <a:gd name="T5" fmla="*/ 54 h 66"/>
                <a:gd name="T6" fmla="*/ 11 w 66"/>
                <a:gd name="T7" fmla="*/ 54 h 66"/>
                <a:gd name="T8" fmla="*/ 11 w 66"/>
                <a:gd name="T9" fmla="*/ 11 h 66"/>
              </a:gdLst>
              <a:ahLst/>
              <a:cxnLst>
                <a:cxn ang="0">
                  <a:pos x="T0" y="T1"/>
                </a:cxn>
                <a:cxn ang="0">
                  <a:pos x="T2" y="T3"/>
                </a:cxn>
                <a:cxn ang="0">
                  <a:pos x="T4" y="T5"/>
                </a:cxn>
                <a:cxn ang="0">
                  <a:pos x="T6" y="T7"/>
                </a:cxn>
                <a:cxn ang="0">
                  <a:pos x="T8" y="T9"/>
                </a:cxn>
              </a:cxnLst>
              <a:rect l="0" t="0" r="r" b="b"/>
              <a:pathLst>
                <a:path w="66" h="66">
                  <a:moveTo>
                    <a:pt x="11" y="11"/>
                  </a:moveTo>
                  <a:cubicBezTo>
                    <a:pt x="23" y="0"/>
                    <a:pt x="42" y="0"/>
                    <a:pt x="54" y="11"/>
                  </a:cubicBezTo>
                  <a:cubicBezTo>
                    <a:pt x="66" y="23"/>
                    <a:pt x="66" y="42"/>
                    <a:pt x="54" y="54"/>
                  </a:cubicBezTo>
                  <a:cubicBezTo>
                    <a:pt x="42" y="66"/>
                    <a:pt x="23" y="66"/>
                    <a:pt x="11" y="54"/>
                  </a:cubicBezTo>
                  <a:cubicBezTo>
                    <a:pt x="0" y="42"/>
                    <a:pt x="0" y="23"/>
                    <a:pt x="11" y="11"/>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46" name="Freeform 221"/>
            <p:cNvSpPr>
              <a:spLocks/>
            </p:cNvSpPr>
            <p:nvPr/>
          </p:nvSpPr>
          <p:spPr bwMode="auto">
            <a:xfrm>
              <a:off x="4479925" y="7142162"/>
              <a:ext cx="153988" cy="153988"/>
            </a:xfrm>
            <a:custGeom>
              <a:avLst/>
              <a:gdLst>
                <a:gd name="T0" fmla="*/ 8 w 41"/>
                <a:gd name="T1" fmla="*/ 8 h 41"/>
                <a:gd name="T2" fmla="*/ 34 w 41"/>
                <a:gd name="T3" fmla="*/ 8 h 41"/>
                <a:gd name="T4" fmla="*/ 34 w 41"/>
                <a:gd name="T5" fmla="*/ 34 h 41"/>
                <a:gd name="T6" fmla="*/ 8 w 41"/>
                <a:gd name="T7" fmla="*/ 34 h 41"/>
                <a:gd name="T8" fmla="*/ 8 w 41"/>
                <a:gd name="T9" fmla="*/ 8 h 41"/>
              </a:gdLst>
              <a:ahLst/>
              <a:cxnLst>
                <a:cxn ang="0">
                  <a:pos x="T0" y="T1"/>
                </a:cxn>
                <a:cxn ang="0">
                  <a:pos x="T2" y="T3"/>
                </a:cxn>
                <a:cxn ang="0">
                  <a:pos x="T4" y="T5"/>
                </a:cxn>
                <a:cxn ang="0">
                  <a:pos x="T6" y="T7"/>
                </a:cxn>
                <a:cxn ang="0">
                  <a:pos x="T8" y="T9"/>
                </a:cxn>
              </a:cxnLst>
              <a:rect l="0" t="0" r="r" b="b"/>
              <a:pathLst>
                <a:path w="41" h="41">
                  <a:moveTo>
                    <a:pt x="8" y="8"/>
                  </a:moveTo>
                  <a:cubicBezTo>
                    <a:pt x="15" y="0"/>
                    <a:pt x="27" y="0"/>
                    <a:pt x="34" y="8"/>
                  </a:cubicBezTo>
                  <a:cubicBezTo>
                    <a:pt x="41" y="15"/>
                    <a:pt x="41" y="27"/>
                    <a:pt x="34" y="34"/>
                  </a:cubicBezTo>
                  <a:cubicBezTo>
                    <a:pt x="27" y="41"/>
                    <a:pt x="15" y="41"/>
                    <a:pt x="8" y="34"/>
                  </a:cubicBezTo>
                  <a:cubicBezTo>
                    <a:pt x="0" y="27"/>
                    <a:pt x="0" y="15"/>
                    <a:pt x="8"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47" name="Freeform 222"/>
            <p:cNvSpPr>
              <a:spLocks/>
            </p:cNvSpPr>
            <p:nvPr/>
          </p:nvSpPr>
          <p:spPr bwMode="auto">
            <a:xfrm>
              <a:off x="2719387" y="2825750"/>
              <a:ext cx="828675" cy="219075"/>
            </a:xfrm>
            <a:custGeom>
              <a:avLst/>
              <a:gdLst>
                <a:gd name="T0" fmla="*/ 522 w 522"/>
                <a:gd name="T1" fmla="*/ 135 h 138"/>
                <a:gd name="T2" fmla="*/ 135 w 522"/>
                <a:gd name="T3" fmla="*/ 138 h 138"/>
                <a:gd name="T4" fmla="*/ 0 w 522"/>
                <a:gd name="T5" fmla="*/ 0 h 138"/>
              </a:gdLst>
              <a:ahLst/>
              <a:cxnLst>
                <a:cxn ang="0">
                  <a:pos x="T0" y="T1"/>
                </a:cxn>
                <a:cxn ang="0">
                  <a:pos x="T2" y="T3"/>
                </a:cxn>
                <a:cxn ang="0">
                  <a:pos x="T4" y="T5"/>
                </a:cxn>
              </a:cxnLst>
              <a:rect l="0" t="0" r="r" b="b"/>
              <a:pathLst>
                <a:path w="522" h="138">
                  <a:moveTo>
                    <a:pt x="522" y="135"/>
                  </a:moveTo>
                  <a:lnTo>
                    <a:pt x="135" y="138"/>
                  </a:lnTo>
                  <a:lnTo>
                    <a:pt x="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48" name="Oval 223"/>
            <p:cNvSpPr>
              <a:spLocks noChangeArrowheads="1"/>
            </p:cNvSpPr>
            <p:nvPr/>
          </p:nvSpPr>
          <p:spPr bwMode="auto">
            <a:xfrm>
              <a:off x="2647950" y="2767012"/>
              <a:ext cx="142875" cy="138113"/>
            </a:xfrm>
            <a:prstGeom prst="ellipse">
              <a:avLst/>
            </a:pr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49" name="Oval 224"/>
            <p:cNvSpPr>
              <a:spLocks noChangeArrowheads="1"/>
            </p:cNvSpPr>
            <p:nvPr/>
          </p:nvSpPr>
          <p:spPr bwMode="auto">
            <a:xfrm>
              <a:off x="3489325" y="2976562"/>
              <a:ext cx="141288" cy="138113"/>
            </a:xfrm>
            <a:prstGeom prst="ellipse">
              <a:avLst/>
            </a:pr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50" name="Freeform 225"/>
            <p:cNvSpPr>
              <a:spLocks/>
            </p:cNvSpPr>
            <p:nvPr/>
          </p:nvSpPr>
          <p:spPr bwMode="auto">
            <a:xfrm>
              <a:off x="3101975" y="2932112"/>
              <a:ext cx="225425" cy="228600"/>
            </a:xfrm>
            <a:custGeom>
              <a:avLst/>
              <a:gdLst>
                <a:gd name="T0" fmla="*/ 30 w 60"/>
                <a:gd name="T1" fmla="*/ 61 h 61"/>
                <a:gd name="T2" fmla="*/ 0 w 60"/>
                <a:gd name="T3" fmla="*/ 30 h 61"/>
                <a:gd name="T4" fmla="*/ 30 w 60"/>
                <a:gd name="T5" fmla="*/ 0 h 61"/>
                <a:gd name="T6" fmla="*/ 60 w 60"/>
                <a:gd name="T7" fmla="*/ 30 h 61"/>
                <a:gd name="T8" fmla="*/ 30 w 60"/>
                <a:gd name="T9" fmla="*/ 61 h 61"/>
              </a:gdLst>
              <a:ahLst/>
              <a:cxnLst>
                <a:cxn ang="0">
                  <a:pos x="T0" y="T1"/>
                </a:cxn>
                <a:cxn ang="0">
                  <a:pos x="T2" y="T3"/>
                </a:cxn>
                <a:cxn ang="0">
                  <a:pos x="T4" y="T5"/>
                </a:cxn>
                <a:cxn ang="0">
                  <a:pos x="T6" y="T7"/>
                </a:cxn>
                <a:cxn ang="0">
                  <a:pos x="T8" y="T9"/>
                </a:cxn>
              </a:cxnLst>
              <a:rect l="0" t="0" r="r" b="b"/>
              <a:pathLst>
                <a:path w="60" h="61">
                  <a:moveTo>
                    <a:pt x="30" y="61"/>
                  </a:moveTo>
                  <a:cubicBezTo>
                    <a:pt x="13" y="61"/>
                    <a:pt x="0" y="47"/>
                    <a:pt x="0" y="30"/>
                  </a:cubicBezTo>
                  <a:cubicBezTo>
                    <a:pt x="0" y="14"/>
                    <a:pt x="13" y="0"/>
                    <a:pt x="30" y="0"/>
                  </a:cubicBezTo>
                  <a:cubicBezTo>
                    <a:pt x="47" y="0"/>
                    <a:pt x="60" y="13"/>
                    <a:pt x="60" y="30"/>
                  </a:cubicBezTo>
                  <a:cubicBezTo>
                    <a:pt x="60" y="47"/>
                    <a:pt x="47" y="61"/>
                    <a:pt x="30" y="61"/>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51" name="Oval 226"/>
            <p:cNvSpPr>
              <a:spLocks noChangeArrowheads="1"/>
            </p:cNvSpPr>
            <p:nvPr/>
          </p:nvSpPr>
          <p:spPr bwMode="auto">
            <a:xfrm>
              <a:off x="3143250" y="2976562"/>
              <a:ext cx="142875" cy="1381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52" name="Freeform 227"/>
            <p:cNvSpPr>
              <a:spLocks/>
            </p:cNvSpPr>
            <p:nvPr/>
          </p:nvSpPr>
          <p:spPr bwMode="auto">
            <a:xfrm>
              <a:off x="8135937" y="525462"/>
              <a:ext cx="3497263" cy="3978275"/>
            </a:xfrm>
            <a:custGeom>
              <a:avLst/>
              <a:gdLst>
                <a:gd name="T0" fmla="*/ 0 w 2203"/>
                <a:gd name="T1" fmla="*/ 2504 h 2506"/>
                <a:gd name="T2" fmla="*/ 163 w 2203"/>
                <a:gd name="T3" fmla="*/ 2506 h 2506"/>
                <a:gd name="T4" fmla="*/ 399 w 2203"/>
                <a:gd name="T5" fmla="*/ 2270 h 2506"/>
                <a:gd name="T6" fmla="*/ 399 w 2203"/>
                <a:gd name="T7" fmla="*/ 1804 h 2506"/>
                <a:gd name="T8" fmla="*/ 2203 w 2203"/>
                <a:gd name="T9" fmla="*/ 0 h 2506"/>
              </a:gdLst>
              <a:ahLst/>
              <a:cxnLst>
                <a:cxn ang="0">
                  <a:pos x="T0" y="T1"/>
                </a:cxn>
                <a:cxn ang="0">
                  <a:pos x="T2" y="T3"/>
                </a:cxn>
                <a:cxn ang="0">
                  <a:pos x="T4" y="T5"/>
                </a:cxn>
                <a:cxn ang="0">
                  <a:pos x="T6" y="T7"/>
                </a:cxn>
                <a:cxn ang="0">
                  <a:pos x="T8" y="T9"/>
                </a:cxn>
              </a:cxnLst>
              <a:rect l="0" t="0" r="r" b="b"/>
              <a:pathLst>
                <a:path w="2203" h="2506">
                  <a:moveTo>
                    <a:pt x="0" y="2504"/>
                  </a:moveTo>
                  <a:lnTo>
                    <a:pt x="163" y="2506"/>
                  </a:lnTo>
                  <a:lnTo>
                    <a:pt x="399" y="2270"/>
                  </a:lnTo>
                  <a:lnTo>
                    <a:pt x="399" y="1804"/>
                  </a:lnTo>
                  <a:lnTo>
                    <a:pt x="220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53" name="Freeform 228"/>
            <p:cNvSpPr>
              <a:spLocks/>
            </p:cNvSpPr>
            <p:nvPr/>
          </p:nvSpPr>
          <p:spPr bwMode="auto">
            <a:xfrm>
              <a:off x="8023225" y="4429125"/>
              <a:ext cx="153988" cy="153988"/>
            </a:xfrm>
            <a:custGeom>
              <a:avLst/>
              <a:gdLst>
                <a:gd name="T0" fmla="*/ 34 w 41"/>
                <a:gd name="T1" fmla="*/ 34 h 41"/>
                <a:gd name="T2" fmla="*/ 8 w 41"/>
                <a:gd name="T3" fmla="*/ 34 h 41"/>
                <a:gd name="T4" fmla="*/ 8 w 41"/>
                <a:gd name="T5" fmla="*/ 8 h 41"/>
                <a:gd name="T6" fmla="*/ 34 w 41"/>
                <a:gd name="T7" fmla="*/ 8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8" y="34"/>
                  </a:cubicBezTo>
                  <a:cubicBezTo>
                    <a:pt x="0" y="27"/>
                    <a:pt x="0" y="15"/>
                    <a:pt x="8" y="8"/>
                  </a:cubicBezTo>
                  <a:cubicBezTo>
                    <a:pt x="15" y="0"/>
                    <a:pt x="27" y="0"/>
                    <a:pt x="34" y="8"/>
                  </a:cubicBezTo>
                  <a:cubicBezTo>
                    <a:pt x="41" y="15"/>
                    <a:pt x="41" y="27"/>
                    <a:pt x="34" y="34"/>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54" name="Freeform 229"/>
            <p:cNvSpPr>
              <a:spLocks/>
            </p:cNvSpPr>
            <p:nvPr/>
          </p:nvSpPr>
          <p:spPr bwMode="auto">
            <a:xfrm>
              <a:off x="7404100" y="252412"/>
              <a:ext cx="4278313" cy="4368800"/>
            </a:xfrm>
            <a:custGeom>
              <a:avLst/>
              <a:gdLst>
                <a:gd name="T0" fmla="*/ 0 w 2695"/>
                <a:gd name="T1" fmla="*/ 2747 h 2752"/>
                <a:gd name="T2" fmla="*/ 163 w 2695"/>
                <a:gd name="T3" fmla="*/ 2752 h 2752"/>
                <a:gd name="T4" fmla="*/ 439 w 2695"/>
                <a:gd name="T5" fmla="*/ 2475 h 2752"/>
                <a:gd name="T6" fmla="*/ 584 w 2695"/>
                <a:gd name="T7" fmla="*/ 2477 h 2752"/>
                <a:gd name="T8" fmla="*/ 785 w 2695"/>
                <a:gd name="T9" fmla="*/ 2276 h 2752"/>
                <a:gd name="T10" fmla="*/ 785 w 2695"/>
                <a:gd name="T11" fmla="*/ 1910 h 2752"/>
                <a:gd name="T12" fmla="*/ 2695 w 2695"/>
                <a:gd name="T13" fmla="*/ 0 h 2752"/>
              </a:gdLst>
              <a:ahLst/>
              <a:cxnLst>
                <a:cxn ang="0">
                  <a:pos x="T0" y="T1"/>
                </a:cxn>
                <a:cxn ang="0">
                  <a:pos x="T2" y="T3"/>
                </a:cxn>
                <a:cxn ang="0">
                  <a:pos x="T4" y="T5"/>
                </a:cxn>
                <a:cxn ang="0">
                  <a:pos x="T6" y="T7"/>
                </a:cxn>
                <a:cxn ang="0">
                  <a:pos x="T8" y="T9"/>
                </a:cxn>
                <a:cxn ang="0">
                  <a:pos x="T10" y="T11"/>
                </a:cxn>
                <a:cxn ang="0">
                  <a:pos x="T12" y="T13"/>
                </a:cxn>
              </a:cxnLst>
              <a:rect l="0" t="0" r="r" b="b"/>
              <a:pathLst>
                <a:path w="2695" h="2752">
                  <a:moveTo>
                    <a:pt x="0" y="2747"/>
                  </a:moveTo>
                  <a:lnTo>
                    <a:pt x="163" y="2752"/>
                  </a:lnTo>
                  <a:lnTo>
                    <a:pt x="439" y="2475"/>
                  </a:lnTo>
                  <a:lnTo>
                    <a:pt x="584" y="2477"/>
                  </a:lnTo>
                  <a:lnTo>
                    <a:pt x="785" y="2276"/>
                  </a:lnTo>
                  <a:lnTo>
                    <a:pt x="785" y="1910"/>
                  </a:lnTo>
                  <a:lnTo>
                    <a:pt x="2695"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55" name="Freeform 230"/>
            <p:cNvSpPr>
              <a:spLocks/>
            </p:cNvSpPr>
            <p:nvPr/>
          </p:nvSpPr>
          <p:spPr bwMode="auto">
            <a:xfrm>
              <a:off x="7291387" y="4549775"/>
              <a:ext cx="153988" cy="153988"/>
            </a:xfrm>
            <a:custGeom>
              <a:avLst/>
              <a:gdLst>
                <a:gd name="T0" fmla="*/ 34 w 41"/>
                <a:gd name="T1" fmla="*/ 33 h 41"/>
                <a:gd name="T2" fmla="*/ 8 w 41"/>
                <a:gd name="T3" fmla="*/ 33 h 41"/>
                <a:gd name="T4" fmla="*/ 8 w 41"/>
                <a:gd name="T5" fmla="*/ 7 h 41"/>
                <a:gd name="T6" fmla="*/ 34 w 41"/>
                <a:gd name="T7" fmla="*/ 7 h 41"/>
                <a:gd name="T8" fmla="*/ 34 w 41"/>
                <a:gd name="T9" fmla="*/ 33 h 41"/>
              </a:gdLst>
              <a:ahLst/>
              <a:cxnLst>
                <a:cxn ang="0">
                  <a:pos x="T0" y="T1"/>
                </a:cxn>
                <a:cxn ang="0">
                  <a:pos x="T2" y="T3"/>
                </a:cxn>
                <a:cxn ang="0">
                  <a:pos x="T4" y="T5"/>
                </a:cxn>
                <a:cxn ang="0">
                  <a:pos x="T6" y="T7"/>
                </a:cxn>
                <a:cxn ang="0">
                  <a:pos x="T8" y="T9"/>
                </a:cxn>
              </a:cxnLst>
              <a:rect l="0" t="0" r="r" b="b"/>
              <a:pathLst>
                <a:path w="41" h="41">
                  <a:moveTo>
                    <a:pt x="34" y="33"/>
                  </a:moveTo>
                  <a:cubicBezTo>
                    <a:pt x="27" y="41"/>
                    <a:pt x="15" y="41"/>
                    <a:pt x="8" y="33"/>
                  </a:cubicBezTo>
                  <a:cubicBezTo>
                    <a:pt x="0" y="26"/>
                    <a:pt x="0" y="14"/>
                    <a:pt x="8" y="7"/>
                  </a:cubicBezTo>
                  <a:cubicBezTo>
                    <a:pt x="15" y="0"/>
                    <a:pt x="27" y="0"/>
                    <a:pt x="34" y="7"/>
                  </a:cubicBezTo>
                  <a:cubicBezTo>
                    <a:pt x="41" y="14"/>
                    <a:pt x="41" y="26"/>
                    <a:pt x="34" y="33"/>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56" name="Freeform 231"/>
            <p:cNvSpPr>
              <a:spLocks/>
            </p:cNvSpPr>
            <p:nvPr/>
          </p:nvSpPr>
          <p:spPr bwMode="auto">
            <a:xfrm>
              <a:off x="7740650" y="4297362"/>
              <a:ext cx="252413" cy="252413"/>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57" name="Freeform 232"/>
            <p:cNvSpPr>
              <a:spLocks/>
            </p:cNvSpPr>
            <p:nvPr/>
          </p:nvSpPr>
          <p:spPr bwMode="auto">
            <a:xfrm>
              <a:off x="7789862" y="4346575"/>
              <a:ext cx="153988" cy="153988"/>
            </a:xfrm>
            <a:custGeom>
              <a:avLst/>
              <a:gdLst>
                <a:gd name="T0" fmla="*/ 34 w 41"/>
                <a:gd name="T1" fmla="*/ 34 h 41"/>
                <a:gd name="T2" fmla="*/ 7 w 41"/>
                <a:gd name="T3" fmla="*/ 34 h 41"/>
                <a:gd name="T4" fmla="*/ 7 w 41"/>
                <a:gd name="T5" fmla="*/ 7 h 41"/>
                <a:gd name="T6" fmla="*/ 34 w 41"/>
                <a:gd name="T7" fmla="*/ 7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7" y="34"/>
                  </a:cubicBezTo>
                  <a:cubicBezTo>
                    <a:pt x="0" y="26"/>
                    <a:pt x="0" y="14"/>
                    <a:pt x="7" y="7"/>
                  </a:cubicBezTo>
                  <a:cubicBezTo>
                    <a:pt x="15" y="0"/>
                    <a:pt x="27" y="0"/>
                    <a:pt x="34" y="7"/>
                  </a:cubicBezTo>
                  <a:cubicBezTo>
                    <a:pt x="41" y="14"/>
                    <a:pt x="41" y="26"/>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58" name="Freeform 233"/>
            <p:cNvSpPr>
              <a:spLocks/>
            </p:cNvSpPr>
            <p:nvPr/>
          </p:nvSpPr>
          <p:spPr bwMode="auto">
            <a:xfrm>
              <a:off x="8851900" y="7075487"/>
              <a:ext cx="252413" cy="250825"/>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59" name="Freeform 234"/>
            <p:cNvSpPr>
              <a:spLocks/>
            </p:cNvSpPr>
            <p:nvPr/>
          </p:nvSpPr>
          <p:spPr bwMode="auto">
            <a:xfrm>
              <a:off x="8901112" y="7123112"/>
              <a:ext cx="153988" cy="153988"/>
            </a:xfrm>
            <a:custGeom>
              <a:avLst/>
              <a:gdLst>
                <a:gd name="T0" fmla="*/ 34 w 41"/>
                <a:gd name="T1" fmla="*/ 34 h 41"/>
                <a:gd name="T2" fmla="*/ 7 w 41"/>
                <a:gd name="T3" fmla="*/ 34 h 41"/>
                <a:gd name="T4" fmla="*/ 7 w 41"/>
                <a:gd name="T5" fmla="*/ 7 h 41"/>
                <a:gd name="T6" fmla="*/ 34 w 41"/>
                <a:gd name="T7" fmla="*/ 7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7" y="34"/>
                  </a:cubicBezTo>
                  <a:cubicBezTo>
                    <a:pt x="0" y="26"/>
                    <a:pt x="0" y="14"/>
                    <a:pt x="7" y="7"/>
                  </a:cubicBezTo>
                  <a:cubicBezTo>
                    <a:pt x="15" y="0"/>
                    <a:pt x="27" y="0"/>
                    <a:pt x="34" y="7"/>
                  </a:cubicBezTo>
                  <a:cubicBezTo>
                    <a:pt x="41" y="14"/>
                    <a:pt x="41" y="26"/>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60" name="Freeform 235"/>
            <p:cNvSpPr>
              <a:spLocks/>
            </p:cNvSpPr>
            <p:nvPr/>
          </p:nvSpPr>
          <p:spPr bwMode="auto">
            <a:xfrm>
              <a:off x="9010650" y="5626100"/>
              <a:ext cx="2679700" cy="2717800"/>
            </a:xfrm>
            <a:custGeom>
              <a:avLst/>
              <a:gdLst>
                <a:gd name="T0" fmla="*/ 1688 w 1688"/>
                <a:gd name="T1" fmla="*/ 0 h 1712"/>
                <a:gd name="T2" fmla="*/ 758 w 1688"/>
                <a:gd name="T3" fmla="*/ 929 h 1712"/>
                <a:gd name="T4" fmla="*/ 560 w 1688"/>
                <a:gd name="T5" fmla="*/ 927 h 1712"/>
                <a:gd name="T6" fmla="*/ 101 w 1688"/>
                <a:gd name="T7" fmla="*/ 1386 h 1712"/>
                <a:gd name="T8" fmla="*/ 104 w 1688"/>
                <a:gd name="T9" fmla="*/ 1490 h 1712"/>
                <a:gd name="T10" fmla="*/ 2 w 1688"/>
                <a:gd name="T11" fmla="*/ 1594 h 1712"/>
                <a:gd name="T12" fmla="*/ 0 w 1688"/>
                <a:gd name="T13" fmla="*/ 1662 h 1712"/>
                <a:gd name="T14" fmla="*/ 49 w 1688"/>
                <a:gd name="T15" fmla="*/ 1712 h 17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88" h="1712">
                  <a:moveTo>
                    <a:pt x="1688" y="0"/>
                  </a:moveTo>
                  <a:lnTo>
                    <a:pt x="758" y="929"/>
                  </a:lnTo>
                  <a:lnTo>
                    <a:pt x="560" y="927"/>
                  </a:lnTo>
                  <a:lnTo>
                    <a:pt x="101" y="1386"/>
                  </a:lnTo>
                  <a:lnTo>
                    <a:pt x="104" y="1490"/>
                  </a:lnTo>
                  <a:lnTo>
                    <a:pt x="2" y="1594"/>
                  </a:lnTo>
                  <a:lnTo>
                    <a:pt x="0" y="1662"/>
                  </a:lnTo>
                  <a:lnTo>
                    <a:pt x="49" y="1712"/>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61" name="Freeform 236"/>
            <p:cNvSpPr>
              <a:spLocks/>
            </p:cNvSpPr>
            <p:nvPr/>
          </p:nvSpPr>
          <p:spPr bwMode="auto">
            <a:xfrm>
              <a:off x="9299575" y="5678487"/>
              <a:ext cx="2443163" cy="2503488"/>
            </a:xfrm>
            <a:custGeom>
              <a:avLst/>
              <a:gdLst>
                <a:gd name="T0" fmla="*/ 47 w 1539"/>
                <a:gd name="T1" fmla="*/ 1577 h 1577"/>
                <a:gd name="T2" fmla="*/ 0 w 1539"/>
                <a:gd name="T3" fmla="*/ 1530 h 1577"/>
                <a:gd name="T4" fmla="*/ 4 w 1539"/>
                <a:gd name="T5" fmla="*/ 1348 h 1577"/>
                <a:gd name="T6" fmla="*/ 217 w 1539"/>
                <a:gd name="T7" fmla="*/ 1135 h 1577"/>
                <a:gd name="T8" fmla="*/ 463 w 1539"/>
                <a:gd name="T9" fmla="*/ 1142 h 1577"/>
                <a:gd name="T10" fmla="*/ 508 w 1539"/>
                <a:gd name="T11" fmla="*/ 1097 h 1577"/>
                <a:gd name="T12" fmla="*/ 508 w 1539"/>
                <a:gd name="T13" fmla="*/ 1031 h 1577"/>
                <a:gd name="T14" fmla="*/ 1539 w 1539"/>
                <a:gd name="T15" fmla="*/ 0 h 15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39" h="1577">
                  <a:moveTo>
                    <a:pt x="47" y="1577"/>
                  </a:moveTo>
                  <a:lnTo>
                    <a:pt x="0" y="1530"/>
                  </a:lnTo>
                  <a:lnTo>
                    <a:pt x="4" y="1348"/>
                  </a:lnTo>
                  <a:lnTo>
                    <a:pt x="217" y="1135"/>
                  </a:lnTo>
                  <a:lnTo>
                    <a:pt x="463" y="1142"/>
                  </a:lnTo>
                  <a:lnTo>
                    <a:pt x="508" y="1097"/>
                  </a:lnTo>
                  <a:lnTo>
                    <a:pt x="508" y="1031"/>
                  </a:lnTo>
                  <a:lnTo>
                    <a:pt x="153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62" name="Freeform 237"/>
            <p:cNvSpPr>
              <a:spLocks/>
            </p:cNvSpPr>
            <p:nvPr/>
          </p:nvSpPr>
          <p:spPr bwMode="auto">
            <a:xfrm>
              <a:off x="9536112" y="5730875"/>
              <a:ext cx="2259013" cy="2390775"/>
            </a:xfrm>
            <a:custGeom>
              <a:avLst/>
              <a:gdLst>
                <a:gd name="T0" fmla="*/ 0 w 1423"/>
                <a:gd name="T1" fmla="*/ 1506 h 1506"/>
                <a:gd name="T2" fmla="*/ 399 w 1423"/>
                <a:gd name="T3" fmla="*/ 1104 h 1506"/>
                <a:gd name="T4" fmla="*/ 397 w 1423"/>
                <a:gd name="T5" fmla="*/ 1026 h 1506"/>
                <a:gd name="T6" fmla="*/ 1423 w 1423"/>
                <a:gd name="T7" fmla="*/ 0 h 1506"/>
              </a:gdLst>
              <a:ahLst/>
              <a:cxnLst>
                <a:cxn ang="0">
                  <a:pos x="T0" y="T1"/>
                </a:cxn>
                <a:cxn ang="0">
                  <a:pos x="T2" y="T3"/>
                </a:cxn>
                <a:cxn ang="0">
                  <a:pos x="T4" y="T5"/>
                </a:cxn>
                <a:cxn ang="0">
                  <a:pos x="T6" y="T7"/>
                </a:cxn>
              </a:cxnLst>
              <a:rect l="0" t="0" r="r" b="b"/>
              <a:pathLst>
                <a:path w="1423" h="1506">
                  <a:moveTo>
                    <a:pt x="0" y="1506"/>
                  </a:moveTo>
                  <a:lnTo>
                    <a:pt x="399" y="1104"/>
                  </a:lnTo>
                  <a:lnTo>
                    <a:pt x="397" y="1026"/>
                  </a:lnTo>
                  <a:lnTo>
                    <a:pt x="142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63" name="Freeform 238"/>
            <p:cNvSpPr>
              <a:spLocks/>
            </p:cNvSpPr>
            <p:nvPr/>
          </p:nvSpPr>
          <p:spPr bwMode="auto">
            <a:xfrm>
              <a:off x="9085262" y="5765800"/>
              <a:ext cx="2743200" cy="2795588"/>
            </a:xfrm>
            <a:custGeom>
              <a:avLst/>
              <a:gdLst>
                <a:gd name="T0" fmla="*/ 0 w 1728"/>
                <a:gd name="T1" fmla="*/ 1761 h 1761"/>
                <a:gd name="T2" fmla="*/ 127 w 1728"/>
                <a:gd name="T3" fmla="*/ 1761 h 1761"/>
                <a:gd name="T4" fmla="*/ 745 w 1728"/>
                <a:gd name="T5" fmla="*/ 1142 h 1761"/>
                <a:gd name="T6" fmla="*/ 742 w 1728"/>
                <a:gd name="T7" fmla="*/ 985 h 1761"/>
                <a:gd name="T8" fmla="*/ 1728 w 1728"/>
                <a:gd name="T9" fmla="*/ 0 h 1761"/>
              </a:gdLst>
              <a:ahLst/>
              <a:cxnLst>
                <a:cxn ang="0">
                  <a:pos x="T0" y="T1"/>
                </a:cxn>
                <a:cxn ang="0">
                  <a:pos x="T2" y="T3"/>
                </a:cxn>
                <a:cxn ang="0">
                  <a:pos x="T4" y="T5"/>
                </a:cxn>
                <a:cxn ang="0">
                  <a:pos x="T6" y="T7"/>
                </a:cxn>
                <a:cxn ang="0">
                  <a:pos x="T8" y="T9"/>
                </a:cxn>
              </a:cxnLst>
              <a:rect l="0" t="0" r="r" b="b"/>
              <a:pathLst>
                <a:path w="1728" h="1761">
                  <a:moveTo>
                    <a:pt x="0" y="1761"/>
                  </a:moveTo>
                  <a:lnTo>
                    <a:pt x="127" y="1761"/>
                  </a:lnTo>
                  <a:lnTo>
                    <a:pt x="745" y="1142"/>
                  </a:lnTo>
                  <a:lnTo>
                    <a:pt x="742" y="985"/>
                  </a:lnTo>
                  <a:lnTo>
                    <a:pt x="1728"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64" name="Freeform 239"/>
            <p:cNvSpPr>
              <a:spLocks/>
            </p:cNvSpPr>
            <p:nvPr/>
          </p:nvSpPr>
          <p:spPr bwMode="auto">
            <a:xfrm>
              <a:off x="8513762" y="5795962"/>
              <a:ext cx="3344863" cy="3662363"/>
            </a:xfrm>
            <a:custGeom>
              <a:avLst/>
              <a:gdLst>
                <a:gd name="T0" fmla="*/ 0 w 2107"/>
                <a:gd name="T1" fmla="*/ 2307 h 2307"/>
                <a:gd name="T2" fmla="*/ 156 w 2107"/>
                <a:gd name="T3" fmla="*/ 2151 h 2307"/>
                <a:gd name="T4" fmla="*/ 161 w 2107"/>
                <a:gd name="T5" fmla="*/ 1959 h 2307"/>
                <a:gd name="T6" fmla="*/ 279 w 2107"/>
                <a:gd name="T7" fmla="*/ 1841 h 2307"/>
                <a:gd name="T8" fmla="*/ 445 w 2107"/>
                <a:gd name="T9" fmla="*/ 1851 h 2307"/>
                <a:gd name="T10" fmla="*/ 1147 w 2107"/>
                <a:gd name="T11" fmla="*/ 1146 h 2307"/>
                <a:gd name="T12" fmla="*/ 1145 w 2107"/>
                <a:gd name="T13" fmla="*/ 964 h 2307"/>
                <a:gd name="T14" fmla="*/ 2107 w 2107"/>
                <a:gd name="T15" fmla="*/ 0 h 23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07" h="2307">
                  <a:moveTo>
                    <a:pt x="0" y="2307"/>
                  </a:moveTo>
                  <a:lnTo>
                    <a:pt x="156" y="2151"/>
                  </a:lnTo>
                  <a:lnTo>
                    <a:pt x="161" y="1959"/>
                  </a:lnTo>
                  <a:lnTo>
                    <a:pt x="279" y="1841"/>
                  </a:lnTo>
                  <a:lnTo>
                    <a:pt x="445" y="1851"/>
                  </a:lnTo>
                  <a:lnTo>
                    <a:pt x="1147" y="1146"/>
                  </a:lnTo>
                  <a:lnTo>
                    <a:pt x="1145" y="964"/>
                  </a:lnTo>
                  <a:lnTo>
                    <a:pt x="210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65" name="Freeform 240"/>
            <p:cNvSpPr>
              <a:spLocks/>
            </p:cNvSpPr>
            <p:nvPr/>
          </p:nvSpPr>
          <p:spPr bwMode="auto">
            <a:xfrm>
              <a:off x="8378825" y="5837237"/>
              <a:ext cx="3524250" cy="3865563"/>
            </a:xfrm>
            <a:custGeom>
              <a:avLst/>
              <a:gdLst>
                <a:gd name="T0" fmla="*/ 2220 w 2220"/>
                <a:gd name="T1" fmla="*/ 0 h 2435"/>
                <a:gd name="T2" fmla="*/ 1256 w 2220"/>
                <a:gd name="T3" fmla="*/ 964 h 2435"/>
                <a:gd name="T4" fmla="*/ 1261 w 2220"/>
                <a:gd name="T5" fmla="*/ 1149 h 2435"/>
                <a:gd name="T6" fmla="*/ 556 w 2220"/>
                <a:gd name="T7" fmla="*/ 1851 h 2435"/>
                <a:gd name="T8" fmla="*/ 398 w 2220"/>
                <a:gd name="T9" fmla="*/ 1848 h 2435"/>
                <a:gd name="T10" fmla="*/ 279 w 2220"/>
                <a:gd name="T11" fmla="*/ 1969 h 2435"/>
                <a:gd name="T12" fmla="*/ 275 w 2220"/>
                <a:gd name="T13" fmla="*/ 2158 h 2435"/>
                <a:gd name="T14" fmla="*/ 0 w 2220"/>
                <a:gd name="T15" fmla="*/ 2435 h 24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0" h="2435">
                  <a:moveTo>
                    <a:pt x="2220" y="0"/>
                  </a:moveTo>
                  <a:lnTo>
                    <a:pt x="1256" y="964"/>
                  </a:lnTo>
                  <a:lnTo>
                    <a:pt x="1261" y="1149"/>
                  </a:lnTo>
                  <a:lnTo>
                    <a:pt x="556" y="1851"/>
                  </a:lnTo>
                  <a:lnTo>
                    <a:pt x="398" y="1848"/>
                  </a:lnTo>
                  <a:lnTo>
                    <a:pt x="279" y="1969"/>
                  </a:lnTo>
                  <a:lnTo>
                    <a:pt x="275" y="2158"/>
                  </a:lnTo>
                  <a:lnTo>
                    <a:pt x="0" y="2435"/>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3" name="Freeform 242"/>
            <p:cNvSpPr>
              <a:spLocks/>
            </p:cNvSpPr>
            <p:nvPr/>
          </p:nvSpPr>
          <p:spPr bwMode="auto">
            <a:xfrm>
              <a:off x="7764463" y="5892800"/>
              <a:ext cx="4192588" cy="4506913"/>
            </a:xfrm>
            <a:custGeom>
              <a:avLst/>
              <a:gdLst>
                <a:gd name="T0" fmla="*/ 0 w 2641"/>
                <a:gd name="T1" fmla="*/ 2839 h 2839"/>
                <a:gd name="T2" fmla="*/ 690 w 2641"/>
                <a:gd name="T3" fmla="*/ 2149 h 2839"/>
                <a:gd name="T4" fmla="*/ 692 w 2641"/>
                <a:gd name="T5" fmla="*/ 1960 h 2839"/>
                <a:gd name="T6" fmla="*/ 811 w 2641"/>
                <a:gd name="T7" fmla="*/ 1842 h 2839"/>
                <a:gd name="T8" fmla="*/ 976 w 2641"/>
                <a:gd name="T9" fmla="*/ 1849 h 2839"/>
                <a:gd name="T10" fmla="*/ 1681 w 2641"/>
                <a:gd name="T11" fmla="*/ 1147 h 2839"/>
                <a:gd name="T12" fmla="*/ 1676 w 2641"/>
                <a:gd name="T13" fmla="*/ 962 h 2839"/>
                <a:gd name="T14" fmla="*/ 2641 w 2641"/>
                <a:gd name="T15" fmla="*/ 0 h 28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41" h="2839">
                  <a:moveTo>
                    <a:pt x="0" y="2839"/>
                  </a:moveTo>
                  <a:lnTo>
                    <a:pt x="690" y="2149"/>
                  </a:lnTo>
                  <a:lnTo>
                    <a:pt x="692" y="1960"/>
                  </a:lnTo>
                  <a:lnTo>
                    <a:pt x="811" y="1842"/>
                  </a:lnTo>
                  <a:lnTo>
                    <a:pt x="976" y="1849"/>
                  </a:lnTo>
                  <a:lnTo>
                    <a:pt x="1681" y="1147"/>
                  </a:lnTo>
                  <a:lnTo>
                    <a:pt x="1676" y="962"/>
                  </a:lnTo>
                  <a:lnTo>
                    <a:pt x="2641"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4" name="Freeform 243"/>
            <p:cNvSpPr>
              <a:spLocks/>
            </p:cNvSpPr>
            <p:nvPr/>
          </p:nvSpPr>
          <p:spPr bwMode="auto">
            <a:xfrm>
              <a:off x="9039225" y="5945187"/>
              <a:ext cx="2970213" cy="3119438"/>
            </a:xfrm>
            <a:custGeom>
              <a:avLst/>
              <a:gdLst>
                <a:gd name="T0" fmla="*/ 1871 w 1871"/>
                <a:gd name="T1" fmla="*/ 0 h 1965"/>
                <a:gd name="T2" fmla="*/ 906 w 1871"/>
                <a:gd name="T3" fmla="*/ 962 h 1965"/>
                <a:gd name="T4" fmla="*/ 904 w 1871"/>
                <a:gd name="T5" fmla="*/ 1140 h 1965"/>
                <a:gd name="T6" fmla="*/ 81 w 1871"/>
                <a:gd name="T7" fmla="*/ 1962 h 1965"/>
                <a:gd name="T8" fmla="*/ 0 w 1871"/>
                <a:gd name="T9" fmla="*/ 1965 h 1965"/>
              </a:gdLst>
              <a:ahLst/>
              <a:cxnLst>
                <a:cxn ang="0">
                  <a:pos x="T0" y="T1"/>
                </a:cxn>
                <a:cxn ang="0">
                  <a:pos x="T2" y="T3"/>
                </a:cxn>
                <a:cxn ang="0">
                  <a:pos x="T4" y="T5"/>
                </a:cxn>
                <a:cxn ang="0">
                  <a:pos x="T6" y="T7"/>
                </a:cxn>
                <a:cxn ang="0">
                  <a:pos x="T8" y="T9"/>
                </a:cxn>
              </a:cxnLst>
              <a:rect l="0" t="0" r="r" b="b"/>
              <a:pathLst>
                <a:path w="1871" h="1965">
                  <a:moveTo>
                    <a:pt x="1871" y="0"/>
                  </a:moveTo>
                  <a:lnTo>
                    <a:pt x="906" y="962"/>
                  </a:lnTo>
                  <a:lnTo>
                    <a:pt x="904" y="1140"/>
                  </a:lnTo>
                  <a:lnTo>
                    <a:pt x="81" y="1962"/>
                  </a:lnTo>
                  <a:lnTo>
                    <a:pt x="0" y="1965"/>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5" name="Freeform 244"/>
            <p:cNvSpPr>
              <a:spLocks/>
            </p:cNvSpPr>
            <p:nvPr/>
          </p:nvSpPr>
          <p:spPr bwMode="auto">
            <a:xfrm>
              <a:off x="9010650" y="8482012"/>
              <a:ext cx="152400" cy="150813"/>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6" name="Freeform 245"/>
            <p:cNvSpPr>
              <a:spLocks/>
            </p:cNvSpPr>
            <p:nvPr/>
          </p:nvSpPr>
          <p:spPr bwMode="auto">
            <a:xfrm>
              <a:off x="9294813" y="8107362"/>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7" name="Freeform 246"/>
            <p:cNvSpPr>
              <a:spLocks/>
            </p:cNvSpPr>
            <p:nvPr/>
          </p:nvSpPr>
          <p:spPr bwMode="auto">
            <a:xfrm>
              <a:off x="8964613" y="8993187"/>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8" name="Freeform 247"/>
            <p:cNvSpPr>
              <a:spLocks/>
            </p:cNvSpPr>
            <p:nvPr/>
          </p:nvSpPr>
          <p:spPr bwMode="auto">
            <a:xfrm>
              <a:off x="9459913" y="8047037"/>
              <a:ext cx="153988" cy="150813"/>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9" name="Freeform 248"/>
            <p:cNvSpPr>
              <a:spLocks/>
            </p:cNvSpPr>
            <p:nvPr/>
          </p:nvSpPr>
          <p:spPr bwMode="auto">
            <a:xfrm>
              <a:off x="9032875" y="8231187"/>
              <a:ext cx="250825" cy="250825"/>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0" name="Freeform 249"/>
            <p:cNvSpPr>
              <a:spLocks/>
            </p:cNvSpPr>
            <p:nvPr/>
          </p:nvSpPr>
          <p:spPr bwMode="auto">
            <a:xfrm>
              <a:off x="9080500" y="8280400"/>
              <a:ext cx="153988" cy="153988"/>
            </a:xfrm>
            <a:custGeom>
              <a:avLst/>
              <a:gdLst>
                <a:gd name="T0" fmla="*/ 34 w 41"/>
                <a:gd name="T1" fmla="*/ 34 h 41"/>
                <a:gd name="T2" fmla="*/ 7 w 41"/>
                <a:gd name="T3" fmla="*/ 34 h 41"/>
                <a:gd name="T4" fmla="*/ 7 w 41"/>
                <a:gd name="T5" fmla="*/ 7 h 41"/>
                <a:gd name="T6" fmla="*/ 34 w 41"/>
                <a:gd name="T7" fmla="*/ 7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7" y="34"/>
                  </a:cubicBezTo>
                  <a:cubicBezTo>
                    <a:pt x="0" y="26"/>
                    <a:pt x="0" y="14"/>
                    <a:pt x="7" y="7"/>
                  </a:cubicBezTo>
                  <a:cubicBezTo>
                    <a:pt x="15" y="0"/>
                    <a:pt x="27" y="0"/>
                    <a:pt x="34" y="7"/>
                  </a:cubicBezTo>
                  <a:cubicBezTo>
                    <a:pt x="41" y="14"/>
                    <a:pt x="41" y="26"/>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1" name="Freeform 250"/>
            <p:cNvSpPr>
              <a:spLocks/>
            </p:cNvSpPr>
            <p:nvPr/>
          </p:nvSpPr>
          <p:spPr bwMode="auto">
            <a:xfrm>
              <a:off x="8856663" y="4583112"/>
              <a:ext cx="250825" cy="250825"/>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2" name="Freeform 251"/>
            <p:cNvSpPr>
              <a:spLocks/>
            </p:cNvSpPr>
            <p:nvPr/>
          </p:nvSpPr>
          <p:spPr bwMode="auto">
            <a:xfrm>
              <a:off x="8904288" y="4632325"/>
              <a:ext cx="153988" cy="153988"/>
            </a:xfrm>
            <a:custGeom>
              <a:avLst/>
              <a:gdLst>
                <a:gd name="T0" fmla="*/ 34 w 41"/>
                <a:gd name="T1" fmla="*/ 34 h 41"/>
                <a:gd name="T2" fmla="*/ 7 w 41"/>
                <a:gd name="T3" fmla="*/ 34 h 41"/>
                <a:gd name="T4" fmla="*/ 7 w 41"/>
                <a:gd name="T5" fmla="*/ 8 h 41"/>
                <a:gd name="T6" fmla="*/ 34 w 41"/>
                <a:gd name="T7" fmla="*/ 8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7" y="34"/>
                  </a:cubicBezTo>
                  <a:cubicBezTo>
                    <a:pt x="0" y="27"/>
                    <a:pt x="0" y="15"/>
                    <a:pt x="7" y="8"/>
                  </a:cubicBezTo>
                  <a:cubicBezTo>
                    <a:pt x="15" y="0"/>
                    <a:pt x="27" y="0"/>
                    <a:pt x="34" y="8"/>
                  </a:cubicBezTo>
                  <a:cubicBezTo>
                    <a:pt x="41" y="15"/>
                    <a:pt x="41" y="27"/>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3" name="Freeform 252"/>
            <p:cNvSpPr>
              <a:spLocks/>
            </p:cNvSpPr>
            <p:nvPr/>
          </p:nvSpPr>
          <p:spPr bwMode="auto">
            <a:xfrm>
              <a:off x="9217025" y="3967162"/>
              <a:ext cx="250825" cy="252413"/>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4" name="Freeform 253"/>
            <p:cNvSpPr>
              <a:spLocks/>
            </p:cNvSpPr>
            <p:nvPr/>
          </p:nvSpPr>
          <p:spPr bwMode="auto">
            <a:xfrm>
              <a:off x="9264650" y="4016375"/>
              <a:ext cx="153988" cy="153988"/>
            </a:xfrm>
            <a:custGeom>
              <a:avLst/>
              <a:gdLst>
                <a:gd name="T0" fmla="*/ 34 w 41"/>
                <a:gd name="T1" fmla="*/ 34 h 41"/>
                <a:gd name="T2" fmla="*/ 7 w 41"/>
                <a:gd name="T3" fmla="*/ 34 h 41"/>
                <a:gd name="T4" fmla="*/ 7 w 41"/>
                <a:gd name="T5" fmla="*/ 8 h 41"/>
                <a:gd name="T6" fmla="*/ 34 w 41"/>
                <a:gd name="T7" fmla="*/ 8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7" y="34"/>
                  </a:cubicBezTo>
                  <a:cubicBezTo>
                    <a:pt x="0" y="27"/>
                    <a:pt x="0" y="15"/>
                    <a:pt x="7" y="8"/>
                  </a:cubicBezTo>
                  <a:cubicBezTo>
                    <a:pt x="15" y="0"/>
                    <a:pt x="27" y="0"/>
                    <a:pt x="34" y="8"/>
                  </a:cubicBezTo>
                  <a:cubicBezTo>
                    <a:pt x="41" y="15"/>
                    <a:pt x="41" y="27"/>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5" name="Freeform 254"/>
            <p:cNvSpPr>
              <a:spLocks/>
            </p:cNvSpPr>
            <p:nvPr/>
          </p:nvSpPr>
          <p:spPr bwMode="auto">
            <a:xfrm>
              <a:off x="7456488" y="5878512"/>
              <a:ext cx="250825" cy="250825"/>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6" name="Freeform 255"/>
            <p:cNvSpPr>
              <a:spLocks/>
            </p:cNvSpPr>
            <p:nvPr/>
          </p:nvSpPr>
          <p:spPr bwMode="auto">
            <a:xfrm>
              <a:off x="7504113" y="5926137"/>
              <a:ext cx="153988" cy="153988"/>
            </a:xfrm>
            <a:custGeom>
              <a:avLst/>
              <a:gdLst>
                <a:gd name="T0" fmla="*/ 34 w 41"/>
                <a:gd name="T1" fmla="*/ 34 h 41"/>
                <a:gd name="T2" fmla="*/ 7 w 41"/>
                <a:gd name="T3" fmla="*/ 34 h 41"/>
                <a:gd name="T4" fmla="*/ 7 w 41"/>
                <a:gd name="T5" fmla="*/ 8 h 41"/>
                <a:gd name="T6" fmla="*/ 34 w 41"/>
                <a:gd name="T7" fmla="*/ 8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6" y="41"/>
                    <a:pt x="14" y="41"/>
                    <a:pt x="7" y="34"/>
                  </a:cubicBezTo>
                  <a:cubicBezTo>
                    <a:pt x="0" y="27"/>
                    <a:pt x="0" y="15"/>
                    <a:pt x="7" y="8"/>
                  </a:cubicBezTo>
                  <a:cubicBezTo>
                    <a:pt x="14" y="0"/>
                    <a:pt x="26" y="0"/>
                    <a:pt x="34" y="8"/>
                  </a:cubicBezTo>
                  <a:cubicBezTo>
                    <a:pt x="41" y="15"/>
                    <a:pt x="41" y="27"/>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7" name="Freeform 256"/>
            <p:cNvSpPr>
              <a:spLocks/>
            </p:cNvSpPr>
            <p:nvPr/>
          </p:nvSpPr>
          <p:spPr bwMode="auto">
            <a:xfrm>
              <a:off x="4783137" y="6002337"/>
              <a:ext cx="252413" cy="250825"/>
            </a:xfrm>
            <a:custGeom>
              <a:avLst/>
              <a:gdLst>
                <a:gd name="T0" fmla="*/ 12 w 67"/>
                <a:gd name="T1" fmla="*/ 12 h 67"/>
                <a:gd name="T2" fmla="*/ 55 w 67"/>
                <a:gd name="T3" fmla="*/ 12 h 67"/>
                <a:gd name="T4" fmla="*/ 55 w 67"/>
                <a:gd name="T5" fmla="*/ 55 h 67"/>
                <a:gd name="T6" fmla="*/ 12 w 67"/>
                <a:gd name="T7" fmla="*/ 55 h 67"/>
                <a:gd name="T8" fmla="*/ 12 w 67"/>
                <a:gd name="T9" fmla="*/ 12 h 67"/>
              </a:gdLst>
              <a:ahLst/>
              <a:cxnLst>
                <a:cxn ang="0">
                  <a:pos x="T0" y="T1"/>
                </a:cxn>
                <a:cxn ang="0">
                  <a:pos x="T2" y="T3"/>
                </a:cxn>
                <a:cxn ang="0">
                  <a:pos x="T4" y="T5"/>
                </a:cxn>
                <a:cxn ang="0">
                  <a:pos x="T6" y="T7"/>
                </a:cxn>
                <a:cxn ang="0">
                  <a:pos x="T8" y="T9"/>
                </a:cxn>
              </a:cxnLst>
              <a:rect l="0" t="0" r="r" b="b"/>
              <a:pathLst>
                <a:path w="67" h="67">
                  <a:moveTo>
                    <a:pt x="12" y="12"/>
                  </a:moveTo>
                  <a:cubicBezTo>
                    <a:pt x="24" y="0"/>
                    <a:pt x="43" y="0"/>
                    <a:pt x="55" y="12"/>
                  </a:cubicBezTo>
                  <a:cubicBezTo>
                    <a:pt x="67" y="24"/>
                    <a:pt x="67" y="43"/>
                    <a:pt x="55" y="55"/>
                  </a:cubicBezTo>
                  <a:cubicBezTo>
                    <a:pt x="43" y="67"/>
                    <a:pt x="24"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8" name="Freeform 257"/>
            <p:cNvSpPr>
              <a:spLocks/>
            </p:cNvSpPr>
            <p:nvPr/>
          </p:nvSpPr>
          <p:spPr bwMode="auto">
            <a:xfrm>
              <a:off x="4832350" y="6049962"/>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9" name="Freeform 258"/>
            <p:cNvSpPr>
              <a:spLocks/>
            </p:cNvSpPr>
            <p:nvPr/>
          </p:nvSpPr>
          <p:spPr bwMode="auto">
            <a:xfrm>
              <a:off x="3360737" y="8275637"/>
              <a:ext cx="252413" cy="247650"/>
            </a:xfrm>
            <a:custGeom>
              <a:avLst/>
              <a:gdLst>
                <a:gd name="T0" fmla="*/ 12 w 67"/>
                <a:gd name="T1" fmla="*/ 11 h 66"/>
                <a:gd name="T2" fmla="*/ 55 w 67"/>
                <a:gd name="T3" fmla="*/ 11 h 66"/>
                <a:gd name="T4" fmla="*/ 55 w 67"/>
                <a:gd name="T5" fmla="*/ 54 h 66"/>
                <a:gd name="T6" fmla="*/ 12 w 67"/>
                <a:gd name="T7" fmla="*/ 54 h 66"/>
                <a:gd name="T8" fmla="*/ 12 w 67"/>
                <a:gd name="T9" fmla="*/ 11 h 66"/>
              </a:gdLst>
              <a:ahLst/>
              <a:cxnLst>
                <a:cxn ang="0">
                  <a:pos x="T0" y="T1"/>
                </a:cxn>
                <a:cxn ang="0">
                  <a:pos x="T2" y="T3"/>
                </a:cxn>
                <a:cxn ang="0">
                  <a:pos x="T4" y="T5"/>
                </a:cxn>
                <a:cxn ang="0">
                  <a:pos x="T6" y="T7"/>
                </a:cxn>
                <a:cxn ang="0">
                  <a:pos x="T8" y="T9"/>
                </a:cxn>
              </a:cxnLst>
              <a:rect l="0" t="0" r="r" b="b"/>
              <a:pathLst>
                <a:path w="67" h="66">
                  <a:moveTo>
                    <a:pt x="12" y="11"/>
                  </a:moveTo>
                  <a:cubicBezTo>
                    <a:pt x="24" y="0"/>
                    <a:pt x="43" y="0"/>
                    <a:pt x="55" y="11"/>
                  </a:cubicBezTo>
                  <a:cubicBezTo>
                    <a:pt x="66" y="23"/>
                    <a:pt x="67" y="42"/>
                    <a:pt x="55" y="54"/>
                  </a:cubicBezTo>
                  <a:cubicBezTo>
                    <a:pt x="43" y="66"/>
                    <a:pt x="24" y="66"/>
                    <a:pt x="12" y="54"/>
                  </a:cubicBezTo>
                  <a:cubicBezTo>
                    <a:pt x="0" y="42"/>
                    <a:pt x="0" y="23"/>
                    <a:pt x="12" y="11"/>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0" name="Freeform 259"/>
            <p:cNvSpPr>
              <a:spLocks/>
            </p:cNvSpPr>
            <p:nvPr/>
          </p:nvSpPr>
          <p:spPr bwMode="auto">
            <a:xfrm>
              <a:off x="3409950" y="8321675"/>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1" name="Freeform 260"/>
            <p:cNvSpPr>
              <a:spLocks/>
            </p:cNvSpPr>
            <p:nvPr/>
          </p:nvSpPr>
          <p:spPr bwMode="auto">
            <a:xfrm>
              <a:off x="5992813" y="5026025"/>
              <a:ext cx="250825" cy="250825"/>
            </a:xfrm>
            <a:custGeom>
              <a:avLst/>
              <a:gdLst>
                <a:gd name="T0" fmla="*/ 12 w 67"/>
                <a:gd name="T1" fmla="*/ 12 h 67"/>
                <a:gd name="T2" fmla="*/ 55 w 67"/>
                <a:gd name="T3" fmla="*/ 12 h 67"/>
                <a:gd name="T4" fmla="*/ 55 w 67"/>
                <a:gd name="T5" fmla="*/ 55 h 67"/>
                <a:gd name="T6" fmla="*/ 12 w 67"/>
                <a:gd name="T7" fmla="*/ 55 h 67"/>
                <a:gd name="T8" fmla="*/ 12 w 67"/>
                <a:gd name="T9" fmla="*/ 12 h 67"/>
              </a:gdLst>
              <a:ahLst/>
              <a:cxnLst>
                <a:cxn ang="0">
                  <a:pos x="T0" y="T1"/>
                </a:cxn>
                <a:cxn ang="0">
                  <a:pos x="T2" y="T3"/>
                </a:cxn>
                <a:cxn ang="0">
                  <a:pos x="T4" y="T5"/>
                </a:cxn>
                <a:cxn ang="0">
                  <a:pos x="T6" y="T7"/>
                </a:cxn>
                <a:cxn ang="0">
                  <a:pos x="T8" y="T9"/>
                </a:cxn>
              </a:cxnLst>
              <a:rect l="0" t="0" r="r" b="b"/>
              <a:pathLst>
                <a:path w="67" h="67">
                  <a:moveTo>
                    <a:pt x="12" y="12"/>
                  </a:moveTo>
                  <a:cubicBezTo>
                    <a:pt x="24" y="0"/>
                    <a:pt x="43" y="0"/>
                    <a:pt x="55" y="12"/>
                  </a:cubicBezTo>
                  <a:cubicBezTo>
                    <a:pt x="67" y="24"/>
                    <a:pt x="67" y="43"/>
                    <a:pt x="55" y="55"/>
                  </a:cubicBezTo>
                  <a:cubicBezTo>
                    <a:pt x="43" y="67"/>
                    <a:pt x="24"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2" name="Freeform 261"/>
            <p:cNvSpPr>
              <a:spLocks/>
            </p:cNvSpPr>
            <p:nvPr/>
          </p:nvSpPr>
          <p:spPr bwMode="auto">
            <a:xfrm>
              <a:off x="6040438" y="5075237"/>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7" y="0"/>
                    <a:pt x="34" y="7"/>
                  </a:cubicBezTo>
                  <a:cubicBezTo>
                    <a:pt x="41" y="14"/>
                    <a:pt x="41" y="26"/>
                    <a:pt x="34" y="34"/>
                  </a:cubicBezTo>
                  <a:cubicBezTo>
                    <a:pt x="27" y="41"/>
                    <a:pt x="15" y="41"/>
                    <a:pt x="7" y="34"/>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3" name="Freeform 262"/>
            <p:cNvSpPr>
              <a:spLocks/>
            </p:cNvSpPr>
            <p:nvPr/>
          </p:nvSpPr>
          <p:spPr bwMode="auto">
            <a:xfrm>
              <a:off x="7981950" y="112712"/>
              <a:ext cx="3719513" cy="4000500"/>
            </a:xfrm>
            <a:custGeom>
              <a:avLst/>
              <a:gdLst>
                <a:gd name="T0" fmla="*/ 0 w 2343"/>
                <a:gd name="T1" fmla="*/ 2431 h 2520"/>
                <a:gd name="T2" fmla="*/ 87 w 2343"/>
                <a:gd name="T3" fmla="*/ 2516 h 2520"/>
                <a:gd name="T4" fmla="*/ 198 w 2343"/>
                <a:gd name="T5" fmla="*/ 2520 h 2520"/>
                <a:gd name="T6" fmla="*/ 373 w 2343"/>
                <a:gd name="T7" fmla="*/ 2343 h 2520"/>
                <a:gd name="T8" fmla="*/ 373 w 2343"/>
                <a:gd name="T9" fmla="*/ 1970 h 2520"/>
                <a:gd name="T10" fmla="*/ 2343 w 2343"/>
                <a:gd name="T11" fmla="*/ 0 h 2520"/>
              </a:gdLst>
              <a:ahLst/>
              <a:cxnLst>
                <a:cxn ang="0">
                  <a:pos x="T0" y="T1"/>
                </a:cxn>
                <a:cxn ang="0">
                  <a:pos x="T2" y="T3"/>
                </a:cxn>
                <a:cxn ang="0">
                  <a:pos x="T4" y="T5"/>
                </a:cxn>
                <a:cxn ang="0">
                  <a:pos x="T6" y="T7"/>
                </a:cxn>
                <a:cxn ang="0">
                  <a:pos x="T8" y="T9"/>
                </a:cxn>
                <a:cxn ang="0">
                  <a:pos x="T10" y="T11"/>
                </a:cxn>
              </a:cxnLst>
              <a:rect l="0" t="0" r="r" b="b"/>
              <a:pathLst>
                <a:path w="2343" h="2520">
                  <a:moveTo>
                    <a:pt x="0" y="2431"/>
                  </a:moveTo>
                  <a:lnTo>
                    <a:pt x="87" y="2516"/>
                  </a:lnTo>
                  <a:lnTo>
                    <a:pt x="198" y="2520"/>
                  </a:lnTo>
                  <a:lnTo>
                    <a:pt x="373" y="2343"/>
                  </a:lnTo>
                  <a:lnTo>
                    <a:pt x="373" y="1970"/>
                  </a:lnTo>
                  <a:lnTo>
                    <a:pt x="234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4" name="Freeform 263"/>
            <p:cNvSpPr>
              <a:spLocks/>
            </p:cNvSpPr>
            <p:nvPr/>
          </p:nvSpPr>
          <p:spPr bwMode="auto">
            <a:xfrm>
              <a:off x="8194675" y="-165100"/>
              <a:ext cx="3649663" cy="4129088"/>
            </a:xfrm>
            <a:custGeom>
              <a:avLst/>
              <a:gdLst>
                <a:gd name="T0" fmla="*/ 0 w 2299"/>
                <a:gd name="T1" fmla="*/ 2598 h 2601"/>
                <a:gd name="T2" fmla="*/ 78 w 2299"/>
                <a:gd name="T3" fmla="*/ 2601 h 2601"/>
                <a:gd name="T4" fmla="*/ 201 w 2299"/>
                <a:gd name="T5" fmla="*/ 2478 h 2601"/>
                <a:gd name="T6" fmla="*/ 201 w 2299"/>
                <a:gd name="T7" fmla="*/ 2097 h 2601"/>
                <a:gd name="T8" fmla="*/ 2299 w 2299"/>
                <a:gd name="T9" fmla="*/ 0 h 2601"/>
              </a:gdLst>
              <a:ahLst/>
              <a:cxnLst>
                <a:cxn ang="0">
                  <a:pos x="T0" y="T1"/>
                </a:cxn>
                <a:cxn ang="0">
                  <a:pos x="T2" y="T3"/>
                </a:cxn>
                <a:cxn ang="0">
                  <a:pos x="T4" y="T5"/>
                </a:cxn>
                <a:cxn ang="0">
                  <a:pos x="T6" y="T7"/>
                </a:cxn>
                <a:cxn ang="0">
                  <a:pos x="T8" y="T9"/>
                </a:cxn>
              </a:cxnLst>
              <a:rect l="0" t="0" r="r" b="b"/>
              <a:pathLst>
                <a:path w="2299" h="2601">
                  <a:moveTo>
                    <a:pt x="0" y="2598"/>
                  </a:moveTo>
                  <a:lnTo>
                    <a:pt x="78" y="2601"/>
                  </a:lnTo>
                  <a:lnTo>
                    <a:pt x="201" y="2478"/>
                  </a:lnTo>
                  <a:lnTo>
                    <a:pt x="201" y="2097"/>
                  </a:lnTo>
                  <a:lnTo>
                    <a:pt x="229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5" name="Freeform 264"/>
            <p:cNvSpPr>
              <a:spLocks/>
            </p:cNvSpPr>
            <p:nvPr/>
          </p:nvSpPr>
          <p:spPr bwMode="auto">
            <a:xfrm>
              <a:off x="8105775" y="3900487"/>
              <a:ext cx="153988" cy="153988"/>
            </a:xfrm>
            <a:custGeom>
              <a:avLst/>
              <a:gdLst>
                <a:gd name="T0" fmla="*/ 8 w 41"/>
                <a:gd name="T1" fmla="*/ 8 h 41"/>
                <a:gd name="T2" fmla="*/ 8 w 41"/>
                <a:gd name="T3" fmla="*/ 34 h 41"/>
                <a:gd name="T4" fmla="*/ 34 w 41"/>
                <a:gd name="T5" fmla="*/ 34 h 41"/>
                <a:gd name="T6" fmla="*/ 34 w 41"/>
                <a:gd name="T7" fmla="*/ 8 h 41"/>
                <a:gd name="T8" fmla="*/ 8 w 41"/>
                <a:gd name="T9" fmla="*/ 8 h 41"/>
              </a:gdLst>
              <a:ahLst/>
              <a:cxnLst>
                <a:cxn ang="0">
                  <a:pos x="T0" y="T1"/>
                </a:cxn>
                <a:cxn ang="0">
                  <a:pos x="T2" y="T3"/>
                </a:cxn>
                <a:cxn ang="0">
                  <a:pos x="T4" y="T5"/>
                </a:cxn>
                <a:cxn ang="0">
                  <a:pos x="T6" y="T7"/>
                </a:cxn>
                <a:cxn ang="0">
                  <a:pos x="T8" y="T9"/>
                </a:cxn>
              </a:cxnLst>
              <a:rect l="0" t="0" r="r" b="b"/>
              <a:pathLst>
                <a:path w="41" h="41">
                  <a:moveTo>
                    <a:pt x="8" y="8"/>
                  </a:moveTo>
                  <a:cubicBezTo>
                    <a:pt x="0" y="15"/>
                    <a:pt x="0" y="27"/>
                    <a:pt x="8" y="34"/>
                  </a:cubicBezTo>
                  <a:cubicBezTo>
                    <a:pt x="15" y="41"/>
                    <a:pt x="27" y="41"/>
                    <a:pt x="34" y="34"/>
                  </a:cubicBezTo>
                  <a:cubicBezTo>
                    <a:pt x="41" y="27"/>
                    <a:pt x="41" y="15"/>
                    <a:pt x="34" y="8"/>
                  </a:cubicBezTo>
                  <a:cubicBezTo>
                    <a:pt x="27" y="0"/>
                    <a:pt x="15" y="0"/>
                    <a:pt x="8"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537" name="文本框 536"/>
          <p:cNvSpPr txBox="1"/>
          <p:nvPr/>
        </p:nvSpPr>
        <p:spPr>
          <a:xfrm>
            <a:off x="2047363" y="2133684"/>
            <a:ext cx="7858124" cy="461665"/>
          </a:xfrm>
          <a:prstGeom prst="rect">
            <a:avLst/>
          </a:prstGeom>
          <a:noFill/>
        </p:spPr>
        <p:txBody>
          <a:bodyPr wrap="square" rtlCol="0">
            <a:spAutoFit/>
          </a:bodyPr>
          <a:lstStyle/>
          <a:p>
            <a:pPr algn="ctr"/>
            <a:r>
              <a:rPr lang="en-US" altLang="zh-CN" sz="2400" b="1" dirty="0" smtClean="0">
                <a:solidFill>
                  <a:schemeClr val="bg1"/>
                </a:solidFill>
                <a:latin typeface="Baskerville Old Face" panose="02020602080505020303" pitchFamily="18" charset="0"/>
                <a:ea typeface="微软雅黑" panose="020B0503020204020204" pitchFamily="34" charset="-122"/>
              </a:rPr>
              <a:t>10 </a:t>
            </a:r>
            <a:r>
              <a:rPr lang="en-US" altLang="zh-CN" sz="2400" b="1" dirty="0" smtClean="0">
                <a:solidFill>
                  <a:schemeClr val="bg1"/>
                </a:solidFill>
                <a:latin typeface="Baskerville Old Face" panose="02020602080505020303" pitchFamily="18" charset="0"/>
                <a:ea typeface="微软雅黑" panose="020B0503020204020204" pitchFamily="34" charset="-122"/>
              </a:rPr>
              <a:t>bits Successive </a:t>
            </a:r>
            <a:r>
              <a:rPr lang="en-US" altLang="zh-CN" sz="2400" b="1" dirty="0">
                <a:solidFill>
                  <a:schemeClr val="bg1"/>
                </a:solidFill>
                <a:latin typeface="Baskerville Old Face" panose="02020602080505020303" pitchFamily="18" charset="0"/>
                <a:ea typeface="微软雅黑" panose="020B0503020204020204" pitchFamily="34" charset="-122"/>
              </a:rPr>
              <a:t>Approximation </a:t>
            </a:r>
            <a:r>
              <a:rPr lang="en-US" altLang="zh-CN" sz="2400" b="1" dirty="0" smtClean="0">
                <a:solidFill>
                  <a:schemeClr val="bg1"/>
                </a:solidFill>
                <a:latin typeface="Baskerville Old Face" panose="02020602080505020303" pitchFamily="18" charset="0"/>
                <a:ea typeface="微软雅黑" panose="020B0503020204020204" pitchFamily="34" charset="-122"/>
              </a:rPr>
              <a:t>Register ADC</a:t>
            </a:r>
            <a:endParaRPr lang="en-US" altLang="zh-CN" sz="2400" b="1" dirty="0">
              <a:solidFill>
                <a:schemeClr val="bg1"/>
              </a:solidFill>
              <a:latin typeface="Baskerville Old Face" panose="02020602080505020303" pitchFamily="18" charset="0"/>
              <a:ea typeface="微软雅黑" panose="020B0503020204020204" pitchFamily="34" charset="-122"/>
            </a:endParaRPr>
          </a:p>
        </p:txBody>
      </p:sp>
      <p:grpSp>
        <p:nvGrpSpPr>
          <p:cNvPr id="2" name="组合 1"/>
          <p:cNvGrpSpPr/>
          <p:nvPr/>
        </p:nvGrpSpPr>
        <p:grpSpPr>
          <a:xfrm>
            <a:off x="5915306" y="-3855953"/>
            <a:ext cx="11510963" cy="11653838"/>
            <a:chOff x="5915306" y="-3855953"/>
            <a:chExt cx="11510963" cy="11653838"/>
          </a:xfrm>
        </p:grpSpPr>
        <p:sp>
          <p:nvSpPr>
            <p:cNvPr id="306" name="Freeform 41"/>
            <p:cNvSpPr>
              <a:spLocks/>
            </p:cNvSpPr>
            <p:nvPr/>
          </p:nvSpPr>
          <p:spPr bwMode="auto">
            <a:xfrm rot="5400000" flipH="1" flipV="1">
              <a:off x="10765913" y="3279861"/>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94" name="Freeform 129"/>
            <p:cNvSpPr>
              <a:spLocks/>
            </p:cNvSpPr>
            <p:nvPr/>
          </p:nvSpPr>
          <p:spPr bwMode="auto">
            <a:xfrm rot="5400000" flipH="1" flipV="1">
              <a:off x="10911963" y="3284623"/>
              <a:ext cx="2582863" cy="2716213"/>
            </a:xfrm>
            <a:custGeom>
              <a:avLst/>
              <a:gdLst>
                <a:gd name="T0" fmla="*/ 1627 w 1627"/>
                <a:gd name="T1" fmla="*/ 0 h 1711"/>
                <a:gd name="T2" fmla="*/ 1539 w 1627"/>
                <a:gd name="T3" fmla="*/ 0 h 1711"/>
                <a:gd name="T4" fmla="*/ 1289 w 1627"/>
                <a:gd name="T5" fmla="*/ 250 h 1711"/>
                <a:gd name="T6" fmla="*/ 1286 w 1627"/>
                <a:gd name="T7" fmla="*/ 425 h 1711"/>
                <a:gd name="T8" fmla="*/ 0 w 1627"/>
                <a:gd name="T9" fmla="*/ 1711 h 1711"/>
              </a:gdLst>
              <a:ahLst/>
              <a:cxnLst>
                <a:cxn ang="0">
                  <a:pos x="T0" y="T1"/>
                </a:cxn>
                <a:cxn ang="0">
                  <a:pos x="T2" y="T3"/>
                </a:cxn>
                <a:cxn ang="0">
                  <a:pos x="T4" y="T5"/>
                </a:cxn>
                <a:cxn ang="0">
                  <a:pos x="T6" y="T7"/>
                </a:cxn>
                <a:cxn ang="0">
                  <a:pos x="T8" y="T9"/>
                </a:cxn>
              </a:cxnLst>
              <a:rect l="0" t="0" r="r" b="b"/>
              <a:pathLst>
                <a:path w="1627" h="1711">
                  <a:moveTo>
                    <a:pt x="1627" y="0"/>
                  </a:moveTo>
                  <a:lnTo>
                    <a:pt x="1539" y="0"/>
                  </a:lnTo>
                  <a:lnTo>
                    <a:pt x="1289" y="250"/>
                  </a:lnTo>
                  <a:lnTo>
                    <a:pt x="1286" y="425"/>
                  </a:lnTo>
                  <a:lnTo>
                    <a:pt x="0" y="1711"/>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95" name="Freeform 130"/>
            <p:cNvSpPr>
              <a:spLocks/>
            </p:cNvSpPr>
            <p:nvPr/>
          </p:nvSpPr>
          <p:spPr bwMode="auto">
            <a:xfrm rot="5400000" flipH="1" flipV="1">
              <a:off x="11011975" y="3575136"/>
              <a:ext cx="2060575" cy="2911475"/>
            </a:xfrm>
            <a:custGeom>
              <a:avLst/>
              <a:gdLst>
                <a:gd name="T0" fmla="*/ 1224 w 1298"/>
                <a:gd name="T1" fmla="*/ 0 h 1834"/>
                <a:gd name="T2" fmla="*/ 1224 w 1298"/>
                <a:gd name="T3" fmla="*/ 293 h 1834"/>
                <a:gd name="T4" fmla="*/ 1298 w 1298"/>
                <a:gd name="T5" fmla="*/ 364 h 1834"/>
                <a:gd name="T6" fmla="*/ 1298 w 1298"/>
                <a:gd name="T7" fmla="*/ 536 h 1834"/>
                <a:gd name="T8" fmla="*/ 0 w 1298"/>
                <a:gd name="T9" fmla="*/ 1834 h 1834"/>
              </a:gdLst>
              <a:ahLst/>
              <a:cxnLst>
                <a:cxn ang="0">
                  <a:pos x="T0" y="T1"/>
                </a:cxn>
                <a:cxn ang="0">
                  <a:pos x="T2" y="T3"/>
                </a:cxn>
                <a:cxn ang="0">
                  <a:pos x="T4" y="T5"/>
                </a:cxn>
                <a:cxn ang="0">
                  <a:pos x="T6" y="T7"/>
                </a:cxn>
                <a:cxn ang="0">
                  <a:pos x="T8" y="T9"/>
                </a:cxn>
              </a:cxnLst>
              <a:rect l="0" t="0" r="r" b="b"/>
              <a:pathLst>
                <a:path w="1298" h="1834">
                  <a:moveTo>
                    <a:pt x="1224" y="0"/>
                  </a:moveTo>
                  <a:lnTo>
                    <a:pt x="1224" y="293"/>
                  </a:lnTo>
                  <a:lnTo>
                    <a:pt x="1298" y="364"/>
                  </a:lnTo>
                  <a:lnTo>
                    <a:pt x="1298" y="536"/>
                  </a:lnTo>
                  <a:lnTo>
                    <a:pt x="0" y="1834"/>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27" name="Freeform 162"/>
            <p:cNvSpPr>
              <a:spLocks/>
            </p:cNvSpPr>
            <p:nvPr/>
          </p:nvSpPr>
          <p:spPr bwMode="auto">
            <a:xfrm rot="5400000" flipH="1" flipV="1">
              <a:off x="11285819" y="4017255"/>
              <a:ext cx="2349500" cy="2668588"/>
            </a:xfrm>
            <a:custGeom>
              <a:avLst/>
              <a:gdLst>
                <a:gd name="T0" fmla="*/ 0 w 1480"/>
                <a:gd name="T1" fmla="*/ 1681 h 1681"/>
                <a:gd name="T2" fmla="*/ 1480 w 1480"/>
                <a:gd name="T3" fmla="*/ 201 h 1681"/>
                <a:gd name="T4" fmla="*/ 1477 w 1480"/>
                <a:gd name="T5" fmla="*/ 85 h 1681"/>
                <a:gd name="T6" fmla="*/ 1392 w 1480"/>
                <a:gd name="T7" fmla="*/ 0 h 1681"/>
              </a:gdLst>
              <a:ahLst/>
              <a:cxnLst>
                <a:cxn ang="0">
                  <a:pos x="T0" y="T1"/>
                </a:cxn>
                <a:cxn ang="0">
                  <a:pos x="T2" y="T3"/>
                </a:cxn>
                <a:cxn ang="0">
                  <a:pos x="T4" y="T5"/>
                </a:cxn>
                <a:cxn ang="0">
                  <a:pos x="T6" y="T7"/>
                </a:cxn>
              </a:cxnLst>
              <a:rect l="0" t="0" r="r" b="b"/>
              <a:pathLst>
                <a:path w="1480" h="1681">
                  <a:moveTo>
                    <a:pt x="0" y="1681"/>
                  </a:moveTo>
                  <a:lnTo>
                    <a:pt x="1480" y="201"/>
                  </a:lnTo>
                  <a:lnTo>
                    <a:pt x="1477" y="85"/>
                  </a:lnTo>
                  <a:lnTo>
                    <a:pt x="139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29" name="Freeform 164"/>
            <p:cNvSpPr>
              <a:spLocks/>
            </p:cNvSpPr>
            <p:nvPr/>
          </p:nvSpPr>
          <p:spPr bwMode="auto">
            <a:xfrm rot="5400000" flipH="1" flipV="1">
              <a:off x="11410438" y="4268874"/>
              <a:ext cx="2000250" cy="2124075"/>
            </a:xfrm>
            <a:custGeom>
              <a:avLst/>
              <a:gdLst>
                <a:gd name="T0" fmla="*/ 0 w 1260"/>
                <a:gd name="T1" fmla="*/ 1338 h 1338"/>
                <a:gd name="T2" fmla="*/ 1260 w 1260"/>
                <a:gd name="T3" fmla="*/ 75 h 1338"/>
                <a:gd name="T4" fmla="*/ 1260 w 1260"/>
                <a:gd name="T5" fmla="*/ 0 h 1338"/>
              </a:gdLst>
              <a:ahLst/>
              <a:cxnLst>
                <a:cxn ang="0">
                  <a:pos x="T0" y="T1"/>
                </a:cxn>
                <a:cxn ang="0">
                  <a:pos x="T2" y="T3"/>
                </a:cxn>
                <a:cxn ang="0">
                  <a:pos x="T4" y="T5"/>
                </a:cxn>
              </a:cxnLst>
              <a:rect l="0" t="0" r="r" b="b"/>
              <a:pathLst>
                <a:path w="1260" h="1338">
                  <a:moveTo>
                    <a:pt x="0" y="1338"/>
                  </a:moveTo>
                  <a:lnTo>
                    <a:pt x="1260" y="75"/>
                  </a:lnTo>
                  <a:lnTo>
                    <a:pt x="126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35" name="Freeform 170"/>
            <p:cNvSpPr>
              <a:spLocks/>
            </p:cNvSpPr>
            <p:nvPr/>
          </p:nvSpPr>
          <p:spPr bwMode="auto">
            <a:xfrm rot="5400000" flipH="1" flipV="1">
              <a:off x="11253275" y="4237123"/>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36" name="Freeform 171"/>
            <p:cNvSpPr>
              <a:spLocks/>
            </p:cNvSpPr>
            <p:nvPr/>
          </p:nvSpPr>
          <p:spPr bwMode="auto">
            <a:xfrm rot="5400000" flipH="1" flipV="1">
              <a:off x="12845538" y="3951373"/>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39" name="Freeform 174"/>
            <p:cNvSpPr>
              <a:spLocks/>
            </p:cNvSpPr>
            <p:nvPr/>
          </p:nvSpPr>
          <p:spPr bwMode="auto">
            <a:xfrm rot="5400000" flipH="1" flipV="1">
              <a:off x="11794613" y="4146636"/>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42" name="Freeform 177"/>
            <p:cNvSpPr>
              <a:spLocks/>
            </p:cNvSpPr>
            <p:nvPr/>
          </p:nvSpPr>
          <p:spPr bwMode="auto">
            <a:xfrm rot="5400000" flipH="1" flipV="1">
              <a:off x="11051663" y="4248236"/>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7" y="0"/>
                    <a:pt x="34" y="8"/>
                  </a:cubicBezTo>
                  <a:cubicBezTo>
                    <a:pt x="41" y="15"/>
                    <a:pt x="41" y="27"/>
                    <a:pt x="34" y="34"/>
                  </a:cubicBezTo>
                  <a:cubicBezTo>
                    <a:pt x="27"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88" name="Freeform 123"/>
            <p:cNvSpPr>
              <a:spLocks/>
            </p:cNvSpPr>
            <p:nvPr/>
          </p:nvSpPr>
          <p:spPr bwMode="auto">
            <a:xfrm rot="5400000" flipH="1" flipV="1">
              <a:off x="11890656" y="3849773"/>
              <a:ext cx="3990975" cy="3441700"/>
            </a:xfrm>
            <a:custGeom>
              <a:avLst/>
              <a:gdLst>
                <a:gd name="T0" fmla="*/ 0 w 2514"/>
                <a:gd name="T1" fmla="*/ 2168 h 2168"/>
                <a:gd name="T2" fmla="*/ 1684 w 2514"/>
                <a:gd name="T3" fmla="*/ 484 h 2168"/>
                <a:gd name="T4" fmla="*/ 1788 w 2514"/>
                <a:gd name="T5" fmla="*/ 487 h 2168"/>
                <a:gd name="T6" fmla="*/ 1871 w 2514"/>
                <a:gd name="T7" fmla="*/ 404 h 2168"/>
                <a:gd name="T8" fmla="*/ 2088 w 2514"/>
                <a:gd name="T9" fmla="*/ 399 h 2168"/>
                <a:gd name="T10" fmla="*/ 2204 w 2514"/>
                <a:gd name="T11" fmla="*/ 286 h 2168"/>
                <a:gd name="T12" fmla="*/ 2206 w 2514"/>
                <a:gd name="T13" fmla="*/ 189 h 2168"/>
                <a:gd name="T14" fmla="*/ 2393 w 2514"/>
                <a:gd name="T15" fmla="*/ 2 h 2168"/>
                <a:gd name="T16" fmla="*/ 2514 w 2514"/>
                <a:gd name="T17" fmla="*/ 0 h 2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14" h="2168">
                  <a:moveTo>
                    <a:pt x="0" y="2168"/>
                  </a:moveTo>
                  <a:lnTo>
                    <a:pt x="1684" y="484"/>
                  </a:lnTo>
                  <a:lnTo>
                    <a:pt x="1788" y="487"/>
                  </a:lnTo>
                  <a:lnTo>
                    <a:pt x="1871" y="404"/>
                  </a:lnTo>
                  <a:lnTo>
                    <a:pt x="2088" y="399"/>
                  </a:lnTo>
                  <a:lnTo>
                    <a:pt x="2204" y="286"/>
                  </a:lnTo>
                  <a:lnTo>
                    <a:pt x="2206" y="189"/>
                  </a:lnTo>
                  <a:lnTo>
                    <a:pt x="2393" y="2"/>
                  </a:lnTo>
                  <a:lnTo>
                    <a:pt x="251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89" name="Freeform 124"/>
            <p:cNvSpPr>
              <a:spLocks/>
            </p:cNvSpPr>
            <p:nvPr/>
          </p:nvSpPr>
          <p:spPr bwMode="auto">
            <a:xfrm rot="5400000" flipH="1" flipV="1">
              <a:off x="10606368" y="2670259"/>
              <a:ext cx="5160963" cy="4913313"/>
            </a:xfrm>
            <a:custGeom>
              <a:avLst/>
              <a:gdLst>
                <a:gd name="T0" fmla="*/ 0 w 3251"/>
                <a:gd name="T1" fmla="*/ 3095 h 3095"/>
                <a:gd name="T2" fmla="*/ 1737 w 3251"/>
                <a:gd name="T3" fmla="*/ 1355 h 3095"/>
                <a:gd name="T4" fmla="*/ 1844 w 3251"/>
                <a:gd name="T5" fmla="*/ 1357 h 3095"/>
                <a:gd name="T6" fmla="*/ 2449 w 3251"/>
                <a:gd name="T7" fmla="*/ 750 h 3095"/>
                <a:gd name="T8" fmla="*/ 2735 w 3251"/>
                <a:gd name="T9" fmla="*/ 748 h 3095"/>
                <a:gd name="T10" fmla="*/ 3248 w 3251"/>
                <a:gd name="T11" fmla="*/ 232 h 3095"/>
                <a:gd name="T12" fmla="*/ 3251 w 3251"/>
                <a:gd name="T13" fmla="*/ 0 h 3095"/>
              </a:gdLst>
              <a:ahLst/>
              <a:cxnLst>
                <a:cxn ang="0">
                  <a:pos x="T0" y="T1"/>
                </a:cxn>
                <a:cxn ang="0">
                  <a:pos x="T2" y="T3"/>
                </a:cxn>
                <a:cxn ang="0">
                  <a:pos x="T4" y="T5"/>
                </a:cxn>
                <a:cxn ang="0">
                  <a:pos x="T6" y="T7"/>
                </a:cxn>
                <a:cxn ang="0">
                  <a:pos x="T8" y="T9"/>
                </a:cxn>
                <a:cxn ang="0">
                  <a:pos x="T10" y="T11"/>
                </a:cxn>
                <a:cxn ang="0">
                  <a:pos x="T12" y="T13"/>
                </a:cxn>
              </a:cxnLst>
              <a:rect l="0" t="0" r="r" b="b"/>
              <a:pathLst>
                <a:path w="3251" h="3095">
                  <a:moveTo>
                    <a:pt x="0" y="3095"/>
                  </a:moveTo>
                  <a:lnTo>
                    <a:pt x="1737" y="1355"/>
                  </a:lnTo>
                  <a:lnTo>
                    <a:pt x="1844" y="1357"/>
                  </a:lnTo>
                  <a:lnTo>
                    <a:pt x="2449" y="750"/>
                  </a:lnTo>
                  <a:lnTo>
                    <a:pt x="2735" y="748"/>
                  </a:lnTo>
                  <a:lnTo>
                    <a:pt x="3248" y="232"/>
                  </a:lnTo>
                  <a:lnTo>
                    <a:pt x="3251"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90" name="Freeform 125"/>
            <p:cNvSpPr>
              <a:spLocks/>
            </p:cNvSpPr>
            <p:nvPr/>
          </p:nvSpPr>
          <p:spPr bwMode="auto">
            <a:xfrm rot="5400000" flipH="1" flipV="1">
              <a:off x="10888150" y="3039353"/>
              <a:ext cx="4987925" cy="4506913"/>
            </a:xfrm>
            <a:custGeom>
              <a:avLst/>
              <a:gdLst>
                <a:gd name="T0" fmla="*/ 0 w 3142"/>
                <a:gd name="T1" fmla="*/ 2839 h 2839"/>
                <a:gd name="T2" fmla="*/ 1771 w 3142"/>
                <a:gd name="T3" fmla="*/ 1066 h 2839"/>
                <a:gd name="T4" fmla="*/ 1870 w 3142"/>
                <a:gd name="T5" fmla="*/ 1062 h 2839"/>
                <a:gd name="T6" fmla="*/ 2478 w 3142"/>
                <a:gd name="T7" fmla="*/ 456 h 2839"/>
                <a:gd name="T8" fmla="*/ 2769 w 3142"/>
                <a:gd name="T9" fmla="*/ 459 h 2839"/>
                <a:gd name="T10" fmla="*/ 3137 w 3142"/>
                <a:gd name="T11" fmla="*/ 90 h 2839"/>
                <a:gd name="T12" fmla="*/ 3142 w 3142"/>
                <a:gd name="T13" fmla="*/ 0 h 2839"/>
              </a:gdLst>
              <a:ahLst/>
              <a:cxnLst>
                <a:cxn ang="0">
                  <a:pos x="T0" y="T1"/>
                </a:cxn>
                <a:cxn ang="0">
                  <a:pos x="T2" y="T3"/>
                </a:cxn>
                <a:cxn ang="0">
                  <a:pos x="T4" y="T5"/>
                </a:cxn>
                <a:cxn ang="0">
                  <a:pos x="T6" y="T7"/>
                </a:cxn>
                <a:cxn ang="0">
                  <a:pos x="T8" y="T9"/>
                </a:cxn>
                <a:cxn ang="0">
                  <a:pos x="T10" y="T11"/>
                </a:cxn>
                <a:cxn ang="0">
                  <a:pos x="T12" y="T13"/>
                </a:cxn>
              </a:cxnLst>
              <a:rect l="0" t="0" r="r" b="b"/>
              <a:pathLst>
                <a:path w="3142" h="2839">
                  <a:moveTo>
                    <a:pt x="0" y="2839"/>
                  </a:moveTo>
                  <a:lnTo>
                    <a:pt x="1771" y="1066"/>
                  </a:lnTo>
                  <a:lnTo>
                    <a:pt x="1870" y="1062"/>
                  </a:lnTo>
                  <a:lnTo>
                    <a:pt x="2478" y="456"/>
                  </a:lnTo>
                  <a:lnTo>
                    <a:pt x="2769" y="459"/>
                  </a:lnTo>
                  <a:lnTo>
                    <a:pt x="3137" y="90"/>
                  </a:lnTo>
                  <a:lnTo>
                    <a:pt x="314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91" name="Freeform 126"/>
            <p:cNvSpPr>
              <a:spLocks/>
            </p:cNvSpPr>
            <p:nvPr/>
          </p:nvSpPr>
          <p:spPr bwMode="auto">
            <a:xfrm rot="5400000" flipH="1" flipV="1">
              <a:off x="11933518" y="3810085"/>
              <a:ext cx="3975100" cy="3422650"/>
            </a:xfrm>
            <a:custGeom>
              <a:avLst/>
              <a:gdLst>
                <a:gd name="T0" fmla="*/ 0 w 2504"/>
                <a:gd name="T1" fmla="*/ 2156 h 2156"/>
                <a:gd name="T2" fmla="*/ 1664 w 2504"/>
                <a:gd name="T3" fmla="*/ 494 h 2156"/>
                <a:gd name="T4" fmla="*/ 1768 w 2504"/>
                <a:gd name="T5" fmla="*/ 494 h 2156"/>
                <a:gd name="T6" fmla="*/ 1851 w 2504"/>
                <a:gd name="T7" fmla="*/ 414 h 2156"/>
                <a:gd name="T8" fmla="*/ 2076 w 2504"/>
                <a:gd name="T9" fmla="*/ 416 h 2156"/>
                <a:gd name="T10" fmla="*/ 2201 w 2504"/>
                <a:gd name="T11" fmla="*/ 291 h 2156"/>
                <a:gd name="T12" fmla="*/ 2196 w 2504"/>
                <a:gd name="T13" fmla="*/ 189 h 2156"/>
                <a:gd name="T14" fmla="*/ 2383 w 2504"/>
                <a:gd name="T15" fmla="*/ 0 h 2156"/>
                <a:gd name="T16" fmla="*/ 2504 w 2504"/>
                <a:gd name="T17" fmla="*/ 0 h 2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4" h="2156">
                  <a:moveTo>
                    <a:pt x="0" y="2156"/>
                  </a:moveTo>
                  <a:lnTo>
                    <a:pt x="1664" y="494"/>
                  </a:lnTo>
                  <a:lnTo>
                    <a:pt x="1768" y="494"/>
                  </a:lnTo>
                  <a:lnTo>
                    <a:pt x="1851" y="414"/>
                  </a:lnTo>
                  <a:lnTo>
                    <a:pt x="2076" y="416"/>
                  </a:lnTo>
                  <a:lnTo>
                    <a:pt x="2201" y="291"/>
                  </a:lnTo>
                  <a:lnTo>
                    <a:pt x="2196" y="189"/>
                  </a:lnTo>
                  <a:lnTo>
                    <a:pt x="2383" y="0"/>
                  </a:lnTo>
                  <a:lnTo>
                    <a:pt x="250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92" name="Freeform 127"/>
            <p:cNvSpPr>
              <a:spLocks/>
            </p:cNvSpPr>
            <p:nvPr/>
          </p:nvSpPr>
          <p:spPr bwMode="auto">
            <a:xfrm rot="5400000" flipH="1" flipV="1">
              <a:off x="10923869" y="3183023"/>
              <a:ext cx="4860925" cy="4368800"/>
            </a:xfrm>
            <a:custGeom>
              <a:avLst/>
              <a:gdLst>
                <a:gd name="T0" fmla="*/ 0 w 3062"/>
                <a:gd name="T1" fmla="*/ 2752 h 2752"/>
                <a:gd name="T2" fmla="*/ 1806 w 3062"/>
                <a:gd name="T3" fmla="*/ 946 h 2752"/>
                <a:gd name="T4" fmla="*/ 1891 w 3062"/>
                <a:gd name="T5" fmla="*/ 943 h 2752"/>
                <a:gd name="T6" fmla="*/ 2537 w 3062"/>
                <a:gd name="T7" fmla="*/ 298 h 2752"/>
                <a:gd name="T8" fmla="*/ 2844 w 3062"/>
                <a:gd name="T9" fmla="*/ 296 h 2752"/>
                <a:gd name="T10" fmla="*/ 3059 w 3062"/>
                <a:gd name="T11" fmla="*/ 80 h 2752"/>
                <a:gd name="T12" fmla="*/ 3062 w 3062"/>
                <a:gd name="T13" fmla="*/ 0 h 2752"/>
              </a:gdLst>
              <a:ahLst/>
              <a:cxnLst>
                <a:cxn ang="0">
                  <a:pos x="T0" y="T1"/>
                </a:cxn>
                <a:cxn ang="0">
                  <a:pos x="T2" y="T3"/>
                </a:cxn>
                <a:cxn ang="0">
                  <a:pos x="T4" y="T5"/>
                </a:cxn>
                <a:cxn ang="0">
                  <a:pos x="T6" y="T7"/>
                </a:cxn>
                <a:cxn ang="0">
                  <a:pos x="T8" y="T9"/>
                </a:cxn>
                <a:cxn ang="0">
                  <a:pos x="T10" y="T11"/>
                </a:cxn>
                <a:cxn ang="0">
                  <a:pos x="T12" y="T13"/>
                </a:cxn>
              </a:cxnLst>
              <a:rect l="0" t="0" r="r" b="b"/>
              <a:pathLst>
                <a:path w="3062" h="2752">
                  <a:moveTo>
                    <a:pt x="0" y="2752"/>
                  </a:moveTo>
                  <a:lnTo>
                    <a:pt x="1806" y="946"/>
                  </a:lnTo>
                  <a:lnTo>
                    <a:pt x="1891" y="943"/>
                  </a:lnTo>
                  <a:lnTo>
                    <a:pt x="2537" y="298"/>
                  </a:lnTo>
                  <a:lnTo>
                    <a:pt x="2844" y="296"/>
                  </a:lnTo>
                  <a:lnTo>
                    <a:pt x="3059" y="80"/>
                  </a:lnTo>
                  <a:lnTo>
                    <a:pt x="306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93" name="Freeform 128"/>
            <p:cNvSpPr>
              <a:spLocks/>
            </p:cNvSpPr>
            <p:nvPr/>
          </p:nvSpPr>
          <p:spPr bwMode="auto">
            <a:xfrm rot="5400000" flipH="1" flipV="1">
              <a:off x="12667737" y="5053891"/>
              <a:ext cx="2649538" cy="2755900"/>
            </a:xfrm>
            <a:custGeom>
              <a:avLst/>
              <a:gdLst>
                <a:gd name="T0" fmla="*/ 0 w 1669"/>
                <a:gd name="T1" fmla="*/ 1736 h 1736"/>
                <a:gd name="T2" fmla="*/ 1669 w 1669"/>
                <a:gd name="T3" fmla="*/ 69 h 1736"/>
                <a:gd name="T4" fmla="*/ 1667 w 1669"/>
                <a:gd name="T5" fmla="*/ 0 h 1736"/>
              </a:gdLst>
              <a:ahLst/>
              <a:cxnLst>
                <a:cxn ang="0">
                  <a:pos x="T0" y="T1"/>
                </a:cxn>
                <a:cxn ang="0">
                  <a:pos x="T2" y="T3"/>
                </a:cxn>
                <a:cxn ang="0">
                  <a:pos x="T4" y="T5"/>
                </a:cxn>
              </a:cxnLst>
              <a:rect l="0" t="0" r="r" b="b"/>
              <a:pathLst>
                <a:path w="1669" h="1736">
                  <a:moveTo>
                    <a:pt x="0" y="1736"/>
                  </a:moveTo>
                  <a:lnTo>
                    <a:pt x="1669" y="69"/>
                  </a:lnTo>
                  <a:lnTo>
                    <a:pt x="166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08" name="Freeform 43"/>
            <p:cNvSpPr>
              <a:spLocks/>
            </p:cNvSpPr>
            <p:nvPr/>
          </p:nvSpPr>
          <p:spPr bwMode="auto">
            <a:xfrm rot="5400000" flipH="1" flipV="1">
              <a:off x="12512956" y="5019759"/>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4"/>
                    <a:pt x="41" y="26"/>
                    <a:pt x="33" y="34"/>
                  </a:cubicBezTo>
                  <a:cubicBezTo>
                    <a:pt x="26" y="41"/>
                    <a:pt x="14" y="41"/>
                    <a:pt x="7" y="34"/>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10" name="Freeform 45"/>
            <p:cNvSpPr>
              <a:spLocks/>
            </p:cNvSpPr>
            <p:nvPr/>
          </p:nvSpPr>
          <p:spPr bwMode="auto">
            <a:xfrm rot="5400000" flipH="1" flipV="1">
              <a:off x="11643006" y="1665372"/>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12" name="Freeform 47"/>
            <p:cNvSpPr>
              <a:spLocks/>
            </p:cNvSpPr>
            <p:nvPr/>
          </p:nvSpPr>
          <p:spPr bwMode="auto">
            <a:xfrm rot="5400000" flipH="1" flipV="1">
              <a:off x="11101668" y="2865522"/>
              <a:ext cx="153988"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3"/>
                  </a:cubicBezTo>
                  <a:cubicBezTo>
                    <a:pt x="26" y="41"/>
                    <a:pt x="15"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13" name="Freeform 48"/>
            <p:cNvSpPr>
              <a:spLocks/>
            </p:cNvSpPr>
            <p:nvPr/>
          </p:nvSpPr>
          <p:spPr bwMode="auto">
            <a:xfrm rot="5400000" flipH="1" flipV="1">
              <a:off x="9953906" y="403309"/>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7" y="0"/>
                    <a:pt x="34" y="8"/>
                  </a:cubicBezTo>
                  <a:cubicBezTo>
                    <a:pt x="41" y="15"/>
                    <a:pt x="41" y="27"/>
                    <a:pt x="34" y="34"/>
                  </a:cubicBezTo>
                  <a:cubicBezTo>
                    <a:pt x="27"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14" name="Freeform 49"/>
            <p:cNvSpPr>
              <a:spLocks/>
            </p:cNvSpPr>
            <p:nvPr/>
          </p:nvSpPr>
          <p:spPr bwMode="auto">
            <a:xfrm rot="5400000" flipH="1" flipV="1">
              <a:off x="10974668" y="2738522"/>
              <a:ext cx="153988"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4" y="7"/>
                  </a:cubicBezTo>
                  <a:cubicBezTo>
                    <a:pt x="41" y="14"/>
                    <a:pt x="41" y="26"/>
                    <a:pt x="34" y="33"/>
                  </a:cubicBezTo>
                  <a:cubicBezTo>
                    <a:pt x="26" y="41"/>
                    <a:pt x="14" y="41"/>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17" name="Freeform 52"/>
            <p:cNvSpPr>
              <a:spLocks/>
            </p:cNvSpPr>
            <p:nvPr/>
          </p:nvSpPr>
          <p:spPr bwMode="auto">
            <a:xfrm rot="5400000" flipH="1" flipV="1">
              <a:off x="10760356" y="2697247"/>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7" y="0"/>
                    <a:pt x="34" y="8"/>
                  </a:cubicBezTo>
                  <a:cubicBezTo>
                    <a:pt x="41" y="15"/>
                    <a:pt x="41" y="27"/>
                    <a:pt x="34" y="34"/>
                  </a:cubicBezTo>
                  <a:cubicBezTo>
                    <a:pt x="27"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22" name="Freeform 57"/>
            <p:cNvSpPr>
              <a:spLocks/>
            </p:cNvSpPr>
            <p:nvPr/>
          </p:nvSpPr>
          <p:spPr bwMode="auto">
            <a:xfrm rot="5400000" flipH="1" flipV="1">
              <a:off x="14212375" y="1035928"/>
              <a:ext cx="1222375" cy="2189163"/>
            </a:xfrm>
            <a:custGeom>
              <a:avLst/>
              <a:gdLst>
                <a:gd name="T0" fmla="*/ 768 w 770"/>
                <a:gd name="T1" fmla="*/ 0 h 1379"/>
                <a:gd name="T2" fmla="*/ 770 w 770"/>
                <a:gd name="T3" fmla="*/ 104 h 1379"/>
                <a:gd name="T4" fmla="*/ 503 w 770"/>
                <a:gd name="T5" fmla="*/ 369 h 1379"/>
                <a:gd name="T6" fmla="*/ 508 w 770"/>
                <a:gd name="T7" fmla="*/ 499 h 1379"/>
                <a:gd name="T8" fmla="*/ 385 w 770"/>
                <a:gd name="T9" fmla="*/ 620 h 1379"/>
                <a:gd name="T10" fmla="*/ 380 w 770"/>
                <a:gd name="T11" fmla="*/ 826 h 1379"/>
                <a:gd name="T12" fmla="*/ 191 w 770"/>
                <a:gd name="T13" fmla="*/ 1015 h 1379"/>
                <a:gd name="T14" fmla="*/ 182 w 770"/>
                <a:gd name="T15" fmla="*/ 1268 h 1379"/>
                <a:gd name="T16" fmla="*/ 73 w 770"/>
                <a:gd name="T17" fmla="*/ 1379 h 1379"/>
                <a:gd name="T18" fmla="*/ 0 w 770"/>
                <a:gd name="T19" fmla="*/ 1379 h 1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70" h="1379">
                  <a:moveTo>
                    <a:pt x="768" y="0"/>
                  </a:moveTo>
                  <a:lnTo>
                    <a:pt x="770" y="104"/>
                  </a:lnTo>
                  <a:lnTo>
                    <a:pt x="503" y="369"/>
                  </a:lnTo>
                  <a:lnTo>
                    <a:pt x="508" y="499"/>
                  </a:lnTo>
                  <a:lnTo>
                    <a:pt x="385" y="620"/>
                  </a:lnTo>
                  <a:lnTo>
                    <a:pt x="380" y="826"/>
                  </a:lnTo>
                  <a:lnTo>
                    <a:pt x="191" y="1015"/>
                  </a:lnTo>
                  <a:lnTo>
                    <a:pt x="182" y="1268"/>
                  </a:lnTo>
                  <a:lnTo>
                    <a:pt x="73" y="1379"/>
                  </a:lnTo>
                  <a:lnTo>
                    <a:pt x="0" y="1379"/>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23" name="Freeform 58"/>
            <p:cNvSpPr>
              <a:spLocks/>
            </p:cNvSpPr>
            <p:nvPr/>
          </p:nvSpPr>
          <p:spPr bwMode="auto">
            <a:xfrm rot="5400000" flipH="1" flipV="1">
              <a:off x="10124562" y="-3759910"/>
              <a:ext cx="6742113" cy="7194550"/>
            </a:xfrm>
            <a:custGeom>
              <a:avLst/>
              <a:gdLst>
                <a:gd name="T0" fmla="*/ 0 w 4247"/>
                <a:gd name="T1" fmla="*/ 4532 h 4532"/>
                <a:gd name="T2" fmla="*/ 755 w 4247"/>
                <a:gd name="T3" fmla="*/ 3775 h 4532"/>
                <a:gd name="T4" fmla="*/ 757 w 4247"/>
                <a:gd name="T5" fmla="*/ 3503 h 4532"/>
                <a:gd name="T6" fmla="*/ 1053 w 4247"/>
                <a:gd name="T7" fmla="*/ 3208 h 4532"/>
                <a:gd name="T8" fmla="*/ 1055 w 4247"/>
                <a:gd name="T9" fmla="*/ 2979 h 4532"/>
                <a:gd name="T10" fmla="*/ 1329 w 4247"/>
                <a:gd name="T11" fmla="*/ 2704 h 4532"/>
                <a:gd name="T12" fmla="*/ 1327 w 4247"/>
                <a:gd name="T13" fmla="*/ 2640 h 4532"/>
                <a:gd name="T14" fmla="*/ 1502 w 4247"/>
                <a:gd name="T15" fmla="*/ 2465 h 4532"/>
                <a:gd name="T16" fmla="*/ 1511 w 4247"/>
                <a:gd name="T17" fmla="*/ 1948 h 4532"/>
                <a:gd name="T18" fmla="*/ 1814 w 4247"/>
                <a:gd name="T19" fmla="*/ 1645 h 4532"/>
                <a:gd name="T20" fmla="*/ 1814 w 4247"/>
                <a:gd name="T21" fmla="*/ 1539 h 4532"/>
                <a:gd name="T22" fmla="*/ 2391 w 4247"/>
                <a:gd name="T23" fmla="*/ 962 h 4532"/>
                <a:gd name="T24" fmla="*/ 2563 w 4247"/>
                <a:gd name="T25" fmla="*/ 964 h 4532"/>
                <a:gd name="T26" fmla="*/ 3530 w 4247"/>
                <a:gd name="T27" fmla="*/ 0 h 4532"/>
                <a:gd name="T28" fmla="*/ 4247 w 4247"/>
                <a:gd name="T29" fmla="*/ 0 h 4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247" h="4532">
                  <a:moveTo>
                    <a:pt x="0" y="4532"/>
                  </a:moveTo>
                  <a:lnTo>
                    <a:pt x="755" y="3775"/>
                  </a:lnTo>
                  <a:lnTo>
                    <a:pt x="757" y="3503"/>
                  </a:lnTo>
                  <a:lnTo>
                    <a:pt x="1053" y="3208"/>
                  </a:lnTo>
                  <a:lnTo>
                    <a:pt x="1055" y="2979"/>
                  </a:lnTo>
                  <a:lnTo>
                    <a:pt x="1329" y="2704"/>
                  </a:lnTo>
                  <a:lnTo>
                    <a:pt x="1327" y="2640"/>
                  </a:lnTo>
                  <a:lnTo>
                    <a:pt x="1502" y="2465"/>
                  </a:lnTo>
                  <a:lnTo>
                    <a:pt x="1511" y="1948"/>
                  </a:lnTo>
                  <a:lnTo>
                    <a:pt x="1814" y="1645"/>
                  </a:lnTo>
                  <a:lnTo>
                    <a:pt x="1814" y="1539"/>
                  </a:lnTo>
                  <a:lnTo>
                    <a:pt x="2391" y="962"/>
                  </a:lnTo>
                  <a:lnTo>
                    <a:pt x="2563" y="964"/>
                  </a:lnTo>
                  <a:lnTo>
                    <a:pt x="3530" y="0"/>
                  </a:lnTo>
                  <a:lnTo>
                    <a:pt x="424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24" name="Freeform 59"/>
            <p:cNvSpPr>
              <a:spLocks/>
            </p:cNvSpPr>
            <p:nvPr/>
          </p:nvSpPr>
          <p:spPr bwMode="auto">
            <a:xfrm rot="5400000" flipH="1" flipV="1">
              <a:off x="10118212" y="-3844047"/>
              <a:ext cx="6835775" cy="7186613"/>
            </a:xfrm>
            <a:custGeom>
              <a:avLst/>
              <a:gdLst>
                <a:gd name="T0" fmla="*/ 0 w 4306"/>
                <a:gd name="T1" fmla="*/ 4527 h 4527"/>
                <a:gd name="T2" fmla="*/ 774 w 4306"/>
                <a:gd name="T3" fmla="*/ 3754 h 4527"/>
                <a:gd name="T4" fmla="*/ 776 w 4306"/>
                <a:gd name="T5" fmla="*/ 3485 h 4527"/>
                <a:gd name="T6" fmla="*/ 1072 w 4306"/>
                <a:gd name="T7" fmla="*/ 3189 h 4527"/>
                <a:gd name="T8" fmla="*/ 1079 w 4306"/>
                <a:gd name="T9" fmla="*/ 2967 h 4527"/>
                <a:gd name="T10" fmla="*/ 1355 w 4306"/>
                <a:gd name="T11" fmla="*/ 2693 h 4527"/>
                <a:gd name="T12" fmla="*/ 1353 w 4306"/>
                <a:gd name="T13" fmla="*/ 2629 h 4527"/>
                <a:gd name="T14" fmla="*/ 1525 w 4306"/>
                <a:gd name="T15" fmla="*/ 2454 h 4527"/>
                <a:gd name="T16" fmla="*/ 1535 w 4306"/>
                <a:gd name="T17" fmla="*/ 1936 h 4527"/>
                <a:gd name="T18" fmla="*/ 1838 w 4306"/>
                <a:gd name="T19" fmla="*/ 1634 h 4527"/>
                <a:gd name="T20" fmla="*/ 1838 w 4306"/>
                <a:gd name="T21" fmla="*/ 1527 h 4527"/>
                <a:gd name="T22" fmla="*/ 2400 w 4306"/>
                <a:gd name="T23" fmla="*/ 965 h 4527"/>
                <a:gd name="T24" fmla="*/ 2575 w 4306"/>
                <a:gd name="T25" fmla="*/ 965 h 4527"/>
                <a:gd name="T26" fmla="*/ 3538 w 4306"/>
                <a:gd name="T27" fmla="*/ 0 h 4527"/>
                <a:gd name="T28" fmla="*/ 4306 w 4306"/>
                <a:gd name="T29" fmla="*/ 0 h 4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06" h="4527">
                  <a:moveTo>
                    <a:pt x="0" y="4527"/>
                  </a:moveTo>
                  <a:lnTo>
                    <a:pt x="774" y="3754"/>
                  </a:lnTo>
                  <a:lnTo>
                    <a:pt x="776" y="3485"/>
                  </a:lnTo>
                  <a:lnTo>
                    <a:pt x="1072" y="3189"/>
                  </a:lnTo>
                  <a:lnTo>
                    <a:pt x="1079" y="2967"/>
                  </a:lnTo>
                  <a:lnTo>
                    <a:pt x="1355" y="2693"/>
                  </a:lnTo>
                  <a:lnTo>
                    <a:pt x="1353" y="2629"/>
                  </a:lnTo>
                  <a:lnTo>
                    <a:pt x="1525" y="2454"/>
                  </a:lnTo>
                  <a:lnTo>
                    <a:pt x="1535" y="1936"/>
                  </a:lnTo>
                  <a:lnTo>
                    <a:pt x="1838" y="1634"/>
                  </a:lnTo>
                  <a:lnTo>
                    <a:pt x="1838" y="1527"/>
                  </a:lnTo>
                  <a:lnTo>
                    <a:pt x="2400" y="965"/>
                  </a:lnTo>
                  <a:lnTo>
                    <a:pt x="2575" y="965"/>
                  </a:lnTo>
                  <a:lnTo>
                    <a:pt x="3538" y="0"/>
                  </a:lnTo>
                  <a:lnTo>
                    <a:pt x="4306"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25" name="Freeform 60"/>
            <p:cNvSpPr>
              <a:spLocks/>
            </p:cNvSpPr>
            <p:nvPr/>
          </p:nvSpPr>
          <p:spPr bwMode="auto">
            <a:xfrm rot="5400000" flipH="1" flipV="1">
              <a:off x="10119006" y="-3949616"/>
              <a:ext cx="6951663" cy="7183438"/>
            </a:xfrm>
            <a:custGeom>
              <a:avLst/>
              <a:gdLst>
                <a:gd name="T0" fmla="*/ 0 w 4379"/>
                <a:gd name="T1" fmla="*/ 4525 h 4525"/>
                <a:gd name="T2" fmla="*/ 790 w 4379"/>
                <a:gd name="T3" fmla="*/ 3735 h 4525"/>
                <a:gd name="T4" fmla="*/ 795 w 4379"/>
                <a:gd name="T5" fmla="*/ 3466 h 4525"/>
                <a:gd name="T6" fmla="*/ 1090 w 4379"/>
                <a:gd name="T7" fmla="*/ 3168 h 4525"/>
                <a:gd name="T8" fmla="*/ 1093 w 4379"/>
                <a:gd name="T9" fmla="*/ 2939 h 4525"/>
                <a:gd name="T10" fmla="*/ 1367 w 4379"/>
                <a:gd name="T11" fmla="*/ 2664 h 4525"/>
                <a:gd name="T12" fmla="*/ 1372 w 4379"/>
                <a:gd name="T13" fmla="*/ 2608 h 4525"/>
                <a:gd name="T14" fmla="*/ 1546 w 4379"/>
                <a:gd name="T15" fmla="*/ 2433 h 4525"/>
                <a:gd name="T16" fmla="*/ 1546 w 4379"/>
                <a:gd name="T17" fmla="*/ 1908 h 4525"/>
                <a:gd name="T18" fmla="*/ 1851 w 4379"/>
                <a:gd name="T19" fmla="*/ 1605 h 4525"/>
                <a:gd name="T20" fmla="*/ 1851 w 4379"/>
                <a:gd name="T21" fmla="*/ 1499 h 4525"/>
                <a:gd name="T22" fmla="*/ 2398 w 4379"/>
                <a:gd name="T23" fmla="*/ 950 h 4525"/>
                <a:gd name="T24" fmla="*/ 2580 w 4379"/>
                <a:gd name="T25" fmla="*/ 957 h 4525"/>
                <a:gd name="T26" fmla="*/ 3540 w 4379"/>
                <a:gd name="T27" fmla="*/ 0 h 4525"/>
                <a:gd name="T28" fmla="*/ 4379 w 4379"/>
                <a:gd name="T29" fmla="*/ 0 h 4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79" h="4525">
                  <a:moveTo>
                    <a:pt x="0" y="4525"/>
                  </a:moveTo>
                  <a:lnTo>
                    <a:pt x="790" y="3735"/>
                  </a:lnTo>
                  <a:lnTo>
                    <a:pt x="795" y="3466"/>
                  </a:lnTo>
                  <a:lnTo>
                    <a:pt x="1090" y="3168"/>
                  </a:lnTo>
                  <a:lnTo>
                    <a:pt x="1093" y="2939"/>
                  </a:lnTo>
                  <a:lnTo>
                    <a:pt x="1367" y="2664"/>
                  </a:lnTo>
                  <a:lnTo>
                    <a:pt x="1372" y="2608"/>
                  </a:lnTo>
                  <a:lnTo>
                    <a:pt x="1546" y="2433"/>
                  </a:lnTo>
                  <a:lnTo>
                    <a:pt x="1546" y="1908"/>
                  </a:lnTo>
                  <a:lnTo>
                    <a:pt x="1851" y="1605"/>
                  </a:lnTo>
                  <a:lnTo>
                    <a:pt x="1851" y="1499"/>
                  </a:lnTo>
                  <a:lnTo>
                    <a:pt x="2398" y="950"/>
                  </a:lnTo>
                  <a:lnTo>
                    <a:pt x="2580" y="957"/>
                  </a:lnTo>
                  <a:lnTo>
                    <a:pt x="3540" y="0"/>
                  </a:lnTo>
                  <a:lnTo>
                    <a:pt x="437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26" name="Freeform 61"/>
            <p:cNvSpPr>
              <a:spLocks/>
            </p:cNvSpPr>
            <p:nvPr/>
          </p:nvSpPr>
          <p:spPr bwMode="auto">
            <a:xfrm rot="5400000" flipH="1" flipV="1">
              <a:off x="10207112" y="-3963110"/>
              <a:ext cx="6869113" cy="7188200"/>
            </a:xfrm>
            <a:custGeom>
              <a:avLst/>
              <a:gdLst>
                <a:gd name="T0" fmla="*/ 0 w 4327"/>
                <a:gd name="T1" fmla="*/ 4528 h 4528"/>
                <a:gd name="T2" fmla="*/ 809 w 4327"/>
                <a:gd name="T3" fmla="*/ 3721 h 4528"/>
                <a:gd name="T4" fmla="*/ 811 w 4327"/>
                <a:gd name="T5" fmla="*/ 3452 h 4528"/>
                <a:gd name="T6" fmla="*/ 1107 w 4327"/>
                <a:gd name="T7" fmla="*/ 3156 h 4528"/>
                <a:gd name="T8" fmla="*/ 1109 w 4327"/>
                <a:gd name="T9" fmla="*/ 2927 h 4528"/>
                <a:gd name="T10" fmla="*/ 1383 w 4327"/>
                <a:gd name="T11" fmla="*/ 2653 h 4528"/>
                <a:gd name="T12" fmla="*/ 1381 w 4327"/>
                <a:gd name="T13" fmla="*/ 2589 h 4528"/>
                <a:gd name="T14" fmla="*/ 1556 w 4327"/>
                <a:gd name="T15" fmla="*/ 2414 h 4528"/>
                <a:gd name="T16" fmla="*/ 1566 w 4327"/>
                <a:gd name="T17" fmla="*/ 1896 h 4528"/>
                <a:gd name="T18" fmla="*/ 1868 w 4327"/>
                <a:gd name="T19" fmla="*/ 1594 h 4528"/>
                <a:gd name="T20" fmla="*/ 1868 w 4327"/>
                <a:gd name="T21" fmla="*/ 1487 h 4528"/>
                <a:gd name="T22" fmla="*/ 2402 w 4327"/>
                <a:gd name="T23" fmla="*/ 953 h 4528"/>
                <a:gd name="T24" fmla="*/ 2585 w 4327"/>
                <a:gd name="T25" fmla="*/ 955 h 4528"/>
                <a:gd name="T26" fmla="*/ 3540 w 4327"/>
                <a:gd name="T27" fmla="*/ 0 h 4528"/>
                <a:gd name="T28" fmla="*/ 4327 w 4327"/>
                <a:gd name="T29" fmla="*/ 0 h 4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27" h="4528">
                  <a:moveTo>
                    <a:pt x="0" y="4528"/>
                  </a:moveTo>
                  <a:lnTo>
                    <a:pt x="809" y="3721"/>
                  </a:lnTo>
                  <a:lnTo>
                    <a:pt x="811" y="3452"/>
                  </a:lnTo>
                  <a:lnTo>
                    <a:pt x="1107" y="3156"/>
                  </a:lnTo>
                  <a:lnTo>
                    <a:pt x="1109" y="2927"/>
                  </a:lnTo>
                  <a:lnTo>
                    <a:pt x="1383" y="2653"/>
                  </a:lnTo>
                  <a:lnTo>
                    <a:pt x="1381" y="2589"/>
                  </a:lnTo>
                  <a:lnTo>
                    <a:pt x="1556" y="2414"/>
                  </a:lnTo>
                  <a:lnTo>
                    <a:pt x="1566" y="1896"/>
                  </a:lnTo>
                  <a:lnTo>
                    <a:pt x="1868" y="1594"/>
                  </a:lnTo>
                  <a:lnTo>
                    <a:pt x="1868" y="1487"/>
                  </a:lnTo>
                  <a:lnTo>
                    <a:pt x="2402" y="953"/>
                  </a:lnTo>
                  <a:lnTo>
                    <a:pt x="2585" y="955"/>
                  </a:lnTo>
                  <a:lnTo>
                    <a:pt x="3540" y="0"/>
                  </a:lnTo>
                  <a:lnTo>
                    <a:pt x="432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27" name="Freeform 62"/>
            <p:cNvSpPr>
              <a:spLocks/>
            </p:cNvSpPr>
            <p:nvPr/>
          </p:nvSpPr>
          <p:spPr bwMode="auto">
            <a:xfrm rot="5400000" flipH="1" flipV="1">
              <a:off x="10306331" y="-3957553"/>
              <a:ext cx="6778625" cy="7175500"/>
            </a:xfrm>
            <a:custGeom>
              <a:avLst/>
              <a:gdLst>
                <a:gd name="T0" fmla="*/ 0 w 4270"/>
                <a:gd name="T1" fmla="*/ 4520 h 4520"/>
                <a:gd name="T2" fmla="*/ 822 w 4270"/>
                <a:gd name="T3" fmla="*/ 3695 h 4520"/>
                <a:gd name="T4" fmla="*/ 825 w 4270"/>
                <a:gd name="T5" fmla="*/ 3426 h 4520"/>
                <a:gd name="T6" fmla="*/ 1123 w 4270"/>
                <a:gd name="T7" fmla="*/ 3130 h 4520"/>
                <a:gd name="T8" fmla="*/ 1130 w 4270"/>
                <a:gd name="T9" fmla="*/ 2906 h 4520"/>
                <a:gd name="T10" fmla="*/ 1406 w 4270"/>
                <a:gd name="T11" fmla="*/ 2631 h 4520"/>
                <a:gd name="T12" fmla="*/ 1404 w 4270"/>
                <a:gd name="T13" fmla="*/ 2568 h 4520"/>
                <a:gd name="T14" fmla="*/ 1579 w 4270"/>
                <a:gd name="T15" fmla="*/ 2393 h 4520"/>
                <a:gd name="T16" fmla="*/ 1579 w 4270"/>
                <a:gd name="T17" fmla="*/ 1870 h 4520"/>
                <a:gd name="T18" fmla="*/ 1882 w 4270"/>
                <a:gd name="T19" fmla="*/ 1565 h 4520"/>
                <a:gd name="T20" fmla="*/ 1891 w 4270"/>
                <a:gd name="T21" fmla="*/ 1466 h 4520"/>
                <a:gd name="T22" fmla="*/ 2409 w 4270"/>
                <a:gd name="T23" fmla="*/ 946 h 4520"/>
                <a:gd name="T24" fmla="*/ 2593 w 4270"/>
                <a:gd name="T25" fmla="*/ 950 h 4520"/>
                <a:gd name="T26" fmla="*/ 3544 w 4270"/>
                <a:gd name="T27" fmla="*/ 0 h 4520"/>
                <a:gd name="T28" fmla="*/ 4270 w 4270"/>
                <a:gd name="T29" fmla="*/ 0 h 4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270" h="4520">
                  <a:moveTo>
                    <a:pt x="0" y="4520"/>
                  </a:moveTo>
                  <a:lnTo>
                    <a:pt x="822" y="3695"/>
                  </a:lnTo>
                  <a:lnTo>
                    <a:pt x="825" y="3426"/>
                  </a:lnTo>
                  <a:lnTo>
                    <a:pt x="1123" y="3130"/>
                  </a:lnTo>
                  <a:lnTo>
                    <a:pt x="1130" y="2906"/>
                  </a:lnTo>
                  <a:lnTo>
                    <a:pt x="1406" y="2631"/>
                  </a:lnTo>
                  <a:lnTo>
                    <a:pt x="1404" y="2568"/>
                  </a:lnTo>
                  <a:lnTo>
                    <a:pt x="1579" y="2393"/>
                  </a:lnTo>
                  <a:lnTo>
                    <a:pt x="1579" y="1870"/>
                  </a:lnTo>
                  <a:lnTo>
                    <a:pt x="1882" y="1565"/>
                  </a:lnTo>
                  <a:lnTo>
                    <a:pt x="1891" y="1466"/>
                  </a:lnTo>
                  <a:lnTo>
                    <a:pt x="2409" y="946"/>
                  </a:lnTo>
                  <a:lnTo>
                    <a:pt x="2593" y="950"/>
                  </a:lnTo>
                  <a:lnTo>
                    <a:pt x="3544" y="0"/>
                  </a:lnTo>
                  <a:lnTo>
                    <a:pt x="427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28" name="Freeform 63"/>
            <p:cNvSpPr>
              <a:spLocks/>
            </p:cNvSpPr>
            <p:nvPr/>
          </p:nvSpPr>
          <p:spPr bwMode="auto">
            <a:xfrm rot="5400000" flipH="1" flipV="1">
              <a:off x="10526200" y="-3951997"/>
              <a:ext cx="6550025" cy="7177088"/>
            </a:xfrm>
            <a:custGeom>
              <a:avLst/>
              <a:gdLst>
                <a:gd name="T0" fmla="*/ 0 w 4126"/>
                <a:gd name="T1" fmla="*/ 4521 h 4521"/>
                <a:gd name="T2" fmla="*/ 856 w 4126"/>
                <a:gd name="T3" fmla="*/ 3662 h 4521"/>
                <a:gd name="T4" fmla="*/ 859 w 4126"/>
                <a:gd name="T5" fmla="*/ 3393 h 4521"/>
                <a:gd name="T6" fmla="*/ 1154 w 4126"/>
                <a:gd name="T7" fmla="*/ 3097 h 4521"/>
                <a:gd name="T8" fmla="*/ 1156 w 4126"/>
                <a:gd name="T9" fmla="*/ 2866 h 4521"/>
                <a:gd name="T10" fmla="*/ 1431 w 4126"/>
                <a:gd name="T11" fmla="*/ 2591 h 4521"/>
                <a:gd name="T12" fmla="*/ 1428 w 4126"/>
                <a:gd name="T13" fmla="*/ 2528 h 4521"/>
                <a:gd name="T14" fmla="*/ 1603 w 4126"/>
                <a:gd name="T15" fmla="*/ 2353 h 4521"/>
                <a:gd name="T16" fmla="*/ 1613 w 4126"/>
                <a:gd name="T17" fmla="*/ 1837 h 4521"/>
                <a:gd name="T18" fmla="*/ 1915 w 4126"/>
                <a:gd name="T19" fmla="*/ 1532 h 4521"/>
                <a:gd name="T20" fmla="*/ 1915 w 4126"/>
                <a:gd name="T21" fmla="*/ 1426 h 4521"/>
                <a:gd name="T22" fmla="*/ 2405 w 4126"/>
                <a:gd name="T23" fmla="*/ 936 h 4521"/>
                <a:gd name="T24" fmla="*/ 2601 w 4126"/>
                <a:gd name="T25" fmla="*/ 941 h 4521"/>
                <a:gd name="T26" fmla="*/ 3544 w 4126"/>
                <a:gd name="T27" fmla="*/ 0 h 4521"/>
                <a:gd name="T28" fmla="*/ 4126 w 4126"/>
                <a:gd name="T29" fmla="*/ 0 h 4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26" h="4521">
                  <a:moveTo>
                    <a:pt x="0" y="4521"/>
                  </a:moveTo>
                  <a:lnTo>
                    <a:pt x="856" y="3662"/>
                  </a:lnTo>
                  <a:lnTo>
                    <a:pt x="859" y="3393"/>
                  </a:lnTo>
                  <a:lnTo>
                    <a:pt x="1154" y="3097"/>
                  </a:lnTo>
                  <a:lnTo>
                    <a:pt x="1156" y="2866"/>
                  </a:lnTo>
                  <a:lnTo>
                    <a:pt x="1431" y="2591"/>
                  </a:lnTo>
                  <a:lnTo>
                    <a:pt x="1428" y="2528"/>
                  </a:lnTo>
                  <a:lnTo>
                    <a:pt x="1603" y="2353"/>
                  </a:lnTo>
                  <a:lnTo>
                    <a:pt x="1613" y="1837"/>
                  </a:lnTo>
                  <a:lnTo>
                    <a:pt x="1915" y="1532"/>
                  </a:lnTo>
                  <a:lnTo>
                    <a:pt x="1915" y="1426"/>
                  </a:lnTo>
                  <a:lnTo>
                    <a:pt x="2405" y="936"/>
                  </a:lnTo>
                  <a:lnTo>
                    <a:pt x="2601" y="941"/>
                  </a:lnTo>
                  <a:lnTo>
                    <a:pt x="3544" y="0"/>
                  </a:lnTo>
                  <a:lnTo>
                    <a:pt x="4126"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29" name="Freeform 64"/>
            <p:cNvSpPr>
              <a:spLocks/>
            </p:cNvSpPr>
            <p:nvPr/>
          </p:nvSpPr>
          <p:spPr bwMode="auto">
            <a:xfrm rot="5400000" flipH="1" flipV="1">
              <a:off x="10631769" y="-3921041"/>
              <a:ext cx="6421438" cy="7167563"/>
            </a:xfrm>
            <a:custGeom>
              <a:avLst/>
              <a:gdLst>
                <a:gd name="T0" fmla="*/ 0 w 4045"/>
                <a:gd name="T1" fmla="*/ 4515 h 4515"/>
                <a:gd name="T2" fmla="*/ 875 w 4045"/>
                <a:gd name="T3" fmla="*/ 3643 h 4515"/>
                <a:gd name="T4" fmla="*/ 879 w 4045"/>
                <a:gd name="T5" fmla="*/ 3373 h 4515"/>
                <a:gd name="T6" fmla="*/ 1175 w 4045"/>
                <a:gd name="T7" fmla="*/ 3078 h 4515"/>
                <a:gd name="T8" fmla="*/ 1177 w 4045"/>
                <a:gd name="T9" fmla="*/ 2848 h 4515"/>
                <a:gd name="T10" fmla="*/ 1452 w 4045"/>
                <a:gd name="T11" fmla="*/ 2572 h 4515"/>
                <a:gd name="T12" fmla="*/ 1456 w 4045"/>
                <a:gd name="T13" fmla="*/ 2515 h 4515"/>
                <a:gd name="T14" fmla="*/ 1631 w 4045"/>
                <a:gd name="T15" fmla="*/ 2340 h 4515"/>
                <a:gd name="T16" fmla="*/ 1631 w 4045"/>
                <a:gd name="T17" fmla="*/ 1818 h 4515"/>
                <a:gd name="T18" fmla="*/ 1936 w 4045"/>
                <a:gd name="T19" fmla="*/ 1513 h 4515"/>
                <a:gd name="T20" fmla="*/ 1943 w 4045"/>
                <a:gd name="T21" fmla="*/ 1413 h 4515"/>
                <a:gd name="T22" fmla="*/ 2416 w 4045"/>
                <a:gd name="T23" fmla="*/ 938 h 4515"/>
                <a:gd name="T24" fmla="*/ 2615 w 4045"/>
                <a:gd name="T25" fmla="*/ 940 h 4515"/>
                <a:gd name="T26" fmla="*/ 3553 w 4045"/>
                <a:gd name="T27" fmla="*/ 0 h 4515"/>
                <a:gd name="T28" fmla="*/ 4045 w 4045"/>
                <a:gd name="T29" fmla="*/ 0 h 45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045" h="4515">
                  <a:moveTo>
                    <a:pt x="0" y="4515"/>
                  </a:moveTo>
                  <a:lnTo>
                    <a:pt x="875" y="3643"/>
                  </a:lnTo>
                  <a:lnTo>
                    <a:pt x="879" y="3373"/>
                  </a:lnTo>
                  <a:lnTo>
                    <a:pt x="1175" y="3078"/>
                  </a:lnTo>
                  <a:lnTo>
                    <a:pt x="1177" y="2848"/>
                  </a:lnTo>
                  <a:lnTo>
                    <a:pt x="1452" y="2572"/>
                  </a:lnTo>
                  <a:lnTo>
                    <a:pt x="1456" y="2515"/>
                  </a:lnTo>
                  <a:lnTo>
                    <a:pt x="1631" y="2340"/>
                  </a:lnTo>
                  <a:lnTo>
                    <a:pt x="1631" y="1818"/>
                  </a:lnTo>
                  <a:lnTo>
                    <a:pt x="1936" y="1513"/>
                  </a:lnTo>
                  <a:lnTo>
                    <a:pt x="1943" y="1413"/>
                  </a:lnTo>
                  <a:lnTo>
                    <a:pt x="2416" y="938"/>
                  </a:lnTo>
                  <a:lnTo>
                    <a:pt x="2615" y="940"/>
                  </a:lnTo>
                  <a:lnTo>
                    <a:pt x="3553" y="0"/>
                  </a:lnTo>
                  <a:lnTo>
                    <a:pt x="4045"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30" name="Freeform 65"/>
            <p:cNvSpPr>
              <a:spLocks/>
            </p:cNvSpPr>
            <p:nvPr/>
          </p:nvSpPr>
          <p:spPr bwMode="auto">
            <a:xfrm rot="5400000" flipH="1" flipV="1">
              <a:off x="10687331" y="-3738478"/>
              <a:ext cx="4635500" cy="5375275"/>
            </a:xfrm>
            <a:custGeom>
              <a:avLst/>
              <a:gdLst>
                <a:gd name="T0" fmla="*/ 2 w 2920"/>
                <a:gd name="T1" fmla="*/ 3386 h 3386"/>
                <a:gd name="T2" fmla="*/ 0 w 2920"/>
                <a:gd name="T3" fmla="*/ 3270 h 3386"/>
                <a:gd name="T4" fmla="*/ 213 w 2920"/>
                <a:gd name="T5" fmla="*/ 3057 h 3386"/>
                <a:gd name="T6" fmla="*/ 215 w 2920"/>
                <a:gd name="T7" fmla="*/ 2828 h 3386"/>
                <a:gd name="T8" fmla="*/ 489 w 2920"/>
                <a:gd name="T9" fmla="*/ 2551 h 3386"/>
                <a:gd name="T10" fmla="*/ 487 w 2920"/>
                <a:gd name="T11" fmla="*/ 2488 h 3386"/>
                <a:gd name="T12" fmla="*/ 662 w 2920"/>
                <a:gd name="T13" fmla="*/ 2313 h 3386"/>
                <a:gd name="T14" fmla="*/ 671 w 2920"/>
                <a:gd name="T15" fmla="*/ 1797 h 3386"/>
                <a:gd name="T16" fmla="*/ 974 w 2920"/>
                <a:gd name="T17" fmla="*/ 1492 h 3386"/>
                <a:gd name="T18" fmla="*/ 974 w 2920"/>
                <a:gd name="T19" fmla="*/ 1386 h 3386"/>
                <a:gd name="T20" fmla="*/ 1435 w 2920"/>
                <a:gd name="T21" fmla="*/ 925 h 3386"/>
                <a:gd name="T22" fmla="*/ 1641 w 2920"/>
                <a:gd name="T23" fmla="*/ 934 h 3386"/>
                <a:gd name="T24" fmla="*/ 2575 w 2920"/>
                <a:gd name="T25" fmla="*/ 0 h 3386"/>
                <a:gd name="T26" fmla="*/ 2920 w 2920"/>
                <a:gd name="T27" fmla="*/ 0 h 3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20" h="3386">
                  <a:moveTo>
                    <a:pt x="2" y="3386"/>
                  </a:moveTo>
                  <a:lnTo>
                    <a:pt x="0" y="3270"/>
                  </a:lnTo>
                  <a:lnTo>
                    <a:pt x="213" y="3057"/>
                  </a:lnTo>
                  <a:lnTo>
                    <a:pt x="215" y="2828"/>
                  </a:lnTo>
                  <a:lnTo>
                    <a:pt x="489" y="2551"/>
                  </a:lnTo>
                  <a:lnTo>
                    <a:pt x="487" y="2488"/>
                  </a:lnTo>
                  <a:lnTo>
                    <a:pt x="662" y="2313"/>
                  </a:lnTo>
                  <a:lnTo>
                    <a:pt x="671" y="1797"/>
                  </a:lnTo>
                  <a:lnTo>
                    <a:pt x="974" y="1492"/>
                  </a:lnTo>
                  <a:lnTo>
                    <a:pt x="974" y="1386"/>
                  </a:lnTo>
                  <a:lnTo>
                    <a:pt x="1435" y="925"/>
                  </a:lnTo>
                  <a:lnTo>
                    <a:pt x="1641" y="934"/>
                  </a:lnTo>
                  <a:lnTo>
                    <a:pt x="2575" y="0"/>
                  </a:lnTo>
                  <a:lnTo>
                    <a:pt x="292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31" name="Freeform 66"/>
            <p:cNvSpPr>
              <a:spLocks/>
            </p:cNvSpPr>
            <p:nvPr/>
          </p:nvSpPr>
          <p:spPr bwMode="auto">
            <a:xfrm rot="5400000" flipH="1" flipV="1">
              <a:off x="13213838" y="-175335"/>
              <a:ext cx="2209800" cy="4075113"/>
            </a:xfrm>
            <a:custGeom>
              <a:avLst/>
              <a:gdLst>
                <a:gd name="T0" fmla="*/ 0 w 1392"/>
                <a:gd name="T1" fmla="*/ 2567 h 2567"/>
                <a:gd name="T2" fmla="*/ 369 w 1392"/>
                <a:gd name="T3" fmla="*/ 2201 h 2567"/>
                <a:gd name="T4" fmla="*/ 371 w 1392"/>
                <a:gd name="T5" fmla="*/ 1929 h 2567"/>
                <a:gd name="T6" fmla="*/ 697 w 1392"/>
                <a:gd name="T7" fmla="*/ 1603 h 2567"/>
                <a:gd name="T8" fmla="*/ 693 w 1392"/>
                <a:gd name="T9" fmla="*/ 1300 h 2567"/>
                <a:gd name="T10" fmla="*/ 894 w 1392"/>
                <a:gd name="T11" fmla="*/ 1099 h 2567"/>
                <a:gd name="T12" fmla="*/ 962 w 1392"/>
                <a:gd name="T13" fmla="*/ 1099 h 2567"/>
                <a:gd name="T14" fmla="*/ 1040 w 1392"/>
                <a:gd name="T15" fmla="*/ 1021 h 2567"/>
                <a:gd name="T16" fmla="*/ 1035 w 1392"/>
                <a:gd name="T17" fmla="*/ 931 h 2567"/>
                <a:gd name="T18" fmla="*/ 1199 w 1392"/>
                <a:gd name="T19" fmla="*/ 768 h 2567"/>
                <a:gd name="T20" fmla="*/ 1201 w 1392"/>
                <a:gd name="T21" fmla="*/ 378 h 2567"/>
                <a:gd name="T22" fmla="*/ 1262 w 1392"/>
                <a:gd name="T23" fmla="*/ 317 h 2567"/>
                <a:gd name="T24" fmla="*/ 1262 w 1392"/>
                <a:gd name="T25" fmla="*/ 128 h 2567"/>
                <a:gd name="T26" fmla="*/ 1392 w 1392"/>
                <a:gd name="T27" fmla="*/ 0 h 2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2" h="2567">
                  <a:moveTo>
                    <a:pt x="0" y="2567"/>
                  </a:moveTo>
                  <a:lnTo>
                    <a:pt x="369" y="2201"/>
                  </a:lnTo>
                  <a:lnTo>
                    <a:pt x="371" y="1929"/>
                  </a:lnTo>
                  <a:lnTo>
                    <a:pt x="697" y="1603"/>
                  </a:lnTo>
                  <a:lnTo>
                    <a:pt x="693" y="1300"/>
                  </a:lnTo>
                  <a:lnTo>
                    <a:pt x="894" y="1099"/>
                  </a:lnTo>
                  <a:lnTo>
                    <a:pt x="962" y="1099"/>
                  </a:lnTo>
                  <a:lnTo>
                    <a:pt x="1040" y="1021"/>
                  </a:lnTo>
                  <a:lnTo>
                    <a:pt x="1035" y="931"/>
                  </a:lnTo>
                  <a:lnTo>
                    <a:pt x="1199" y="768"/>
                  </a:lnTo>
                  <a:lnTo>
                    <a:pt x="1201" y="378"/>
                  </a:lnTo>
                  <a:lnTo>
                    <a:pt x="1262" y="317"/>
                  </a:lnTo>
                  <a:lnTo>
                    <a:pt x="1262" y="128"/>
                  </a:lnTo>
                  <a:lnTo>
                    <a:pt x="139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32" name="Freeform 67"/>
            <p:cNvSpPr>
              <a:spLocks/>
            </p:cNvSpPr>
            <p:nvPr/>
          </p:nvSpPr>
          <p:spPr bwMode="auto">
            <a:xfrm rot="5400000" flipH="1" flipV="1">
              <a:off x="13020162" y="-473785"/>
              <a:ext cx="2382838" cy="4371975"/>
            </a:xfrm>
            <a:custGeom>
              <a:avLst/>
              <a:gdLst>
                <a:gd name="T0" fmla="*/ 0 w 1501"/>
                <a:gd name="T1" fmla="*/ 2754 h 2754"/>
                <a:gd name="T2" fmla="*/ 371 w 1501"/>
                <a:gd name="T3" fmla="*/ 2383 h 2754"/>
                <a:gd name="T4" fmla="*/ 374 w 1501"/>
                <a:gd name="T5" fmla="*/ 2114 h 2754"/>
                <a:gd name="T6" fmla="*/ 702 w 1501"/>
                <a:gd name="T7" fmla="*/ 1787 h 2754"/>
                <a:gd name="T8" fmla="*/ 697 w 1501"/>
                <a:gd name="T9" fmla="*/ 1485 h 2754"/>
                <a:gd name="T10" fmla="*/ 896 w 1501"/>
                <a:gd name="T11" fmla="*/ 1284 h 2754"/>
                <a:gd name="T12" fmla="*/ 958 w 1501"/>
                <a:gd name="T13" fmla="*/ 1277 h 2754"/>
                <a:gd name="T14" fmla="*/ 1038 w 1501"/>
                <a:gd name="T15" fmla="*/ 1199 h 2754"/>
                <a:gd name="T16" fmla="*/ 1038 w 1501"/>
                <a:gd name="T17" fmla="*/ 1116 h 2754"/>
                <a:gd name="T18" fmla="*/ 1203 w 1501"/>
                <a:gd name="T19" fmla="*/ 953 h 2754"/>
                <a:gd name="T20" fmla="*/ 1206 w 1501"/>
                <a:gd name="T21" fmla="*/ 563 h 2754"/>
                <a:gd name="T22" fmla="*/ 1265 w 1501"/>
                <a:gd name="T23" fmla="*/ 501 h 2754"/>
                <a:gd name="T24" fmla="*/ 1267 w 1501"/>
                <a:gd name="T25" fmla="*/ 312 h 2754"/>
                <a:gd name="T26" fmla="*/ 1501 w 1501"/>
                <a:gd name="T27" fmla="*/ 78 h 2754"/>
                <a:gd name="T28" fmla="*/ 1501 w 1501"/>
                <a:gd name="T29" fmla="*/ 0 h 2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01" h="2754">
                  <a:moveTo>
                    <a:pt x="0" y="2754"/>
                  </a:moveTo>
                  <a:lnTo>
                    <a:pt x="371" y="2383"/>
                  </a:lnTo>
                  <a:lnTo>
                    <a:pt x="374" y="2114"/>
                  </a:lnTo>
                  <a:lnTo>
                    <a:pt x="702" y="1787"/>
                  </a:lnTo>
                  <a:lnTo>
                    <a:pt x="697" y="1485"/>
                  </a:lnTo>
                  <a:lnTo>
                    <a:pt x="896" y="1284"/>
                  </a:lnTo>
                  <a:lnTo>
                    <a:pt x="958" y="1277"/>
                  </a:lnTo>
                  <a:lnTo>
                    <a:pt x="1038" y="1199"/>
                  </a:lnTo>
                  <a:lnTo>
                    <a:pt x="1038" y="1116"/>
                  </a:lnTo>
                  <a:lnTo>
                    <a:pt x="1203" y="953"/>
                  </a:lnTo>
                  <a:lnTo>
                    <a:pt x="1206" y="563"/>
                  </a:lnTo>
                  <a:lnTo>
                    <a:pt x="1265" y="501"/>
                  </a:lnTo>
                  <a:lnTo>
                    <a:pt x="1267" y="312"/>
                  </a:lnTo>
                  <a:lnTo>
                    <a:pt x="1501" y="78"/>
                  </a:lnTo>
                  <a:lnTo>
                    <a:pt x="1501"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33" name="Freeform 68"/>
            <p:cNvSpPr>
              <a:spLocks/>
            </p:cNvSpPr>
            <p:nvPr/>
          </p:nvSpPr>
          <p:spPr bwMode="auto">
            <a:xfrm rot="5400000" flipH="1" flipV="1">
              <a:off x="10569856" y="-3071728"/>
              <a:ext cx="2679700" cy="2717800"/>
            </a:xfrm>
            <a:custGeom>
              <a:avLst/>
              <a:gdLst>
                <a:gd name="T0" fmla="*/ 1688 w 1688"/>
                <a:gd name="T1" fmla="*/ 0 h 1712"/>
                <a:gd name="T2" fmla="*/ 759 w 1688"/>
                <a:gd name="T3" fmla="*/ 929 h 1712"/>
                <a:gd name="T4" fmla="*/ 560 w 1688"/>
                <a:gd name="T5" fmla="*/ 927 h 1712"/>
                <a:gd name="T6" fmla="*/ 102 w 1688"/>
                <a:gd name="T7" fmla="*/ 1385 h 1712"/>
                <a:gd name="T8" fmla="*/ 104 w 1688"/>
                <a:gd name="T9" fmla="*/ 1489 h 1712"/>
                <a:gd name="T10" fmla="*/ 2 w 1688"/>
                <a:gd name="T11" fmla="*/ 1593 h 1712"/>
                <a:gd name="T12" fmla="*/ 0 w 1688"/>
                <a:gd name="T13" fmla="*/ 1662 h 1712"/>
                <a:gd name="T14" fmla="*/ 50 w 1688"/>
                <a:gd name="T15" fmla="*/ 1712 h 17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88" h="1712">
                  <a:moveTo>
                    <a:pt x="1688" y="0"/>
                  </a:moveTo>
                  <a:lnTo>
                    <a:pt x="759" y="929"/>
                  </a:lnTo>
                  <a:lnTo>
                    <a:pt x="560" y="927"/>
                  </a:lnTo>
                  <a:lnTo>
                    <a:pt x="102" y="1385"/>
                  </a:lnTo>
                  <a:lnTo>
                    <a:pt x="104" y="1489"/>
                  </a:lnTo>
                  <a:lnTo>
                    <a:pt x="2" y="1593"/>
                  </a:lnTo>
                  <a:lnTo>
                    <a:pt x="0" y="1662"/>
                  </a:lnTo>
                  <a:lnTo>
                    <a:pt x="50" y="1712"/>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34" name="Freeform 69"/>
            <p:cNvSpPr>
              <a:spLocks/>
            </p:cNvSpPr>
            <p:nvPr/>
          </p:nvSpPr>
          <p:spPr bwMode="auto">
            <a:xfrm rot="5400000" flipH="1" flipV="1">
              <a:off x="10633356" y="-3135229"/>
              <a:ext cx="2443163" cy="2503488"/>
            </a:xfrm>
            <a:custGeom>
              <a:avLst/>
              <a:gdLst>
                <a:gd name="T0" fmla="*/ 47 w 1539"/>
                <a:gd name="T1" fmla="*/ 1577 h 1577"/>
                <a:gd name="T2" fmla="*/ 0 w 1539"/>
                <a:gd name="T3" fmla="*/ 1530 h 1577"/>
                <a:gd name="T4" fmla="*/ 5 w 1539"/>
                <a:gd name="T5" fmla="*/ 1348 h 1577"/>
                <a:gd name="T6" fmla="*/ 218 w 1539"/>
                <a:gd name="T7" fmla="*/ 1135 h 1577"/>
                <a:gd name="T8" fmla="*/ 464 w 1539"/>
                <a:gd name="T9" fmla="*/ 1142 h 1577"/>
                <a:gd name="T10" fmla="*/ 508 w 1539"/>
                <a:gd name="T11" fmla="*/ 1097 h 1577"/>
                <a:gd name="T12" fmla="*/ 508 w 1539"/>
                <a:gd name="T13" fmla="*/ 1031 h 1577"/>
                <a:gd name="T14" fmla="*/ 1539 w 1539"/>
                <a:gd name="T15" fmla="*/ 0 h 15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39" h="1577">
                  <a:moveTo>
                    <a:pt x="47" y="1577"/>
                  </a:moveTo>
                  <a:lnTo>
                    <a:pt x="0" y="1530"/>
                  </a:lnTo>
                  <a:lnTo>
                    <a:pt x="5" y="1348"/>
                  </a:lnTo>
                  <a:lnTo>
                    <a:pt x="218" y="1135"/>
                  </a:lnTo>
                  <a:lnTo>
                    <a:pt x="464" y="1142"/>
                  </a:lnTo>
                  <a:lnTo>
                    <a:pt x="508" y="1097"/>
                  </a:lnTo>
                  <a:lnTo>
                    <a:pt x="508" y="1031"/>
                  </a:lnTo>
                  <a:lnTo>
                    <a:pt x="153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35" name="Freeform 70"/>
            <p:cNvSpPr>
              <a:spLocks/>
            </p:cNvSpPr>
            <p:nvPr/>
          </p:nvSpPr>
          <p:spPr bwMode="auto">
            <a:xfrm rot="5400000" flipH="1" flipV="1">
              <a:off x="10721462" y="-3223334"/>
              <a:ext cx="2259013" cy="2390775"/>
            </a:xfrm>
            <a:custGeom>
              <a:avLst/>
              <a:gdLst>
                <a:gd name="T0" fmla="*/ 0 w 1423"/>
                <a:gd name="T1" fmla="*/ 1506 h 1506"/>
                <a:gd name="T2" fmla="*/ 400 w 1423"/>
                <a:gd name="T3" fmla="*/ 1104 h 1506"/>
                <a:gd name="T4" fmla="*/ 397 w 1423"/>
                <a:gd name="T5" fmla="*/ 1026 h 1506"/>
                <a:gd name="T6" fmla="*/ 1423 w 1423"/>
                <a:gd name="T7" fmla="*/ 0 h 1506"/>
              </a:gdLst>
              <a:ahLst/>
              <a:cxnLst>
                <a:cxn ang="0">
                  <a:pos x="T0" y="T1"/>
                </a:cxn>
                <a:cxn ang="0">
                  <a:pos x="T2" y="T3"/>
                </a:cxn>
                <a:cxn ang="0">
                  <a:pos x="T4" y="T5"/>
                </a:cxn>
                <a:cxn ang="0">
                  <a:pos x="T6" y="T7"/>
                </a:cxn>
              </a:cxnLst>
              <a:rect l="0" t="0" r="r" b="b"/>
              <a:pathLst>
                <a:path w="1423" h="1506">
                  <a:moveTo>
                    <a:pt x="0" y="1506"/>
                  </a:moveTo>
                  <a:lnTo>
                    <a:pt x="400" y="1104"/>
                  </a:lnTo>
                  <a:lnTo>
                    <a:pt x="397" y="1026"/>
                  </a:lnTo>
                  <a:lnTo>
                    <a:pt x="142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36" name="Freeform 71"/>
            <p:cNvSpPr>
              <a:spLocks/>
            </p:cNvSpPr>
            <p:nvPr/>
          </p:nvSpPr>
          <p:spPr bwMode="auto">
            <a:xfrm rot="5400000" flipH="1" flipV="1">
              <a:off x="10715112" y="-3218572"/>
              <a:ext cx="2744788" cy="2797175"/>
            </a:xfrm>
            <a:custGeom>
              <a:avLst/>
              <a:gdLst>
                <a:gd name="T0" fmla="*/ 0 w 1729"/>
                <a:gd name="T1" fmla="*/ 1762 h 1762"/>
                <a:gd name="T2" fmla="*/ 128 w 1729"/>
                <a:gd name="T3" fmla="*/ 1762 h 1762"/>
                <a:gd name="T4" fmla="*/ 745 w 1729"/>
                <a:gd name="T5" fmla="*/ 1142 h 1762"/>
                <a:gd name="T6" fmla="*/ 743 w 1729"/>
                <a:gd name="T7" fmla="*/ 986 h 1762"/>
                <a:gd name="T8" fmla="*/ 1729 w 1729"/>
                <a:gd name="T9" fmla="*/ 0 h 1762"/>
              </a:gdLst>
              <a:ahLst/>
              <a:cxnLst>
                <a:cxn ang="0">
                  <a:pos x="T0" y="T1"/>
                </a:cxn>
                <a:cxn ang="0">
                  <a:pos x="T2" y="T3"/>
                </a:cxn>
                <a:cxn ang="0">
                  <a:pos x="T4" y="T5"/>
                </a:cxn>
                <a:cxn ang="0">
                  <a:pos x="T6" y="T7"/>
                </a:cxn>
                <a:cxn ang="0">
                  <a:pos x="T8" y="T9"/>
                </a:cxn>
              </a:cxnLst>
              <a:rect l="0" t="0" r="r" b="b"/>
              <a:pathLst>
                <a:path w="1729" h="1762">
                  <a:moveTo>
                    <a:pt x="0" y="1762"/>
                  </a:moveTo>
                  <a:lnTo>
                    <a:pt x="128" y="1762"/>
                  </a:lnTo>
                  <a:lnTo>
                    <a:pt x="745" y="1142"/>
                  </a:lnTo>
                  <a:lnTo>
                    <a:pt x="743" y="986"/>
                  </a:lnTo>
                  <a:lnTo>
                    <a:pt x="172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37" name="Freeform 72"/>
            <p:cNvSpPr>
              <a:spLocks/>
            </p:cNvSpPr>
            <p:nvPr/>
          </p:nvSpPr>
          <p:spPr bwMode="auto">
            <a:xfrm rot="5400000" flipH="1" flipV="1">
              <a:off x="10893706" y="-3365416"/>
              <a:ext cx="3344863" cy="3662363"/>
            </a:xfrm>
            <a:custGeom>
              <a:avLst/>
              <a:gdLst>
                <a:gd name="T0" fmla="*/ 0 w 2107"/>
                <a:gd name="T1" fmla="*/ 2307 h 2307"/>
                <a:gd name="T2" fmla="*/ 157 w 2107"/>
                <a:gd name="T3" fmla="*/ 2151 h 2307"/>
                <a:gd name="T4" fmla="*/ 161 w 2107"/>
                <a:gd name="T5" fmla="*/ 1960 h 2307"/>
                <a:gd name="T6" fmla="*/ 279 w 2107"/>
                <a:gd name="T7" fmla="*/ 1842 h 2307"/>
                <a:gd name="T8" fmla="*/ 445 w 2107"/>
                <a:gd name="T9" fmla="*/ 1851 h 2307"/>
                <a:gd name="T10" fmla="*/ 1147 w 2107"/>
                <a:gd name="T11" fmla="*/ 1146 h 2307"/>
                <a:gd name="T12" fmla="*/ 1145 w 2107"/>
                <a:gd name="T13" fmla="*/ 964 h 2307"/>
                <a:gd name="T14" fmla="*/ 2107 w 2107"/>
                <a:gd name="T15" fmla="*/ 0 h 23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07" h="2307">
                  <a:moveTo>
                    <a:pt x="0" y="2307"/>
                  </a:moveTo>
                  <a:lnTo>
                    <a:pt x="157" y="2151"/>
                  </a:lnTo>
                  <a:lnTo>
                    <a:pt x="161" y="1960"/>
                  </a:lnTo>
                  <a:lnTo>
                    <a:pt x="279" y="1842"/>
                  </a:lnTo>
                  <a:lnTo>
                    <a:pt x="445" y="1851"/>
                  </a:lnTo>
                  <a:lnTo>
                    <a:pt x="1147" y="1146"/>
                  </a:lnTo>
                  <a:lnTo>
                    <a:pt x="1145" y="964"/>
                  </a:lnTo>
                  <a:lnTo>
                    <a:pt x="210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38" name="Freeform 73"/>
            <p:cNvSpPr>
              <a:spLocks/>
            </p:cNvSpPr>
            <p:nvPr/>
          </p:nvSpPr>
          <p:spPr bwMode="auto">
            <a:xfrm rot="5400000" flipH="1" flipV="1">
              <a:off x="10931806" y="-3438440"/>
              <a:ext cx="3524250" cy="3867150"/>
            </a:xfrm>
            <a:custGeom>
              <a:avLst/>
              <a:gdLst>
                <a:gd name="T0" fmla="*/ 2220 w 2220"/>
                <a:gd name="T1" fmla="*/ 0 h 2436"/>
                <a:gd name="T2" fmla="*/ 1255 w 2220"/>
                <a:gd name="T3" fmla="*/ 965 h 2436"/>
                <a:gd name="T4" fmla="*/ 1260 w 2220"/>
                <a:gd name="T5" fmla="*/ 1149 h 2436"/>
                <a:gd name="T6" fmla="*/ 555 w 2220"/>
                <a:gd name="T7" fmla="*/ 1852 h 2436"/>
                <a:gd name="T8" fmla="*/ 397 w 2220"/>
                <a:gd name="T9" fmla="*/ 1849 h 2436"/>
                <a:gd name="T10" fmla="*/ 279 w 2220"/>
                <a:gd name="T11" fmla="*/ 1970 h 2436"/>
                <a:gd name="T12" fmla="*/ 274 w 2220"/>
                <a:gd name="T13" fmla="*/ 2159 h 2436"/>
                <a:gd name="T14" fmla="*/ 0 w 2220"/>
                <a:gd name="T15" fmla="*/ 2436 h 24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0" h="2436">
                  <a:moveTo>
                    <a:pt x="2220" y="0"/>
                  </a:moveTo>
                  <a:lnTo>
                    <a:pt x="1255" y="965"/>
                  </a:lnTo>
                  <a:lnTo>
                    <a:pt x="1260" y="1149"/>
                  </a:lnTo>
                  <a:lnTo>
                    <a:pt x="555" y="1852"/>
                  </a:lnTo>
                  <a:lnTo>
                    <a:pt x="397" y="1849"/>
                  </a:lnTo>
                  <a:lnTo>
                    <a:pt x="279" y="1970"/>
                  </a:lnTo>
                  <a:lnTo>
                    <a:pt x="274" y="2159"/>
                  </a:lnTo>
                  <a:lnTo>
                    <a:pt x="0" y="2436"/>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39" name="Freeform 74"/>
            <p:cNvSpPr>
              <a:spLocks/>
            </p:cNvSpPr>
            <p:nvPr/>
          </p:nvSpPr>
          <p:spPr bwMode="auto">
            <a:xfrm rot="5400000" flipH="1" flipV="1">
              <a:off x="10945300" y="-3447172"/>
              <a:ext cx="2968625" cy="3119438"/>
            </a:xfrm>
            <a:custGeom>
              <a:avLst/>
              <a:gdLst>
                <a:gd name="T0" fmla="*/ 1870 w 1870"/>
                <a:gd name="T1" fmla="*/ 0 h 1965"/>
                <a:gd name="T2" fmla="*/ 905 w 1870"/>
                <a:gd name="T3" fmla="*/ 962 h 1965"/>
                <a:gd name="T4" fmla="*/ 903 w 1870"/>
                <a:gd name="T5" fmla="*/ 1139 h 1965"/>
                <a:gd name="T6" fmla="*/ 80 w 1870"/>
                <a:gd name="T7" fmla="*/ 1962 h 1965"/>
                <a:gd name="T8" fmla="*/ 0 w 1870"/>
                <a:gd name="T9" fmla="*/ 1965 h 1965"/>
              </a:gdLst>
              <a:ahLst/>
              <a:cxnLst>
                <a:cxn ang="0">
                  <a:pos x="T0" y="T1"/>
                </a:cxn>
                <a:cxn ang="0">
                  <a:pos x="T2" y="T3"/>
                </a:cxn>
                <a:cxn ang="0">
                  <a:pos x="T4" y="T5"/>
                </a:cxn>
                <a:cxn ang="0">
                  <a:pos x="T6" y="T7"/>
                </a:cxn>
                <a:cxn ang="0">
                  <a:pos x="T8" y="T9"/>
                </a:cxn>
              </a:cxnLst>
              <a:rect l="0" t="0" r="r" b="b"/>
              <a:pathLst>
                <a:path w="1870" h="1965">
                  <a:moveTo>
                    <a:pt x="1870" y="0"/>
                  </a:moveTo>
                  <a:lnTo>
                    <a:pt x="905" y="962"/>
                  </a:lnTo>
                  <a:lnTo>
                    <a:pt x="903" y="1139"/>
                  </a:lnTo>
                  <a:lnTo>
                    <a:pt x="80" y="1962"/>
                  </a:lnTo>
                  <a:lnTo>
                    <a:pt x="0" y="1965"/>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40" name="Freeform 75"/>
            <p:cNvSpPr>
              <a:spLocks/>
            </p:cNvSpPr>
            <p:nvPr/>
          </p:nvSpPr>
          <p:spPr bwMode="auto">
            <a:xfrm rot="5400000" flipH="1" flipV="1">
              <a:off x="9085543" y="-2916153"/>
              <a:ext cx="3948113" cy="2773363"/>
            </a:xfrm>
            <a:custGeom>
              <a:avLst/>
              <a:gdLst>
                <a:gd name="T0" fmla="*/ 4 w 2487"/>
                <a:gd name="T1" fmla="*/ 1747 h 1747"/>
                <a:gd name="T2" fmla="*/ 0 w 2487"/>
                <a:gd name="T3" fmla="*/ 1657 h 1747"/>
                <a:gd name="T4" fmla="*/ 1655 w 2487"/>
                <a:gd name="T5" fmla="*/ 0 h 1747"/>
                <a:gd name="T6" fmla="*/ 2487 w 2487"/>
                <a:gd name="T7" fmla="*/ 0 h 1747"/>
              </a:gdLst>
              <a:ahLst/>
              <a:cxnLst>
                <a:cxn ang="0">
                  <a:pos x="T0" y="T1"/>
                </a:cxn>
                <a:cxn ang="0">
                  <a:pos x="T2" y="T3"/>
                </a:cxn>
                <a:cxn ang="0">
                  <a:pos x="T4" y="T5"/>
                </a:cxn>
                <a:cxn ang="0">
                  <a:pos x="T6" y="T7"/>
                </a:cxn>
              </a:cxnLst>
              <a:rect l="0" t="0" r="r" b="b"/>
              <a:pathLst>
                <a:path w="2487" h="1747">
                  <a:moveTo>
                    <a:pt x="4" y="1747"/>
                  </a:moveTo>
                  <a:lnTo>
                    <a:pt x="0" y="1657"/>
                  </a:lnTo>
                  <a:lnTo>
                    <a:pt x="1655" y="0"/>
                  </a:lnTo>
                  <a:lnTo>
                    <a:pt x="248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41" name="Freeform 76"/>
            <p:cNvSpPr>
              <a:spLocks/>
            </p:cNvSpPr>
            <p:nvPr/>
          </p:nvSpPr>
          <p:spPr bwMode="auto">
            <a:xfrm rot="5400000" flipH="1" flipV="1">
              <a:off x="8906156" y="-2722478"/>
              <a:ext cx="3606800" cy="2165350"/>
            </a:xfrm>
            <a:custGeom>
              <a:avLst/>
              <a:gdLst>
                <a:gd name="T0" fmla="*/ 0 w 2272"/>
                <a:gd name="T1" fmla="*/ 1364 h 1364"/>
                <a:gd name="T2" fmla="*/ 64 w 2272"/>
                <a:gd name="T3" fmla="*/ 1301 h 1364"/>
                <a:gd name="T4" fmla="*/ 147 w 2272"/>
                <a:gd name="T5" fmla="*/ 1298 h 1364"/>
                <a:gd name="T6" fmla="*/ 1445 w 2272"/>
                <a:gd name="T7" fmla="*/ 0 h 1364"/>
                <a:gd name="T8" fmla="*/ 2272 w 2272"/>
                <a:gd name="T9" fmla="*/ 0 h 1364"/>
              </a:gdLst>
              <a:ahLst/>
              <a:cxnLst>
                <a:cxn ang="0">
                  <a:pos x="T0" y="T1"/>
                </a:cxn>
                <a:cxn ang="0">
                  <a:pos x="T2" y="T3"/>
                </a:cxn>
                <a:cxn ang="0">
                  <a:pos x="T4" y="T5"/>
                </a:cxn>
                <a:cxn ang="0">
                  <a:pos x="T6" y="T7"/>
                </a:cxn>
                <a:cxn ang="0">
                  <a:pos x="T8" y="T9"/>
                </a:cxn>
              </a:cxnLst>
              <a:rect l="0" t="0" r="r" b="b"/>
              <a:pathLst>
                <a:path w="2272" h="1364">
                  <a:moveTo>
                    <a:pt x="0" y="1364"/>
                  </a:moveTo>
                  <a:lnTo>
                    <a:pt x="64" y="1301"/>
                  </a:lnTo>
                  <a:lnTo>
                    <a:pt x="147" y="1298"/>
                  </a:lnTo>
                  <a:lnTo>
                    <a:pt x="1445" y="0"/>
                  </a:lnTo>
                  <a:lnTo>
                    <a:pt x="227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42" name="Freeform 77"/>
            <p:cNvSpPr>
              <a:spLocks/>
            </p:cNvSpPr>
            <p:nvPr/>
          </p:nvSpPr>
          <p:spPr bwMode="auto">
            <a:xfrm rot="5400000" flipH="1" flipV="1">
              <a:off x="9380025" y="-3375735"/>
              <a:ext cx="4500563" cy="4635500"/>
            </a:xfrm>
            <a:custGeom>
              <a:avLst/>
              <a:gdLst>
                <a:gd name="T0" fmla="*/ 0 w 2835"/>
                <a:gd name="T1" fmla="*/ 2920 h 2920"/>
                <a:gd name="T2" fmla="*/ 2 w 2835"/>
                <a:gd name="T3" fmla="*/ 2849 h 2920"/>
                <a:gd name="T4" fmla="*/ 177 w 2835"/>
                <a:gd name="T5" fmla="*/ 2674 h 2920"/>
                <a:gd name="T6" fmla="*/ 175 w 2835"/>
                <a:gd name="T7" fmla="*/ 2276 h 2920"/>
                <a:gd name="T8" fmla="*/ 234 w 2835"/>
                <a:gd name="T9" fmla="*/ 2215 h 2920"/>
                <a:gd name="T10" fmla="*/ 234 w 2835"/>
                <a:gd name="T11" fmla="*/ 2016 h 2920"/>
                <a:gd name="T12" fmla="*/ 423 w 2835"/>
                <a:gd name="T13" fmla="*/ 1827 h 2920"/>
                <a:gd name="T14" fmla="*/ 487 w 2835"/>
                <a:gd name="T15" fmla="*/ 1830 h 2920"/>
                <a:gd name="T16" fmla="*/ 589 w 2835"/>
                <a:gd name="T17" fmla="*/ 1728 h 2920"/>
                <a:gd name="T18" fmla="*/ 586 w 2835"/>
                <a:gd name="T19" fmla="*/ 1652 h 2920"/>
                <a:gd name="T20" fmla="*/ 518 w 2835"/>
                <a:gd name="T21" fmla="*/ 1586 h 2920"/>
                <a:gd name="T22" fmla="*/ 667 w 2835"/>
                <a:gd name="T23" fmla="*/ 1435 h 2920"/>
                <a:gd name="T24" fmla="*/ 771 w 2835"/>
                <a:gd name="T25" fmla="*/ 1437 h 2920"/>
                <a:gd name="T26" fmla="*/ 2206 w 2835"/>
                <a:gd name="T27" fmla="*/ 0 h 2920"/>
                <a:gd name="T28" fmla="*/ 2835 w 2835"/>
                <a:gd name="T29" fmla="*/ 0 h 2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35" h="2920">
                  <a:moveTo>
                    <a:pt x="0" y="2920"/>
                  </a:moveTo>
                  <a:lnTo>
                    <a:pt x="2" y="2849"/>
                  </a:lnTo>
                  <a:lnTo>
                    <a:pt x="177" y="2674"/>
                  </a:lnTo>
                  <a:lnTo>
                    <a:pt x="175" y="2276"/>
                  </a:lnTo>
                  <a:lnTo>
                    <a:pt x="234" y="2215"/>
                  </a:lnTo>
                  <a:lnTo>
                    <a:pt x="234" y="2016"/>
                  </a:lnTo>
                  <a:lnTo>
                    <a:pt x="423" y="1827"/>
                  </a:lnTo>
                  <a:lnTo>
                    <a:pt x="487" y="1830"/>
                  </a:lnTo>
                  <a:lnTo>
                    <a:pt x="589" y="1728"/>
                  </a:lnTo>
                  <a:lnTo>
                    <a:pt x="586" y="1652"/>
                  </a:lnTo>
                  <a:lnTo>
                    <a:pt x="518" y="1586"/>
                  </a:lnTo>
                  <a:lnTo>
                    <a:pt x="667" y="1435"/>
                  </a:lnTo>
                  <a:lnTo>
                    <a:pt x="771" y="1437"/>
                  </a:lnTo>
                  <a:lnTo>
                    <a:pt x="2206" y="0"/>
                  </a:lnTo>
                  <a:lnTo>
                    <a:pt x="2835"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43" name="Freeform 78"/>
            <p:cNvSpPr>
              <a:spLocks/>
            </p:cNvSpPr>
            <p:nvPr/>
          </p:nvSpPr>
          <p:spPr bwMode="auto">
            <a:xfrm rot="5400000" flipH="1" flipV="1">
              <a:off x="13035244" y="1935247"/>
              <a:ext cx="2079625" cy="3251200"/>
            </a:xfrm>
            <a:custGeom>
              <a:avLst/>
              <a:gdLst>
                <a:gd name="T0" fmla="*/ 0 w 1310"/>
                <a:gd name="T1" fmla="*/ 2048 h 2048"/>
                <a:gd name="T2" fmla="*/ 892 w 1310"/>
                <a:gd name="T3" fmla="*/ 1156 h 2048"/>
                <a:gd name="T4" fmla="*/ 889 w 1310"/>
                <a:gd name="T5" fmla="*/ 915 h 2048"/>
                <a:gd name="T6" fmla="*/ 1305 w 1310"/>
                <a:gd name="T7" fmla="*/ 501 h 2048"/>
                <a:gd name="T8" fmla="*/ 1310 w 1310"/>
                <a:gd name="T9" fmla="*/ 59 h 2048"/>
                <a:gd name="T10" fmla="*/ 1251 w 1310"/>
                <a:gd name="T11" fmla="*/ 0 h 2048"/>
              </a:gdLst>
              <a:ahLst/>
              <a:cxnLst>
                <a:cxn ang="0">
                  <a:pos x="T0" y="T1"/>
                </a:cxn>
                <a:cxn ang="0">
                  <a:pos x="T2" y="T3"/>
                </a:cxn>
                <a:cxn ang="0">
                  <a:pos x="T4" y="T5"/>
                </a:cxn>
                <a:cxn ang="0">
                  <a:pos x="T6" y="T7"/>
                </a:cxn>
                <a:cxn ang="0">
                  <a:pos x="T8" y="T9"/>
                </a:cxn>
                <a:cxn ang="0">
                  <a:pos x="T10" y="T11"/>
                </a:cxn>
              </a:cxnLst>
              <a:rect l="0" t="0" r="r" b="b"/>
              <a:pathLst>
                <a:path w="1310" h="2048">
                  <a:moveTo>
                    <a:pt x="0" y="2048"/>
                  </a:moveTo>
                  <a:lnTo>
                    <a:pt x="892" y="1156"/>
                  </a:lnTo>
                  <a:lnTo>
                    <a:pt x="889" y="915"/>
                  </a:lnTo>
                  <a:lnTo>
                    <a:pt x="1305" y="501"/>
                  </a:lnTo>
                  <a:lnTo>
                    <a:pt x="1310" y="59"/>
                  </a:lnTo>
                  <a:lnTo>
                    <a:pt x="1251"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44" name="Freeform 79"/>
            <p:cNvSpPr>
              <a:spLocks/>
            </p:cNvSpPr>
            <p:nvPr/>
          </p:nvSpPr>
          <p:spPr bwMode="auto">
            <a:xfrm rot="5400000" flipH="1" flipV="1">
              <a:off x="12897925" y="1693153"/>
              <a:ext cx="2197100" cy="3513138"/>
            </a:xfrm>
            <a:custGeom>
              <a:avLst/>
              <a:gdLst>
                <a:gd name="T0" fmla="*/ 0 w 1384"/>
                <a:gd name="T1" fmla="*/ 2213 h 2213"/>
                <a:gd name="T2" fmla="*/ 892 w 1384"/>
                <a:gd name="T3" fmla="*/ 1321 h 2213"/>
                <a:gd name="T4" fmla="*/ 889 w 1384"/>
                <a:gd name="T5" fmla="*/ 1083 h 2213"/>
                <a:gd name="T6" fmla="*/ 1306 w 1384"/>
                <a:gd name="T7" fmla="*/ 667 h 2213"/>
                <a:gd name="T8" fmla="*/ 1301 w 1384"/>
                <a:gd name="T9" fmla="*/ 83 h 2213"/>
                <a:gd name="T10" fmla="*/ 1384 w 1384"/>
                <a:gd name="T11" fmla="*/ 0 h 2213"/>
              </a:gdLst>
              <a:ahLst/>
              <a:cxnLst>
                <a:cxn ang="0">
                  <a:pos x="T0" y="T1"/>
                </a:cxn>
                <a:cxn ang="0">
                  <a:pos x="T2" y="T3"/>
                </a:cxn>
                <a:cxn ang="0">
                  <a:pos x="T4" y="T5"/>
                </a:cxn>
                <a:cxn ang="0">
                  <a:pos x="T6" y="T7"/>
                </a:cxn>
                <a:cxn ang="0">
                  <a:pos x="T8" y="T9"/>
                </a:cxn>
                <a:cxn ang="0">
                  <a:pos x="T10" y="T11"/>
                </a:cxn>
              </a:cxnLst>
              <a:rect l="0" t="0" r="r" b="b"/>
              <a:pathLst>
                <a:path w="1384" h="2213">
                  <a:moveTo>
                    <a:pt x="0" y="2213"/>
                  </a:moveTo>
                  <a:lnTo>
                    <a:pt x="892" y="1321"/>
                  </a:lnTo>
                  <a:lnTo>
                    <a:pt x="889" y="1083"/>
                  </a:lnTo>
                  <a:lnTo>
                    <a:pt x="1306" y="667"/>
                  </a:lnTo>
                  <a:lnTo>
                    <a:pt x="1301" y="83"/>
                  </a:lnTo>
                  <a:lnTo>
                    <a:pt x="138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45" name="Freeform 80"/>
            <p:cNvSpPr>
              <a:spLocks/>
            </p:cNvSpPr>
            <p:nvPr/>
          </p:nvSpPr>
          <p:spPr bwMode="auto">
            <a:xfrm rot="5400000" flipH="1" flipV="1">
              <a:off x="13066200" y="1755065"/>
              <a:ext cx="2355850" cy="3122613"/>
            </a:xfrm>
            <a:custGeom>
              <a:avLst/>
              <a:gdLst>
                <a:gd name="T0" fmla="*/ 0 w 1484"/>
                <a:gd name="T1" fmla="*/ 1967 h 1967"/>
                <a:gd name="T2" fmla="*/ 891 w 1484"/>
                <a:gd name="T3" fmla="*/ 1076 h 1967"/>
                <a:gd name="T4" fmla="*/ 884 w 1484"/>
                <a:gd name="T5" fmla="*/ 830 h 1967"/>
                <a:gd name="T6" fmla="*/ 1392 w 1484"/>
                <a:gd name="T7" fmla="*/ 321 h 1967"/>
                <a:gd name="T8" fmla="*/ 1394 w 1484"/>
                <a:gd name="T9" fmla="*/ 90 h 1967"/>
                <a:gd name="T10" fmla="*/ 1484 w 1484"/>
                <a:gd name="T11" fmla="*/ 0 h 1967"/>
              </a:gdLst>
              <a:ahLst/>
              <a:cxnLst>
                <a:cxn ang="0">
                  <a:pos x="T0" y="T1"/>
                </a:cxn>
                <a:cxn ang="0">
                  <a:pos x="T2" y="T3"/>
                </a:cxn>
                <a:cxn ang="0">
                  <a:pos x="T4" y="T5"/>
                </a:cxn>
                <a:cxn ang="0">
                  <a:pos x="T6" y="T7"/>
                </a:cxn>
                <a:cxn ang="0">
                  <a:pos x="T8" y="T9"/>
                </a:cxn>
                <a:cxn ang="0">
                  <a:pos x="T10" y="T11"/>
                </a:cxn>
              </a:cxnLst>
              <a:rect l="0" t="0" r="r" b="b"/>
              <a:pathLst>
                <a:path w="1484" h="1967">
                  <a:moveTo>
                    <a:pt x="0" y="1967"/>
                  </a:moveTo>
                  <a:lnTo>
                    <a:pt x="891" y="1076"/>
                  </a:lnTo>
                  <a:lnTo>
                    <a:pt x="884" y="830"/>
                  </a:lnTo>
                  <a:lnTo>
                    <a:pt x="1392" y="321"/>
                  </a:lnTo>
                  <a:lnTo>
                    <a:pt x="1394" y="90"/>
                  </a:lnTo>
                  <a:lnTo>
                    <a:pt x="148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46" name="Freeform 81"/>
            <p:cNvSpPr>
              <a:spLocks/>
            </p:cNvSpPr>
            <p:nvPr/>
          </p:nvSpPr>
          <p:spPr bwMode="auto">
            <a:xfrm rot="5400000" flipH="1" flipV="1">
              <a:off x="12335156" y="852572"/>
              <a:ext cx="2630488" cy="4481513"/>
            </a:xfrm>
            <a:custGeom>
              <a:avLst/>
              <a:gdLst>
                <a:gd name="T0" fmla="*/ 1657 w 1657"/>
                <a:gd name="T1" fmla="*/ 0 h 2823"/>
                <a:gd name="T2" fmla="*/ 1567 w 1657"/>
                <a:gd name="T3" fmla="*/ 90 h 2823"/>
                <a:gd name="T4" fmla="*/ 1565 w 1657"/>
                <a:gd name="T5" fmla="*/ 159 h 2823"/>
                <a:gd name="T6" fmla="*/ 1418 w 1657"/>
                <a:gd name="T7" fmla="*/ 308 h 2823"/>
                <a:gd name="T8" fmla="*/ 1421 w 1657"/>
                <a:gd name="T9" fmla="*/ 414 h 2823"/>
                <a:gd name="T10" fmla="*/ 1489 w 1657"/>
                <a:gd name="T11" fmla="*/ 480 h 2823"/>
                <a:gd name="T12" fmla="*/ 1489 w 1657"/>
                <a:gd name="T13" fmla="*/ 695 h 2823"/>
                <a:gd name="T14" fmla="*/ 1575 w 1657"/>
                <a:gd name="T15" fmla="*/ 781 h 2823"/>
                <a:gd name="T16" fmla="*/ 1572 w 1657"/>
                <a:gd name="T17" fmla="*/ 967 h 2823"/>
                <a:gd name="T18" fmla="*/ 903 w 1657"/>
                <a:gd name="T19" fmla="*/ 1636 h 2823"/>
                <a:gd name="T20" fmla="*/ 905 w 1657"/>
                <a:gd name="T21" fmla="*/ 2131 h 2823"/>
                <a:gd name="T22" fmla="*/ 624 w 1657"/>
                <a:gd name="T23" fmla="*/ 2410 h 2823"/>
                <a:gd name="T24" fmla="*/ 404 w 1657"/>
                <a:gd name="T25" fmla="*/ 2417 h 2823"/>
                <a:gd name="T26" fmla="*/ 0 w 1657"/>
                <a:gd name="T27" fmla="*/ 2823 h 2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57" h="2823">
                  <a:moveTo>
                    <a:pt x="1657" y="0"/>
                  </a:moveTo>
                  <a:lnTo>
                    <a:pt x="1567" y="90"/>
                  </a:lnTo>
                  <a:lnTo>
                    <a:pt x="1565" y="159"/>
                  </a:lnTo>
                  <a:lnTo>
                    <a:pt x="1418" y="308"/>
                  </a:lnTo>
                  <a:lnTo>
                    <a:pt x="1421" y="414"/>
                  </a:lnTo>
                  <a:lnTo>
                    <a:pt x="1489" y="480"/>
                  </a:lnTo>
                  <a:lnTo>
                    <a:pt x="1489" y="695"/>
                  </a:lnTo>
                  <a:lnTo>
                    <a:pt x="1575" y="781"/>
                  </a:lnTo>
                  <a:lnTo>
                    <a:pt x="1572" y="967"/>
                  </a:lnTo>
                  <a:lnTo>
                    <a:pt x="903" y="1636"/>
                  </a:lnTo>
                  <a:lnTo>
                    <a:pt x="905" y="2131"/>
                  </a:lnTo>
                  <a:lnTo>
                    <a:pt x="624" y="2410"/>
                  </a:lnTo>
                  <a:lnTo>
                    <a:pt x="404" y="2417"/>
                  </a:lnTo>
                  <a:lnTo>
                    <a:pt x="0" y="2823"/>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47" name="Freeform 82"/>
            <p:cNvSpPr>
              <a:spLocks/>
            </p:cNvSpPr>
            <p:nvPr/>
          </p:nvSpPr>
          <p:spPr bwMode="auto">
            <a:xfrm rot="5400000" flipH="1" flipV="1">
              <a:off x="12528038" y="940678"/>
              <a:ext cx="2597150" cy="4233863"/>
            </a:xfrm>
            <a:custGeom>
              <a:avLst/>
              <a:gdLst>
                <a:gd name="T0" fmla="*/ 1636 w 1636"/>
                <a:gd name="T1" fmla="*/ 3 h 2667"/>
                <a:gd name="T2" fmla="*/ 1542 w 1636"/>
                <a:gd name="T3" fmla="*/ 0 h 2667"/>
                <a:gd name="T4" fmla="*/ 1414 w 1636"/>
                <a:gd name="T5" fmla="*/ 128 h 2667"/>
                <a:gd name="T6" fmla="*/ 1419 w 1636"/>
                <a:gd name="T7" fmla="*/ 213 h 2667"/>
                <a:gd name="T8" fmla="*/ 1490 w 1636"/>
                <a:gd name="T9" fmla="*/ 287 h 2667"/>
                <a:gd name="T10" fmla="*/ 1487 w 1636"/>
                <a:gd name="T11" fmla="*/ 497 h 2667"/>
                <a:gd name="T12" fmla="*/ 1570 w 1636"/>
                <a:gd name="T13" fmla="*/ 580 h 2667"/>
                <a:gd name="T14" fmla="*/ 1572 w 1636"/>
                <a:gd name="T15" fmla="*/ 811 h 2667"/>
                <a:gd name="T16" fmla="*/ 903 w 1636"/>
                <a:gd name="T17" fmla="*/ 1481 h 2667"/>
                <a:gd name="T18" fmla="*/ 906 w 1636"/>
                <a:gd name="T19" fmla="*/ 1975 h 2667"/>
                <a:gd name="T20" fmla="*/ 612 w 1636"/>
                <a:gd name="T21" fmla="*/ 2268 h 2667"/>
                <a:gd name="T22" fmla="*/ 390 w 1636"/>
                <a:gd name="T23" fmla="*/ 2277 h 2667"/>
                <a:gd name="T24" fmla="*/ 0 w 1636"/>
                <a:gd name="T25" fmla="*/ 2667 h 2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36" h="2667">
                  <a:moveTo>
                    <a:pt x="1636" y="3"/>
                  </a:moveTo>
                  <a:lnTo>
                    <a:pt x="1542" y="0"/>
                  </a:lnTo>
                  <a:lnTo>
                    <a:pt x="1414" y="128"/>
                  </a:lnTo>
                  <a:lnTo>
                    <a:pt x="1419" y="213"/>
                  </a:lnTo>
                  <a:lnTo>
                    <a:pt x="1490" y="287"/>
                  </a:lnTo>
                  <a:lnTo>
                    <a:pt x="1487" y="497"/>
                  </a:lnTo>
                  <a:lnTo>
                    <a:pt x="1570" y="580"/>
                  </a:lnTo>
                  <a:lnTo>
                    <a:pt x="1572" y="811"/>
                  </a:lnTo>
                  <a:lnTo>
                    <a:pt x="903" y="1481"/>
                  </a:lnTo>
                  <a:lnTo>
                    <a:pt x="906" y="1975"/>
                  </a:lnTo>
                  <a:lnTo>
                    <a:pt x="612" y="2268"/>
                  </a:lnTo>
                  <a:lnTo>
                    <a:pt x="390" y="2277"/>
                  </a:lnTo>
                  <a:lnTo>
                    <a:pt x="0" y="2667"/>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48" name="Freeform 83"/>
            <p:cNvSpPr>
              <a:spLocks/>
            </p:cNvSpPr>
            <p:nvPr/>
          </p:nvSpPr>
          <p:spPr bwMode="auto">
            <a:xfrm rot="5400000" flipH="1" flipV="1">
              <a:off x="12751875" y="743828"/>
              <a:ext cx="2703513" cy="4102100"/>
            </a:xfrm>
            <a:custGeom>
              <a:avLst/>
              <a:gdLst>
                <a:gd name="T0" fmla="*/ 0 w 1703"/>
                <a:gd name="T1" fmla="*/ 2584 h 2584"/>
                <a:gd name="T2" fmla="*/ 811 w 1703"/>
                <a:gd name="T3" fmla="*/ 1775 h 2584"/>
                <a:gd name="T4" fmla="*/ 821 w 1703"/>
                <a:gd name="T5" fmla="*/ 1283 h 2584"/>
                <a:gd name="T6" fmla="*/ 1393 w 1703"/>
                <a:gd name="T7" fmla="*/ 711 h 2584"/>
                <a:gd name="T8" fmla="*/ 1558 w 1703"/>
                <a:gd name="T9" fmla="*/ 707 h 2584"/>
                <a:gd name="T10" fmla="*/ 1698 w 1703"/>
                <a:gd name="T11" fmla="*/ 567 h 2584"/>
                <a:gd name="T12" fmla="*/ 1703 w 1703"/>
                <a:gd name="T13" fmla="*/ 494 h 2584"/>
                <a:gd name="T14" fmla="*/ 1464 w 1703"/>
                <a:gd name="T15" fmla="*/ 255 h 2584"/>
                <a:gd name="T16" fmla="*/ 1459 w 1703"/>
                <a:gd name="T17" fmla="*/ 0 h 2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3" h="2584">
                  <a:moveTo>
                    <a:pt x="0" y="2584"/>
                  </a:moveTo>
                  <a:lnTo>
                    <a:pt x="811" y="1775"/>
                  </a:lnTo>
                  <a:lnTo>
                    <a:pt x="821" y="1283"/>
                  </a:lnTo>
                  <a:lnTo>
                    <a:pt x="1393" y="711"/>
                  </a:lnTo>
                  <a:lnTo>
                    <a:pt x="1558" y="707"/>
                  </a:lnTo>
                  <a:lnTo>
                    <a:pt x="1698" y="567"/>
                  </a:lnTo>
                  <a:lnTo>
                    <a:pt x="1703" y="494"/>
                  </a:lnTo>
                  <a:lnTo>
                    <a:pt x="1464" y="255"/>
                  </a:lnTo>
                  <a:lnTo>
                    <a:pt x="145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49" name="Freeform 84"/>
            <p:cNvSpPr>
              <a:spLocks/>
            </p:cNvSpPr>
            <p:nvPr/>
          </p:nvSpPr>
          <p:spPr bwMode="auto">
            <a:xfrm rot="5400000" flipH="1" flipV="1">
              <a:off x="12722506" y="604922"/>
              <a:ext cx="2735263" cy="4233863"/>
            </a:xfrm>
            <a:custGeom>
              <a:avLst/>
              <a:gdLst>
                <a:gd name="T0" fmla="*/ 0 w 1723"/>
                <a:gd name="T1" fmla="*/ 2667 h 2667"/>
                <a:gd name="T2" fmla="*/ 827 w 1723"/>
                <a:gd name="T3" fmla="*/ 1839 h 2667"/>
                <a:gd name="T4" fmla="*/ 832 w 1723"/>
                <a:gd name="T5" fmla="*/ 1341 h 2667"/>
                <a:gd name="T6" fmla="*/ 1362 w 1723"/>
                <a:gd name="T7" fmla="*/ 809 h 2667"/>
                <a:gd name="T8" fmla="*/ 1530 w 1723"/>
                <a:gd name="T9" fmla="*/ 804 h 2667"/>
                <a:gd name="T10" fmla="*/ 1721 w 1723"/>
                <a:gd name="T11" fmla="*/ 612 h 2667"/>
                <a:gd name="T12" fmla="*/ 1723 w 1723"/>
                <a:gd name="T13" fmla="*/ 548 h 2667"/>
                <a:gd name="T14" fmla="*/ 1485 w 1723"/>
                <a:gd name="T15" fmla="*/ 307 h 2667"/>
                <a:gd name="T16" fmla="*/ 1487 w 1723"/>
                <a:gd name="T17" fmla="*/ 71 h 2667"/>
                <a:gd name="T18" fmla="*/ 1558 w 1723"/>
                <a:gd name="T19" fmla="*/ 0 h 2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23" h="2667">
                  <a:moveTo>
                    <a:pt x="0" y="2667"/>
                  </a:moveTo>
                  <a:lnTo>
                    <a:pt x="827" y="1839"/>
                  </a:lnTo>
                  <a:lnTo>
                    <a:pt x="832" y="1341"/>
                  </a:lnTo>
                  <a:lnTo>
                    <a:pt x="1362" y="809"/>
                  </a:lnTo>
                  <a:lnTo>
                    <a:pt x="1530" y="804"/>
                  </a:lnTo>
                  <a:lnTo>
                    <a:pt x="1721" y="612"/>
                  </a:lnTo>
                  <a:lnTo>
                    <a:pt x="1723" y="548"/>
                  </a:lnTo>
                  <a:lnTo>
                    <a:pt x="1485" y="307"/>
                  </a:lnTo>
                  <a:lnTo>
                    <a:pt x="1487" y="71"/>
                  </a:lnTo>
                  <a:lnTo>
                    <a:pt x="1558"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50" name="Freeform 85"/>
            <p:cNvSpPr>
              <a:spLocks/>
            </p:cNvSpPr>
            <p:nvPr/>
          </p:nvSpPr>
          <p:spPr bwMode="auto">
            <a:xfrm rot="5400000" flipH="1" flipV="1">
              <a:off x="14288575" y="2063040"/>
              <a:ext cx="1579563" cy="2368550"/>
            </a:xfrm>
            <a:custGeom>
              <a:avLst/>
              <a:gdLst>
                <a:gd name="T0" fmla="*/ 0 w 995"/>
                <a:gd name="T1" fmla="*/ 1492 h 1492"/>
                <a:gd name="T2" fmla="*/ 839 w 995"/>
                <a:gd name="T3" fmla="*/ 651 h 1492"/>
                <a:gd name="T4" fmla="*/ 835 w 995"/>
                <a:gd name="T5" fmla="*/ 161 h 1492"/>
                <a:gd name="T6" fmla="*/ 995 w 995"/>
                <a:gd name="T7" fmla="*/ 0 h 1492"/>
              </a:gdLst>
              <a:ahLst/>
              <a:cxnLst>
                <a:cxn ang="0">
                  <a:pos x="T0" y="T1"/>
                </a:cxn>
                <a:cxn ang="0">
                  <a:pos x="T2" y="T3"/>
                </a:cxn>
                <a:cxn ang="0">
                  <a:pos x="T4" y="T5"/>
                </a:cxn>
                <a:cxn ang="0">
                  <a:pos x="T6" y="T7"/>
                </a:cxn>
              </a:cxnLst>
              <a:rect l="0" t="0" r="r" b="b"/>
              <a:pathLst>
                <a:path w="995" h="1492">
                  <a:moveTo>
                    <a:pt x="0" y="1492"/>
                  </a:moveTo>
                  <a:lnTo>
                    <a:pt x="839" y="651"/>
                  </a:lnTo>
                  <a:lnTo>
                    <a:pt x="835" y="161"/>
                  </a:lnTo>
                  <a:lnTo>
                    <a:pt x="995"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51" name="Freeform 86"/>
            <p:cNvSpPr>
              <a:spLocks/>
            </p:cNvSpPr>
            <p:nvPr/>
          </p:nvSpPr>
          <p:spPr bwMode="auto">
            <a:xfrm rot="5400000" flipH="1" flipV="1">
              <a:off x="13736918" y="1451060"/>
              <a:ext cx="2247900" cy="2863850"/>
            </a:xfrm>
            <a:custGeom>
              <a:avLst/>
              <a:gdLst>
                <a:gd name="T0" fmla="*/ 1220 w 1416"/>
                <a:gd name="T1" fmla="*/ 315 h 1804"/>
                <a:gd name="T2" fmla="*/ 1222 w 1416"/>
                <a:gd name="T3" fmla="*/ 194 h 1804"/>
                <a:gd name="T4" fmla="*/ 1416 w 1416"/>
                <a:gd name="T5" fmla="*/ 0 h 1804"/>
                <a:gd name="T6" fmla="*/ 1336 w 1416"/>
                <a:gd name="T7" fmla="*/ 0 h 1804"/>
                <a:gd name="T8" fmla="*/ 1102 w 1416"/>
                <a:gd name="T9" fmla="*/ 234 h 1804"/>
                <a:gd name="T10" fmla="*/ 1102 w 1416"/>
                <a:gd name="T11" fmla="*/ 383 h 1804"/>
                <a:gd name="T12" fmla="*/ 1052 w 1416"/>
                <a:gd name="T13" fmla="*/ 431 h 1804"/>
                <a:gd name="T14" fmla="*/ 960 w 1416"/>
                <a:gd name="T15" fmla="*/ 459 h 1804"/>
                <a:gd name="T16" fmla="*/ 863 w 1416"/>
                <a:gd name="T17" fmla="*/ 554 h 1804"/>
                <a:gd name="T18" fmla="*/ 860 w 1416"/>
                <a:gd name="T19" fmla="*/ 944 h 1804"/>
                <a:gd name="T20" fmla="*/ 0 w 1416"/>
                <a:gd name="T21" fmla="*/ 1804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16" h="1804">
                  <a:moveTo>
                    <a:pt x="1220" y="315"/>
                  </a:moveTo>
                  <a:lnTo>
                    <a:pt x="1222" y="194"/>
                  </a:lnTo>
                  <a:lnTo>
                    <a:pt x="1416" y="0"/>
                  </a:lnTo>
                  <a:lnTo>
                    <a:pt x="1336" y="0"/>
                  </a:lnTo>
                  <a:lnTo>
                    <a:pt x="1102" y="234"/>
                  </a:lnTo>
                  <a:lnTo>
                    <a:pt x="1102" y="383"/>
                  </a:lnTo>
                  <a:lnTo>
                    <a:pt x="1052" y="431"/>
                  </a:lnTo>
                  <a:lnTo>
                    <a:pt x="960" y="459"/>
                  </a:lnTo>
                  <a:lnTo>
                    <a:pt x="863" y="554"/>
                  </a:lnTo>
                  <a:lnTo>
                    <a:pt x="860" y="944"/>
                  </a:lnTo>
                  <a:lnTo>
                    <a:pt x="0" y="1804"/>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52" name="Freeform 87"/>
            <p:cNvSpPr>
              <a:spLocks/>
            </p:cNvSpPr>
            <p:nvPr/>
          </p:nvSpPr>
          <p:spPr bwMode="auto">
            <a:xfrm rot="5400000" flipH="1" flipV="1">
              <a:off x="14743393" y="1054185"/>
              <a:ext cx="1857375" cy="2644775"/>
            </a:xfrm>
            <a:custGeom>
              <a:avLst/>
              <a:gdLst>
                <a:gd name="T0" fmla="*/ 0 w 1170"/>
                <a:gd name="T1" fmla="*/ 1666 h 1666"/>
                <a:gd name="T2" fmla="*/ 723 w 1170"/>
                <a:gd name="T3" fmla="*/ 941 h 1666"/>
                <a:gd name="T4" fmla="*/ 728 w 1170"/>
                <a:gd name="T5" fmla="*/ 671 h 1666"/>
                <a:gd name="T6" fmla="*/ 1024 w 1170"/>
                <a:gd name="T7" fmla="*/ 375 h 1666"/>
                <a:gd name="T8" fmla="*/ 1024 w 1170"/>
                <a:gd name="T9" fmla="*/ 146 h 1666"/>
                <a:gd name="T10" fmla="*/ 1170 w 1170"/>
                <a:gd name="T11" fmla="*/ 0 h 1666"/>
              </a:gdLst>
              <a:ahLst/>
              <a:cxnLst>
                <a:cxn ang="0">
                  <a:pos x="T0" y="T1"/>
                </a:cxn>
                <a:cxn ang="0">
                  <a:pos x="T2" y="T3"/>
                </a:cxn>
                <a:cxn ang="0">
                  <a:pos x="T4" y="T5"/>
                </a:cxn>
                <a:cxn ang="0">
                  <a:pos x="T6" y="T7"/>
                </a:cxn>
                <a:cxn ang="0">
                  <a:pos x="T8" y="T9"/>
                </a:cxn>
                <a:cxn ang="0">
                  <a:pos x="T10" y="T11"/>
                </a:cxn>
              </a:cxnLst>
              <a:rect l="0" t="0" r="r" b="b"/>
              <a:pathLst>
                <a:path w="1170" h="1666">
                  <a:moveTo>
                    <a:pt x="0" y="1666"/>
                  </a:moveTo>
                  <a:lnTo>
                    <a:pt x="723" y="941"/>
                  </a:lnTo>
                  <a:lnTo>
                    <a:pt x="728" y="671"/>
                  </a:lnTo>
                  <a:lnTo>
                    <a:pt x="1024" y="375"/>
                  </a:lnTo>
                  <a:lnTo>
                    <a:pt x="1024" y="146"/>
                  </a:lnTo>
                  <a:lnTo>
                    <a:pt x="117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53" name="Freeform 88"/>
            <p:cNvSpPr>
              <a:spLocks/>
            </p:cNvSpPr>
            <p:nvPr/>
          </p:nvSpPr>
          <p:spPr bwMode="auto">
            <a:xfrm rot="5400000" flipH="1" flipV="1">
              <a:off x="14722756" y="2203534"/>
              <a:ext cx="1397000" cy="1978025"/>
            </a:xfrm>
            <a:custGeom>
              <a:avLst/>
              <a:gdLst>
                <a:gd name="T0" fmla="*/ 0 w 880"/>
                <a:gd name="T1" fmla="*/ 1246 h 1246"/>
                <a:gd name="T2" fmla="*/ 686 w 880"/>
                <a:gd name="T3" fmla="*/ 560 h 1246"/>
                <a:gd name="T4" fmla="*/ 681 w 880"/>
                <a:gd name="T5" fmla="*/ 498 h 1246"/>
                <a:gd name="T6" fmla="*/ 880 w 880"/>
                <a:gd name="T7" fmla="*/ 300 h 1246"/>
                <a:gd name="T8" fmla="*/ 877 w 880"/>
                <a:gd name="T9" fmla="*/ 0 h 1246"/>
              </a:gdLst>
              <a:ahLst/>
              <a:cxnLst>
                <a:cxn ang="0">
                  <a:pos x="T0" y="T1"/>
                </a:cxn>
                <a:cxn ang="0">
                  <a:pos x="T2" y="T3"/>
                </a:cxn>
                <a:cxn ang="0">
                  <a:pos x="T4" y="T5"/>
                </a:cxn>
                <a:cxn ang="0">
                  <a:pos x="T6" y="T7"/>
                </a:cxn>
                <a:cxn ang="0">
                  <a:pos x="T8" y="T9"/>
                </a:cxn>
              </a:cxnLst>
              <a:rect l="0" t="0" r="r" b="b"/>
              <a:pathLst>
                <a:path w="880" h="1246">
                  <a:moveTo>
                    <a:pt x="0" y="1246"/>
                  </a:moveTo>
                  <a:lnTo>
                    <a:pt x="686" y="560"/>
                  </a:lnTo>
                  <a:lnTo>
                    <a:pt x="681" y="498"/>
                  </a:lnTo>
                  <a:lnTo>
                    <a:pt x="880" y="300"/>
                  </a:lnTo>
                  <a:lnTo>
                    <a:pt x="87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54" name="Freeform 89"/>
            <p:cNvSpPr>
              <a:spLocks/>
            </p:cNvSpPr>
            <p:nvPr/>
          </p:nvSpPr>
          <p:spPr bwMode="auto">
            <a:xfrm rot="5400000" flipH="1" flipV="1">
              <a:off x="12896338" y="35803"/>
              <a:ext cx="2886075" cy="4478338"/>
            </a:xfrm>
            <a:custGeom>
              <a:avLst/>
              <a:gdLst>
                <a:gd name="T0" fmla="*/ 0 w 1818"/>
                <a:gd name="T1" fmla="*/ 2821 h 2821"/>
                <a:gd name="T2" fmla="*/ 735 w 1818"/>
                <a:gd name="T3" fmla="*/ 2086 h 2821"/>
                <a:gd name="T4" fmla="*/ 740 w 1818"/>
                <a:gd name="T5" fmla="*/ 2001 h 2821"/>
                <a:gd name="T6" fmla="*/ 943 w 1818"/>
                <a:gd name="T7" fmla="*/ 1797 h 2821"/>
                <a:gd name="T8" fmla="*/ 948 w 1818"/>
                <a:gd name="T9" fmla="*/ 1634 h 2821"/>
                <a:gd name="T10" fmla="*/ 1078 w 1818"/>
                <a:gd name="T11" fmla="*/ 1502 h 2821"/>
                <a:gd name="T12" fmla="*/ 1080 w 1818"/>
                <a:gd name="T13" fmla="*/ 1379 h 2821"/>
                <a:gd name="T14" fmla="*/ 1286 w 1818"/>
                <a:gd name="T15" fmla="*/ 1173 h 2821"/>
                <a:gd name="T16" fmla="*/ 1284 w 1818"/>
                <a:gd name="T17" fmla="*/ 908 h 2821"/>
                <a:gd name="T18" fmla="*/ 1593 w 1818"/>
                <a:gd name="T19" fmla="*/ 599 h 2821"/>
                <a:gd name="T20" fmla="*/ 1596 w 1818"/>
                <a:gd name="T21" fmla="*/ 450 h 2821"/>
                <a:gd name="T22" fmla="*/ 1655 w 1818"/>
                <a:gd name="T23" fmla="*/ 390 h 2821"/>
                <a:gd name="T24" fmla="*/ 1650 w 1818"/>
                <a:gd name="T25" fmla="*/ 166 h 2821"/>
                <a:gd name="T26" fmla="*/ 1818 w 1818"/>
                <a:gd name="T27" fmla="*/ 0 h 28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18" h="2821">
                  <a:moveTo>
                    <a:pt x="0" y="2821"/>
                  </a:moveTo>
                  <a:lnTo>
                    <a:pt x="735" y="2086"/>
                  </a:lnTo>
                  <a:lnTo>
                    <a:pt x="740" y="2001"/>
                  </a:lnTo>
                  <a:lnTo>
                    <a:pt x="943" y="1797"/>
                  </a:lnTo>
                  <a:lnTo>
                    <a:pt x="948" y="1634"/>
                  </a:lnTo>
                  <a:lnTo>
                    <a:pt x="1078" y="1502"/>
                  </a:lnTo>
                  <a:lnTo>
                    <a:pt x="1080" y="1379"/>
                  </a:lnTo>
                  <a:lnTo>
                    <a:pt x="1286" y="1173"/>
                  </a:lnTo>
                  <a:lnTo>
                    <a:pt x="1284" y="908"/>
                  </a:lnTo>
                  <a:lnTo>
                    <a:pt x="1593" y="599"/>
                  </a:lnTo>
                  <a:lnTo>
                    <a:pt x="1596" y="450"/>
                  </a:lnTo>
                  <a:lnTo>
                    <a:pt x="1655" y="390"/>
                  </a:lnTo>
                  <a:lnTo>
                    <a:pt x="1650" y="166"/>
                  </a:lnTo>
                  <a:lnTo>
                    <a:pt x="1818"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55" name="Freeform 90"/>
            <p:cNvSpPr>
              <a:spLocks/>
            </p:cNvSpPr>
            <p:nvPr/>
          </p:nvSpPr>
          <p:spPr bwMode="auto">
            <a:xfrm rot="5400000" flipH="1" flipV="1">
              <a:off x="12874112" y="99303"/>
              <a:ext cx="2855913" cy="4470400"/>
            </a:xfrm>
            <a:custGeom>
              <a:avLst/>
              <a:gdLst>
                <a:gd name="T0" fmla="*/ 0 w 1799"/>
                <a:gd name="T1" fmla="*/ 2816 h 2816"/>
                <a:gd name="T2" fmla="*/ 728 w 1799"/>
                <a:gd name="T3" fmla="*/ 2090 h 2816"/>
                <a:gd name="T4" fmla="*/ 730 w 1799"/>
                <a:gd name="T5" fmla="*/ 2005 h 2816"/>
                <a:gd name="T6" fmla="*/ 933 w 1799"/>
                <a:gd name="T7" fmla="*/ 1802 h 2816"/>
                <a:gd name="T8" fmla="*/ 931 w 1799"/>
                <a:gd name="T9" fmla="*/ 1631 h 2816"/>
                <a:gd name="T10" fmla="*/ 1064 w 1799"/>
                <a:gd name="T11" fmla="*/ 1499 h 2816"/>
                <a:gd name="T12" fmla="*/ 1066 w 1799"/>
                <a:gd name="T13" fmla="*/ 1376 h 2816"/>
                <a:gd name="T14" fmla="*/ 1269 w 1799"/>
                <a:gd name="T15" fmla="*/ 1173 h 2816"/>
                <a:gd name="T16" fmla="*/ 1267 w 1799"/>
                <a:gd name="T17" fmla="*/ 908 h 2816"/>
                <a:gd name="T18" fmla="*/ 1579 w 1799"/>
                <a:gd name="T19" fmla="*/ 596 h 2816"/>
                <a:gd name="T20" fmla="*/ 1581 w 1799"/>
                <a:gd name="T21" fmla="*/ 447 h 2816"/>
                <a:gd name="T22" fmla="*/ 1638 w 1799"/>
                <a:gd name="T23" fmla="*/ 388 h 2816"/>
                <a:gd name="T24" fmla="*/ 1636 w 1799"/>
                <a:gd name="T25" fmla="*/ 166 h 2816"/>
                <a:gd name="T26" fmla="*/ 1799 w 1799"/>
                <a:gd name="T27" fmla="*/ 0 h 28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99" h="2816">
                  <a:moveTo>
                    <a:pt x="0" y="2816"/>
                  </a:moveTo>
                  <a:lnTo>
                    <a:pt x="728" y="2090"/>
                  </a:lnTo>
                  <a:lnTo>
                    <a:pt x="730" y="2005"/>
                  </a:lnTo>
                  <a:lnTo>
                    <a:pt x="933" y="1802"/>
                  </a:lnTo>
                  <a:lnTo>
                    <a:pt x="931" y="1631"/>
                  </a:lnTo>
                  <a:lnTo>
                    <a:pt x="1064" y="1499"/>
                  </a:lnTo>
                  <a:lnTo>
                    <a:pt x="1066" y="1376"/>
                  </a:lnTo>
                  <a:lnTo>
                    <a:pt x="1269" y="1173"/>
                  </a:lnTo>
                  <a:lnTo>
                    <a:pt x="1267" y="908"/>
                  </a:lnTo>
                  <a:lnTo>
                    <a:pt x="1579" y="596"/>
                  </a:lnTo>
                  <a:lnTo>
                    <a:pt x="1581" y="447"/>
                  </a:lnTo>
                  <a:lnTo>
                    <a:pt x="1638" y="388"/>
                  </a:lnTo>
                  <a:lnTo>
                    <a:pt x="1636" y="166"/>
                  </a:lnTo>
                  <a:lnTo>
                    <a:pt x="179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75" name="Freeform 110"/>
            <p:cNvSpPr>
              <a:spLocks/>
            </p:cNvSpPr>
            <p:nvPr/>
          </p:nvSpPr>
          <p:spPr bwMode="auto">
            <a:xfrm rot="5400000" flipH="1" flipV="1">
              <a:off x="13646431" y="2851234"/>
              <a:ext cx="935038" cy="1249363"/>
            </a:xfrm>
            <a:custGeom>
              <a:avLst/>
              <a:gdLst>
                <a:gd name="T0" fmla="*/ 0 w 589"/>
                <a:gd name="T1" fmla="*/ 787 h 787"/>
                <a:gd name="T2" fmla="*/ 2 w 589"/>
                <a:gd name="T3" fmla="*/ 693 h 787"/>
                <a:gd name="T4" fmla="*/ 419 w 589"/>
                <a:gd name="T5" fmla="*/ 277 h 787"/>
                <a:gd name="T6" fmla="*/ 419 w 589"/>
                <a:gd name="T7" fmla="*/ 170 h 787"/>
                <a:gd name="T8" fmla="*/ 589 w 589"/>
                <a:gd name="T9" fmla="*/ 0 h 787"/>
              </a:gdLst>
              <a:ahLst/>
              <a:cxnLst>
                <a:cxn ang="0">
                  <a:pos x="T0" y="T1"/>
                </a:cxn>
                <a:cxn ang="0">
                  <a:pos x="T2" y="T3"/>
                </a:cxn>
                <a:cxn ang="0">
                  <a:pos x="T4" y="T5"/>
                </a:cxn>
                <a:cxn ang="0">
                  <a:pos x="T6" y="T7"/>
                </a:cxn>
                <a:cxn ang="0">
                  <a:pos x="T8" y="T9"/>
                </a:cxn>
              </a:cxnLst>
              <a:rect l="0" t="0" r="r" b="b"/>
              <a:pathLst>
                <a:path w="589" h="787">
                  <a:moveTo>
                    <a:pt x="0" y="787"/>
                  </a:moveTo>
                  <a:lnTo>
                    <a:pt x="2" y="693"/>
                  </a:lnTo>
                  <a:lnTo>
                    <a:pt x="419" y="277"/>
                  </a:lnTo>
                  <a:lnTo>
                    <a:pt x="419" y="170"/>
                  </a:lnTo>
                  <a:lnTo>
                    <a:pt x="58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76" name="Freeform 111"/>
            <p:cNvSpPr>
              <a:spLocks/>
            </p:cNvSpPr>
            <p:nvPr/>
          </p:nvSpPr>
          <p:spPr bwMode="auto">
            <a:xfrm rot="5400000" flipH="1" flipV="1">
              <a:off x="12920943" y="2398797"/>
              <a:ext cx="2274888" cy="2706688"/>
            </a:xfrm>
            <a:custGeom>
              <a:avLst/>
              <a:gdLst>
                <a:gd name="T0" fmla="*/ 0 w 1433"/>
                <a:gd name="T1" fmla="*/ 1705 h 1705"/>
                <a:gd name="T2" fmla="*/ 965 w 1433"/>
                <a:gd name="T3" fmla="*/ 742 h 1705"/>
                <a:gd name="T4" fmla="*/ 963 w 1433"/>
                <a:gd name="T5" fmla="*/ 610 h 1705"/>
                <a:gd name="T6" fmla="*/ 1145 w 1433"/>
                <a:gd name="T7" fmla="*/ 428 h 1705"/>
                <a:gd name="T8" fmla="*/ 1327 w 1433"/>
                <a:gd name="T9" fmla="*/ 433 h 1705"/>
                <a:gd name="T10" fmla="*/ 1433 w 1433"/>
                <a:gd name="T11" fmla="*/ 326 h 1705"/>
                <a:gd name="T12" fmla="*/ 1433 w 1433"/>
                <a:gd name="T13" fmla="*/ 147 h 1705"/>
                <a:gd name="T14" fmla="*/ 1286 w 1433"/>
                <a:gd name="T15" fmla="*/ 0 h 1705"/>
                <a:gd name="T16" fmla="*/ 1161 w 1433"/>
                <a:gd name="T17" fmla="*/ 7 h 17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33" h="1705">
                  <a:moveTo>
                    <a:pt x="0" y="1705"/>
                  </a:moveTo>
                  <a:lnTo>
                    <a:pt x="965" y="742"/>
                  </a:lnTo>
                  <a:lnTo>
                    <a:pt x="963" y="610"/>
                  </a:lnTo>
                  <a:lnTo>
                    <a:pt x="1145" y="428"/>
                  </a:lnTo>
                  <a:lnTo>
                    <a:pt x="1327" y="433"/>
                  </a:lnTo>
                  <a:lnTo>
                    <a:pt x="1433" y="326"/>
                  </a:lnTo>
                  <a:lnTo>
                    <a:pt x="1433" y="147"/>
                  </a:lnTo>
                  <a:lnTo>
                    <a:pt x="1286" y="0"/>
                  </a:lnTo>
                  <a:lnTo>
                    <a:pt x="1161" y="7"/>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77" name="Freeform 112"/>
            <p:cNvSpPr>
              <a:spLocks/>
            </p:cNvSpPr>
            <p:nvPr/>
          </p:nvSpPr>
          <p:spPr bwMode="auto">
            <a:xfrm rot="5400000" flipH="1" flipV="1">
              <a:off x="12928087" y="2894890"/>
              <a:ext cx="2401888" cy="2517775"/>
            </a:xfrm>
            <a:custGeom>
              <a:avLst/>
              <a:gdLst>
                <a:gd name="T0" fmla="*/ 0 w 1513"/>
                <a:gd name="T1" fmla="*/ 1586 h 1586"/>
                <a:gd name="T2" fmla="*/ 939 w 1513"/>
                <a:gd name="T3" fmla="*/ 648 h 1586"/>
                <a:gd name="T4" fmla="*/ 1057 w 1513"/>
                <a:gd name="T5" fmla="*/ 653 h 1586"/>
                <a:gd name="T6" fmla="*/ 1513 w 1513"/>
                <a:gd name="T7" fmla="*/ 194 h 1586"/>
                <a:gd name="T8" fmla="*/ 1513 w 1513"/>
                <a:gd name="T9" fmla="*/ 0 h 1586"/>
              </a:gdLst>
              <a:ahLst/>
              <a:cxnLst>
                <a:cxn ang="0">
                  <a:pos x="T0" y="T1"/>
                </a:cxn>
                <a:cxn ang="0">
                  <a:pos x="T2" y="T3"/>
                </a:cxn>
                <a:cxn ang="0">
                  <a:pos x="T4" y="T5"/>
                </a:cxn>
                <a:cxn ang="0">
                  <a:pos x="T6" y="T7"/>
                </a:cxn>
                <a:cxn ang="0">
                  <a:pos x="T8" y="T9"/>
                </a:cxn>
              </a:cxnLst>
              <a:rect l="0" t="0" r="r" b="b"/>
              <a:pathLst>
                <a:path w="1513" h="1586">
                  <a:moveTo>
                    <a:pt x="0" y="1586"/>
                  </a:moveTo>
                  <a:lnTo>
                    <a:pt x="939" y="648"/>
                  </a:lnTo>
                  <a:lnTo>
                    <a:pt x="1057" y="653"/>
                  </a:lnTo>
                  <a:lnTo>
                    <a:pt x="1513" y="194"/>
                  </a:lnTo>
                  <a:lnTo>
                    <a:pt x="151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78" name="Freeform 113"/>
            <p:cNvSpPr>
              <a:spLocks/>
            </p:cNvSpPr>
            <p:nvPr/>
          </p:nvSpPr>
          <p:spPr bwMode="auto">
            <a:xfrm rot="5400000" flipH="1" flipV="1">
              <a:off x="11389006" y="1482810"/>
              <a:ext cx="3787775" cy="4241800"/>
            </a:xfrm>
            <a:custGeom>
              <a:avLst/>
              <a:gdLst>
                <a:gd name="T0" fmla="*/ 0 w 2386"/>
                <a:gd name="T1" fmla="*/ 2672 h 2672"/>
                <a:gd name="T2" fmla="*/ 989 w 2386"/>
                <a:gd name="T3" fmla="*/ 1684 h 2672"/>
                <a:gd name="T4" fmla="*/ 1133 w 2386"/>
                <a:gd name="T5" fmla="*/ 1688 h 2672"/>
                <a:gd name="T6" fmla="*/ 1556 w 2386"/>
                <a:gd name="T7" fmla="*/ 1265 h 2672"/>
                <a:gd name="T8" fmla="*/ 1563 w 2386"/>
                <a:gd name="T9" fmla="*/ 1173 h 2672"/>
                <a:gd name="T10" fmla="*/ 1405 w 2386"/>
                <a:gd name="T11" fmla="*/ 1017 h 2672"/>
                <a:gd name="T12" fmla="*/ 1407 w 2386"/>
                <a:gd name="T13" fmla="*/ 960 h 2672"/>
                <a:gd name="T14" fmla="*/ 1494 w 2386"/>
                <a:gd name="T15" fmla="*/ 873 h 2672"/>
                <a:gd name="T16" fmla="*/ 1596 w 2386"/>
                <a:gd name="T17" fmla="*/ 877 h 2672"/>
                <a:gd name="T18" fmla="*/ 1979 w 2386"/>
                <a:gd name="T19" fmla="*/ 494 h 2672"/>
                <a:gd name="T20" fmla="*/ 1977 w 2386"/>
                <a:gd name="T21" fmla="*/ 374 h 2672"/>
                <a:gd name="T22" fmla="*/ 2062 w 2386"/>
                <a:gd name="T23" fmla="*/ 291 h 2672"/>
                <a:gd name="T24" fmla="*/ 2067 w 2386"/>
                <a:gd name="T25" fmla="*/ 100 h 2672"/>
                <a:gd name="T26" fmla="*/ 2164 w 2386"/>
                <a:gd name="T27" fmla="*/ 0 h 2672"/>
                <a:gd name="T28" fmla="*/ 2386 w 2386"/>
                <a:gd name="T29" fmla="*/ 0 h 2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86" h="2672">
                  <a:moveTo>
                    <a:pt x="0" y="2672"/>
                  </a:moveTo>
                  <a:lnTo>
                    <a:pt x="989" y="1684"/>
                  </a:lnTo>
                  <a:lnTo>
                    <a:pt x="1133" y="1688"/>
                  </a:lnTo>
                  <a:lnTo>
                    <a:pt x="1556" y="1265"/>
                  </a:lnTo>
                  <a:lnTo>
                    <a:pt x="1563" y="1173"/>
                  </a:lnTo>
                  <a:lnTo>
                    <a:pt x="1405" y="1017"/>
                  </a:lnTo>
                  <a:lnTo>
                    <a:pt x="1407" y="960"/>
                  </a:lnTo>
                  <a:lnTo>
                    <a:pt x="1494" y="873"/>
                  </a:lnTo>
                  <a:lnTo>
                    <a:pt x="1596" y="877"/>
                  </a:lnTo>
                  <a:lnTo>
                    <a:pt x="1979" y="494"/>
                  </a:lnTo>
                  <a:lnTo>
                    <a:pt x="1977" y="374"/>
                  </a:lnTo>
                  <a:lnTo>
                    <a:pt x="2062" y="291"/>
                  </a:lnTo>
                  <a:lnTo>
                    <a:pt x="2067" y="100"/>
                  </a:lnTo>
                  <a:lnTo>
                    <a:pt x="2164" y="0"/>
                  </a:lnTo>
                  <a:lnTo>
                    <a:pt x="2386"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79" name="Freeform 114"/>
            <p:cNvSpPr>
              <a:spLocks/>
            </p:cNvSpPr>
            <p:nvPr/>
          </p:nvSpPr>
          <p:spPr bwMode="auto">
            <a:xfrm rot="5400000" flipH="1" flipV="1">
              <a:off x="12992381" y="3232234"/>
              <a:ext cx="2589213" cy="2481263"/>
            </a:xfrm>
            <a:custGeom>
              <a:avLst/>
              <a:gdLst>
                <a:gd name="T0" fmla="*/ 0 w 1631"/>
                <a:gd name="T1" fmla="*/ 1563 h 1563"/>
                <a:gd name="T2" fmla="*/ 1111 w 1631"/>
                <a:gd name="T3" fmla="*/ 452 h 1563"/>
                <a:gd name="T4" fmla="*/ 1279 w 1631"/>
                <a:gd name="T5" fmla="*/ 456 h 1563"/>
                <a:gd name="T6" fmla="*/ 1631 w 1631"/>
                <a:gd name="T7" fmla="*/ 107 h 1563"/>
                <a:gd name="T8" fmla="*/ 1629 w 1631"/>
                <a:gd name="T9" fmla="*/ 0 h 1563"/>
              </a:gdLst>
              <a:ahLst/>
              <a:cxnLst>
                <a:cxn ang="0">
                  <a:pos x="T0" y="T1"/>
                </a:cxn>
                <a:cxn ang="0">
                  <a:pos x="T2" y="T3"/>
                </a:cxn>
                <a:cxn ang="0">
                  <a:pos x="T4" y="T5"/>
                </a:cxn>
                <a:cxn ang="0">
                  <a:pos x="T6" y="T7"/>
                </a:cxn>
                <a:cxn ang="0">
                  <a:pos x="T8" y="T9"/>
                </a:cxn>
              </a:cxnLst>
              <a:rect l="0" t="0" r="r" b="b"/>
              <a:pathLst>
                <a:path w="1631" h="1563">
                  <a:moveTo>
                    <a:pt x="0" y="1563"/>
                  </a:moveTo>
                  <a:lnTo>
                    <a:pt x="1111" y="452"/>
                  </a:lnTo>
                  <a:lnTo>
                    <a:pt x="1279" y="456"/>
                  </a:lnTo>
                  <a:lnTo>
                    <a:pt x="1631" y="107"/>
                  </a:lnTo>
                  <a:lnTo>
                    <a:pt x="162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80" name="Freeform 115"/>
            <p:cNvSpPr>
              <a:spLocks/>
            </p:cNvSpPr>
            <p:nvPr/>
          </p:nvSpPr>
          <p:spPr bwMode="auto">
            <a:xfrm rot="5400000" flipH="1" flipV="1">
              <a:off x="6469343" y="-4281403"/>
              <a:ext cx="5276850" cy="6127750"/>
            </a:xfrm>
            <a:custGeom>
              <a:avLst/>
              <a:gdLst>
                <a:gd name="T0" fmla="*/ 0 w 3324"/>
                <a:gd name="T1" fmla="*/ 3860 h 3860"/>
                <a:gd name="T2" fmla="*/ 0 w 3324"/>
                <a:gd name="T3" fmla="*/ 3678 h 3860"/>
                <a:gd name="T4" fmla="*/ 45 w 3324"/>
                <a:gd name="T5" fmla="*/ 3633 h 3860"/>
                <a:gd name="T6" fmla="*/ 42 w 3324"/>
                <a:gd name="T7" fmla="*/ 3343 h 3860"/>
                <a:gd name="T8" fmla="*/ 156 w 3324"/>
                <a:gd name="T9" fmla="*/ 3229 h 3860"/>
                <a:gd name="T10" fmla="*/ 461 w 3324"/>
                <a:gd name="T11" fmla="*/ 3229 h 3860"/>
                <a:gd name="T12" fmla="*/ 782 w 3324"/>
                <a:gd name="T13" fmla="*/ 2910 h 3860"/>
                <a:gd name="T14" fmla="*/ 882 w 3324"/>
                <a:gd name="T15" fmla="*/ 2915 h 3860"/>
                <a:gd name="T16" fmla="*/ 1132 w 3324"/>
                <a:gd name="T17" fmla="*/ 2664 h 3860"/>
                <a:gd name="T18" fmla="*/ 1135 w 3324"/>
                <a:gd name="T19" fmla="*/ 2189 h 3860"/>
                <a:gd name="T20" fmla="*/ 3324 w 3324"/>
                <a:gd name="T21" fmla="*/ 0 h 3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24" h="3860">
                  <a:moveTo>
                    <a:pt x="0" y="3860"/>
                  </a:moveTo>
                  <a:lnTo>
                    <a:pt x="0" y="3678"/>
                  </a:lnTo>
                  <a:lnTo>
                    <a:pt x="45" y="3633"/>
                  </a:lnTo>
                  <a:lnTo>
                    <a:pt x="42" y="3343"/>
                  </a:lnTo>
                  <a:lnTo>
                    <a:pt x="156" y="3229"/>
                  </a:lnTo>
                  <a:lnTo>
                    <a:pt x="461" y="3229"/>
                  </a:lnTo>
                  <a:lnTo>
                    <a:pt x="782" y="2910"/>
                  </a:lnTo>
                  <a:lnTo>
                    <a:pt x="882" y="2915"/>
                  </a:lnTo>
                  <a:lnTo>
                    <a:pt x="1132" y="2664"/>
                  </a:lnTo>
                  <a:lnTo>
                    <a:pt x="1135" y="2189"/>
                  </a:lnTo>
                  <a:lnTo>
                    <a:pt x="332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81" name="Freeform 116"/>
            <p:cNvSpPr>
              <a:spLocks/>
            </p:cNvSpPr>
            <p:nvPr/>
          </p:nvSpPr>
          <p:spPr bwMode="auto">
            <a:xfrm rot="5400000" flipH="1" flipV="1">
              <a:off x="7229756" y="-3349540"/>
              <a:ext cx="4413250" cy="4864100"/>
            </a:xfrm>
            <a:custGeom>
              <a:avLst/>
              <a:gdLst>
                <a:gd name="T0" fmla="*/ 2 w 2780"/>
                <a:gd name="T1" fmla="*/ 3064 h 3064"/>
                <a:gd name="T2" fmla="*/ 0 w 2780"/>
                <a:gd name="T3" fmla="*/ 2775 h 3064"/>
                <a:gd name="T4" fmla="*/ 113 w 2780"/>
                <a:gd name="T5" fmla="*/ 2662 h 3064"/>
                <a:gd name="T6" fmla="*/ 418 w 2780"/>
                <a:gd name="T7" fmla="*/ 2664 h 3064"/>
                <a:gd name="T8" fmla="*/ 740 w 2780"/>
                <a:gd name="T9" fmla="*/ 2345 h 3064"/>
                <a:gd name="T10" fmla="*/ 841 w 2780"/>
                <a:gd name="T11" fmla="*/ 2350 h 3064"/>
                <a:gd name="T12" fmla="*/ 1094 w 2780"/>
                <a:gd name="T13" fmla="*/ 2099 h 3064"/>
                <a:gd name="T14" fmla="*/ 1094 w 2780"/>
                <a:gd name="T15" fmla="*/ 1685 h 3064"/>
                <a:gd name="T16" fmla="*/ 2780 w 2780"/>
                <a:gd name="T17" fmla="*/ 0 h 3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0" h="3064">
                  <a:moveTo>
                    <a:pt x="2" y="3064"/>
                  </a:moveTo>
                  <a:lnTo>
                    <a:pt x="0" y="2775"/>
                  </a:lnTo>
                  <a:lnTo>
                    <a:pt x="113" y="2662"/>
                  </a:lnTo>
                  <a:lnTo>
                    <a:pt x="418" y="2664"/>
                  </a:lnTo>
                  <a:lnTo>
                    <a:pt x="740" y="2345"/>
                  </a:lnTo>
                  <a:lnTo>
                    <a:pt x="841" y="2350"/>
                  </a:lnTo>
                  <a:lnTo>
                    <a:pt x="1094" y="2099"/>
                  </a:lnTo>
                  <a:lnTo>
                    <a:pt x="1094" y="1685"/>
                  </a:lnTo>
                  <a:lnTo>
                    <a:pt x="278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82" name="Freeform 117"/>
            <p:cNvSpPr>
              <a:spLocks/>
            </p:cNvSpPr>
            <p:nvPr/>
          </p:nvSpPr>
          <p:spPr bwMode="auto">
            <a:xfrm rot="5400000" flipH="1" flipV="1">
              <a:off x="7317863" y="-3280485"/>
              <a:ext cx="4292600" cy="4538663"/>
            </a:xfrm>
            <a:custGeom>
              <a:avLst/>
              <a:gdLst>
                <a:gd name="T0" fmla="*/ 0 w 2704"/>
                <a:gd name="T1" fmla="*/ 2859 h 2859"/>
                <a:gd name="T2" fmla="*/ 0 w 2704"/>
                <a:gd name="T3" fmla="*/ 2733 h 2859"/>
                <a:gd name="T4" fmla="*/ 92 w 2704"/>
                <a:gd name="T5" fmla="*/ 2639 h 2859"/>
                <a:gd name="T6" fmla="*/ 309 w 2704"/>
                <a:gd name="T7" fmla="*/ 2636 h 2859"/>
                <a:gd name="T8" fmla="*/ 683 w 2704"/>
                <a:gd name="T9" fmla="*/ 2265 h 2859"/>
                <a:gd name="T10" fmla="*/ 785 w 2704"/>
                <a:gd name="T11" fmla="*/ 2270 h 2859"/>
                <a:gd name="T12" fmla="*/ 1035 w 2704"/>
                <a:gd name="T13" fmla="*/ 2019 h 2859"/>
                <a:gd name="T14" fmla="*/ 1035 w 2704"/>
                <a:gd name="T15" fmla="*/ 1670 h 2859"/>
                <a:gd name="T16" fmla="*/ 2704 w 2704"/>
                <a:gd name="T17" fmla="*/ 0 h 2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04" h="2859">
                  <a:moveTo>
                    <a:pt x="0" y="2859"/>
                  </a:moveTo>
                  <a:lnTo>
                    <a:pt x="0" y="2733"/>
                  </a:lnTo>
                  <a:lnTo>
                    <a:pt x="92" y="2639"/>
                  </a:lnTo>
                  <a:lnTo>
                    <a:pt x="309" y="2636"/>
                  </a:lnTo>
                  <a:lnTo>
                    <a:pt x="683" y="2265"/>
                  </a:lnTo>
                  <a:lnTo>
                    <a:pt x="785" y="2270"/>
                  </a:lnTo>
                  <a:lnTo>
                    <a:pt x="1035" y="2019"/>
                  </a:lnTo>
                  <a:lnTo>
                    <a:pt x="1035" y="1670"/>
                  </a:lnTo>
                  <a:lnTo>
                    <a:pt x="270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83" name="Freeform 118"/>
            <p:cNvSpPr>
              <a:spLocks/>
            </p:cNvSpPr>
            <p:nvPr/>
          </p:nvSpPr>
          <p:spPr bwMode="auto">
            <a:xfrm rot="5400000" flipH="1" flipV="1">
              <a:off x="7686956" y="-3135228"/>
              <a:ext cx="4781550" cy="4549775"/>
            </a:xfrm>
            <a:custGeom>
              <a:avLst/>
              <a:gdLst>
                <a:gd name="T0" fmla="*/ 0 w 3012"/>
                <a:gd name="T1" fmla="*/ 2866 h 2866"/>
                <a:gd name="T2" fmla="*/ 137 w 3012"/>
                <a:gd name="T3" fmla="*/ 2861 h 2866"/>
                <a:gd name="T4" fmla="*/ 253 w 3012"/>
                <a:gd name="T5" fmla="*/ 2745 h 2866"/>
                <a:gd name="T6" fmla="*/ 256 w 3012"/>
                <a:gd name="T7" fmla="*/ 2584 h 2866"/>
                <a:gd name="T8" fmla="*/ 502 w 3012"/>
                <a:gd name="T9" fmla="*/ 2336 h 2866"/>
                <a:gd name="T10" fmla="*/ 620 w 3012"/>
                <a:gd name="T11" fmla="*/ 2341 h 2866"/>
                <a:gd name="T12" fmla="*/ 799 w 3012"/>
                <a:gd name="T13" fmla="*/ 2161 h 2866"/>
                <a:gd name="T14" fmla="*/ 856 w 3012"/>
                <a:gd name="T15" fmla="*/ 2156 h 2866"/>
                <a:gd name="T16" fmla="*/ 3012 w 3012"/>
                <a:gd name="T17" fmla="*/ 0 h 2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12" h="2866">
                  <a:moveTo>
                    <a:pt x="0" y="2866"/>
                  </a:moveTo>
                  <a:lnTo>
                    <a:pt x="137" y="2861"/>
                  </a:lnTo>
                  <a:lnTo>
                    <a:pt x="253" y="2745"/>
                  </a:lnTo>
                  <a:lnTo>
                    <a:pt x="256" y="2584"/>
                  </a:lnTo>
                  <a:lnTo>
                    <a:pt x="502" y="2336"/>
                  </a:lnTo>
                  <a:lnTo>
                    <a:pt x="620" y="2341"/>
                  </a:lnTo>
                  <a:lnTo>
                    <a:pt x="799" y="2161"/>
                  </a:lnTo>
                  <a:lnTo>
                    <a:pt x="856" y="2156"/>
                  </a:lnTo>
                  <a:lnTo>
                    <a:pt x="301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84" name="Freeform 119"/>
            <p:cNvSpPr>
              <a:spLocks/>
            </p:cNvSpPr>
            <p:nvPr/>
          </p:nvSpPr>
          <p:spPr bwMode="auto">
            <a:xfrm rot="5400000" flipH="1" flipV="1">
              <a:off x="10615100" y="-335672"/>
              <a:ext cx="1411288" cy="1050925"/>
            </a:xfrm>
            <a:custGeom>
              <a:avLst/>
              <a:gdLst>
                <a:gd name="T0" fmla="*/ 889 w 889"/>
                <a:gd name="T1" fmla="*/ 0 h 662"/>
                <a:gd name="T2" fmla="*/ 527 w 889"/>
                <a:gd name="T3" fmla="*/ 361 h 662"/>
                <a:gd name="T4" fmla="*/ 423 w 889"/>
                <a:gd name="T5" fmla="*/ 359 h 662"/>
                <a:gd name="T6" fmla="*/ 236 w 889"/>
                <a:gd name="T7" fmla="*/ 546 h 662"/>
                <a:gd name="T8" fmla="*/ 111 w 889"/>
                <a:gd name="T9" fmla="*/ 550 h 662"/>
                <a:gd name="T10" fmla="*/ 0 w 889"/>
                <a:gd name="T11" fmla="*/ 662 h 662"/>
              </a:gdLst>
              <a:ahLst/>
              <a:cxnLst>
                <a:cxn ang="0">
                  <a:pos x="T0" y="T1"/>
                </a:cxn>
                <a:cxn ang="0">
                  <a:pos x="T2" y="T3"/>
                </a:cxn>
                <a:cxn ang="0">
                  <a:pos x="T4" y="T5"/>
                </a:cxn>
                <a:cxn ang="0">
                  <a:pos x="T6" y="T7"/>
                </a:cxn>
                <a:cxn ang="0">
                  <a:pos x="T8" y="T9"/>
                </a:cxn>
                <a:cxn ang="0">
                  <a:pos x="T10" y="T11"/>
                </a:cxn>
              </a:cxnLst>
              <a:rect l="0" t="0" r="r" b="b"/>
              <a:pathLst>
                <a:path w="889" h="662">
                  <a:moveTo>
                    <a:pt x="889" y="0"/>
                  </a:moveTo>
                  <a:lnTo>
                    <a:pt x="527" y="361"/>
                  </a:lnTo>
                  <a:lnTo>
                    <a:pt x="423" y="359"/>
                  </a:lnTo>
                  <a:lnTo>
                    <a:pt x="236" y="546"/>
                  </a:lnTo>
                  <a:lnTo>
                    <a:pt x="111" y="550"/>
                  </a:lnTo>
                  <a:lnTo>
                    <a:pt x="0" y="662"/>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85" name="Freeform 120"/>
            <p:cNvSpPr>
              <a:spLocks/>
            </p:cNvSpPr>
            <p:nvPr/>
          </p:nvSpPr>
          <p:spPr bwMode="auto">
            <a:xfrm rot="5400000" flipH="1" flipV="1">
              <a:off x="11500925" y="2063041"/>
              <a:ext cx="2682875" cy="3163888"/>
            </a:xfrm>
            <a:custGeom>
              <a:avLst/>
              <a:gdLst>
                <a:gd name="T0" fmla="*/ 1688 w 1690"/>
                <a:gd name="T1" fmla="*/ 0 h 1993"/>
                <a:gd name="T2" fmla="*/ 1690 w 1690"/>
                <a:gd name="T3" fmla="*/ 198 h 1993"/>
                <a:gd name="T4" fmla="*/ 1603 w 1690"/>
                <a:gd name="T5" fmla="*/ 286 h 1993"/>
                <a:gd name="T6" fmla="*/ 1596 w 1690"/>
                <a:gd name="T7" fmla="*/ 414 h 1993"/>
                <a:gd name="T8" fmla="*/ 1241 w 1690"/>
                <a:gd name="T9" fmla="*/ 766 h 1993"/>
                <a:gd name="T10" fmla="*/ 1149 w 1690"/>
                <a:gd name="T11" fmla="*/ 768 h 1993"/>
                <a:gd name="T12" fmla="*/ 825 w 1690"/>
                <a:gd name="T13" fmla="*/ 1090 h 1993"/>
                <a:gd name="T14" fmla="*/ 707 w 1690"/>
                <a:gd name="T15" fmla="*/ 1087 h 1993"/>
                <a:gd name="T16" fmla="*/ 286 w 1690"/>
                <a:gd name="T17" fmla="*/ 1508 h 1993"/>
                <a:gd name="T18" fmla="*/ 222 w 1690"/>
                <a:gd name="T19" fmla="*/ 1506 h 1993"/>
                <a:gd name="T20" fmla="*/ 68 w 1690"/>
                <a:gd name="T21" fmla="*/ 1659 h 1993"/>
                <a:gd name="T22" fmla="*/ 73 w 1690"/>
                <a:gd name="T23" fmla="*/ 1856 h 1993"/>
                <a:gd name="T24" fmla="*/ 0 w 1690"/>
                <a:gd name="T25" fmla="*/ 1927 h 1993"/>
                <a:gd name="T26" fmla="*/ 0 w 1690"/>
                <a:gd name="T27" fmla="*/ 1993 h 19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90" h="1993">
                  <a:moveTo>
                    <a:pt x="1688" y="0"/>
                  </a:moveTo>
                  <a:lnTo>
                    <a:pt x="1690" y="198"/>
                  </a:lnTo>
                  <a:lnTo>
                    <a:pt x="1603" y="286"/>
                  </a:lnTo>
                  <a:lnTo>
                    <a:pt x="1596" y="414"/>
                  </a:lnTo>
                  <a:lnTo>
                    <a:pt x="1241" y="766"/>
                  </a:lnTo>
                  <a:lnTo>
                    <a:pt x="1149" y="768"/>
                  </a:lnTo>
                  <a:lnTo>
                    <a:pt x="825" y="1090"/>
                  </a:lnTo>
                  <a:lnTo>
                    <a:pt x="707" y="1087"/>
                  </a:lnTo>
                  <a:lnTo>
                    <a:pt x="286" y="1508"/>
                  </a:lnTo>
                  <a:lnTo>
                    <a:pt x="222" y="1506"/>
                  </a:lnTo>
                  <a:lnTo>
                    <a:pt x="68" y="1659"/>
                  </a:lnTo>
                  <a:lnTo>
                    <a:pt x="73" y="1856"/>
                  </a:lnTo>
                  <a:lnTo>
                    <a:pt x="0" y="1927"/>
                  </a:lnTo>
                  <a:lnTo>
                    <a:pt x="0" y="1993"/>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86" name="Freeform 121"/>
            <p:cNvSpPr>
              <a:spLocks/>
            </p:cNvSpPr>
            <p:nvPr/>
          </p:nvSpPr>
          <p:spPr bwMode="auto">
            <a:xfrm rot="5400000" flipH="1" flipV="1">
              <a:off x="11392975" y="2163054"/>
              <a:ext cx="2957513" cy="3321050"/>
            </a:xfrm>
            <a:custGeom>
              <a:avLst/>
              <a:gdLst>
                <a:gd name="T0" fmla="*/ 1859 w 1863"/>
                <a:gd name="T1" fmla="*/ 0 h 2092"/>
                <a:gd name="T2" fmla="*/ 1863 w 1863"/>
                <a:gd name="T3" fmla="*/ 203 h 2092"/>
                <a:gd name="T4" fmla="*/ 1776 w 1863"/>
                <a:gd name="T5" fmla="*/ 291 h 2092"/>
                <a:gd name="T6" fmla="*/ 1769 w 1863"/>
                <a:gd name="T7" fmla="*/ 416 h 2092"/>
                <a:gd name="T8" fmla="*/ 1414 w 1863"/>
                <a:gd name="T9" fmla="*/ 771 h 2092"/>
                <a:gd name="T10" fmla="*/ 1315 w 1863"/>
                <a:gd name="T11" fmla="*/ 764 h 2092"/>
                <a:gd name="T12" fmla="*/ 991 w 1863"/>
                <a:gd name="T13" fmla="*/ 1088 h 2092"/>
                <a:gd name="T14" fmla="*/ 873 w 1863"/>
                <a:gd name="T15" fmla="*/ 1085 h 2092"/>
                <a:gd name="T16" fmla="*/ 452 w 1863"/>
                <a:gd name="T17" fmla="*/ 1506 h 2092"/>
                <a:gd name="T18" fmla="*/ 388 w 1863"/>
                <a:gd name="T19" fmla="*/ 1504 h 2092"/>
                <a:gd name="T20" fmla="*/ 234 w 1863"/>
                <a:gd name="T21" fmla="*/ 1657 h 2092"/>
                <a:gd name="T22" fmla="*/ 239 w 1863"/>
                <a:gd name="T23" fmla="*/ 1854 h 2092"/>
                <a:gd name="T24" fmla="*/ 0 w 1863"/>
                <a:gd name="T25" fmla="*/ 2092 h 20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3" h="2092">
                  <a:moveTo>
                    <a:pt x="1859" y="0"/>
                  </a:moveTo>
                  <a:lnTo>
                    <a:pt x="1863" y="203"/>
                  </a:lnTo>
                  <a:lnTo>
                    <a:pt x="1776" y="291"/>
                  </a:lnTo>
                  <a:lnTo>
                    <a:pt x="1769" y="416"/>
                  </a:lnTo>
                  <a:lnTo>
                    <a:pt x="1414" y="771"/>
                  </a:lnTo>
                  <a:lnTo>
                    <a:pt x="1315" y="764"/>
                  </a:lnTo>
                  <a:lnTo>
                    <a:pt x="991" y="1088"/>
                  </a:lnTo>
                  <a:lnTo>
                    <a:pt x="873" y="1085"/>
                  </a:lnTo>
                  <a:lnTo>
                    <a:pt x="452" y="1506"/>
                  </a:lnTo>
                  <a:lnTo>
                    <a:pt x="388" y="1504"/>
                  </a:lnTo>
                  <a:lnTo>
                    <a:pt x="234" y="1657"/>
                  </a:lnTo>
                  <a:lnTo>
                    <a:pt x="239" y="1854"/>
                  </a:lnTo>
                  <a:lnTo>
                    <a:pt x="0" y="2092"/>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387" name="Freeform 122"/>
            <p:cNvSpPr>
              <a:spLocks/>
            </p:cNvSpPr>
            <p:nvPr/>
          </p:nvSpPr>
          <p:spPr bwMode="auto">
            <a:xfrm rot="5400000" flipH="1" flipV="1">
              <a:off x="11219144" y="2754398"/>
              <a:ext cx="4429125" cy="3917950"/>
            </a:xfrm>
            <a:custGeom>
              <a:avLst/>
              <a:gdLst>
                <a:gd name="T0" fmla="*/ 0 w 2790"/>
                <a:gd name="T1" fmla="*/ 2468 h 2468"/>
                <a:gd name="T2" fmla="*/ 1301 w 2790"/>
                <a:gd name="T3" fmla="*/ 1167 h 2468"/>
                <a:gd name="T4" fmla="*/ 1395 w 2790"/>
                <a:gd name="T5" fmla="*/ 1167 h 2468"/>
                <a:gd name="T6" fmla="*/ 1615 w 2790"/>
                <a:gd name="T7" fmla="*/ 945 h 2468"/>
                <a:gd name="T8" fmla="*/ 1759 w 2790"/>
                <a:gd name="T9" fmla="*/ 950 h 2468"/>
                <a:gd name="T10" fmla="*/ 1894 w 2790"/>
                <a:gd name="T11" fmla="*/ 813 h 2468"/>
                <a:gd name="T12" fmla="*/ 2003 w 2790"/>
                <a:gd name="T13" fmla="*/ 813 h 2468"/>
                <a:gd name="T14" fmla="*/ 2329 w 2790"/>
                <a:gd name="T15" fmla="*/ 487 h 2468"/>
                <a:gd name="T16" fmla="*/ 2448 w 2790"/>
                <a:gd name="T17" fmla="*/ 489 h 2468"/>
                <a:gd name="T18" fmla="*/ 2686 w 2790"/>
                <a:gd name="T19" fmla="*/ 248 h 2468"/>
                <a:gd name="T20" fmla="*/ 2684 w 2790"/>
                <a:gd name="T21" fmla="*/ 106 h 2468"/>
                <a:gd name="T22" fmla="*/ 2790 w 2790"/>
                <a:gd name="T23" fmla="*/ 0 h 2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90" h="2468">
                  <a:moveTo>
                    <a:pt x="0" y="2468"/>
                  </a:moveTo>
                  <a:lnTo>
                    <a:pt x="1301" y="1167"/>
                  </a:lnTo>
                  <a:lnTo>
                    <a:pt x="1395" y="1167"/>
                  </a:lnTo>
                  <a:lnTo>
                    <a:pt x="1615" y="945"/>
                  </a:lnTo>
                  <a:lnTo>
                    <a:pt x="1759" y="950"/>
                  </a:lnTo>
                  <a:lnTo>
                    <a:pt x="1894" y="813"/>
                  </a:lnTo>
                  <a:lnTo>
                    <a:pt x="2003" y="813"/>
                  </a:lnTo>
                  <a:lnTo>
                    <a:pt x="2329" y="487"/>
                  </a:lnTo>
                  <a:lnTo>
                    <a:pt x="2448" y="489"/>
                  </a:lnTo>
                  <a:lnTo>
                    <a:pt x="2686" y="248"/>
                  </a:lnTo>
                  <a:lnTo>
                    <a:pt x="2684" y="106"/>
                  </a:lnTo>
                  <a:lnTo>
                    <a:pt x="279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06" name="Freeform 141"/>
            <p:cNvSpPr>
              <a:spLocks/>
            </p:cNvSpPr>
            <p:nvPr/>
          </p:nvSpPr>
          <p:spPr bwMode="auto">
            <a:xfrm rot="5400000" flipH="1" flipV="1">
              <a:off x="11021500" y="1616954"/>
              <a:ext cx="247650" cy="252413"/>
            </a:xfrm>
            <a:custGeom>
              <a:avLst/>
              <a:gdLst>
                <a:gd name="T0" fmla="*/ 12 w 66"/>
                <a:gd name="T1" fmla="*/ 12 h 67"/>
                <a:gd name="T2" fmla="*/ 54 w 66"/>
                <a:gd name="T3" fmla="*/ 12 h 67"/>
                <a:gd name="T4" fmla="*/ 54 w 66"/>
                <a:gd name="T5" fmla="*/ 55 h 67"/>
                <a:gd name="T6" fmla="*/ 12 w 66"/>
                <a:gd name="T7" fmla="*/ 55 h 67"/>
                <a:gd name="T8" fmla="*/ 12 w 66"/>
                <a:gd name="T9" fmla="*/ 12 h 67"/>
              </a:gdLst>
              <a:ahLst/>
              <a:cxnLst>
                <a:cxn ang="0">
                  <a:pos x="T0" y="T1"/>
                </a:cxn>
                <a:cxn ang="0">
                  <a:pos x="T2" y="T3"/>
                </a:cxn>
                <a:cxn ang="0">
                  <a:pos x="T4" y="T5"/>
                </a:cxn>
                <a:cxn ang="0">
                  <a:pos x="T6" y="T7"/>
                </a:cxn>
                <a:cxn ang="0">
                  <a:pos x="T8" y="T9"/>
                </a:cxn>
              </a:cxnLst>
              <a:rect l="0" t="0" r="r" b="b"/>
              <a:pathLst>
                <a:path w="66" h="67">
                  <a:moveTo>
                    <a:pt x="12" y="12"/>
                  </a:moveTo>
                  <a:cubicBezTo>
                    <a:pt x="23" y="0"/>
                    <a:pt x="43" y="0"/>
                    <a:pt x="54" y="12"/>
                  </a:cubicBezTo>
                  <a:cubicBezTo>
                    <a:pt x="66" y="24"/>
                    <a:pt x="66" y="43"/>
                    <a:pt x="54" y="55"/>
                  </a:cubicBezTo>
                  <a:cubicBezTo>
                    <a:pt x="43" y="67"/>
                    <a:pt x="23"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07" name="Freeform 142"/>
            <p:cNvSpPr>
              <a:spLocks/>
            </p:cNvSpPr>
            <p:nvPr/>
          </p:nvSpPr>
          <p:spPr bwMode="auto">
            <a:xfrm rot="5400000" flipH="1" flipV="1">
              <a:off x="11068331" y="1665372"/>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08" name="Freeform 143"/>
            <p:cNvSpPr>
              <a:spLocks/>
            </p:cNvSpPr>
            <p:nvPr/>
          </p:nvSpPr>
          <p:spPr bwMode="auto">
            <a:xfrm rot="5400000" flipH="1" flipV="1">
              <a:off x="14280637" y="2351966"/>
              <a:ext cx="249238" cy="247650"/>
            </a:xfrm>
            <a:custGeom>
              <a:avLst/>
              <a:gdLst>
                <a:gd name="T0" fmla="*/ 11 w 66"/>
                <a:gd name="T1" fmla="*/ 12 h 66"/>
                <a:gd name="T2" fmla="*/ 54 w 66"/>
                <a:gd name="T3" fmla="*/ 12 h 66"/>
                <a:gd name="T4" fmla="*/ 54 w 66"/>
                <a:gd name="T5" fmla="*/ 54 h 66"/>
                <a:gd name="T6" fmla="*/ 11 w 66"/>
                <a:gd name="T7" fmla="*/ 54 h 66"/>
                <a:gd name="T8" fmla="*/ 11 w 66"/>
                <a:gd name="T9" fmla="*/ 12 h 66"/>
              </a:gdLst>
              <a:ahLst/>
              <a:cxnLst>
                <a:cxn ang="0">
                  <a:pos x="T0" y="T1"/>
                </a:cxn>
                <a:cxn ang="0">
                  <a:pos x="T2" y="T3"/>
                </a:cxn>
                <a:cxn ang="0">
                  <a:pos x="T4" y="T5"/>
                </a:cxn>
                <a:cxn ang="0">
                  <a:pos x="T6" y="T7"/>
                </a:cxn>
                <a:cxn ang="0">
                  <a:pos x="T8" y="T9"/>
                </a:cxn>
              </a:cxnLst>
              <a:rect l="0" t="0" r="r" b="b"/>
              <a:pathLst>
                <a:path w="66" h="66">
                  <a:moveTo>
                    <a:pt x="11" y="12"/>
                  </a:moveTo>
                  <a:cubicBezTo>
                    <a:pt x="23" y="0"/>
                    <a:pt x="42" y="0"/>
                    <a:pt x="54" y="12"/>
                  </a:cubicBezTo>
                  <a:cubicBezTo>
                    <a:pt x="66" y="23"/>
                    <a:pt x="66" y="43"/>
                    <a:pt x="54" y="54"/>
                  </a:cubicBezTo>
                  <a:cubicBezTo>
                    <a:pt x="42" y="66"/>
                    <a:pt x="23" y="66"/>
                    <a:pt x="11" y="54"/>
                  </a:cubicBezTo>
                  <a:cubicBezTo>
                    <a:pt x="0" y="43"/>
                    <a:pt x="0" y="23"/>
                    <a:pt x="11"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09" name="Freeform 144"/>
            <p:cNvSpPr>
              <a:spLocks/>
            </p:cNvSpPr>
            <p:nvPr/>
          </p:nvSpPr>
          <p:spPr bwMode="auto">
            <a:xfrm rot="5400000" flipH="1" flipV="1">
              <a:off x="14330643" y="2400384"/>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10" name="Freeform 145"/>
            <p:cNvSpPr>
              <a:spLocks/>
            </p:cNvSpPr>
            <p:nvPr/>
          </p:nvSpPr>
          <p:spPr bwMode="auto">
            <a:xfrm rot="5400000" flipH="1" flipV="1">
              <a:off x="10620656" y="2425785"/>
              <a:ext cx="247650" cy="250825"/>
            </a:xfrm>
            <a:custGeom>
              <a:avLst/>
              <a:gdLst>
                <a:gd name="T0" fmla="*/ 12 w 66"/>
                <a:gd name="T1" fmla="*/ 12 h 67"/>
                <a:gd name="T2" fmla="*/ 55 w 66"/>
                <a:gd name="T3" fmla="*/ 12 h 67"/>
                <a:gd name="T4" fmla="*/ 55 w 66"/>
                <a:gd name="T5" fmla="*/ 55 h 67"/>
                <a:gd name="T6" fmla="*/ 12 w 66"/>
                <a:gd name="T7" fmla="*/ 55 h 67"/>
                <a:gd name="T8" fmla="*/ 12 w 66"/>
                <a:gd name="T9" fmla="*/ 12 h 67"/>
              </a:gdLst>
              <a:ahLst/>
              <a:cxnLst>
                <a:cxn ang="0">
                  <a:pos x="T0" y="T1"/>
                </a:cxn>
                <a:cxn ang="0">
                  <a:pos x="T2" y="T3"/>
                </a:cxn>
                <a:cxn ang="0">
                  <a:pos x="T4" y="T5"/>
                </a:cxn>
                <a:cxn ang="0">
                  <a:pos x="T6" y="T7"/>
                </a:cxn>
                <a:cxn ang="0">
                  <a:pos x="T8" y="T9"/>
                </a:cxn>
              </a:cxnLst>
              <a:rect l="0" t="0" r="r" b="b"/>
              <a:pathLst>
                <a:path w="66" h="67">
                  <a:moveTo>
                    <a:pt x="12" y="12"/>
                  </a:moveTo>
                  <a:cubicBezTo>
                    <a:pt x="23" y="0"/>
                    <a:pt x="43" y="0"/>
                    <a:pt x="55" y="12"/>
                  </a:cubicBezTo>
                  <a:cubicBezTo>
                    <a:pt x="66" y="24"/>
                    <a:pt x="66" y="43"/>
                    <a:pt x="55" y="55"/>
                  </a:cubicBezTo>
                  <a:cubicBezTo>
                    <a:pt x="43" y="67"/>
                    <a:pt x="23"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11" name="Freeform 146"/>
            <p:cNvSpPr>
              <a:spLocks/>
            </p:cNvSpPr>
            <p:nvPr/>
          </p:nvSpPr>
          <p:spPr bwMode="auto">
            <a:xfrm rot="5400000" flipH="1" flipV="1">
              <a:off x="10666693" y="2471822"/>
              <a:ext cx="153988" cy="153988"/>
            </a:xfrm>
            <a:custGeom>
              <a:avLst/>
              <a:gdLst>
                <a:gd name="T0" fmla="*/ 7 w 41"/>
                <a:gd name="T1" fmla="*/ 7 h 41"/>
                <a:gd name="T2" fmla="*/ 33 w 41"/>
                <a:gd name="T3" fmla="*/ 7 h 41"/>
                <a:gd name="T4" fmla="*/ 33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4"/>
                    <a:pt x="41" y="26"/>
                    <a:pt x="33" y="33"/>
                  </a:cubicBezTo>
                  <a:cubicBezTo>
                    <a:pt x="26" y="41"/>
                    <a:pt x="14"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12" name="Freeform 147"/>
            <p:cNvSpPr>
              <a:spLocks/>
            </p:cNvSpPr>
            <p:nvPr/>
          </p:nvSpPr>
          <p:spPr bwMode="auto">
            <a:xfrm rot="5400000" flipH="1" flipV="1">
              <a:off x="12220856" y="1417722"/>
              <a:ext cx="250825" cy="250825"/>
            </a:xfrm>
            <a:custGeom>
              <a:avLst/>
              <a:gdLst>
                <a:gd name="T0" fmla="*/ 12 w 67"/>
                <a:gd name="T1" fmla="*/ 12 h 67"/>
                <a:gd name="T2" fmla="*/ 55 w 67"/>
                <a:gd name="T3" fmla="*/ 12 h 67"/>
                <a:gd name="T4" fmla="*/ 55 w 67"/>
                <a:gd name="T5" fmla="*/ 55 h 67"/>
                <a:gd name="T6" fmla="*/ 12 w 67"/>
                <a:gd name="T7" fmla="*/ 55 h 67"/>
                <a:gd name="T8" fmla="*/ 12 w 67"/>
                <a:gd name="T9" fmla="*/ 12 h 67"/>
              </a:gdLst>
              <a:ahLst/>
              <a:cxnLst>
                <a:cxn ang="0">
                  <a:pos x="T0" y="T1"/>
                </a:cxn>
                <a:cxn ang="0">
                  <a:pos x="T2" y="T3"/>
                </a:cxn>
                <a:cxn ang="0">
                  <a:pos x="T4" y="T5"/>
                </a:cxn>
                <a:cxn ang="0">
                  <a:pos x="T6" y="T7"/>
                </a:cxn>
                <a:cxn ang="0">
                  <a:pos x="T8" y="T9"/>
                </a:cxn>
              </a:cxnLst>
              <a:rect l="0" t="0" r="r" b="b"/>
              <a:pathLst>
                <a:path w="67" h="67">
                  <a:moveTo>
                    <a:pt x="12" y="12"/>
                  </a:moveTo>
                  <a:cubicBezTo>
                    <a:pt x="24" y="0"/>
                    <a:pt x="43" y="0"/>
                    <a:pt x="55" y="12"/>
                  </a:cubicBezTo>
                  <a:cubicBezTo>
                    <a:pt x="67" y="24"/>
                    <a:pt x="67" y="43"/>
                    <a:pt x="55" y="55"/>
                  </a:cubicBezTo>
                  <a:cubicBezTo>
                    <a:pt x="43" y="67"/>
                    <a:pt x="24"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13" name="Freeform 148"/>
            <p:cNvSpPr>
              <a:spLocks/>
            </p:cNvSpPr>
            <p:nvPr/>
          </p:nvSpPr>
          <p:spPr bwMode="auto">
            <a:xfrm rot="5400000" flipH="1" flipV="1">
              <a:off x="12270068" y="1465347"/>
              <a:ext cx="153988" cy="153988"/>
            </a:xfrm>
            <a:custGeom>
              <a:avLst/>
              <a:gdLst>
                <a:gd name="T0" fmla="*/ 8 w 41"/>
                <a:gd name="T1" fmla="*/ 7 h 41"/>
                <a:gd name="T2" fmla="*/ 34 w 41"/>
                <a:gd name="T3" fmla="*/ 7 h 41"/>
                <a:gd name="T4" fmla="*/ 34 w 41"/>
                <a:gd name="T5" fmla="*/ 34 h 41"/>
                <a:gd name="T6" fmla="*/ 8 w 41"/>
                <a:gd name="T7" fmla="*/ 34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4"/>
                  </a:cubicBezTo>
                  <a:cubicBezTo>
                    <a:pt x="27" y="41"/>
                    <a:pt x="15" y="41"/>
                    <a:pt x="8" y="34"/>
                  </a:cubicBezTo>
                  <a:cubicBezTo>
                    <a:pt x="0" y="26"/>
                    <a:pt x="0" y="14"/>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14" name="Freeform 149"/>
            <p:cNvSpPr>
              <a:spLocks/>
            </p:cNvSpPr>
            <p:nvPr/>
          </p:nvSpPr>
          <p:spPr bwMode="auto">
            <a:xfrm rot="5400000" flipH="1" flipV="1">
              <a:off x="14650525" y="3806115"/>
              <a:ext cx="252413" cy="247650"/>
            </a:xfrm>
            <a:custGeom>
              <a:avLst/>
              <a:gdLst>
                <a:gd name="T0" fmla="*/ 12 w 67"/>
                <a:gd name="T1" fmla="*/ 12 h 66"/>
                <a:gd name="T2" fmla="*/ 55 w 67"/>
                <a:gd name="T3" fmla="*/ 12 h 66"/>
                <a:gd name="T4" fmla="*/ 55 w 67"/>
                <a:gd name="T5" fmla="*/ 54 h 66"/>
                <a:gd name="T6" fmla="*/ 12 w 67"/>
                <a:gd name="T7" fmla="*/ 54 h 66"/>
                <a:gd name="T8" fmla="*/ 12 w 67"/>
                <a:gd name="T9" fmla="*/ 12 h 66"/>
              </a:gdLst>
              <a:ahLst/>
              <a:cxnLst>
                <a:cxn ang="0">
                  <a:pos x="T0" y="T1"/>
                </a:cxn>
                <a:cxn ang="0">
                  <a:pos x="T2" y="T3"/>
                </a:cxn>
                <a:cxn ang="0">
                  <a:pos x="T4" y="T5"/>
                </a:cxn>
                <a:cxn ang="0">
                  <a:pos x="T6" y="T7"/>
                </a:cxn>
                <a:cxn ang="0">
                  <a:pos x="T8" y="T9"/>
                </a:cxn>
              </a:cxnLst>
              <a:rect l="0" t="0" r="r" b="b"/>
              <a:pathLst>
                <a:path w="67" h="66">
                  <a:moveTo>
                    <a:pt x="12" y="12"/>
                  </a:moveTo>
                  <a:cubicBezTo>
                    <a:pt x="24" y="0"/>
                    <a:pt x="43" y="0"/>
                    <a:pt x="55" y="12"/>
                  </a:cubicBezTo>
                  <a:cubicBezTo>
                    <a:pt x="67" y="23"/>
                    <a:pt x="67" y="43"/>
                    <a:pt x="55" y="54"/>
                  </a:cubicBezTo>
                  <a:cubicBezTo>
                    <a:pt x="43" y="66"/>
                    <a:pt x="24" y="66"/>
                    <a:pt x="12" y="54"/>
                  </a:cubicBezTo>
                  <a:cubicBezTo>
                    <a:pt x="0" y="43"/>
                    <a:pt x="0" y="23"/>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15" name="Freeform 150"/>
            <p:cNvSpPr>
              <a:spLocks/>
            </p:cNvSpPr>
            <p:nvPr/>
          </p:nvSpPr>
          <p:spPr bwMode="auto">
            <a:xfrm rot="5400000" flipH="1" flipV="1">
              <a:off x="14702118" y="3852947"/>
              <a:ext cx="153988"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4" y="7"/>
                  </a:cubicBezTo>
                  <a:cubicBezTo>
                    <a:pt x="41" y="14"/>
                    <a:pt x="41" y="26"/>
                    <a:pt x="34" y="33"/>
                  </a:cubicBezTo>
                  <a:cubicBezTo>
                    <a:pt x="26" y="41"/>
                    <a:pt x="14"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37" name="Freeform 172"/>
            <p:cNvSpPr>
              <a:spLocks/>
            </p:cNvSpPr>
            <p:nvPr/>
          </p:nvSpPr>
          <p:spPr bwMode="auto">
            <a:xfrm rot="5400000" flipH="1" flipV="1">
              <a:off x="13890906" y="1090697"/>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38" name="Freeform 173"/>
            <p:cNvSpPr>
              <a:spLocks/>
            </p:cNvSpPr>
            <p:nvPr/>
          </p:nvSpPr>
          <p:spPr bwMode="auto">
            <a:xfrm rot="5400000" flipH="1" flipV="1">
              <a:off x="14251268" y="1376447"/>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40" name="Freeform 175"/>
            <p:cNvSpPr>
              <a:spLocks/>
            </p:cNvSpPr>
            <p:nvPr/>
          </p:nvSpPr>
          <p:spPr bwMode="auto">
            <a:xfrm rot="5400000" flipH="1" flipV="1">
              <a:off x="9120468" y="-1007978"/>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41" name="Freeform 176"/>
            <p:cNvSpPr>
              <a:spLocks/>
            </p:cNvSpPr>
            <p:nvPr/>
          </p:nvSpPr>
          <p:spPr bwMode="auto">
            <a:xfrm rot="5400000" flipH="1" flipV="1">
              <a:off x="12182756" y="-1112753"/>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43" name="Freeform 178"/>
            <p:cNvSpPr>
              <a:spLocks/>
            </p:cNvSpPr>
            <p:nvPr/>
          </p:nvSpPr>
          <p:spPr bwMode="auto">
            <a:xfrm rot="5400000" flipH="1" flipV="1">
              <a:off x="13425768" y="2941722"/>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7" y="0"/>
                    <a:pt x="34" y="7"/>
                  </a:cubicBezTo>
                  <a:cubicBezTo>
                    <a:pt x="41" y="15"/>
                    <a:pt x="41" y="27"/>
                    <a:pt x="34" y="34"/>
                  </a:cubicBezTo>
                  <a:cubicBezTo>
                    <a:pt x="27" y="41"/>
                    <a:pt x="15" y="41"/>
                    <a:pt x="7" y="34"/>
                  </a:cubicBezTo>
                  <a:cubicBezTo>
                    <a:pt x="0" y="27"/>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44" name="Freeform 179"/>
            <p:cNvSpPr>
              <a:spLocks/>
            </p:cNvSpPr>
            <p:nvPr/>
          </p:nvSpPr>
          <p:spPr bwMode="auto">
            <a:xfrm rot="5400000" flipH="1" flipV="1">
              <a:off x="13808356" y="2344822"/>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45" name="Freeform 180"/>
            <p:cNvSpPr>
              <a:spLocks/>
            </p:cNvSpPr>
            <p:nvPr/>
          </p:nvSpPr>
          <p:spPr bwMode="auto">
            <a:xfrm rot="5400000" flipH="1" flipV="1">
              <a:off x="12652656" y="3016334"/>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46" name="Freeform 181"/>
            <p:cNvSpPr>
              <a:spLocks/>
            </p:cNvSpPr>
            <p:nvPr/>
          </p:nvSpPr>
          <p:spPr bwMode="auto">
            <a:xfrm rot="5400000" flipH="1" flipV="1">
              <a:off x="12607412" y="2059866"/>
              <a:ext cx="153988" cy="152400"/>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4" y="8"/>
                  </a:cubicBezTo>
                  <a:cubicBezTo>
                    <a:pt x="41" y="15"/>
                    <a:pt x="41" y="27"/>
                    <a:pt x="34" y="34"/>
                  </a:cubicBezTo>
                  <a:cubicBezTo>
                    <a:pt x="26" y="41"/>
                    <a:pt x="14"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47" name="Freeform 182"/>
            <p:cNvSpPr>
              <a:spLocks/>
            </p:cNvSpPr>
            <p:nvPr/>
          </p:nvSpPr>
          <p:spPr bwMode="auto">
            <a:xfrm rot="5400000" flipH="1" flipV="1">
              <a:off x="11981143" y="1751097"/>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6" y="0"/>
                    <a:pt x="34" y="8"/>
                  </a:cubicBezTo>
                  <a:cubicBezTo>
                    <a:pt x="41" y="15"/>
                    <a:pt x="41" y="27"/>
                    <a:pt x="34" y="34"/>
                  </a:cubicBezTo>
                  <a:cubicBezTo>
                    <a:pt x="26"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48" name="Freeform 183"/>
            <p:cNvSpPr>
              <a:spLocks/>
            </p:cNvSpPr>
            <p:nvPr/>
          </p:nvSpPr>
          <p:spPr bwMode="auto">
            <a:xfrm rot="5400000" flipH="1" flipV="1">
              <a:off x="13640081" y="1432009"/>
              <a:ext cx="153988" cy="153988"/>
            </a:xfrm>
            <a:custGeom>
              <a:avLst/>
              <a:gdLst>
                <a:gd name="T0" fmla="*/ 7 w 41"/>
                <a:gd name="T1" fmla="*/ 7 h 41"/>
                <a:gd name="T2" fmla="*/ 33 w 41"/>
                <a:gd name="T3" fmla="*/ 7 h 41"/>
                <a:gd name="T4" fmla="*/ 33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4"/>
                    <a:pt x="41" y="26"/>
                    <a:pt x="33" y="33"/>
                  </a:cubicBezTo>
                  <a:cubicBezTo>
                    <a:pt x="26" y="41"/>
                    <a:pt x="14"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49" name="Freeform 184"/>
            <p:cNvSpPr>
              <a:spLocks/>
            </p:cNvSpPr>
            <p:nvPr/>
          </p:nvSpPr>
          <p:spPr bwMode="auto">
            <a:xfrm rot="5400000" flipH="1" flipV="1">
              <a:off x="12374843" y="362034"/>
              <a:ext cx="153988" cy="153988"/>
            </a:xfrm>
            <a:custGeom>
              <a:avLst/>
              <a:gdLst>
                <a:gd name="T0" fmla="*/ 8 w 41"/>
                <a:gd name="T1" fmla="*/ 7 h 41"/>
                <a:gd name="T2" fmla="*/ 34 w 41"/>
                <a:gd name="T3" fmla="*/ 7 h 41"/>
                <a:gd name="T4" fmla="*/ 34 w 41"/>
                <a:gd name="T5" fmla="*/ 34 h 41"/>
                <a:gd name="T6" fmla="*/ 8 w 41"/>
                <a:gd name="T7" fmla="*/ 34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5"/>
                    <a:pt x="41" y="27"/>
                    <a:pt x="34" y="34"/>
                  </a:cubicBezTo>
                  <a:cubicBezTo>
                    <a:pt x="27" y="41"/>
                    <a:pt x="15" y="41"/>
                    <a:pt x="8" y="34"/>
                  </a:cubicBezTo>
                  <a:cubicBezTo>
                    <a:pt x="0" y="27"/>
                    <a:pt x="0" y="15"/>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50" name="Freeform 185"/>
            <p:cNvSpPr>
              <a:spLocks/>
            </p:cNvSpPr>
            <p:nvPr/>
          </p:nvSpPr>
          <p:spPr bwMode="auto">
            <a:xfrm rot="5400000" flipH="1" flipV="1">
              <a:off x="11951775" y="426328"/>
              <a:ext cx="152400" cy="153988"/>
            </a:xfrm>
            <a:custGeom>
              <a:avLst/>
              <a:gdLst>
                <a:gd name="T0" fmla="*/ 8 w 41"/>
                <a:gd name="T1" fmla="*/ 7 h 41"/>
                <a:gd name="T2" fmla="*/ 34 w 41"/>
                <a:gd name="T3" fmla="*/ 7 h 41"/>
                <a:gd name="T4" fmla="*/ 34 w 41"/>
                <a:gd name="T5" fmla="*/ 34 h 41"/>
                <a:gd name="T6" fmla="*/ 8 w 41"/>
                <a:gd name="T7" fmla="*/ 34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5"/>
                    <a:pt x="41" y="26"/>
                    <a:pt x="34" y="34"/>
                  </a:cubicBezTo>
                  <a:cubicBezTo>
                    <a:pt x="27" y="41"/>
                    <a:pt x="15" y="41"/>
                    <a:pt x="8" y="34"/>
                  </a:cubicBezTo>
                  <a:cubicBezTo>
                    <a:pt x="0" y="26"/>
                    <a:pt x="0" y="15"/>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51" name="Freeform 186"/>
            <p:cNvSpPr>
              <a:spLocks/>
            </p:cNvSpPr>
            <p:nvPr/>
          </p:nvSpPr>
          <p:spPr bwMode="auto">
            <a:xfrm rot="5400000" flipH="1" flipV="1">
              <a:off x="11822393" y="1211347"/>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7" y="0"/>
                    <a:pt x="34" y="7"/>
                  </a:cubicBezTo>
                  <a:cubicBezTo>
                    <a:pt x="41" y="15"/>
                    <a:pt x="41" y="26"/>
                    <a:pt x="34" y="34"/>
                  </a:cubicBezTo>
                  <a:cubicBezTo>
                    <a:pt x="27" y="41"/>
                    <a:pt x="15"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52" name="Freeform 187"/>
            <p:cNvSpPr>
              <a:spLocks/>
            </p:cNvSpPr>
            <p:nvPr/>
          </p:nvSpPr>
          <p:spPr bwMode="auto">
            <a:xfrm rot="5400000" flipH="1" flipV="1">
              <a:off x="12787593" y="2876634"/>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7" y="0"/>
                    <a:pt x="34" y="8"/>
                  </a:cubicBezTo>
                  <a:cubicBezTo>
                    <a:pt x="41" y="15"/>
                    <a:pt x="41" y="27"/>
                    <a:pt x="34" y="34"/>
                  </a:cubicBezTo>
                  <a:cubicBezTo>
                    <a:pt x="27"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53" name="Freeform 188"/>
            <p:cNvSpPr>
              <a:spLocks/>
            </p:cNvSpPr>
            <p:nvPr/>
          </p:nvSpPr>
          <p:spPr bwMode="auto">
            <a:xfrm rot="5400000" flipH="1" flipV="1">
              <a:off x="11665231" y="1049422"/>
              <a:ext cx="153988" cy="153988"/>
            </a:xfrm>
            <a:custGeom>
              <a:avLst/>
              <a:gdLst>
                <a:gd name="T0" fmla="*/ 7 w 41"/>
                <a:gd name="T1" fmla="*/ 7 h 41"/>
                <a:gd name="T2" fmla="*/ 33 w 41"/>
                <a:gd name="T3" fmla="*/ 7 h 41"/>
                <a:gd name="T4" fmla="*/ 33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4"/>
                    <a:pt x="41" y="26"/>
                    <a:pt x="33" y="33"/>
                  </a:cubicBezTo>
                  <a:cubicBezTo>
                    <a:pt x="26" y="41"/>
                    <a:pt x="14"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54" name="Freeform 189"/>
            <p:cNvSpPr>
              <a:spLocks/>
            </p:cNvSpPr>
            <p:nvPr/>
          </p:nvSpPr>
          <p:spPr bwMode="auto">
            <a:xfrm rot="5400000" flipH="1" flipV="1">
              <a:off x="11717618" y="84222"/>
              <a:ext cx="153988"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3"/>
                  </a:cubicBezTo>
                  <a:cubicBezTo>
                    <a:pt x="26" y="41"/>
                    <a:pt x="15"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55" name="Freeform 190"/>
            <p:cNvSpPr>
              <a:spLocks/>
            </p:cNvSpPr>
            <p:nvPr/>
          </p:nvSpPr>
          <p:spPr bwMode="auto">
            <a:xfrm rot="5400000" flipH="1" flipV="1">
              <a:off x="12979681" y="3109997"/>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4" y="8"/>
                  </a:cubicBezTo>
                  <a:cubicBezTo>
                    <a:pt x="41" y="15"/>
                    <a:pt x="41" y="27"/>
                    <a:pt x="34" y="34"/>
                  </a:cubicBezTo>
                  <a:cubicBezTo>
                    <a:pt x="26" y="41"/>
                    <a:pt x="14"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57" name="Freeform 192"/>
            <p:cNvSpPr>
              <a:spLocks/>
            </p:cNvSpPr>
            <p:nvPr/>
          </p:nvSpPr>
          <p:spPr bwMode="auto">
            <a:xfrm rot="5400000" flipH="1" flipV="1">
              <a:off x="11387418" y="2408322"/>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58" name="Freeform 193"/>
            <p:cNvSpPr>
              <a:spLocks/>
            </p:cNvSpPr>
            <p:nvPr/>
          </p:nvSpPr>
          <p:spPr bwMode="auto">
            <a:xfrm rot="5400000" flipH="1" flipV="1">
              <a:off x="11875574" y="1520116"/>
              <a:ext cx="153988" cy="152400"/>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7" y="0"/>
                    <a:pt x="34" y="7"/>
                  </a:cubicBezTo>
                  <a:cubicBezTo>
                    <a:pt x="41" y="15"/>
                    <a:pt x="41" y="27"/>
                    <a:pt x="34" y="34"/>
                  </a:cubicBezTo>
                  <a:cubicBezTo>
                    <a:pt x="27" y="41"/>
                    <a:pt x="15" y="41"/>
                    <a:pt x="7" y="34"/>
                  </a:cubicBezTo>
                  <a:cubicBezTo>
                    <a:pt x="0" y="27"/>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59" name="Freeform 194"/>
            <p:cNvSpPr>
              <a:spLocks/>
            </p:cNvSpPr>
            <p:nvPr/>
          </p:nvSpPr>
          <p:spPr bwMode="auto">
            <a:xfrm rot="5400000" flipH="1" flipV="1">
              <a:off x="12077981" y="1338347"/>
              <a:ext cx="153988" cy="153988"/>
            </a:xfrm>
            <a:custGeom>
              <a:avLst/>
              <a:gdLst>
                <a:gd name="T0" fmla="*/ 8 w 41"/>
                <a:gd name="T1" fmla="*/ 7 h 41"/>
                <a:gd name="T2" fmla="*/ 34 w 41"/>
                <a:gd name="T3" fmla="*/ 7 h 41"/>
                <a:gd name="T4" fmla="*/ 34 w 41"/>
                <a:gd name="T5" fmla="*/ 34 h 41"/>
                <a:gd name="T6" fmla="*/ 8 w 41"/>
                <a:gd name="T7" fmla="*/ 34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5"/>
                    <a:pt x="41" y="26"/>
                    <a:pt x="34" y="34"/>
                  </a:cubicBezTo>
                  <a:cubicBezTo>
                    <a:pt x="27" y="41"/>
                    <a:pt x="15" y="41"/>
                    <a:pt x="8" y="34"/>
                  </a:cubicBezTo>
                  <a:cubicBezTo>
                    <a:pt x="0" y="26"/>
                    <a:pt x="0" y="15"/>
                    <a:pt x="8"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60" name="Freeform 195"/>
            <p:cNvSpPr>
              <a:spLocks/>
            </p:cNvSpPr>
            <p:nvPr/>
          </p:nvSpPr>
          <p:spPr bwMode="auto">
            <a:xfrm rot="5400000" flipH="1" flipV="1">
              <a:off x="11335031" y="1698709"/>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61" name="Freeform 196"/>
            <p:cNvSpPr>
              <a:spLocks/>
            </p:cNvSpPr>
            <p:nvPr/>
          </p:nvSpPr>
          <p:spPr bwMode="auto">
            <a:xfrm rot="5400000" flipH="1" flipV="1">
              <a:off x="11781912" y="827966"/>
              <a:ext cx="152400"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3"/>
                  </a:cubicBezTo>
                  <a:cubicBezTo>
                    <a:pt x="26" y="41"/>
                    <a:pt x="15" y="41"/>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62" name="Freeform 197"/>
            <p:cNvSpPr>
              <a:spLocks/>
            </p:cNvSpPr>
            <p:nvPr/>
          </p:nvSpPr>
          <p:spPr bwMode="auto">
            <a:xfrm rot="5400000" flipH="1" flipV="1">
              <a:off x="11609668" y="636672"/>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4" y="8"/>
                  </a:cubicBezTo>
                  <a:cubicBezTo>
                    <a:pt x="41" y="15"/>
                    <a:pt x="41" y="27"/>
                    <a:pt x="34" y="34"/>
                  </a:cubicBezTo>
                  <a:cubicBezTo>
                    <a:pt x="26" y="41"/>
                    <a:pt x="14"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63" name="Freeform 198"/>
            <p:cNvSpPr>
              <a:spLocks/>
            </p:cNvSpPr>
            <p:nvPr/>
          </p:nvSpPr>
          <p:spPr bwMode="auto">
            <a:xfrm rot="5400000" flipH="1" flipV="1">
              <a:off x="12205774" y="700966"/>
              <a:ext cx="153988" cy="152400"/>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4"/>
                  </a:cubicBezTo>
                  <a:cubicBezTo>
                    <a:pt x="26" y="41"/>
                    <a:pt x="15" y="41"/>
                    <a:pt x="7" y="34"/>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64" name="Freeform 199"/>
            <p:cNvSpPr>
              <a:spLocks/>
            </p:cNvSpPr>
            <p:nvPr/>
          </p:nvSpPr>
          <p:spPr bwMode="auto">
            <a:xfrm rot="5400000" flipH="1" flipV="1">
              <a:off x="11981143" y="2790909"/>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65" name="Freeform 200"/>
            <p:cNvSpPr>
              <a:spLocks/>
            </p:cNvSpPr>
            <p:nvPr/>
          </p:nvSpPr>
          <p:spPr bwMode="auto">
            <a:xfrm rot="5400000" flipH="1" flipV="1">
              <a:off x="13459106" y="4991184"/>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66" name="Freeform 201"/>
            <p:cNvSpPr>
              <a:spLocks/>
            </p:cNvSpPr>
            <p:nvPr/>
          </p:nvSpPr>
          <p:spPr bwMode="auto">
            <a:xfrm rot="5400000" flipH="1" flipV="1">
              <a:off x="14456056" y="5224547"/>
              <a:ext cx="153988" cy="150813"/>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67" name="Freeform 202"/>
            <p:cNvSpPr>
              <a:spLocks/>
            </p:cNvSpPr>
            <p:nvPr/>
          </p:nvSpPr>
          <p:spPr bwMode="auto">
            <a:xfrm rot="5400000" flipH="1" flipV="1">
              <a:off x="13405131" y="-525379"/>
              <a:ext cx="153988" cy="150813"/>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68" name="Freeform 203"/>
            <p:cNvSpPr>
              <a:spLocks/>
            </p:cNvSpPr>
            <p:nvPr/>
          </p:nvSpPr>
          <p:spPr bwMode="auto">
            <a:xfrm rot="5400000" flipH="1" flipV="1">
              <a:off x="14306037" y="61203"/>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69" name="Freeform 204"/>
            <p:cNvSpPr>
              <a:spLocks/>
            </p:cNvSpPr>
            <p:nvPr/>
          </p:nvSpPr>
          <p:spPr bwMode="auto">
            <a:xfrm rot="5400000" flipH="1" flipV="1">
              <a:off x="14530669" y="209634"/>
              <a:ext cx="153988" cy="150813"/>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70" name="Freeform 205"/>
            <p:cNvSpPr>
              <a:spLocks/>
            </p:cNvSpPr>
            <p:nvPr/>
          </p:nvSpPr>
          <p:spPr bwMode="auto">
            <a:xfrm rot="5400000" flipH="1" flipV="1">
              <a:off x="13029687" y="-810335"/>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71" name="Freeform 206"/>
            <p:cNvSpPr>
              <a:spLocks/>
            </p:cNvSpPr>
            <p:nvPr/>
          </p:nvSpPr>
          <p:spPr bwMode="auto">
            <a:xfrm rot="5400000" flipH="1" flipV="1">
              <a:off x="13915512" y="-480135"/>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72" name="Freeform 207"/>
            <p:cNvSpPr>
              <a:spLocks/>
            </p:cNvSpPr>
            <p:nvPr/>
          </p:nvSpPr>
          <p:spPr bwMode="auto">
            <a:xfrm rot="5400000" flipH="1" flipV="1">
              <a:off x="12969362" y="-975435"/>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73" name="Freeform 208"/>
            <p:cNvSpPr>
              <a:spLocks/>
            </p:cNvSpPr>
            <p:nvPr/>
          </p:nvSpPr>
          <p:spPr bwMode="auto">
            <a:xfrm rot="5400000" flipH="1" flipV="1">
              <a:off x="14721168" y="4194259"/>
              <a:ext cx="153988" cy="153988"/>
            </a:xfrm>
            <a:custGeom>
              <a:avLst/>
              <a:gdLst>
                <a:gd name="T0" fmla="*/ 8 w 41"/>
                <a:gd name="T1" fmla="*/ 8 h 41"/>
                <a:gd name="T2" fmla="*/ 34 w 41"/>
                <a:gd name="T3" fmla="*/ 8 h 41"/>
                <a:gd name="T4" fmla="*/ 34 w 41"/>
                <a:gd name="T5" fmla="*/ 34 h 41"/>
                <a:gd name="T6" fmla="*/ 8 w 41"/>
                <a:gd name="T7" fmla="*/ 34 h 41"/>
                <a:gd name="T8" fmla="*/ 8 w 41"/>
                <a:gd name="T9" fmla="*/ 8 h 41"/>
              </a:gdLst>
              <a:ahLst/>
              <a:cxnLst>
                <a:cxn ang="0">
                  <a:pos x="T0" y="T1"/>
                </a:cxn>
                <a:cxn ang="0">
                  <a:pos x="T2" y="T3"/>
                </a:cxn>
                <a:cxn ang="0">
                  <a:pos x="T4" y="T5"/>
                </a:cxn>
                <a:cxn ang="0">
                  <a:pos x="T6" y="T7"/>
                </a:cxn>
                <a:cxn ang="0">
                  <a:pos x="T8" y="T9"/>
                </a:cxn>
              </a:cxnLst>
              <a:rect l="0" t="0" r="r" b="b"/>
              <a:pathLst>
                <a:path w="41" h="41">
                  <a:moveTo>
                    <a:pt x="8" y="8"/>
                  </a:moveTo>
                  <a:cubicBezTo>
                    <a:pt x="15" y="0"/>
                    <a:pt x="27" y="0"/>
                    <a:pt x="34" y="8"/>
                  </a:cubicBezTo>
                  <a:cubicBezTo>
                    <a:pt x="41" y="15"/>
                    <a:pt x="41" y="27"/>
                    <a:pt x="34" y="34"/>
                  </a:cubicBezTo>
                  <a:cubicBezTo>
                    <a:pt x="27" y="41"/>
                    <a:pt x="15" y="41"/>
                    <a:pt x="8" y="34"/>
                  </a:cubicBezTo>
                  <a:cubicBezTo>
                    <a:pt x="0" y="27"/>
                    <a:pt x="0" y="15"/>
                    <a:pt x="8"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74" name="Freeform 209"/>
            <p:cNvSpPr>
              <a:spLocks/>
            </p:cNvSpPr>
            <p:nvPr/>
          </p:nvSpPr>
          <p:spPr bwMode="auto">
            <a:xfrm rot="5400000" flipH="1" flipV="1">
              <a:off x="12768543" y="2644859"/>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75" name="Freeform 210"/>
            <p:cNvSpPr>
              <a:spLocks/>
            </p:cNvSpPr>
            <p:nvPr/>
          </p:nvSpPr>
          <p:spPr bwMode="auto">
            <a:xfrm rot="5400000" flipH="1" flipV="1">
              <a:off x="12374843" y="2546434"/>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7"/>
                    <a:pt x="33" y="34"/>
                  </a:cubicBezTo>
                  <a:cubicBezTo>
                    <a:pt x="26" y="41"/>
                    <a:pt x="14" y="41"/>
                    <a:pt x="7" y="34"/>
                  </a:cubicBezTo>
                  <a:cubicBezTo>
                    <a:pt x="0" y="27"/>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76" name="Freeform 211"/>
            <p:cNvSpPr>
              <a:spLocks/>
            </p:cNvSpPr>
            <p:nvPr/>
          </p:nvSpPr>
          <p:spPr bwMode="auto">
            <a:xfrm rot="5400000" flipH="1" flipV="1">
              <a:off x="12141481" y="2251159"/>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4"/>
                  </a:cubicBezTo>
                  <a:cubicBezTo>
                    <a:pt x="26" y="41"/>
                    <a:pt x="15" y="41"/>
                    <a:pt x="7" y="34"/>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77" name="Freeform 212"/>
            <p:cNvSpPr>
              <a:spLocks/>
            </p:cNvSpPr>
            <p:nvPr/>
          </p:nvSpPr>
          <p:spPr bwMode="auto">
            <a:xfrm rot="5400000" flipH="1" flipV="1">
              <a:off x="13838518" y="1995572"/>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4" y="8"/>
                  </a:cubicBezTo>
                  <a:cubicBezTo>
                    <a:pt x="41" y="15"/>
                    <a:pt x="41" y="27"/>
                    <a:pt x="34" y="34"/>
                  </a:cubicBezTo>
                  <a:cubicBezTo>
                    <a:pt x="26" y="41"/>
                    <a:pt x="14"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78" name="Freeform 213"/>
            <p:cNvSpPr>
              <a:spLocks/>
            </p:cNvSpPr>
            <p:nvPr/>
          </p:nvSpPr>
          <p:spPr bwMode="auto">
            <a:xfrm rot="5400000" flipH="1" flipV="1">
              <a:off x="14732281" y="4967372"/>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82" name="Freeform 217"/>
            <p:cNvSpPr>
              <a:spLocks/>
            </p:cNvSpPr>
            <p:nvPr/>
          </p:nvSpPr>
          <p:spPr bwMode="auto">
            <a:xfrm rot="5400000" flipH="1" flipV="1">
              <a:off x="12967775" y="3567991"/>
              <a:ext cx="698500" cy="436563"/>
            </a:xfrm>
            <a:custGeom>
              <a:avLst/>
              <a:gdLst>
                <a:gd name="T0" fmla="*/ 0 w 440"/>
                <a:gd name="T1" fmla="*/ 275 h 275"/>
                <a:gd name="T2" fmla="*/ 275 w 440"/>
                <a:gd name="T3" fmla="*/ 0 h 275"/>
                <a:gd name="T4" fmla="*/ 440 w 440"/>
                <a:gd name="T5" fmla="*/ 0 h 275"/>
              </a:gdLst>
              <a:ahLst/>
              <a:cxnLst>
                <a:cxn ang="0">
                  <a:pos x="T0" y="T1"/>
                </a:cxn>
                <a:cxn ang="0">
                  <a:pos x="T2" y="T3"/>
                </a:cxn>
                <a:cxn ang="0">
                  <a:pos x="T4" y="T5"/>
                </a:cxn>
              </a:cxnLst>
              <a:rect l="0" t="0" r="r" b="b"/>
              <a:pathLst>
                <a:path w="440" h="275">
                  <a:moveTo>
                    <a:pt x="0" y="275"/>
                  </a:moveTo>
                  <a:lnTo>
                    <a:pt x="275" y="0"/>
                  </a:lnTo>
                  <a:lnTo>
                    <a:pt x="44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83" name="Freeform 218"/>
            <p:cNvSpPr>
              <a:spLocks/>
            </p:cNvSpPr>
            <p:nvPr/>
          </p:nvSpPr>
          <p:spPr bwMode="auto">
            <a:xfrm rot="5400000" flipH="1" flipV="1">
              <a:off x="13024131" y="3324309"/>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84" name="Freeform 219"/>
            <p:cNvSpPr>
              <a:spLocks/>
            </p:cNvSpPr>
            <p:nvPr/>
          </p:nvSpPr>
          <p:spPr bwMode="auto">
            <a:xfrm rot="5400000" flipH="1" flipV="1">
              <a:off x="13467043" y="4067259"/>
              <a:ext cx="153988" cy="153988"/>
            </a:xfrm>
            <a:custGeom>
              <a:avLst/>
              <a:gdLst>
                <a:gd name="T0" fmla="*/ 8 w 41"/>
                <a:gd name="T1" fmla="*/ 8 h 41"/>
                <a:gd name="T2" fmla="*/ 34 w 41"/>
                <a:gd name="T3" fmla="*/ 8 h 41"/>
                <a:gd name="T4" fmla="*/ 34 w 41"/>
                <a:gd name="T5" fmla="*/ 34 h 41"/>
                <a:gd name="T6" fmla="*/ 8 w 41"/>
                <a:gd name="T7" fmla="*/ 34 h 41"/>
                <a:gd name="T8" fmla="*/ 8 w 41"/>
                <a:gd name="T9" fmla="*/ 8 h 41"/>
              </a:gdLst>
              <a:ahLst/>
              <a:cxnLst>
                <a:cxn ang="0">
                  <a:pos x="T0" y="T1"/>
                </a:cxn>
                <a:cxn ang="0">
                  <a:pos x="T2" y="T3"/>
                </a:cxn>
                <a:cxn ang="0">
                  <a:pos x="T4" y="T5"/>
                </a:cxn>
                <a:cxn ang="0">
                  <a:pos x="T6" y="T7"/>
                </a:cxn>
                <a:cxn ang="0">
                  <a:pos x="T8" y="T9"/>
                </a:cxn>
              </a:cxnLst>
              <a:rect l="0" t="0" r="r" b="b"/>
              <a:pathLst>
                <a:path w="41" h="41">
                  <a:moveTo>
                    <a:pt x="8" y="8"/>
                  </a:moveTo>
                  <a:cubicBezTo>
                    <a:pt x="15" y="0"/>
                    <a:pt x="27" y="0"/>
                    <a:pt x="34" y="8"/>
                  </a:cubicBezTo>
                  <a:cubicBezTo>
                    <a:pt x="41" y="15"/>
                    <a:pt x="41" y="27"/>
                    <a:pt x="34" y="34"/>
                  </a:cubicBezTo>
                  <a:cubicBezTo>
                    <a:pt x="27" y="41"/>
                    <a:pt x="15" y="41"/>
                    <a:pt x="8" y="34"/>
                  </a:cubicBezTo>
                  <a:cubicBezTo>
                    <a:pt x="0" y="27"/>
                    <a:pt x="0" y="15"/>
                    <a:pt x="8"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85" name="Freeform 220"/>
            <p:cNvSpPr>
              <a:spLocks/>
            </p:cNvSpPr>
            <p:nvPr/>
          </p:nvSpPr>
          <p:spPr bwMode="auto">
            <a:xfrm rot="5400000" flipH="1" flipV="1">
              <a:off x="13178118" y="3775160"/>
              <a:ext cx="247650" cy="247650"/>
            </a:xfrm>
            <a:custGeom>
              <a:avLst/>
              <a:gdLst>
                <a:gd name="T0" fmla="*/ 11 w 66"/>
                <a:gd name="T1" fmla="*/ 11 h 66"/>
                <a:gd name="T2" fmla="*/ 54 w 66"/>
                <a:gd name="T3" fmla="*/ 11 h 66"/>
                <a:gd name="T4" fmla="*/ 54 w 66"/>
                <a:gd name="T5" fmla="*/ 54 h 66"/>
                <a:gd name="T6" fmla="*/ 11 w 66"/>
                <a:gd name="T7" fmla="*/ 54 h 66"/>
                <a:gd name="T8" fmla="*/ 11 w 66"/>
                <a:gd name="T9" fmla="*/ 11 h 66"/>
              </a:gdLst>
              <a:ahLst/>
              <a:cxnLst>
                <a:cxn ang="0">
                  <a:pos x="T0" y="T1"/>
                </a:cxn>
                <a:cxn ang="0">
                  <a:pos x="T2" y="T3"/>
                </a:cxn>
                <a:cxn ang="0">
                  <a:pos x="T4" y="T5"/>
                </a:cxn>
                <a:cxn ang="0">
                  <a:pos x="T6" y="T7"/>
                </a:cxn>
                <a:cxn ang="0">
                  <a:pos x="T8" y="T9"/>
                </a:cxn>
              </a:cxnLst>
              <a:rect l="0" t="0" r="r" b="b"/>
              <a:pathLst>
                <a:path w="66" h="66">
                  <a:moveTo>
                    <a:pt x="11" y="11"/>
                  </a:moveTo>
                  <a:cubicBezTo>
                    <a:pt x="23" y="0"/>
                    <a:pt x="42" y="0"/>
                    <a:pt x="54" y="11"/>
                  </a:cubicBezTo>
                  <a:cubicBezTo>
                    <a:pt x="66" y="23"/>
                    <a:pt x="66" y="42"/>
                    <a:pt x="54" y="54"/>
                  </a:cubicBezTo>
                  <a:cubicBezTo>
                    <a:pt x="42" y="66"/>
                    <a:pt x="23" y="66"/>
                    <a:pt x="11" y="54"/>
                  </a:cubicBezTo>
                  <a:cubicBezTo>
                    <a:pt x="0" y="42"/>
                    <a:pt x="0" y="23"/>
                    <a:pt x="11" y="11"/>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86" name="Freeform 221"/>
            <p:cNvSpPr>
              <a:spLocks/>
            </p:cNvSpPr>
            <p:nvPr/>
          </p:nvSpPr>
          <p:spPr bwMode="auto">
            <a:xfrm rot="5400000" flipH="1" flipV="1">
              <a:off x="13222568" y="3822784"/>
              <a:ext cx="153988" cy="153988"/>
            </a:xfrm>
            <a:custGeom>
              <a:avLst/>
              <a:gdLst>
                <a:gd name="T0" fmla="*/ 8 w 41"/>
                <a:gd name="T1" fmla="*/ 8 h 41"/>
                <a:gd name="T2" fmla="*/ 34 w 41"/>
                <a:gd name="T3" fmla="*/ 8 h 41"/>
                <a:gd name="T4" fmla="*/ 34 w 41"/>
                <a:gd name="T5" fmla="*/ 34 h 41"/>
                <a:gd name="T6" fmla="*/ 8 w 41"/>
                <a:gd name="T7" fmla="*/ 34 h 41"/>
                <a:gd name="T8" fmla="*/ 8 w 41"/>
                <a:gd name="T9" fmla="*/ 8 h 41"/>
              </a:gdLst>
              <a:ahLst/>
              <a:cxnLst>
                <a:cxn ang="0">
                  <a:pos x="T0" y="T1"/>
                </a:cxn>
                <a:cxn ang="0">
                  <a:pos x="T2" y="T3"/>
                </a:cxn>
                <a:cxn ang="0">
                  <a:pos x="T4" y="T5"/>
                </a:cxn>
                <a:cxn ang="0">
                  <a:pos x="T6" y="T7"/>
                </a:cxn>
                <a:cxn ang="0">
                  <a:pos x="T8" y="T9"/>
                </a:cxn>
              </a:cxnLst>
              <a:rect l="0" t="0" r="r" b="b"/>
              <a:pathLst>
                <a:path w="41" h="41">
                  <a:moveTo>
                    <a:pt x="8" y="8"/>
                  </a:moveTo>
                  <a:cubicBezTo>
                    <a:pt x="15" y="0"/>
                    <a:pt x="27" y="0"/>
                    <a:pt x="34" y="8"/>
                  </a:cubicBezTo>
                  <a:cubicBezTo>
                    <a:pt x="41" y="15"/>
                    <a:pt x="41" y="27"/>
                    <a:pt x="34" y="34"/>
                  </a:cubicBezTo>
                  <a:cubicBezTo>
                    <a:pt x="27" y="41"/>
                    <a:pt x="15" y="41"/>
                    <a:pt x="8" y="34"/>
                  </a:cubicBezTo>
                  <a:cubicBezTo>
                    <a:pt x="0" y="27"/>
                    <a:pt x="0" y="15"/>
                    <a:pt x="8"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92" name="Freeform 227"/>
            <p:cNvSpPr>
              <a:spLocks/>
            </p:cNvSpPr>
            <p:nvPr/>
          </p:nvSpPr>
          <p:spPr bwMode="auto">
            <a:xfrm rot="5400000" flipH="1" flipV="1">
              <a:off x="6846374" y="-3417009"/>
              <a:ext cx="3497263" cy="3978275"/>
            </a:xfrm>
            <a:custGeom>
              <a:avLst/>
              <a:gdLst>
                <a:gd name="T0" fmla="*/ 0 w 2203"/>
                <a:gd name="T1" fmla="*/ 2504 h 2506"/>
                <a:gd name="T2" fmla="*/ 163 w 2203"/>
                <a:gd name="T3" fmla="*/ 2506 h 2506"/>
                <a:gd name="T4" fmla="*/ 399 w 2203"/>
                <a:gd name="T5" fmla="*/ 2270 h 2506"/>
                <a:gd name="T6" fmla="*/ 399 w 2203"/>
                <a:gd name="T7" fmla="*/ 1804 h 2506"/>
                <a:gd name="T8" fmla="*/ 2203 w 2203"/>
                <a:gd name="T9" fmla="*/ 0 h 2506"/>
              </a:gdLst>
              <a:ahLst/>
              <a:cxnLst>
                <a:cxn ang="0">
                  <a:pos x="T0" y="T1"/>
                </a:cxn>
                <a:cxn ang="0">
                  <a:pos x="T2" y="T3"/>
                </a:cxn>
                <a:cxn ang="0">
                  <a:pos x="T4" y="T5"/>
                </a:cxn>
                <a:cxn ang="0">
                  <a:pos x="T6" y="T7"/>
                </a:cxn>
                <a:cxn ang="0">
                  <a:pos x="T8" y="T9"/>
                </a:cxn>
              </a:cxnLst>
              <a:rect l="0" t="0" r="r" b="b"/>
              <a:pathLst>
                <a:path w="2203" h="2506">
                  <a:moveTo>
                    <a:pt x="0" y="2504"/>
                  </a:moveTo>
                  <a:lnTo>
                    <a:pt x="163" y="2506"/>
                  </a:lnTo>
                  <a:lnTo>
                    <a:pt x="399" y="2270"/>
                  </a:lnTo>
                  <a:lnTo>
                    <a:pt x="399" y="1804"/>
                  </a:lnTo>
                  <a:lnTo>
                    <a:pt x="220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93" name="Freeform 228"/>
            <p:cNvSpPr>
              <a:spLocks/>
            </p:cNvSpPr>
            <p:nvPr/>
          </p:nvSpPr>
          <p:spPr bwMode="auto">
            <a:xfrm rot="5400000" flipH="1" flipV="1">
              <a:off x="10509531" y="279484"/>
              <a:ext cx="153988" cy="153988"/>
            </a:xfrm>
            <a:custGeom>
              <a:avLst/>
              <a:gdLst>
                <a:gd name="T0" fmla="*/ 34 w 41"/>
                <a:gd name="T1" fmla="*/ 34 h 41"/>
                <a:gd name="T2" fmla="*/ 8 w 41"/>
                <a:gd name="T3" fmla="*/ 34 h 41"/>
                <a:gd name="T4" fmla="*/ 8 w 41"/>
                <a:gd name="T5" fmla="*/ 8 h 41"/>
                <a:gd name="T6" fmla="*/ 34 w 41"/>
                <a:gd name="T7" fmla="*/ 8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8" y="34"/>
                  </a:cubicBezTo>
                  <a:cubicBezTo>
                    <a:pt x="0" y="27"/>
                    <a:pt x="0" y="15"/>
                    <a:pt x="8" y="8"/>
                  </a:cubicBezTo>
                  <a:cubicBezTo>
                    <a:pt x="15" y="0"/>
                    <a:pt x="27" y="0"/>
                    <a:pt x="34" y="8"/>
                  </a:cubicBezTo>
                  <a:cubicBezTo>
                    <a:pt x="41" y="15"/>
                    <a:pt x="41" y="27"/>
                    <a:pt x="34" y="34"/>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94" name="Freeform 229"/>
            <p:cNvSpPr>
              <a:spLocks/>
            </p:cNvSpPr>
            <p:nvPr/>
          </p:nvSpPr>
          <p:spPr bwMode="auto">
            <a:xfrm rot="5400000" flipH="1" flipV="1">
              <a:off x="6378062" y="-3270960"/>
              <a:ext cx="4278313" cy="4368800"/>
            </a:xfrm>
            <a:custGeom>
              <a:avLst/>
              <a:gdLst>
                <a:gd name="T0" fmla="*/ 0 w 2695"/>
                <a:gd name="T1" fmla="*/ 2747 h 2752"/>
                <a:gd name="T2" fmla="*/ 163 w 2695"/>
                <a:gd name="T3" fmla="*/ 2752 h 2752"/>
                <a:gd name="T4" fmla="*/ 439 w 2695"/>
                <a:gd name="T5" fmla="*/ 2475 h 2752"/>
                <a:gd name="T6" fmla="*/ 584 w 2695"/>
                <a:gd name="T7" fmla="*/ 2477 h 2752"/>
                <a:gd name="T8" fmla="*/ 785 w 2695"/>
                <a:gd name="T9" fmla="*/ 2276 h 2752"/>
                <a:gd name="T10" fmla="*/ 785 w 2695"/>
                <a:gd name="T11" fmla="*/ 1910 h 2752"/>
                <a:gd name="T12" fmla="*/ 2695 w 2695"/>
                <a:gd name="T13" fmla="*/ 0 h 2752"/>
              </a:gdLst>
              <a:ahLst/>
              <a:cxnLst>
                <a:cxn ang="0">
                  <a:pos x="T0" y="T1"/>
                </a:cxn>
                <a:cxn ang="0">
                  <a:pos x="T2" y="T3"/>
                </a:cxn>
                <a:cxn ang="0">
                  <a:pos x="T4" y="T5"/>
                </a:cxn>
                <a:cxn ang="0">
                  <a:pos x="T6" y="T7"/>
                </a:cxn>
                <a:cxn ang="0">
                  <a:pos x="T8" y="T9"/>
                </a:cxn>
                <a:cxn ang="0">
                  <a:pos x="T10" y="T11"/>
                </a:cxn>
                <a:cxn ang="0">
                  <a:pos x="T12" y="T13"/>
                </a:cxn>
              </a:cxnLst>
              <a:rect l="0" t="0" r="r" b="b"/>
              <a:pathLst>
                <a:path w="2695" h="2752">
                  <a:moveTo>
                    <a:pt x="0" y="2747"/>
                  </a:moveTo>
                  <a:lnTo>
                    <a:pt x="163" y="2752"/>
                  </a:lnTo>
                  <a:lnTo>
                    <a:pt x="439" y="2475"/>
                  </a:lnTo>
                  <a:lnTo>
                    <a:pt x="584" y="2477"/>
                  </a:lnTo>
                  <a:lnTo>
                    <a:pt x="785" y="2276"/>
                  </a:lnTo>
                  <a:lnTo>
                    <a:pt x="785" y="1910"/>
                  </a:lnTo>
                  <a:lnTo>
                    <a:pt x="2695"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95" name="Freeform 230"/>
            <p:cNvSpPr>
              <a:spLocks/>
            </p:cNvSpPr>
            <p:nvPr/>
          </p:nvSpPr>
          <p:spPr bwMode="auto">
            <a:xfrm rot="5400000" flipH="1" flipV="1">
              <a:off x="10630181" y="1011322"/>
              <a:ext cx="153988" cy="153988"/>
            </a:xfrm>
            <a:custGeom>
              <a:avLst/>
              <a:gdLst>
                <a:gd name="T0" fmla="*/ 34 w 41"/>
                <a:gd name="T1" fmla="*/ 33 h 41"/>
                <a:gd name="T2" fmla="*/ 8 w 41"/>
                <a:gd name="T3" fmla="*/ 33 h 41"/>
                <a:gd name="T4" fmla="*/ 8 w 41"/>
                <a:gd name="T5" fmla="*/ 7 h 41"/>
                <a:gd name="T6" fmla="*/ 34 w 41"/>
                <a:gd name="T7" fmla="*/ 7 h 41"/>
                <a:gd name="T8" fmla="*/ 34 w 41"/>
                <a:gd name="T9" fmla="*/ 33 h 41"/>
              </a:gdLst>
              <a:ahLst/>
              <a:cxnLst>
                <a:cxn ang="0">
                  <a:pos x="T0" y="T1"/>
                </a:cxn>
                <a:cxn ang="0">
                  <a:pos x="T2" y="T3"/>
                </a:cxn>
                <a:cxn ang="0">
                  <a:pos x="T4" y="T5"/>
                </a:cxn>
                <a:cxn ang="0">
                  <a:pos x="T6" y="T7"/>
                </a:cxn>
                <a:cxn ang="0">
                  <a:pos x="T8" y="T9"/>
                </a:cxn>
              </a:cxnLst>
              <a:rect l="0" t="0" r="r" b="b"/>
              <a:pathLst>
                <a:path w="41" h="41">
                  <a:moveTo>
                    <a:pt x="34" y="33"/>
                  </a:moveTo>
                  <a:cubicBezTo>
                    <a:pt x="27" y="41"/>
                    <a:pt x="15" y="41"/>
                    <a:pt x="8" y="33"/>
                  </a:cubicBezTo>
                  <a:cubicBezTo>
                    <a:pt x="0" y="26"/>
                    <a:pt x="0" y="14"/>
                    <a:pt x="8" y="7"/>
                  </a:cubicBezTo>
                  <a:cubicBezTo>
                    <a:pt x="15" y="0"/>
                    <a:pt x="27" y="0"/>
                    <a:pt x="34" y="7"/>
                  </a:cubicBezTo>
                  <a:cubicBezTo>
                    <a:pt x="41" y="14"/>
                    <a:pt x="41" y="26"/>
                    <a:pt x="34" y="33"/>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96" name="Freeform 231"/>
            <p:cNvSpPr>
              <a:spLocks/>
            </p:cNvSpPr>
            <p:nvPr/>
          </p:nvSpPr>
          <p:spPr bwMode="auto">
            <a:xfrm rot="5400000" flipH="1" flipV="1">
              <a:off x="10377768" y="463634"/>
              <a:ext cx="252413" cy="252413"/>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97" name="Freeform 232"/>
            <p:cNvSpPr>
              <a:spLocks/>
            </p:cNvSpPr>
            <p:nvPr/>
          </p:nvSpPr>
          <p:spPr bwMode="auto">
            <a:xfrm rot="5400000" flipH="1" flipV="1">
              <a:off x="10426981" y="512847"/>
              <a:ext cx="153988" cy="153988"/>
            </a:xfrm>
            <a:custGeom>
              <a:avLst/>
              <a:gdLst>
                <a:gd name="T0" fmla="*/ 34 w 41"/>
                <a:gd name="T1" fmla="*/ 34 h 41"/>
                <a:gd name="T2" fmla="*/ 7 w 41"/>
                <a:gd name="T3" fmla="*/ 34 h 41"/>
                <a:gd name="T4" fmla="*/ 7 w 41"/>
                <a:gd name="T5" fmla="*/ 7 h 41"/>
                <a:gd name="T6" fmla="*/ 34 w 41"/>
                <a:gd name="T7" fmla="*/ 7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7" y="34"/>
                  </a:cubicBezTo>
                  <a:cubicBezTo>
                    <a:pt x="0" y="26"/>
                    <a:pt x="0" y="14"/>
                    <a:pt x="7" y="7"/>
                  </a:cubicBezTo>
                  <a:cubicBezTo>
                    <a:pt x="15" y="0"/>
                    <a:pt x="27" y="0"/>
                    <a:pt x="34" y="7"/>
                  </a:cubicBezTo>
                  <a:cubicBezTo>
                    <a:pt x="41" y="14"/>
                    <a:pt x="41" y="26"/>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98" name="Freeform 233"/>
            <p:cNvSpPr>
              <a:spLocks/>
            </p:cNvSpPr>
            <p:nvPr/>
          </p:nvSpPr>
          <p:spPr bwMode="auto">
            <a:xfrm rot="5400000" flipH="1" flipV="1">
              <a:off x="13155099" y="-646822"/>
              <a:ext cx="252413" cy="250825"/>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99" name="Freeform 234"/>
            <p:cNvSpPr>
              <a:spLocks/>
            </p:cNvSpPr>
            <p:nvPr/>
          </p:nvSpPr>
          <p:spPr bwMode="auto">
            <a:xfrm rot="5400000" flipH="1" flipV="1">
              <a:off x="13203518" y="-598403"/>
              <a:ext cx="153988" cy="153988"/>
            </a:xfrm>
            <a:custGeom>
              <a:avLst/>
              <a:gdLst>
                <a:gd name="T0" fmla="*/ 34 w 41"/>
                <a:gd name="T1" fmla="*/ 34 h 41"/>
                <a:gd name="T2" fmla="*/ 7 w 41"/>
                <a:gd name="T3" fmla="*/ 34 h 41"/>
                <a:gd name="T4" fmla="*/ 7 w 41"/>
                <a:gd name="T5" fmla="*/ 7 h 41"/>
                <a:gd name="T6" fmla="*/ 34 w 41"/>
                <a:gd name="T7" fmla="*/ 7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7" y="34"/>
                  </a:cubicBezTo>
                  <a:cubicBezTo>
                    <a:pt x="0" y="26"/>
                    <a:pt x="0" y="14"/>
                    <a:pt x="7" y="7"/>
                  </a:cubicBezTo>
                  <a:cubicBezTo>
                    <a:pt x="15" y="0"/>
                    <a:pt x="27" y="0"/>
                    <a:pt x="34" y="7"/>
                  </a:cubicBezTo>
                  <a:cubicBezTo>
                    <a:pt x="41" y="14"/>
                    <a:pt x="41" y="26"/>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00" name="Freeform 235"/>
            <p:cNvSpPr>
              <a:spLocks/>
            </p:cNvSpPr>
            <p:nvPr/>
          </p:nvSpPr>
          <p:spPr bwMode="auto">
            <a:xfrm rot="5400000" flipH="1" flipV="1">
              <a:off x="11725556" y="-3252703"/>
              <a:ext cx="2679700" cy="2717800"/>
            </a:xfrm>
            <a:custGeom>
              <a:avLst/>
              <a:gdLst>
                <a:gd name="T0" fmla="*/ 1688 w 1688"/>
                <a:gd name="T1" fmla="*/ 0 h 1712"/>
                <a:gd name="T2" fmla="*/ 758 w 1688"/>
                <a:gd name="T3" fmla="*/ 929 h 1712"/>
                <a:gd name="T4" fmla="*/ 560 w 1688"/>
                <a:gd name="T5" fmla="*/ 927 h 1712"/>
                <a:gd name="T6" fmla="*/ 101 w 1688"/>
                <a:gd name="T7" fmla="*/ 1386 h 1712"/>
                <a:gd name="T8" fmla="*/ 104 w 1688"/>
                <a:gd name="T9" fmla="*/ 1490 h 1712"/>
                <a:gd name="T10" fmla="*/ 2 w 1688"/>
                <a:gd name="T11" fmla="*/ 1594 h 1712"/>
                <a:gd name="T12" fmla="*/ 0 w 1688"/>
                <a:gd name="T13" fmla="*/ 1662 h 1712"/>
                <a:gd name="T14" fmla="*/ 49 w 1688"/>
                <a:gd name="T15" fmla="*/ 1712 h 17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88" h="1712">
                  <a:moveTo>
                    <a:pt x="1688" y="0"/>
                  </a:moveTo>
                  <a:lnTo>
                    <a:pt x="758" y="929"/>
                  </a:lnTo>
                  <a:lnTo>
                    <a:pt x="560" y="927"/>
                  </a:lnTo>
                  <a:lnTo>
                    <a:pt x="101" y="1386"/>
                  </a:lnTo>
                  <a:lnTo>
                    <a:pt x="104" y="1490"/>
                  </a:lnTo>
                  <a:lnTo>
                    <a:pt x="2" y="1594"/>
                  </a:lnTo>
                  <a:lnTo>
                    <a:pt x="0" y="1662"/>
                  </a:lnTo>
                  <a:lnTo>
                    <a:pt x="49" y="1712"/>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01" name="Freeform 236"/>
            <p:cNvSpPr>
              <a:spLocks/>
            </p:cNvSpPr>
            <p:nvPr/>
          </p:nvSpPr>
          <p:spPr bwMode="auto">
            <a:xfrm rot="5400000" flipH="1" flipV="1">
              <a:off x="11789056" y="-3316204"/>
              <a:ext cx="2443163" cy="2503488"/>
            </a:xfrm>
            <a:custGeom>
              <a:avLst/>
              <a:gdLst>
                <a:gd name="T0" fmla="*/ 47 w 1539"/>
                <a:gd name="T1" fmla="*/ 1577 h 1577"/>
                <a:gd name="T2" fmla="*/ 0 w 1539"/>
                <a:gd name="T3" fmla="*/ 1530 h 1577"/>
                <a:gd name="T4" fmla="*/ 4 w 1539"/>
                <a:gd name="T5" fmla="*/ 1348 h 1577"/>
                <a:gd name="T6" fmla="*/ 217 w 1539"/>
                <a:gd name="T7" fmla="*/ 1135 h 1577"/>
                <a:gd name="T8" fmla="*/ 463 w 1539"/>
                <a:gd name="T9" fmla="*/ 1142 h 1577"/>
                <a:gd name="T10" fmla="*/ 508 w 1539"/>
                <a:gd name="T11" fmla="*/ 1097 h 1577"/>
                <a:gd name="T12" fmla="*/ 508 w 1539"/>
                <a:gd name="T13" fmla="*/ 1031 h 1577"/>
                <a:gd name="T14" fmla="*/ 1539 w 1539"/>
                <a:gd name="T15" fmla="*/ 0 h 15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39" h="1577">
                  <a:moveTo>
                    <a:pt x="47" y="1577"/>
                  </a:moveTo>
                  <a:lnTo>
                    <a:pt x="0" y="1530"/>
                  </a:lnTo>
                  <a:lnTo>
                    <a:pt x="4" y="1348"/>
                  </a:lnTo>
                  <a:lnTo>
                    <a:pt x="217" y="1135"/>
                  </a:lnTo>
                  <a:lnTo>
                    <a:pt x="463" y="1142"/>
                  </a:lnTo>
                  <a:lnTo>
                    <a:pt x="508" y="1097"/>
                  </a:lnTo>
                  <a:lnTo>
                    <a:pt x="508" y="1031"/>
                  </a:lnTo>
                  <a:lnTo>
                    <a:pt x="153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02" name="Freeform 237"/>
            <p:cNvSpPr>
              <a:spLocks/>
            </p:cNvSpPr>
            <p:nvPr/>
          </p:nvSpPr>
          <p:spPr bwMode="auto">
            <a:xfrm rot="5400000" flipH="1" flipV="1">
              <a:off x="11877162" y="-3404309"/>
              <a:ext cx="2259013" cy="2390775"/>
            </a:xfrm>
            <a:custGeom>
              <a:avLst/>
              <a:gdLst>
                <a:gd name="T0" fmla="*/ 0 w 1423"/>
                <a:gd name="T1" fmla="*/ 1506 h 1506"/>
                <a:gd name="T2" fmla="*/ 399 w 1423"/>
                <a:gd name="T3" fmla="*/ 1104 h 1506"/>
                <a:gd name="T4" fmla="*/ 397 w 1423"/>
                <a:gd name="T5" fmla="*/ 1026 h 1506"/>
                <a:gd name="T6" fmla="*/ 1423 w 1423"/>
                <a:gd name="T7" fmla="*/ 0 h 1506"/>
              </a:gdLst>
              <a:ahLst/>
              <a:cxnLst>
                <a:cxn ang="0">
                  <a:pos x="T0" y="T1"/>
                </a:cxn>
                <a:cxn ang="0">
                  <a:pos x="T2" y="T3"/>
                </a:cxn>
                <a:cxn ang="0">
                  <a:pos x="T4" y="T5"/>
                </a:cxn>
                <a:cxn ang="0">
                  <a:pos x="T6" y="T7"/>
                </a:cxn>
              </a:cxnLst>
              <a:rect l="0" t="0" r="r" b="b"/>
              <a:pathLst>
                <a:path w="1423" h="1506">
                  <a:moveTo>
                    <a:pt x="0" y="1506"/>
                  </a:moveTo>
                  <a:lnTo>
                    <a:pt x="399" y="1104"/>
                  </a:lnTo>
                  <a:lnTo>
                    <a:pt x="397" y="1026"/>
                  </a:lnTo>
                  <a:lnTo>
                    <a:pt x="142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03" name="Freeform 238"/>
            <p:cNvSpPr>
              <a:spLocks/>
            </p:cNvSpPr>
            <p:nvPr/>
          </p:nvSpPr>
          <p:spPr bwMode="auto">
            <a:xfrm rot="5400000" flipH="1" flipV="1">
              <a:off x="11872400" y="-3397959"/>
              <a:ext cx="2743200" cy="2795588"/>
            </a:xfrm>
            <a:custGeom>
              <a:avLst/>
              <a:gdLst>
                <a:gd name="T0" fmla="*/ 0 w 1728"/>
                <a:gd name="T1" fmla="*/ 1761 h 1761"/>
                <a:gd name="T2" fmla="*/ 127 w 1728"/>
                <a:gd name="T3" fmla="*/ 1761 h 1761"/>
                <a:gd name="T4" fmla="*/ 745 w 1728"/>
                <a:gd name="T5" fmla="*/ 1142 h 1761"/>
                <a:gd name="T6" fmla="*/ 742 w 1728"/>
                <a:gd name="T7" fmla="*/ 985 h 1761"/>
                <a:gd name="T8" fmla="*/ 1728 w 1728"/>
                <a:gd name="T9" fmla="*/ 0 h 1761"/>
              </a:gdLst>
              <a:ahLst/>
              <a:cxnLst>
                <a:cxn ang="0">
                  <a:pos x="T0" y="T1"/>
                </a:cxn>
                <a:cxn ang="0">
                  <a:pos x="T2" y="T3"/>
                </a:cxn>
                <a:cxn ang="0">
                  <a:pos x="T4" y="T5"/>
                </a:cxn>
                <a:cxn ang="0">
                  <a:pos x="T6" y="T7"/>
                </a:cxn>
                <a:cxn ang="0">
                  <a:pos x="T8" y="T9"/>
                </a:cxn>
              </a:cxnLst>
              <a:rect l="0" t="0" r="r" b="b"/>
              <a:pathLst>
                <a:path w="1728" h="1761">
                  <a:moveTo>
                    <a:pt x="0" y="1761"/>
                  </a:moveTo>
                  <a:lnTo>
                    <a:pt x="127" y="1761"/>
                  </a:lnTo>
                  <a:lnTo>
                    <a:pt x="745" y="1142"/>
                  </a:lnTo>
                  <a:lnTo>
                    <a:pt x="742" y="985"/>
                  </a:lnTo>
                  <a:lnTo>
                    <a:pt x="1728"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04" name="Freeform 239"/>
            <p:cNvSpPr>
              <a:spLocks/>
            </p:cNvSpPr>
            <p:nvPr/>
          </p:nvSpPr>
          <p:spPr bwMode="auto">
            <a:xfrm rot="5400000" flipH="1" flipV="1">
              <a:off x="12035118" y="-3560678"/>
              <a:ext cx="3344863" cy="3662363"/>
            </a:xfrm>
            <a:custGeom>
              <a:avLst/>
              <a:gdLst>
                <a:gd name="T0" fmla="*/ 0 w 2107"/>
                <a:gd name="T1" fmla="*/ 2307 h 2307"/>
                <a:gd name="T2" fmla="*/ 156 w 2107"/>
                <a:gd name="T3" fmla="*/ 2151 h 2307"/>
                <a:gd name="T4" fmla="*/ 161 w 2107"/>
                <a:gd name="T5" fmla="*/ 1959 h 2307"/>
                <a:gd name="T6" fmla="*/ 279 w 2107"/>
                <a:gd name="T7" fmla="*/ 1841 h 2307"/>
                <a:gd name="T8" fmla="*/ 445 w 2107"/>
                <a:gd name="T9" fmla="*/ 1851 h 2307"/>
                <a:gd name="T10" fmla="*/ 1147 w 2107"/>
                <a:gd name="T11" fmla="*/ 1146 h 2307"/>
                <a:gd name="T12" fmla="*/ 1145 w 2107"/>
                <a:gd name="T13" fmla="*/ 964 h 2307"/>
                <a:gd name="T14" fmla="*/ 2107 w 2107"/>
                <a:gd name="T15" fmla="*/ 0 h 23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07" h="2307">
                  <a:moveTo>
                    <a:pt x="0" y="2307"/>
                  </a:moveTo>
                  <a:lnTo>
                    <a:pt x="156" y="2151"/>
                  </a:lnTo>
                  <a:lnTo>
                    <a:pt x="161" y="1959"/>
                  </a:lnTo>
                  <a:lnTo>
                    <a:pt x="279" y="1841"/>
                  </a:lnTo>
                  <a:lnTo>
                    <a:pt x="445" y="1851"/>
                  </a:lnTo>
                  <a:lnTo>
                    <a:pt x="1147" y="1146"/>
                  </a:lnTo>
                  <a:lnTo>
                    <a:pt x="1145" y="964"/>
                  </a:lnTo>
                  <a:lnTo>
                    <a:pt x="210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05" name="Freeform 240"/>
            <p:cNvSpPr>
              <a:spLocks/>
            </p:cNvSpPr>
            <p:nvPr/>
          </p:nvSpPr>
          <p:spPr bwMode="auto">
            <a:xfrm rot="5400000" flipH="1" flipV="1">
              <a:off x="12088300" y="-3617035"/>
              <a:ext cx="3524250" cy="3865563"/>
            </a:xfrm>
            <a:custGeom>
              <a:avLst/>
              <a:gdLst>
                <a:gd name="T0" fmla="*/ 2220 w 2220"/>
                <a:gd name="T1" fmla="*/ 0 h 2435"/>
                <a:gd name="T2" fmla="*/ 1256 w 2220"/>
                <a:gd name="T3" fmla="*/ 964 h 2435"/>
                <a:gd name="T4" fmla="*/ 1261 w 2220"/>
                <a:gd name="T5" fmla="*/ 1149 h 2435"/>
                <a:gd name="T6" fmla="*/ 556 w 2220"/>
                <a:gd name="T7" fmla="*/ 1851 h 2435"/>
                <a:gd name="T8" fmla="*/ 398 w 2220"/>
                <a:gd name="T9" fmla="*/ 1848 h 2435"/>
                <a:gd name="T10" fmla="*/ 279 w 2220"/>
                <a:gd name="T11" fmla="*/ 1969 h 2435"/>
                <a:gd name="T12" fmla="*/ 275 w 2220"/>
                <a:gd name="T13" fmla="*/ 2158 h 2435"/>
                <a:gd name="T14" fmla="*/ 0 w 2220"/>
                <a:gd name="T15" fmla="*/ 2435 h 24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0" h="2435">
                  <a:moveTo>
                    <a:pt x="2220" y="0"/>
                  </a:moveTo>
                  <a:lnTo>
                    <a:pt x="1256" y="964"/>
                  </a:lnTo>
                  <a:lnTo>
                    <a:pt x="1261" y="1149"/>
                  </a:lnTo>
                  <a:lnTo>
                    <a:pt x="556" y="1851"/>
                  </a:lnTo>
                  <a:lnTo>
                    <a:pt x="398" y="1848"/>
                  </a:lnTo>
                  <a:lnTo>
                    <a:pt x="279" y="1969"/>
                  </a:lnTo>
                  <a:lnTo>
                    <a:pt x="275" y="2158"/>
                  </a:lnTo>
                  <a:lnTo>
                    <a:pt x="0" y="2435"/>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06" name="Freeform 242"/>
            <p:cNvSpPr>
              <a:spLocks/>
            </p:cNvSpPr>
            <p:nvPr/>
          </p:nvSpPr>
          <p:spPr bwMode="auto">
            <a:xfrm rot="5400000" flipH="1" flipV="1">
              <a:off x="12130369" y="-3657517"/>
              <a:ext cx="4192588" cy="4506913"/>
            </a:xfrm>
            <a:custGeom>
              <a:avLst/>
              <a:gdLst>
                <a:gd name="T0" fmla="*/ 0 w 2641"/>
                <a:gd name="T1" fmla="*/ 2839 h 2839"/>
                <a:gd name="T2" fmla="*/ 690 w 2641"/>
                <a:gd name="T3" fmla="*/ 2149 h 2839"/>
                <a:gd name="T4" fmla="*/ 692 w 2641"/>
                <a:gd name="T5" fmla="*/ 1960 h 2839"/>
                <a:gd name="T6" fmla="*/ 811 w 2641"/>
                <a:gd name="T7" fmla="*/ 1842 h 2839"/>
                <a:gd name="T8" fmla="*/ 976 w 2641"/>
                <a:gd name="T9" fmla="*/ 1849 h 2839"/>
                <a:gd name="T10" fmla="*/ 1681 w 2641"/>
                <a:gd name="T11" fmla="*/ 1147 h 2839"/>
                <a:gd name="T12" fmla="*/ 1676 w 2641"/>
                <a:gd name="T13" fmla="*/ 962 h 2839"/>
                <a:gd name="T14" fmla="*/ 2641 w 2641"/>
                <a:gd name="T15" fmla="*/ 0 h 28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41" h="2839">
                  <a:moveTo>
                    <a:pt x="0" y="2839"/>
                  </a:moveTo>
                  <a:lnTo>
                    <a:pt x="690" y="2149"/>
                  </a:lnTo>
                  <a:lnTo>
                    <a:pt x="692" y="1960"/>
                  </a:lnTo>
                  <a:lnTo>
                    <a:pt x="811" y="1842"/>
                  </a:lnTo>
                  <a:lnTo>
                    <a:pt x="976" y="1849"/>
                  </a:lnTo>
                  <a:lnTo>
                    <a:pt x="1681" y="1147"/>
                  </a:lnTo>
                  <a:lnTo>
                    <a:pt x="1676" y="962"/>
                  </a:lnTo>
                  <a:lnTo>
                    <a:pt x="2641"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07" name="Freeform 243"/>
            <p:cNvSpPr>
              <a:spLocks/>
            </p:cNvSpPr>
            <p:nvPr/>
          </p:nvSpPr>
          <p:spPr bwMode="auto">
            <a:xfrm rot="5400000" flipH="1" flipV="1">
              <a:off x="12100206" y="-3627354"/>
              <a:ext cx="2970213" cy="3119438"/>
            </a:xfrm>
            <a:custGeom>
              <a:avLst/>
              <a:gdLst>
                <a:gd name="T0" fmla="*/ 1871 w 1871"/>
                <a:gd name="T1" fmla="*/ 0 h 1965"/>
                <a:gd name="T2" fmla="*/ 906 w 1871"/>
                <a:gd name="T3" fmla="*/ 962 h 1965"/>
                <a:gd name="T4" fmla="*/ 904 w 1871"/>
                <a:gd name="T5" fmla="*/ 1140 h 1965"/>
                <a:gd name="T6" fmla="*/ 81 w 1871"/>
                <a:gd name="T7" fmla="*/ 1962 h 1965"/>
                <a:gd name="T8" fmla="*/ 0 w 1871"/>
                <a:gd name="T9" fmla="*/ 1965 h 1965"/>
              </a:gdLst>
              <a:ahLst/>
              <a:cxnLst>
                <a:cxn ang="0">
                  <a:pos x="T0" y="T1"/>
                </a:cxn>
                <a:cxn ang="0">
                  <a:pos x="T2" y="T3"/>
                </a:cxn>
                <a:cxn ang="0">
                  <a:pos x="T4" y="T5"/>
                </a:cxn>
                <a:cxn ang="0">
                  <a:pos x="T6" y="T7"/>
                </a:cxn>
                <a:cxn ang="0">
                  <a:pos x="T8" y="T9"/>
                </a:cxn>
              </a:cxnLst>
              <a:rect l="0" t="0" r="r" b="b"/>
              <a:pathLst>
                <a:path w="1871" h="1965">
                  <a:moveTo>
                    <a:pt x="1871" y="0"/>
                  </a:moveTo>
                  <a:lnTo>
                    <a:pt x="906" y="962"/>
                  </a:lnTo>
                  <a:lnTo>
                    <a:pt x="904" y="1140"/>
                  </a:lnTo>
                  <a:lnTo>
                    <a:pt x="81" y="1962"/>
                  </a:lnTo>
                  <a:lnTo>
                    <a:pt x="0" y="1965"/>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08" name="Freeform 244"/>
            <p:cNvSpPr>
              <a:spLocks/>
            </p:cNvSpPr>
            <p:nvPr/>
          </p:nvSpPr>
          <p:spPr bwMode="auto">
            <a:xfrm rot="5400000" flipH="1" flipV="1">
              <a:off x="14561625" y="-705560"/>
              <a:ext cx="152400" cy="150813"/>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09" name="Freeform 245"/>
            <p:cNvSpPr>
              <a:spLocks/>
            </p:cNvSpPr>
            <p:nvPr/>
          </p:nvSpPr>
          <p:spPr bwMode="auto">
            <a:xfrm rot="5400000" flipH="1" flipV="1">
              <a:off x="14185387" y="-989723"/>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10" name="Freeform 246"/>
            <p:cNvSpPr>
              <a:spLocks/>
            </p:cNvSpPr>
            <p:nvPr/>
          </p:nvSpPr>
          <p:spPr bwMode="auto">
            <a:xfrm rot="5400000" flipH="1" flipV="1">
              <a:off x="15071212" y="-659523"/>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11" name="Freeform 247"/>
            <p:cNvSpPr>
              <a:spLocks/>
            </p:cNvSpPr>
            <p:nvPr/>
          </p:nvSpPr>
          <p:spPr bwMode="auto">
            <a:xfrm rot="5400000" flipH="1" flipV="1">
              <a:off x="14125856" y="-1155617"/>
              <a:ext cx="153988" cy="150813"/>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12" name="Freeform 248"/>
            <p:cNvSpPr>
              <a:spLocks/>
            </p:cNvSpPr>
            <p:nvPr/>
          </p:nvSpPr>
          <p:spPr bwMode="auto">
            <a:xfrm rot="5400000" flipH="1" flipV="1">
              <a:off x="14311593" y="-827003"/>
              <a:ext cx="250825" cy="250825"/>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13" name="Freeform 249"/>
            <p:cNvSpPr>
              <a:spLocks/>
            </p:cNvSpPr>
            <p:nvPr/>
          </p:nvSpPr>
          <p:spPr bwMode="auto">
            <a:xfrm rot="5400000" flipH="1" flipV="1">
              <a:off x="14360806" y="-777791"/>
              <a:ext cx="153988" cy="153988"/>
            </a:xfrm>
            <a:custGeom>
              <a:avLst/>
              <a:gdLst>
                <a:gd name="T0" fmla="*/ 34 w 41"/>
                <a:gd name="T1" fmla="*/ 34 h 41"/>
                <a:gd name="T2" fmla="*/ 7 w 41"/>
                <a:gd name="T3" fmla="*/ 34 h 41"/>
                <a:gd name="T4" fmla="*/ 7 w 41"/>
                <a:gd name="T5" fmla="*/ 7 h 41"/>
                <a:gd name="T6" fmla="*/ 34 w 41"/>
                <a:gd name="T7" fmla="*/ 7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7" y="34"/>
                  </a:cubicBezTo>
                  <a:cubicBezTo>
                    <a:pt x="0" y="26"/>
                    <a:pt x="0" y="14"/>
                    <a:pt x="7" y="7"/>
                  </a:cubicBezTo>
                  <a:cubicBezTo>
                    <a:pt x="15" y="0"/>
                    <a:pt x="27" y="0"/>
                    <a:pt x="34" y="7"/>
                  </a:cubicBezTo>
                  <a:cubicBezTo>
                    <a:pt x="41" y="14"/>
                    <a:pt x="41" y="26"/>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14" name="Freeform 250"/>
            <p:cNvSpPr>
              <a:spLocks/>
            </p:cNvSpPr>
            <p:nvPr/>
          </p:nvSpPr>
          <p:spPr bwMode="auto">
            <a:xfrm rot="5400000" flipH="1" flipV="1">
              <a:off x="10663518" y="-650791"/>
              <a:ext cx="250825" cy="250825"/>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15" name="Freeform 251"/>
            <p:cNvSpPr>
              <a:spLocks/>
            </p:cNvSpPr>
            <p:nvPr/>
          </p:nvSpPr>
          <p:spPr bwMode="auto">
            <a:xfrm rot="5400000" flipH="1" flipV="1">
              <a:off x="10712731" y="-601579"/>
              <a:ext cx="153988" cy="153988"/>
            </a:xfrm>
            <a:custGeom>
              <a:avLst/>
              <a:gdLst>
                <a:gd name="T0" fmla="*/ 34 w 41"/>
                <a:gd name="T1" fmla="*/ 34 h 41"/>
                <a:gd name="T2" fmla="*/ 7 w 41"/>
                <a:gd name="T3" fmla="*/ 34 h 41"/>
                <a:gd name="T4" fmla="*/ 7 w 41"/>
                <a:gd name="T5" fmla="*/ 8 h 41"/>
                <a:gd name="T6" fmla="*/ 34 w 41"/>
                <a:gd name="T7" fmla="*/ 8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7" y="34"/>
                  </a:cubicBezTo>
                  <a:cubicBezTo>
                    <a:pt x="0" y="27"/>
                    <a:pt x="0" y="15"/>
                    <a:pt x="7" y="8"/>
                  </a:cubicBezTo>
                  <a:cubicBezTo>
                    <a:pt x="15" y="0"/>
                    <a:pt x="27" y="0"/>
                    <a:pt x="34" y="8"/>
                  </a:cubicBezTo>
                  <a:cubicBezTo>
                    <a:pt x="41" y="15"/>
                    <a:pt x="41" y="27"/>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16" name="Freeform 252"/>
            <p:cNvSpPr>
              <a:spLocks/>
            </p:cNvSpPr>
            <p:nvPr/>
          </p:nvSpPr>
          <p:spPr bwMode="auto">
            <a:xfrm rot="5400000" flipH="1" flipV="1">
              <a:off x="10048362" y="-1011947"/>
              <a:ext cx="250825" cy="252413"/>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17" name="Freeform 253"/>
            <p:cNvSpPr>
              <a:spLocks/>
            </p:cNvSpPr>
            <p:nvPr/>
          </p:nvSpPr>
          <p:spPr bwMode="auto">
            <a:xfrm rot="5400000" flipH="1" flipV="1">
              <a:off x="10096781" y="-961941"/>
              <a:ext cx="153988" cy="153988"/>
            </a:xfrm>
            <a:custGeom>
              <a:avLst/>
              <a:gdLst>
                <a:gd name="T0" fmla="*/ 34 w 41"/>
                <a:gd name="T1" fmla="*/ 34 h 41"/>
                <a:gd name="T2" fmla="*/ 7 w 41"/>
                <a:gd name="T3" fmla="*/ 34 h 41"/>
                <a:gd name="T4" fmla="*/ 7 w 41"/>
                <a:gd name="T5" fmla="*/ 8 h 41"/>
                <a:gd name="T6" fmla="*/ 34 w 41"/>
                <a:gd name="T7" fmla="*/ 8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7" y="34"/>
                  </a:cubicBezTo>
                  <a:cubicBezTo>
                    <a:pt x="0" y="27"/>
                    <a:pt x="0" y="15"/>
                    <a:pt x="7" y="8"/>
                  </a:cubicBezTo>
                  <a:cubicBezTo>
                    <a:pt x="15" y="0"/>
                    <a:pt x="27" y="0"/>
                    <a:pt x="34" y="8"/>
                  </a:cubicBezTo>
                  <a:cubicBezTo>
                    <a:pt x="41" y="15"/>
                    <a:pt x="41" y="27"/>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18" name="Freeform 254"/>
            <p:cNvSpPr>
              <a:spLocks/>
            </p:cNvSpPr>
            <p:nvPr/>
          </p:nvSpPr>
          <p:spPr bwMode="auto">
            <a:xfrm rot="5400000" flipH="1" flipV="1">
              <a:off x="11958918" y="749384"/>
              <a:ext cx="250825" cy="250825"/>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19" name="Freeform 255"/>
            <p:cNvSpPr>
              <a:spLocks/>
            </p:cNvSpPr>
            <p:nvPr/>
          </p:nvSpPr>
          <p:spPr bwMode="auto">
            <a:xfrm rot="5400000" flipH="1" flipV="1">
              <a:off x="12006543" y="798596"/>
              <a:ext cx="153988" cy="153988"/>
            </a:xfrm>
            <a:custGeom>
              <a:avLst/>
              <a:gdLst>
                <a:gd name="T0" fmla="*/ 34 w 41"/>
                <a:gd name="T1" fmla="*/ 34 h 41"/>
                <a:gd name="T2" fmla="*/ 7 w 41"/>
                <a:gd name="T3" fmla="*/ 34 h 41"/>
                <a:gd name="T4" fmla="*/ 7 w 41"/>
                <a:gd name="T5" fmla="*/ 8 h 41"/>
                <a:gd name="T6" fmla="*/ 34 w 41"/>
                <a:gd name="T7" fmla="*/ 8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6" y="41"/>
                    <a:pt x="14" y="41"/>
                    <a:pt x="7" y="34"/>
                  </a:cubicBezTo>
                  <a:cubicBezTo>
                    <a:pt x="0" y="27"/>
                    <a:pt x="0" y="15"/>
                    <a:pt x="7" y="8"/>
                  </a:cubicBezTo>
                  <a:cubicBezTo>
                    <a:pt x="14" y="0"/>
                    <a:pt x="26" y="0"/>
                    <a:pt x="34" y="8"/>
                  </a:cubicBezTo>
                  <a:cubicBezTo>
                    <a:pt x="41" y="15"/>
                    <a:pt x="41" y="27"/>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20" name="Freeform 256"/>
            <p:cNvSpPr>
              <a:spLocks/>
            </p:cNvSpPr>
            <p:nvPr/>
          </p:nvSpPr>
          <p:spPr bwMode="auto">
            <a:xfrm rot="5400000" flipH="1" flipV="1">
              <a:off x="12081949" y="3421941"/>
              <a:ext cx="252413" cy="250825"/>
            </a:xfrm>
            <a:custGeom>
              <a:avLst/>
              <a:gdLst>
                <a:gd name="T0" fmla="*/ 12 w 67"/>
                <a:gd name="T1" fmla="*/ 12 h 67"/>
                <a:gd name="T2" fmla="*/ 55 w 67"/>
                <a:gd name="T3" fmla="*/ 12 h 67"/>
                <a:gd name="T4" fmla="*/ 55 w 67"/>
                <a:gd name="T5" fmla="*/ 55 h 67"/>
                <a:gd name="T6" fmla="*/ 12 w 67"/>
                <a:gd name="T7" fmla="*/ 55 h 67"/>
                <a:gd name="T8" fmla="*/ 12 w 67"/>
                <a:gd name="T9" fmla="*/ 12 h 67"/>
              </a:gdLst>
              <a:ahLst/>
              <a:cxnLst>
                <a:cxn ang="0">
                  <a:pos x="T0" y="T1"/>
                </a:cxn>
                <a:cxn ang="0">
                  <a:pos x="T2" y="T3"/>
                </a:cxn>
                <a:cxn ang="0">
                  <a:pos x="T4" y="T5"/>
                </a:cxn>
                <a:cxn ang="0">
                  <a:pos x="T6" y="T7"/>
                </a:cxn>
                <a:cxn ang="0">
                  <a:pos x="T8" y="T9"/>
                </a:cxn>
              </a:cxnLst>
              <a:rect l="0" t="0" r="r" b="b"/>
              <a:pathLst>
                <a:path w="67" h="67">
                  <a:moveTo>
                    <a:pt x="12" y="12"/>
                  </a:moveTo>
                  <a:cubicBezTo>
                    <a:pt x="24" y="0"/>
                    <a:pt x="43" y="0"/>
                    <a:pt x="55" y="12"/>
                  </a:cubicBezTo>
                  <a:cubicBezTo>
                    <a:pt x="67" y="24"/>
                    <a:pt x="67" y="43"/>
                    <a:pt x="55" y="55"/>
                  </a:cubicBezTo>
                  <a:cubicBezTo>
                    <a:pt x="43" y="67"/>
                    <a:pt x="24"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21" name="Freeform 257"/>
            <p:cNvSpPr>
              <a:spLocks/>
            </p:cNvSpPr>
            <p:nvPr/>
          </p:nvSpPr>
          <p:spPr bwMode="auto">
            <a:xfrm rot="5400000" flipH="1" flipV="1">
              <a:off x="12130368" y="3470359"/>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22" name="Freeform 258"/>
            <p:cNvSpPr>
              <a:spLocks/>
            </p:cNvSpPr>
            <p:nvPr/>
          </p:nvSpPr>
          <p:spPr bwMode="auto">
            <a:xfrm rot="5400000" flipH="1" flipV="1">
              <a:off x="14353662" y="4845929"/>
              <a:ext cx="252413" cy="247650"/>
            </a:xfrm>
            <a:custGeom>
              <a:avLst/>
              <a:gdLst>
                <a:gd name="T0" fmla="*/ 12 w 67"/>
                <a:gd name="T1" fmla="*/ 11 h 66"/>
                <a:gd name="T2" fmla="*/ 55 w 67"/>
                <a:gd name="T3" fmla="*/ 11 h 66"/>
                <a:gd name="T4" fmla="*/ 55 w 67"/>
                <a:gd name="T5" fmla="*/ 54 h 66"/>
                <a:gd name="T6" fmla="*/ 12 w 67"/>
                <a:gd name="T7" fmla="*/ 54 h 66"/>
                <a:gd name="T8" fmla="*/ 12 w 67"/>
                <a:gd name="T9" fmla="*/ 11 h 66"/>
              </a:gdLst>
              <a:ahLst/>
              <a:cxnLst>
                <a:cxn ang="0">
                  <a:pos x="T0" y="T1"/>
                </a:cxn>
                <a:cxn ang="0">
                  <a:pos x="T2" y="T3"/>
                </a:cxn>
                <a:cxn ang="0">
                  <a:pos x="T4" y="T5"/>
                </a:cxn>
                <a:cxn ang="0">
                  <a:pos x="T6" y="T7"/>
                </a:cxn>
                <a:cxn ang="0">
                  <a:pos x="T8" y="T9"/>
                </a:cxn>
              </a:cxnLst>
              <a:rect l="0" t="0" r="r" b="b"/>
              <a:pathLst>
                <a:path w="67" h="66">
                  <a:moveTo>
                    <a:pt x="12" y="11"/>
                  </a:moveTo>
                  <a:cubicBezTo>
                    <a:pt x="24" y="0"/>
                    <a:pt x="43" y="0"/>
                    <a:pt x="55" y="11"/>
                  </a:cubicBezTo>
                  <a:cubicBezTo>
                    <a:pt x="66" y="23"/>
                    <a:pt x="67" y="42"/>
                    <a:pt x="55" y="54"/>
                  </a:cubicBezTo>
                  <a:cubicBezTo>
                    <a:pt x="43" y="66"/>
                    <a:pt x="24" y="66"/>
                    <a:pt x="12" y="54"/>
                  </a:cubicBezTo>
                  <a:cubicBezTo>
                    <a:pt x="0" y="42"/>
                    <a:pt x="0" y="23"/>
                    <a:pt x="12" y="11"/>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23" name="Freeform 259"/>
            <p:cNvSpPr>
              <a:spLocks/>
            </p:cNvSpPr>
            <p:nvPr/>
          </p:nvSpPr>
          <p:spPr bwMode="auto">
            <a:xfrm rot="5400000" flipH="1" flipV="1">
              <a:off x="14402081" y="4892759"/>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24" name="Freeform 260"/>
            <p:cNvSpPr>
              <a:spLocks/>
            </p:cNvSpPr>
            <p:nvPr/>
          </p:nvSpPr>
          <p:spPr bwMode="auto">
            <a:xfrm rot="5400000" flipH="1" flipV="1">
              <a:off x="11106431" y="2213059"/>
              <a:ext cx="250825" cy="250825"/>
            </a:xfrm>
            <a:custGeom>
              <a:avLst/>
              <a:gdLst>
                <a:gd name="T0" fmla="*/ 12 w 67"/>
                <a:gd name="T1" fmla="*/ 12 h 67"/>
                <a:gd name="T2" fmla="*/ 55 w 67"/>
                <a:gd name="T3" fmla="*/ 12 h 67"/>
                <a:gd name="T4" fmla="*/ 55 w 67"/>
                <a:gd name="T5" fmla="*/ 55 h 67"/>
                <a:gd name="T6" fmla="*/ 12 w 67"/>
                <a:gd name="T7" fmla="*/ 55 h 67"/>
                <a:gd name="T8" fmla="*/ 12 w 67"/>
                <a:gd name="T9" fmla="*/ 12 h 67"/>
              </a:gdLst>
              <a:ahLst/>
              <a:cxnLst>
                <a:cxn ang="0">
                  <a:pos x="T0" y="T1"/>
                </a:cxn>
                <a:cxn ang="0">
                  <a:pos x="T2" y="T3"/>
                </a:cxn>
                <a:cxn ang="0">
                  <a:pos x="T4" y="T5"/>
                </a:cxn>
                <a:cxn ang="0">
                  <a:pos x="T6" y="T7"/>
                </a:cxn>
                <a:cxn ang="0">
                  <a:pos x="T8" y="T9"/>
                </a:cxn>
              </a:cxnLst>
              <a:rect l="0" t="0" r="r" b="b"/>
              <a:pathLst>
                <a:path w="67" h="67">
                  <a:moveTo>
                    <a:pt x="12" y="12"/>
                  </a:moveTo>
                  <a:cubicBezTo>
                    <a:pt x="24" y="0"/>
                    <a:pt x="43" y="0"/>
                    <a:pt x="55" y="12"/>
                  </a:cubicBezTo>
                  <a:cubicBezTo>
                    <a:pt x="67" y="24"/>
                    <a:pt x="67" y="43"/>
                    <a:pt x="55" y="55"/>
                  </a:cubicBezTo>
                  <a:cubicBezTo>
                    <a:pt x="43" y="67"/>
                    <a:pt x="24"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25" name="Freeform 261"/>
            <p:cNvSpPr>
              <a:spLocks/>
            </p:cNvSpPr>
            <p:nvPr/>
          </p:nvSpPr>
          <p:spPr bwMode="auto">
            <a:xfrm rot="5400000" flipH="1" flipV="1">
              <a:off x="11155643" y="2262271"/>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7" y="0"/>
                    <a:pt x="34" y="7"/>
                  </a:cubicBezTo>
                  <a:cubicBezTo>
                    <a:pt x="41" y="14"/>
                    <a:pt x="41" y="26"/>
                    <a:pt x="34" y="34"/>
                  </a:cubicBezTo>
                  <a:cubicBezTo>
                    <a:pt x="27" y="41"/>
                    <a:pt x="15" y="41"/>
                    <a:pt x="7" y="34"/>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26" name="Freeform 262"/>
            <p:cNvSpPr>
              <a:spLocks/>
            </p:cNvSpPr>
            <p:nvPr/>
          </p:nvSpPr>
          <p:spPr bwMode="auto">
            <a:xfrm rot="5400000" flipH="1" flipV="1">
              <a:off x="6333612" y="-3385260"/>
              <a:ext cx="3719513" cy="4000500"/>
            </a:xfrm>
            <a:custGeom>
              <a:avLst/>
              <a:gdLst>
                <a:gd name="T0" fmla="*/ 0 w 2343"/>
                <a:gd name="T1" fmla="*/ 2431 h 2520"/>
                <a:gd name="T2" fmla="*/ 87 w 2343"/>
                <a:gd name="T3" fmla="*/ 2516 h 2520"/>
                <a:gd name="T4" fmla="*/ 198 w 2343"/>
                <a:gd name="T5" fmla="*/ 2520 h 2520"/>
                <a:gd name="T6" fmla="*/ 373 w 2343"/>
                <a:gd name="T7" fmla="*/ 2343 h 2520"/>
                <a:gd name="T8" fmla="*/ 373 w 2343"/>
                <a:gd name="T9" fmla="*/ 1970 h 2520"/>
                <a:gd name="T10" fmla="*/ 2343 w 2343"/>
                <a:gd name="T11" fmla="*/ 0 h 2520"/>
              </a:gdLst>
              <a:ahLst/>
              <a:cxnLst>
                <a:cxn ang="0">
                  <a:pos x="T0" y="T1"/>
                </a:cxn>
                <a:cxn ang="0">
                  <a:pos x="T2" y="T3"/>
                </a:cxn>
                <a:cxn ang="0">
                  <a:pos x="T4" y="T5"/>
                </a:cxn>
                <a:cxn ang="0">
                  <a:pos x="T6" y="T7"/>
                </a:cxn>
                <a:cxn ang="0">
                  <a:pos x="T8" y="T9"/>
                </a:cxn>
                <a:cxn ang="0">
                  <a:pos x="T10" y="T11"/>
                </a:cxn>
              </a:cxnLst>
              <a:rect l="0" t="0" r="r" b="b"/>
              <a:pathLst>
                <a:path w="2343" h="2520">
                  <a:moveTo>
                    <a:pt x="0" y="2431"/>
                  </a:moveTo>
                  <a:lnTo>
                    <a:pt x="87" y="2516"/>
                  </a:lnTo>
                  <a:lnTo>
                    <a:pt x="198" y="2520"/>
                  </a:lnTo>
                  <a:lnTo>
                    <a:pt x="373" y="2343"/>
                  </a:lnTo>
                  <a:lnTo>
                    <a:pt x="373" y="1970"/>
                  </a:lnTo>
                  <a:lnTo>
                    <a:pt x="234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27" name="Freeform 263"/>
            <p:cNvSpPr>
              <a:spLocks/>
            </p:cNvSpPr>
            <p:nvPr/>
          </p:nvSpPr>
          <p:spPr bwMode="auto">
            <a:xfrm rot="5400000" flipH="1" flipV="1">
              <a:off x="6155018" y="-3627354"/>
              <a:ext cx="3649663" cy="4129088"/>
            </a:xfrm>
            <a:custGeom>
              <a:avLst/>
              <a:gdLst>
                <a:gd name="T0" fmla="*/ 0 w 2299"/>
                <a:gd name="T1" fmla="*/ 2598 h 2601"/>
                <a:gd name="T2" fmla="*/ 78 w 2299"/>
                <a:gd name="T3" fmla="*/ 2601 h 2601"/>
                <a:gd name="T4" fmla="*/ 201 w 2299"/>
                <a:gd name="T5" fmla="*/ 2478 h 2601"/>
                <a:gd name="T6" fmla="*/ 201 w 2299"/>
                <a:gd name="T7" fmla="*/ 2097 h 2601"/>
                <a:gd name="T8" fmla="*/ 2299 w 2299"/>
                <a:gd name="T9" fmla="*/ 0 h 2601"/>
              </a:gdLst>
              <a:ahLst/>
              <a:cxnLst>
                <a:cxn ang="0">
                  <a:pos x="T0" y="T1"/>
                </a:cxn>
                <a:cxn ang="0">
                  <a:pos x="T2" y="T3"/>
                </a:cxn>
                <a:cxn ang="0">
                  <a:pos x="T4" y="T5"/>
                </a:cxn>
                <a:cxn ang="0">
                  <a:pos x="T6" y="T7"/>
                </a:cxn>
                <a:cxn ang="0">
                  <a:pos x="T8" y="T9"/>
                </a:cxn>
              </a:cxnLst>
              <a:rect l="0" t="0" r="r" b="b"/>
              <a:pathLst>
                <a:path w="2299" h="2601">
                  <a:moveTo>
                    <a:pt x="0" y="2598"/>
                  </a:moveTo>
                  <a:lnTo>
                    <a:pt x="78" y="2601"/>
                  </a:lnTo>
                  <a:lnTo>
                    <a:pt x="201" y="2478"/>
                  </a:lnTo>
                  <a:lnTo>
                    <a:pt x="201" y="2097"/>
                  </a:lnTo>
                  <a:lnTo>
                    <a:pt x="229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28" name="Freeform 264"/>
            <p:cNvSpPr>
              <a:spLocks/>
            </p:cNvSpPr>
            <p:nvPr/>
          </p:nvSpPr>
          <p:spPr bwMode="auto">
            <a:xfrm rot="5400000" flipH="1" flipV="1">
              <a:off x="9980893" y="196934"/>
              <a:ext cx="153988" cy="153988"/>
            </a:xfrm>
            <a:custGeom>
              <a:avLst/>
              <a:gdLst>
                <a:gd name="T0" fmla="*/ 8 w 41"/>
                <a:gd name="T1" fmla="*/ 8 h 41"/>
                <a:gd name="T2" fmla="*/ 8 w 41"/>
                <a:gd name="T3" fmla="*/ 34 h 41"/>
                <a:gd name="T4" fmla="*/ 34 w 41"/>
                <a:gd name="T5" fmla="*/ 34 h 41"/>
                <a:gd name="T6" fmla="*/ 34 w 41"/>
                <a:gd name="T7" fmla="*/ 8 h 41"/>
                <a:gd name="T8" fmla="*/ 8 w 41"/>
                <a:gd name="T9" fmla="*/ 8 h 41"/>
              </a:gdLst>
              <a:ahLst/>
              <a:cxnLst>
                <a:cxn ang="0">
                  <a:pos x="T0" y="T1"/>
                </a:cxn>
                <a:cxn ang="0">
                  <a:pos x="T2" y="T3"/>
                </a:cxn>
                <a:cxn ang="0">
                  <a:pos x="T4" y="T5"/>
                </a:cxn>
                <a:cxn ang="0">
                  <a:pos x="T6" y="T7"/>
                </a:cxn>
                <a:cxn ang="0">
                  <a:pos x="T8" y="T9"/>
                </a:cxn>
              </a:cxnLst>
              <a:rect l="0" t="0" r="r" b="b"/>
              <a:pathLst>
                <a:path w="41" h="41">
                  <a:moveTo>
                    <a:pt x="8" y="8"/>
                  </a:moveTo>
                  <a:cubicBezTo>
                    <a:pt x="0" y="15"/>
                    <a:pt x="0" y="27"/>
                    <a:pt x="8" y="34"/>
                  </a:cubicBezTo>
                  <a:cubicBezTo>
                    <a:pt x="15" y="41"/>
                    <a:pt x="27" y="41"/>
                    <a:pt x="34" y="34"/>
                  </a:cubicBezTo>
                  <a:cubicBezTo>
                    <a:pt x="41" y="27"/>
                    <a:pt x="41" y="15"/>
                    <a:pt x="34" y="8"/>
                  </a:cubicBezTo>
                  <a:cubicBezTo>
                    <a:pt x="27" y="0"/>
                    <a:pt x="15" y="0"/>
                    <a:pt x="8"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00" name="Freeform 135"/>
            <p:cNvSpPr>
              <a:spLocks/>
            </p:cNvSpPr>
            <p:nvPr/>
          </p:nvSpPr>
          <p:spPr bwMode="auto">
            <a:xfrm rot="5400000" flipH="1" flipV="1">
              <a:off x="10495212" y="4034717"/>
              <a:ext cx="152400"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7"/>
                    <a:pt x="33" y="34"/>
                  </a:cubicBezTo>
                  <a:cubicBezTo>
                    <a:pt x="26" y="41"/>
                    <a:pt x="14" y="41"/>
                    <a:pt x="7" y="34"/>
                  </a:cubicBezTo>
                  <a:cubicBezTo>
                    <a:pt x="0" y="27"/>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539" name="矩形 538"/>
          <p:cNvSpPr/>
          <p:nvPr/>
        </p:nvSpPr>
        <p:spPr>
          <a:xfrm>
            <a:off x="4644460" y="3550931"/>
            <a:ext cx="3068749" cy="2216541"/>
          </a:xfrm>
          <a:prstGeom prst="snip2Diag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416" name="文本框 539"/>
          <p:cNvSpPr txBox="1"/>
          <p:nvPr/>
        </p:nvSpPr>
        <p:spPr>
          <a:xfrm>
            <a:off x="4792970" y="3650539"/>
            <a:ext cx="2916775" cy="2131353"/>
          </a:xfrm>
          <a:prstGeom prst="rect">
            <a:avLst/>
          </a:prstGeom>
          <a:noFill/>
        </p:spPr>
        <p:txBody>
          <a:bodyPr wrap="square" rtlCol="0">
            <a:spAutoFit/>
          </a:bodyPr>
          <a:lstStyle/>
          <a:p>
            <a:pPr>
              <a:lnSpc>
                <a:spcPct val="150000"/>
              </a:lnSpc>
            </a:pPr>
            <a:r>
              <a:rPr lang="en-US" sz="1500" b="1" u="sng" dirty="0" smtClean="0">
                <a:ln w="0"/>
                <a:solidFill>
                  <a:prstClr val="white"/>
                </a:solidFill>
                <a:effectLst>
                  <a:outerShdw blurRad="38100" dist="19050" dir="2700000" algn="tl" rotWithShape="0">
                    <a:prstClr val="black">
                      <a:alpha val="40000"/>
                    </a:prstClr>
                  </a:outerShdw>
                </a:effectLst>
                <a:latin typeface="+mj-lt"/>
                <a:ea typeface="Cambria" panose="02040503050406030204" pitchFamily="18" charset="0"/>
                <a:cs typeface="Arial"/>
                <a:sym typeface="Arial"/>
              </a:rPr>
              <a:t>Supervised By </a:t>
            </a:r>
            <a:endParaRPr lang="en-US" sz="1500" b="1" u="sng" dirty="0">
              <a:ln w="0"/>
              <a:solidFill>
                <a:prstClr val="white"/>
              </a:solidFill>
              <a:effectLst>
                <a:outerShdw blurRad="38100" dist="19050" dir="2700000" algn="tl" rotWithShape="0">
                  <a:prstClr val="black">
                    <a:alpha val="40000"/>
                  </a:prstClr>
                </a:outerShdw>
              </a:effectLst>
              <a:latin typeface="+mj-lt"/>
              <a:ea typeface="Cambria" panose="02040503050406030204" pitchFamily="18" charset="0"/>
              <a:cs typeface="Arial"/>
              <a:sym typeface="Arial"/>
            </a:endParaRPr>
          </a:p>
          <a:p>
            <a:pPr marL="285750" indent="-285750">
              <a:lnSpc>
                <a:spcPct val="150000"/>
              </a:lnSpc>
              <a:buFont typeface="Wingdings" panose="05000000000000000000" pitchFamily="2" charset="2"/>
              <a:buChar char="§"/>
            </a:pPr>
            <a:r>
              <a:rPr lang="en-US" sz="1500" b="1" dirty="0" smtClean="0">
                <a:ln w="0"/>
                <a:solidFill>
                  <a:prstClr val="white"/>
                </a:solidFill>
                <a:effectLst>
                  <a:outerShdw blurRad="38100" dist="19050" dir="2700000" algn="tl" rotWithShape="0">
                    <a:prstClr val="black">
                      <a:alpha val="40000"/>
                    </a:prstClr>
                  </a:outerShdw>
                </a:effectLst>
                <a:latin typeface="+mj-lt"/>
                <a:ea typeface="Cambria" panose="02040503050406030204" pitchFamily="18" charset="0"/>
                <a:cs typeface="Arial"/>
                <a:sym typeface="Arial"/>
              </a:rPr>
              <a:t>Dr. Ibrahim </a:t>
            </a:r>
            <a:r>
              <a:rPr lang="en-US" sz="1500" b="1" dirty="0" err="1" smtClean="0">
                <a:ln w="0"/>
                <a:solidFill>
                  <a:prstClr val="white"/>
                </a:solidFill>
                <a:effectLst>
                  <a:outerShdw blurRad="38100" dist="19050" dir="2700000" algn="tl" rotWithShape="0">
                    <a:prstClr val="black">
                      <a:alpha val="40000"/>
                    </a:prstClr>
                  </a:outerShdw>
                </a:effectLst>
                <a:latin typeface="+mj-lt"/>
                <a:ea typeface="Cambria" panose="02040503050406030204" pitchFamily="18" charset="0"/>
                <a:cs typeface="Arial"/>
                <a:sym typeface="Arial"/>
              </a:rPr>
              <a:t>Abdalla</a:t>
            </a:r>
            <a:endParaRPr lang="en-US" sz="1500" b="1" dirty="0" smtClean="0">
              <a:ln w="0"/>
              <a:solidFill>
                <a:prstClr val="white"/>
              </a:solidFill>
              <a:effectLst>
                <a:outerShdw blurRad="38100" dist="19050" dir="2700000" algn="tl" rotWithShape="0">
                  <a:prstClr val="black">
                    <a:alpha val="40000"/>
                  </a:prstClr>
                </a:outerShdw>
              </a:effectLst>
              <a:latin typeface="+mj-lt"/>
              <a:ea typeface="Cambria" panose="02040503050406030204" pitchFamily="18" charset="0"/>
              <a:cs typeface="Arial"/>
              <a:sym typeface="Arial"/>
            </a:endParaRPr>
          </a:p>
          <a:p>
            <a:pPr>
              <a:lnSpc>
                <a:spcPct val="150000"/>
              </a:lnSpc>
            </a:pPr>
            <a:endParaRPr lang="en-US" sz="1500" b="1" u="sng" dirty="0">
              <a:ln w="0"/>
              <a:solidFill>
                <a:prstClr val="white"/>
              </a:solidFill>
              <a:effectLst>
                <a:outerShdw blurRad="38100" dist="19050" dir="2700000" algn="tl" rotWithShape="0">
                  <a:prstClr val="black">
                    <a:alpha val="40000"/>
                  </a:prstClr>
                </a:outerShdw>
              </a:effectLst>
              <a:latin typeface="+mj-lt"/>
              <a:ea typeface="Cambria" panose="02040503050406030204" pitchFamily="18" charset="0"/>
              <a:cs typeface="Arial"/>
              <a:sym typeface="Arial"/>
            </a:endParaRPr>
          </a:p>
          <a:p>
            <a:pPr>
              <a:lnSpc>
                <a:spcPct val="150000"/>
              </a:lnSpc>
            </a:pPr>
            <a:r>
              <a:rPr lang="en-US" sz="1500" b="1" u="sng" dirty="0" smtClean="0">
                <a:ln w="0"/>
                <a:solidFill>
                  <a:prstClr val="white"/>
                </a:solidFill>
                <a:effectLst>
                  <a:outerShdw blurRad="38100" dist="19050" dir="2700000" algn="tl" rotWithShape="0">
                    <a:prstClr val="black">
                      <a:alpha val="40000"/>
                    </a:prstClr>
                  </a:outerShdw>
                </a:effectLst>
                <a:latin typeface="+mj-lt"/>
                <a:ea typeface="Cambria" panose="02040503050406030204" pitchFamily="18" charset="0"/>
                <a:cs typeface="Arial"/>
                <a:sym typeface="Arial"/>
              </a:rPr>
              <a:t>Made </a:t>
            </a:r>
            <a:r>
              <a:rPr lang="en-US" sz="1500" b="1" u="sng" dirty="0">
                <a:ln w="0"/>
                <a:solidFill>
                  <a:prstClr val="white"/>
                </a:solidFill>
                <a:effectLst>
                  <a:outerShdw blurRad="38100" dist="19050" dir="2700000" algn="tl" rotWithShape="0">
                    <a:prstClr val="black">
                      <a:alpha val="40000"/>
                    </a:prstClr>
                  </a:outerShdw>
                </a:effectLst>
                <a:latin typeface="+mj-lt"/>
                <a:ea typeface="Cambria" panose="02040503050406030204" pitchFamily="18" charset="0"/>
                <a:cs typeface="Arial"/>
                <a:sym typeface="Arial"/>
              </a:rPr>
              <a:t>By </a:t>
            </a:r>
          </a:p>
          <a:p>
            <a:pPr marL="171447" indent="-171447">
              <a:lnSpc>
                <a:spcPct val="150000"/>
              </a:lnSpc>
              <a:buFont typeface="Wingdings" panose="05000000000000000000" pitchFamily="2" charset="2"/>
              <a:buChar char="§"/>
            </a:pPr>
            <a:r>
              <a:rPr lang="en-US" sz="1500" b="1" dirty="0" err="1">
                <a:ln w="0"/>
                <a:solidFill>
                  <a:prstClr val="white"/>
                </a:solidFill>
                <a:effectLst>
                  <a:outerShdw blurRad="38100" dist="19050" dir="2700000" algn="tl" rotWithShape="0">
                    <a:prstClr val="black">
                      <a:alpha val="40000"/>
                    </a:prstClr>
                  </a:outerShdw>
                </a:effectLst>
                <a:latin typeface="+mj-lt"/>
                <a:ea typeface="Cambria" panose="02040503050406030204" pitchFamily="18" charset="0"/>
                <a:cs typeface="Arial"/>
                <a:sym typeface="Arial"/>
              </a:rPr>
              <a:t>Basant</a:t>
            </a:r>
            <a:r>
              <a:rPr lang="en-US" sz="1500" b="1" dirty="0">
                <a:ln w="0"/>
                <a:solidFill>
                  <a:prstClr val="white"/>
                </a:solidFill>
                <a:effectLst>
                  <a:outerShdw blurRad="38100" dist="19050" dir="2700000" algn="tl" rotWithShape="0">
                    <a:prstClr val="black">
                      <a:alpha val="40000"/>
                    </a:prstClr>
                  </a:outerShdw>
                </a:effectLst>
                <a:latin typeface="+mj-lt"/>
                <a:ea typeface="Cambria" panose="02040503050406030204" pitchFamily="18" charset="0"/>
                <a:cs typeface="Arial"/>
                <a:sym typeface="Arial"/>
              </a:rPr>
              <a:t> </a:t>
            </a:r>
            <a:r>
              <a:rPr lang="en-US" sz="1500" b="1" dirty="0" err="1">
                <a:ln w="0"/>
                <a:solidFill>
                  <a:prstClr val="white"/>
                </a:solidFill>
                <a:effectLst>
                  <a:outerShdw blurRad="38100" dist="19050" dir="2700000" algn="tl" rotWithShape="0">
                    <a:prstClr val="black">
                      <a:alpha val="40000"/>
                    </a:prstClr>
                  </a:outerShdw>
                </a:effectLst>
                <a:latin typeface="+mj-lt"/>
                <a:ea typeface="Cambria" panose="02040503050406030204" pitchFamily="18" charset="0"/>
                <a:cs typeface="Arial"/>
                <a:sym typeface="Arial"/>
              </a:rPr>
              <a:t>Moheb</a:t>
            </a:r>
            <a:r>
              <a:rPr lang="en-US" sz="1500" b="1" dirty="0">
                <a:ln w="0"/>
                <a:solidFill>
                  <a:prstClr val="white"/>
                </a:solidFill>
                <a:effectLst>
                  <a:outerShdw blurRad="38100" dist="19050" dir="2700000" algn="tl" rotWithShape="0">
                    <a:prstClr val="black">
                      <a:alpha val="40000"/>
                    </a:prstClr>
                  </a:outerShdw>
                </a:effectLst>
                <a:latin typeface="+mj-lt"/>
                <a:ea typeface="Cambria" panose="02040503050406030204" pitchFamily="18" charset="0"/>
                <a:cs typeface="Arial"/>
                <a:sym typeface="Arial"/>
              </a:rPr>
              <a:t> El-</a:t>
            </a:r>
            <a:r>
              <a:rPr lang="en-US" sz="1500" b="1" dirty="0" err="1">
                <a:ln w="0"/>
                <a:solidFill>
                  <a:prstClr val="white"/>
                </a:solidFill>
                <a:effectLst>
                  <a:outerShdw blurRad="38100" dist="19050" dir="2700000" algn="tl" rotWithShape="0">
                    <a:prstClr val="black">
                      <a:alpha val="40000"/>
                    </a:prstClr>
                  </a:outerShdw>
                </a:effectLst>
                <a:latin typeface="+mj-lt"/>
                <a:ea typeface="Cambria" panose="02040503050406030204" pitchFamily="18" charset="0"/>
                <a:cs typeface="Arial"/>
                <a:sym typeface="Arial"/>
              </a:rPr>
              <a:t>malky</a:t>
            </a:r>
            <a:endParaRPr lang="en-US" sz="1500" b="1" dirty="0">
              <a:ln w="0"/>
              <a:solidFill>
                <a:prstClr val="white"/>
              </a:solidFill>
              <a:effectLst>
                <a:outerShdw blurRad="38100" dist="19050" dir="2700000" algn="tl" rotWithShape="0">
                  <a:prstClr val="black">
                    <a:alpha val="40000"/>
                  </a:prstClr>
                </a:outerShdw>
              </a:effectLst>
              <a:latin typeface="+mj-lt"/>
              <a:ea typeface="Cambria" panose="02040503050406030204" pitchFamily="18" charset="0"/>
              <a:cs typeface="Arial"/>
              <a:sym typeface="Arial"/>
            </a:endParaRPr>
          </a:p>
          <a:p>
            <a:endParaRPr lang="en-US" altLang="zh-CN" sz="1000" b="1" dirty="0">
              <a:solidFill>
                <a:prstClr val="white"/>
              </a:solidFill>
              <a:ea typeface="微软雅黑" panose="020B0503020204020204" pitchFamily="34" charset="-122"/>
              <a:cs typeface="Arial"/>
              <a:sym typeface="Arial"/>
            </a:endParaRPr>
          </a:p>
          <a:p>
            <a:endParaRPr lang="zh-CN" altLang="en-US" sz="1000" b="1" dirty="0">
              <a:solidFill>
                <a:prstClr val="white"/>
              </a:solidFill>
              <a:ea typeface="微软雅黑" panose="020B0503020204020204" pitchFamily="34" charset="-122"/>
              <a:cs typeface="Arial"/>
              <a:sym typeface="Arial"/>
            </a:endParaRPr>
          </a:p>
        </p:txBody>
      </p:sp>
    </p:spTree>
    <p:extLst>
      <p:ext uri="{BB962C8B-B14F-4D97-AF65-F5344CB8AC3E}">
        <p14:creationId xmlns:p14="http://schemas.microsoft.com/office/powerpoint/2010/main" val="731514978"/>
      </p:ext>
    </p:extLst>
  </p:cSld>
  <p:clrMapOvr>
    <a:masterClrMapping/>
  </p:clrMapOvr>
  <mc:AlternateContent xmlns:mc="http://schemas.openxmlformats.org/markup-compatibility/2006" xmlns:p14="http://schemas.microsoft.com/office/powerpoint/2010/main">
    <mc:Choice Requires="p14">
      <p:transition p14:dur="10" advClick="0" advTm="1000"/>
    </mc:Choice>
    <mc:Fallback xmlns="">
      <p:transition advClick="0" advTm="1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66"/>
                                        </p:tgtEl>
                                        <p:attrNameLst>
                                          <p:attrName>style.visibility</p:attrName>
                                        </p:attrNameLst>
                                      </p:cBhvr>
                                      <p:to>
                                        <p:strVal val="visible"/>
                                      </p:to>
                                    </p:set>
                                    <p:anim calcmode="lin" valueType="num">
                                      <p:cBhvr additive="base">
                                        <p:cTn id="7" dur="500" fill="hold"/>
                                        <p:tgtEl>
                                          <p:spTgt spid="266"/>
                                        </p:tgtEl>
                                        <p:attrNameLst>
                                          <p:attrName>ppt_x</p:attrName>
                                        </p:attrNameLst>
                                      </p:cBhvr>
                                      <p:tavLst>
                                        <p:tav tm="0">
                                          <p:val>
                                            <p:strVal val="0-#ppt_w/2"/>
                                          </p:val>
                                        </p:tav>
                                        <p:tav tm="100000">
                                          <p:val>
                                            <p:strVal val="#ppt_x"/>
                                          </p:val>
                                        </p:tav>
                                      </p:tavLst>
                                    </p:anim>
                                    <p:anim calcmode="lin" valueType="num">
                                      <p:cBhvr additive="base">
                                        <p:cTn id="8" dur="500" fill="hold"/>
                                        <p:tgtEl>
                                          <p:spTgt spid="266"/>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par>
                                <p:cTn id="13" presetID="16" presetClass="entr" presetSubtype="37" fill="hold" grpId="0" nodeType="withEffect">
                                  <p:stCondLst>
                                    <p:cond delay="1500"/>
                                  </p:stCondLst>
                                  <p:childTnLst>
                                    <p:set>
                                      <p:cBhvr>
                                        <p:cTn id="14" dur="1" fill="hold">
                                          <p:stCondLst>
                                            <p:cond delay="0"/>
                                          </p:stCondLst>
                                        </p:cTn>
                                        <p:tgtEl>
                                          <p:spTgt spid="537"/>
                                        </p:tgtEl>
                                        <p:attrNameLst>
                                          <p:attrName>style.visibility</p:attrName>
                                        </p:attrNameLst>
                                      </p:cBhvr>
                                      <p:to>
                                        <p:strVal val="visible"/>
                                      </p:to>
                                    </p:set>
                                    <p:animEffect transition="in" filter="barn(outVertical)">
                                      <p:cBhvr>
                                        <p:cTn id="15" dur="2250"/>
                                        <p:tgtEl>
                                          <p:spTgt spid="537"/>
                                        </p:tgtEl>
                                      </p:cBhvr>
                                    </p:animEffect>
                                  </p:childTnLst>
                                </p:cTn>
                              </p:par>
                              <p:par>
                                <p:cTn id="16" presetID="16" presetClass="entr" presetSubtype="37" fill="hold" grpId="0" nodeType="withEffect">
                                  <p:stCondLst>
                                    <p:cond delay="1250"/>
                                  </p:stCondLst>
                                  <p:childTnLst>
                                    <p:set>
                                      <p:cBhvr>
                                        <p:cTn id="17" dur="1" fill="hold">
                                          <p:stCondLst>
                                            <p:cond delay="0"/>
                                          </p:stCondLst>
                                        </p:cTn>
                                        <p:tgtEl>
                                          <p:spTgt spid="15"/>
                                        </p:tgtEl>
                                        <p:attrNameLst>
                                          <p:attrName>style.visibility</p:attrName>
                                        </p:attrNameLst>
                                      </p:cBhvr>
                                      <p:to>
                                        <p:strVal val="visible"/>
                                      </p:to>
                                    </p:set>
                                    <p:animEffect transition="in" filter="barn(outVertical)">
                                      <p:cBhvr>
                                        <p:cTn id="18" dur="250"/>
                                        <p:tgtEl>
                                          <p:spTgt spid="15"/>
                                        </p:tgtEl>
                                      </p:cBhvr>
                                    </p:animEffect>
                                  </p:childTnLst>
                                </p:cTn>
                              </p:par>
                              <p:par>
                                <p:cTn id="19" presetID="8" presetClass="entr" presetSubtype="32" fill="hold" grpId="0" nodeType="withEffect">
                                  <p:stCondLst>
                                    <p:cond delay="2250"/>
                                  </p:stCondLst>
                                  <p:childTnLst>
                                    <p:set>
                                      <p:cBhvr>
                                        <p:cTn id="20" dur="1" fill="hold">
                                          <p:stCondLst>
                                            <p:cond delay="0"/>
                                          </p:stCondLst>
                                        </p:cTn>
                                        <p:tgtEl>
                                          <p:spTgt spid="539"/>
                                        </p:tgtEl>
                                        <p:attrNameLst>
                                          <p:attrName>style.visibility</p:attrName>
                                        </p:attrNameLst>
                                      </p:cBhvr>
                                      <p:to>
                                        <p:strVal val="visible"/>
                                      </p:to>
                                    </p:set>
                                    <p:animEffect transition="in" filter="diamond(out)">
                                      <p:cBhvr>
                                        <p:cTn id="21" dur="2000"/>
                                        <p:tgtEl>
                                          <p:spTgt spid="539"/>
                                        </p:tgtEl>
                                      </p:cBhvr>
                                    </p:animEffect>
                                  </p:childTnLst>
                                </p:cTn>
                              </p:par>
                              <p:par>
                                <p:cTn id="22" presetID="8" presetClass="entr" presetSubtype="32" fill="hold" grpId="0" nodeType="withEffect">
                                  <p:stCondLst>
                                    <p:cond delay="2000"/>
                                  </p:stCondLst>
                                  <p:childTnLst>
                                    <p:set>
                                      <p:cBhvr>
                                        <p:cTn id="23" dur="1" fill="hold">
                                          <p:stCondLst>
                                            <p:cond delay="0"/>
                                          </p:stCondLst>
                                        </p:cTn>
                                        <p:tgtEl>
                                          <p:spTgt spid="416"/>
                                        </p:tgtEl>
                                        <p:attrNameLst>
                                          <p:attrName>style.visibility</p:attrName>
                                        </p:attrNameLst>
                                      </p:cBhvr>
                                      <p:to>
                                        <p:strVal val="visible"/>
                                      </p:to>
                                    </p:set>
                                    <p:animEffect transition="in" filter="diamond(out)">
                                      <p:cBhvr>
                                        <p:cTn id="24" dur="2000"/>
                                        <p:tgtEl>
                                          <p:spTgt spid="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537" grpId="0"/>
      <p:bldP spid="539" grpId="0" animBg="1"/>
      <p:bldP spid="4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集成电路行业案例分析_深圳合伙人电子有限公司"/>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saturation sat="660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36" name="组合 35"/>
          <p:cNvGrpSpPr/>
          <p:nvPr/>
        </p:nvGrpSpPr>
        <p:grpSpPr>
          <a:xfrm>
            <a:off x="1137375" y="213578"/>
            <a:ext cx="3403617" cy="932406"/>
            <a:chOff x="7596572" y="1116941"/>
            <a:chExt cx="3216771" cy="932406"/>
          </a:xfrm>
        </p:grpSpPr>
        <p:sp>
          <p:nvSpPr>
            <p:cNvPr id="24" name="圆角矩形 23"/>
            <p:cNvSpPr/>
            <p:nvPr/>
          </p:nvSpPr>
          <p:spPr>
            <a:xfrm>
              <a:off x="7722775" y="1247161"/>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25" name="圆角矩形 24"/>
            <p:cNvSpPr/>
            <p:nvPr/>
          </p:nvSpPr>
          <p:spPr>
            <a:xfrm>
              <a:off x="7596572" y="1116941"/>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32" name="矩形 31"/>
            <p:cNvSpPr/>
            <p:nvPr/>
          </p:nvSpPr>
          <p:spPr>
            <a:xfrm>
              <a:off x="7802806" y="1371982"/>
              <a:ext cx="3010537" cy="677365"/>
            </a:xfrm>
            <a:prstGeom prst="rect">
              <a:avLst/>
            </a:prstGeom>
          </p:spPr>
          <p:txBody>
            <a:bodyPr wrap="square">
              <a:spAutoFit/>
            </a:bodyPr>
            <a:lstStyle/>
            <a:p>
              <a:r>
                <a:rPr lang="tr-TR" altLang="zh-CN" sz="1901" b="1" dirty="0">
                  <a:solidFill>
                    <a:schemeClr val="bg1"/>
                  </a:solidFill>
                  <a:latin typeface="+mj-lt"/>
                  <a:ea typeface="方正正黑简体" panose="02000000000000000000" pitchFamily="2" charset="-122"/>
                </a:rPr>
                <a:t>Technology</a:t>
              </a:r>
              <a:r>
                <a:rPr lang="en-US" altLang="zh-CN" sz="1901" b="1" dirty="0">
                  <a:solidFill>
                    <a:schemeClr val="bg1"/>
                  </a:solidFill>
                  <a:latin typeface="+mj-lt"/>
                  <a:ea typeface="方正正黑简体" panose="02000000000000000000" pitchFamily="2" charset="-122"/>
                </a:rPr>
                <a:t>: </a:t>
              </a:r>
              <a:r>
                <a:rPr lang="tr-TR" altLang="zh-CN" sz="1901" b="1" dirty="0">
                  <a:solidFill>
                    <a:schemeClr val="bg1"/>
                  </a:solidFill>
                  <a:latin typeface="+mj-lt"/>
                  <a:ea typeface="方正正黑简体" panose="02000000000000000000" pitchFamily="2" charset="-122"/>
                </a:rPr>
                <a:t>45 nm CMOS </a:t>
              </a:r>
              <a:endParaRPr lang="zh-CN" altLang="en-US" sz="1901" b="1" dirty="0">
                <a:solidFill>
                  <a:schemeClr val="bg1"/>
                </a:solidFill>
                <a:latin typeface="+mj-lt"/>
                <a:ea typeface="方正正黑简体" panose="02000000000000000000" pitchFamily="2" charset="-122"/>
              </a:endParaRPr>
            </a:p>
          </p:txBody>
        </p:sp>
      </p:grpSp>
      <p:grpSp>
        <p:nvGrpSpPr>
          <p:cNvPr id="39" name="组合 38"/>
          <p:cNvGrpSpPr/>
          <p:nvPr/>
        </p:nvGrpSpPr>
        <p:grpSpPr>
          <a:xfrm>
            <a:off x="1174769" y="1203179"/>
            <a:ext cx="3179377" cy="742117"/>
            <a:chOff x="7596572" y="2868440"/>
            <a:chExt cx="3179377" cy="742117"/>
          </a:xfrm>
        </p:grpSpPr>
        <p:sp>
          <p:nvSpPr>
            <p:cNvPr id="28" name="圆角矩形 27"/>
            <p:cNvSpPr/>
            <p:nvPr/>
          </p:nvSpPr>
          <p:spPr>
            <a:xfrm>
              <a:off x="7722774" y="2969234"/>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29" name="圆角矩形 28"/>
            <p:cNvSpPr/>
            <p:nvPr/>
          </p:nvSpPr>
          <p:spPr>
            <a:xfrm>
              <a:off x="7596572" y="2868440"/>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33" name="矩形 32"/>
            <p:cNvSpPr/>
            <p:nvPr/>
          </p:nvSpPr>
          <p:spPr>
            <a:xfrm>
              <a:off x="7889913" y="3116358"/>
              <a:ext cx="2838178" cy="400110"/>
            </a:xfrm>
            <a:prstGeom prst="rect">
              <a:avLst/>
            </a:prstGeom>
          </p:spPr>
          <p:txBody>
            <a:bodyPr wrap="square" anchor="t">
              <a:spAutoFit/>
            </a:bodyPr>
            <a:lstStyle/>
            <a:p>
              <a:r>
                <a:rPr lang="en-US" altLang="zh-CN" sz="2000" b="1" dirty="0">
                  <a:solidFill>
                    <a:schemeClr val="bg1"/>
                  </a:solidFill>
                  <a:latin typeface="+mj-lt"/>
                  <a:ea typeface="方正正黑简体" panose="02000000000000000000" pitchFamily="2" charset="-122"/>
                </a:rPr>
                <a:t>Resolution: </a:t>
              </a:r>
              <a:r>
                <a:rPr lang="en-US" altLang="zh-CN" sz="2000" b="1" dirty="0" smtClean="0">
                  <a:solidFill>
                    <a:schemeClr val="bg1"/>
                  </a:solidFill>
                  <a:latin typeface="+mj-lt"/>
                  <a:ea typeface="方正正黑简体" panose="02000000000000000000" pitchFamily="2" charset="-122"/>
                </a:rPr>
                <a:t>10bits </a:t>
              </a:r>
              <a:endParaRPr lang="en-US" altLang="zh-CN" sz="2000" b="1" dirty="0">
                <a:solidFill>
                  <a:schemeClr val="bg1"/>
                </a:solidFill>
                <a:latin typeface="+mj-lt"/>
                <a:ea typeface="方正正黑简体" panose="02000000000000000000" pitchFamily="2" charset="-122"/>
              </a:endParaRPr>
            </a:p>
          </p:txBody>
        </p:sp>
      </p:grpSp>
      <p:grpSp>
        <p:nvGrpSpPr>
          <p:cNvPr id="38" name="组合 37"/>
          <p:cNvGrpSpPr/>
          <p:nvPr/>
        </p:nvGrpSpPr>
        <p:grpSpPr>
          <a:xfrm>
            <a:off x="6885585" y="213578"/>
            <a:ext cx="3179378" cy="774378"/>
            <a:chOff x="7596572" y="1991273"/>
            <a:chExt cx="3179378" cy="774378"/>
          </a:xfrm>
        </p:grpSpPr>
        <p:sp>
          <p:nvSpPr>
            <p:cNvPr id="26" name="圆角矩形 25"/>
            <p:cNvSpPr/>
            <p:nvPr/>
          </p:nvSpPr>
          <p:spPr>
            <a:xfrm>
              <a:off x="7722775" y="2124328"/>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27" name="圆角矩形 26"/>
            <p:cNvSpPr/>
            <p:nvPr/>
          </p:nvSpPr>
          <p:spPr>
            <a:xfrm>
              <a:off x="7596572" y="1991273"/>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34" name="矩形 33"/>
            <p:cNvSpPr/>
            <p:nvPr/>
          </p:nvSpPr>
          <p:spPr>
            <a:xfrm>
              <a:off x="7891618" y="2244934"/>
              <a:ext cx="2717178" cy="400110"/>
            </a:xfrm>
            <a:prstGeom prst="rect">
              <a:avLst/>
            </a:prstGeom>
          </p:spPr>
          <p:txBody>
            <a:bodyPr wrap="square">
              <a:spAutoFit/>
            </a:bodyPr>
            <a:lstStyle/>
            <a:p>
              <a:r>
                <a:rPr lang="tr-TR" altLang="zh-CN" sz="2000" b="1" dirty="0">
                  <a:solidFill>
                    <a:schemeClr val="bg1"/>
                  </a:solidFill>
                  <a:latin typeface="+mj-lt"/>
                  <a:ea typeface="方正正黑简体" panose="02000000000000000000" pitchFamily="2" charset="-122"/>
                </a:rPr>
                <a:t>Power Supply</a:t>
              </a:r>
              <a:r>
                <a:rPr lang="en-US" altLang="zh-CN" sz="2000" b="1" dirty="0">
                  <a:solidFill>
                    <a:schemeClr val="bg1"/>
                  </a:solidFill>
                  <a:latin typeface="+mj-lt"/>
                  <a:ea typeface="方正正黑简体" panose="02000000000000000000" pitchFamily="2" charset="-122"/>
                </a:rPr>
                <a:t>: </a:t>
              </a:r>
              <a:r>
                <a:rPr lang="en-US" altLang="zh-CN" sz="2000" b="1" dirty="0" smtClean="0">
                  <a:solidFill>
                    <a:schemeClr val="bg1"/>
                  </a:solidFill>
                  <a:latin typeface="+mj-lt"/>
                  <a:ea typeface="方正正黑简体" panose="02000000000000000000" pitchFamily="2" charset="-122"/>
                </a:rPr>
                <a:t>1.2v</a:t>
              </a:r>
              <a:r>
                <a:rPr lang="tr-TR" altLang="zh-CN" sz="2000" b="1" dirty="0" smtClean="0">
                  <a:solidFill>
                    <a:schemeClr val="bg1"/>
                  </a:solidFill>
                  <a:latin typeface="+mj-lt"/>
                  <a:ea typeface="方正正黑简体" panose="02000000000000000000" pitchFamily="2" charset="-122"/>
                </a:rPr>
                <a:t> </a:t>
              </a:r>
              <a:endParaRPr lang="zh-CN" altLang="en-US" sz="2000" b="1" dirty="0">
                <a:solidFill>
                  <a:schemeClr val="bg1"/>
                </a:solidFill>
                <a:latin typeface="+mj-lt"/>
              </a:endParaRPr>
            </a:p>
          </p:txBody>
        </p:sp>
      </p:grpSp>
      <p:grpSp>
        <p:nvGrpSpPr>
          <p:cNvPr id="40" name="组合 39"/>
          <p:cNvGrpSpPr/>
          <p:nvPr/>
        </p:nvGrpSpPr>
        <p:grpSpPr>
          <a:xfrm>
            <a:off x="6879732" y="1125357"/>
            <a:ext cx="3551502" cy="955804"/>
            <a:chOff x="7596572" y="3739865"/>
            <a:chExt cx="3179378" cy="955804"/>
          </a:xfrm>
        </p:grpSpPr>
        <p:sp>
          <p:nvSpPr>
            <p:cNvPr id="30"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31"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35" name="矩形 34"/>
            <p:cNvSpPr/>
            <p:nvPr/>
          </p:nvSpPr>
          <p:spPr>
            <a:xfrm>
              <a:off x="7763708" y="3987783"/>
              <a:ext cx="3012242" cy="707886"/>
            </a:xfrm>
            <a:prstGeom prst="rect">
              <a:avLst/>
            </a:prstGeom>
          </p:spPr>
          <p:txBody>
            <a:bodyPr wrap="square">
              <a:spAutoFit/>
            </a:bodyPr>
            <a:lstStyle/>
            <a:p>
              <a:r>
                <a:rPr lang="tr-TR" altLang="zh-CN" sz="2000" b="1" dirty="0">
                  <a:solidFill>
                    <a:schemeClr val="bg1"/>
                  </a:solidFill>
                  <a:latin typeface="+mj-lt"/>
                  <a:ea typeface="方正正黑简体" panose="02000000000000000000" pitchFamily="2" charset="-122"/>
                </a:rPr>
                <a:t>Sampling Rate</a:t>
              </a:r>
              <a:r>
                <a:rPr lang="en-US" altLang="zh-CN" sz="2000" b="1" dirty="0">
                  <a:solidFill>
                    <a:schemeClr val="bg1"/>
                  </a:solidFill>
                  <a:latin typeface="+mj-lt"/>
                  <a:ea typeface="方正正黑简体" panose="02000000000000000000" pitchFamily="2" charset="-122"/>
                </a:rPr>
                <a:t>: </a:t>
              </a:r>
              <a:r>
                <a:rPr lang="en-US" altLang="zh-CN" sz="2000" b="1" dirty="0" smtClean="0">
                  <a:solidFill>
                    <a:schemeClr val="bg1"/>
                  </a:solidFill>
                  <a:latin typeface="+mj-lt"/>
                  <a:ea typeface="方正正黑简体" panose="02000000000000000000" pitchFamily="2" charset="-122"/>
                </a:rPr>
                <a:t>100MS/S</a:t>
              </a:r>
              <a:endParaRPr lang="zh-CN" altLang="en-US" sz="2000" b="1" dirty="0">
                <a:solidFill>
                  <a:schemeClr val="bg1"/>
                </a:solidFill>
                <a:latin typeface="+mj-lt"/>
                <a:ea typeface="方正正黑简体" panose="02000000000000000000" pitchFamily="2" charset="-122"/>
              </a:endParaRPr>
            </a:p>
          </p:txBody>
        </p:sp>
      </p:grpSp>
      <p:grpSp>
        <p:nvGrpSpPr>
          <p:cNvPr id="19" name="组合 39"/>
          <p:cNvGrpSpPr/>
          <p:nvPr/>
        </p:nvGrpSpPr>
        <p:grpSpPr>
          <a:xfrm>
            <a:off x="1163952" y="2133128"/>
            <a:ext cx="3667540" cy="768636"/>
            <a:chOff x="7596572" y="3739865"/>
            <a:chExt cx="3217685" cy="768635"/>
          </a:xfrm>
        </p:grpSpPr>
        <p:sp>
          <p:nvSpPr>
            <p:cNvPr id="20"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21"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22" name="矩形 34"/>
            <p:cNvSpPr/>
            <p:nvPr/>
          </p:nvSpPr>
          <p:spPr>
            <a:xfrm>
              <a:off x="7701035" y="3983851"/>
              <a:ext cx="3113222" cy="384849"/>
            </a:xfrm>
            <a:prstGeom prst="rect">
              <a:avLst/>
            </a:prstGeom>
          </p:spPr>
          <p:txBody>
            <a:bodyPr wrap="square">
              <a:spAutoFit/>
            </a:bodyPr>
            <a:lstStyle/>
            <a:p>
              <a:r>
                <a:rPr lang="tr-TR" altLang="zh-CN" sz="1901" b="1" dirty="0">
                  <a:solidFill>
                    <a:schemeClr val="bg1"/>
                  </a:solidFill>
                  <a:latin typeface="+mj-lt"/>
                  <a:ea typeface="方正正黑简体" panose="02000000000000000000" pitchFamily="2" charset="-122"/>
                </a:rPr>
                <a:t>Common-Mode Voltage</a:t>
              </a:r>
              <a:r>
                <a:rPr lang="en-US" altLang="zh-CN" sz="1901" b="1" dirty="0">
                  <a:solidFill>
                    <a:schemeClr val="bg1"/>
                  </a:solidFill>
                  <a:latin typeface="+mj-lt"/>
                  <a:ea typeface="方正正黑简体" panose="02000000000000000000" pitchFamily="2" charset="-122"/>
                </a:rPr>
                <a:t>: </a:t>
              </a:r>
              <a:r>
                <a:rPr lang="en-US" altLang="zh-CN" sz="1901" b="1" dirty="0" smtClean="0">
                  <a:solidFill>
                    <a:schemeClr val="bg1"/>
                  </a:solidFill>
                  <a:latin typeface="+mj-lt"/>
                  <a:ea typeface="方正正黑简体" panose="02000000000000000000" pitchFamily="2" charset="-122"/>
                </a:rPr>
                <a:t>0.6v</a:t>
              </a:r>
              <a:endParaRPr lang="zh-CN" altLang="en-US" sz="1901" b="1" dirty="0">
                <a:solidFill>
                  <a:schemeClr val="bg1"/>
                </a:solidFill>
                <a:latin typeface="+mj-lt"/>
                <a:ea typeface="方正正黑简体" panose="02000000000000000000" pitchFamily="2" charset="-122"/>
              </a:endParaRPr>
            </a:p>
          </p:txBody>
        </p:sp>
      </p:grpSp>
      <p:grpSp>
        <p:nvGrpSpPr>
          <p:cNvPr id="23" name="组合 39"/>
          <p:cNvGrpSpPr/>
          <p:nvPr/>
        </p:nvGrpSpPr>
        <p:grpSpPr>
          <a:xfrm>
            <a:off x="6879734" y="2070894"/>
            <a:ext cx="5431334" cy="955804"/>
            <a:chOff x="7596572" y="3739865"/>
            <a:chExt cx="3638710" cy="955804"/>
          </a:xfrm>
        </p:grpSpPr>
        <p:sp>
          <p:nvSpPr>
            <p:cNvPr id="37"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41"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42" name="矩形 34"/>
            <p:cNvSpPr/>
            <p:nvPr/>
          </p:nvSpPr>
          <p:spPr>
            <a:xfrm>
              <a:off x="7695088" y="3987783"/>
              <a:ext cx="3540194" cy="707886"/>
            </a:xfrm>
            <a:prstGeom prst="rect">
              <a:avLst/>
            </a:prstGeom>
          </p:spPr>
          <p:txBody>
            <a:bodyPr wrap="square">
              <a:spAutoFit/>
            </a:bodyPr>
            <a:lstStyle/>
            <a:p>
              <a:r>
                <a:rPr lang="tr-TR" altLang="zh-CN" sz="2000" b="1" dirty="0">
                  <a:solidFill>
                    <a:schemeClr val="bg1"/>
                  </a:solidFill>
                  <a:latin typeface="+mj-lt"/>
                  <a:ea typeface="方正正黑简体" panose="02000000000000000000" pitchFamily="2" charset="-122"/>
                </a:rPr>
                <a:t>Differential Input Range</a:t>
              </a:r>
              <a:r>
                <a:rPr lang="en-US" altLang="zh-CN" sz="2000" b="1" dirty="0">
                  <a:solidFill>
                    <a:schemeClr val="bg1"/>
                  </a:solidFill>
                  <a:latin typeface="+mj-lt"/>
                  <a:ea typeface="方正正黑简体" panose="02000000000000000000" pitchFamily="2" charset="-122"/>
                </a:rPr>
                <a:t>: </a:t>
              </a:r>
              <a:r>
                <a:rPr lang="en-US" altLang="zh-CN" sz="2000" b="1" dirty="0" smtClean="0">
                  <a:solidFill>
                    <a:schemeClr val="bg1"/>
                  </a:solidFill>
                  <a:latin typeface="+mj-lt"/>
                  <a:ea typeface="方正正黑简体" panose="02000000000000000000" pitchFamily="2" charset="-122"/>
                </a:rPr>
                <a:t>0.8v – 0.95v</a:t>
              </a:r>
              <a:r>
                <a:rPr lang="tr-TR" altLang="zh-CN" sz="2000" b="1" dirty="0" smtClean="0">
                  <a:solidFill>
                    <a:schemeClr val="bg1"/>
                  </a:solidFill>
                  <a:latin typeface="+mj-lt"/>
                  <a:ea typeface="方正正黑简体" panose="02000000000000000000" pitchFamily="2" charset="-122"/>
                </a:rPr>
                <a:t> </a:t>
              </a:r>
              <a:endParaRPr lang="zh-CN" altLang="en-US" sz="2000" b="1" dirty="0">
                <a:solidFill>
                  <a:schemeClr val="bg1"/>
                </a:solidFill>
                <a:latin typeface="+mj-lt"/>
                <a:ea typeface="方正正黑简体" panose="02000000000000000000" pitchFamily="2" charset="-122"/>
              </a:endParaRPr>
            </a:p>
          </p:txBody>
        </p:sp>
      </p:grpSp>
      <p:grpSp>
        <p:nvGrpSpPr>
          <p:cNvPr id="43" name="组合 39"/>
          <p:cNvGrpSpPr/>
          <p:nvPr/>
        </p:nvGrpSpPr>
        <p:grpSpPr>
          <a:xfrm>
            <a:off x="1174770" y="3154460"/>
            <a:ext cx="3366222" cy="768635"/>
            <a:chOff x="7596572" y="3739865"/>
            <a:chExt cx="3179378" cy="768635"/>
          </a:xfrm>
        </p:grpSpPr>
        <p:sp>
          <p:nvSpPr>
            <p:cNvPr id="44"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45"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46" name="矩形 34"/>
            <p:cNvSpPr/>
            <p:nvPr/>
          </p:nvSpPr>
          <p:spPr>
            <a:xfrm>
              <a:off x="7722774" y="3987783"/>
              <a:ext cx="2243274" cy="400110"/>
            </a:xfrm>
            <a:prstGeom prst="rect">
              <a:avLst/>
            </a:prstGeom>
          </p:spPr>
          <p:txBody>
            <a:bodyPr wrap="square">
              <a:spAutoFit/>
            </a:bodyPr>
            <a:lstStyle/>
            <a:p>
              <a:r>
                <a:rPr lang="en-US" altLang="zh-CN" sz="2000" b="1" dirty="0" err="1">
                  <a:solidFill>
                    <a:schemeClr val="bg1"/>
                  </a:solidFill>
                  <a:latin typeface="+mj-lt"/>
                  <a:ea typeface="方正正黑简体" panose="02000000000000000000" pitchFamily="2" charset="-122"/>
                </a:rPr>
                <a:t>MiM</a:t>
              </a:r>
              <a:r>
                <a:rPr lang="en-US" altLang="zh-CN" sz="2000" b="1" dirty="0">
                  <a:solidFill>
                    <a:schemeClr val="bg1"/>
                  </a:solidFill>
                  <a:latin typeface="+mj-lt"/>
                  <a:ea typeface="方正正黑简体" panose="02000000000000000000" pitchFamily="2" charset="-122"/>
                </a:rPr>
                <a:t> Cap: </a:t>
              </a:r>
              <a:r>
                <a:rPr lang="en-US" altLang="zh-CN" sz="2000" b="1" dirty="0" smtClean="0">
                  <a:solidFill>
                    <a:schemeClr val="bg1"/>
                  </a:solidFill>
                  <a:latin typeface="+mj-lt"/>
                  <a:ea typeface="方正正黑简体" panose="02000000000000000000" pitchFamily="2" charset="-122"/>
                </a:rPr>
                <a:t>15fF</a:t>
              </a:r>
              <a:r>
                <a:rPr lang="tr-TR" altLang="zh-CN" sz="2000" b="1" dirty="0" smtClean="0">
                  <a:solidFill>
                    <a:schemeClr val="bg1"/>
                  </a:solidFill>
                  <a:latin typeface="+mj-lt"/>
                  <a:ea typeface="方正正黑简体" panose="02000000000000000000" pitchFamily="2" charset="-122"/>
                </a:rPr>
                <a:t> </a:t>
              </a:r>
              <a:endParaRPr lang="zh-CN" altLang="en-US" sz="2000" b="1" dirty="0">
                <a:solidFill>
                  <a:schemeClr val="bg1"/>
                </a:solidFill>
                <a:latin typeface="+mj-lt"/>
                <a:ea typeface="方正正黑简体" panose="02000000000000000000" pitchFamily="2" charset="-122"/>
              </a:endParaRPr>
            </a:p>
          </p:txBody>
        </p:sp>
      </p:grpSp>
      <p:grpSp>
        <p:nvGrpSpPr>
          <p:cNvPr id="47" name="组合 39"/>
          <p:cNvGrpSpPr/>
          <p:nvPr/>
        </p:nvGrpSpPr>
        <p:grpSpPr>
          <a:xfrm>
            <a:off x="6879733" y="3012212"/>
            <a:ext cx="3551501" cy="768635"/>
            <a:chOff x="7596572" y="3739865"/>
            <a:chExt cx="3179378" cy="768635"/>
          </a:xfrm>
        </p:grpSpPr>
        <p:sp>
          <p:nvSpPr>
            <p:cNvPr id="48"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49"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50" name="矩形 34"/>
            <p:cNvSpPr/>
            <p:nvPr/>
          </p:nvSpPr>
          <p:spPr>
            <a:xfrm>
              <a:off x="7722774" y="3987783"/>
              <a:ext cx="2243274" cy="400110"/>
            </a:xfrm>
            <a:prstGeom prst="rect">
              <a:avLst/>
            </a:prstGeom>
          </p:spPr>
          <p:txBody>
            <a:bodyPr wrap="square">
              <a:spAutoFit/>
            </a:bodyPr>
            <a:lstStyle/>
            <a:p>
              <a:r>
                <a:rPr lang="en-US" altLang="zh-CN" sz="2000" b="1" dirty="0">
                  <a:solidFill>
                    <a:schemeClr val="bg1"/>
                  </a:solidFill>
                  <a:latin typeface="+mj-lt"/>
                  <a:ea typeface="方正正黑简体" panose="02000000000000000000" pitchFamily="2" charset="-122"/>
                </a:rPr>
                <a:t>SINAD: </a:t>
              </a:r>
              <a:r>
                <a:rPr lang="en-US" altLang="zh-CN" sz="2000" b="1" dirty="0" smtClean="0">
                  <a:solidFill>
                    <a:schemeClr val="bg1"/>
                  </a:solidFill>
                  <a:latin typeface="+mj-lt"/>
                  <a:ea typeface="方正正黑简体" panose="02000000000000000000" pitchFamily="2" charset="-122"/>
                </a:rPr>
                <a:t>60 dB </a:t>
              </a:r>
              <a:r>
                <a:rPr lang="tr-TR" altLang="zh-CN" sz="2000" b="1" dirty="0" smtClean="0">
                  <a:solidFill>
                    <a:schemeClr val="bg1"/>
                  </a:solidFill>
                  <a:latin typeface="+mj-lt"/>
                  <a:ea typeface="方正正黑简体" panose="02000000000000000000" pitchFamily="2" charset="-122"/>
                </a:rPr>
                <a:t> </a:t>
              </a:r>
              <a:endParaRPr lang="zh-CN" altLang="en-US" sz="2000" b="1" dirty="0">
                <a:solidFill>
                  <a:schemeClr val="bg1"/>
                </a:solidFill>
                <a:latin typeface="+mj-lt"/>
                <a:ea typeface="方正正黑简体" panose="02000000000000000000" pitchFamily="2" charset="-122"/>
              </a:endParaRPr>
            </a:p>
          </p:txBody>
        </p:sp>
      </p:grpSp>
      <p:grpSp>
        <p:nvGrpSpPr>
          <p:cNvPr id="55" name="组合 39"/>
          <p:cNvGrpSpPr/>
          <p:nvPr/>
        </p:nvGrpSpPr>
        <p:grpSpPr>
          <a:xfrm>
            <a:off x="1174769" y="4128327"/>
            <a:ext cx="3551501" cy="768635"/>
            <a:chOff x="7596572" y="3739865"/>
            <a:chExt cx="3179378" cy="768635"/>
          </a:xfrm>
        </p:grpSpPr>
        <p:sp>
          <p:nvSpPr>
            <p:cNvPr id="56"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57"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58" name="矩形 34"/>
            <p:cNvSpPr/>
            <p:nvPr/>
          </p:nvSpPr>
          <p:spPr>
            <a:xfrm>
              <a:off x="7722774" y="3987783"/>
              <a:ext cx="2243274" cy="400110"/>
            </a:xfrm>
            <a:prstGeom prst="rect">
              <a:avLst/>
            </a:prstGeom>
          </p:spPr>
          <p:txBody>
            <a:bodyPr wrap="square">
              <a:spAutoFit/>
            </a:bodyPr>
            <a:lstStyle/>
            <a:p>
              <a:r>
                <a:rPr lang="en-US" altLang="zh-CN" sz="2000" b="1" dirty="0">
                  <a:solidFill>
                    <a:schemeClr val="bg1"/>
                  </a:solidFill>
                  <a:latin typeface="+mj-lt"/>
                  <a:ea typeface="方正正黑简体" panose="02000000000000000000" pitchFamily="2" charset="-122"/>
                </a:rPr>
                <a:t>SFDR: </a:t>
              </a:r>
              <a:r>
                <a:rPr lang="en-US" altLang="zh-CN" sz="2000" b="1" dirty="0" smtClean="0">
                  <a:solidFill>
                    <a:schemeClr val="bg1"/>
                  </a:solidFill>
                  <a:latin typeface="+mj-lt"/>
                  <a:ea typeface="方正正黑简体" panose="02000000000000000000" pitchFamily="2" charset="-122"/>
                </a:rPr>
                <a:t>75 </a:t>
              </a:r>
              <a:r>
                <a:rPr lang="en-US" altLang="zh-CN" sz="2000" b="1" dirty="0">
                  <a:solidFill>
                    <a:schemeClr val="bg1"/>
                  </a:solidFill>
                  <a:latin typeface="+mj-lt"/>
                  <a:ea typeface="方正正黑简体" panose="02000000000000000000" pitchFamily="2" charset="-122"/>
                </a:rPr>
                <a:t>dB </a:t>
              </a:r>
              <a:r>
                <a:rPr lang="tr-TR" altLang="zh-CN" sz="2000" b="1" dirty="0">
                  <a:solidFill>
                    <a:schemeClr val="bg1"/>
                  </a:solidFill>
                  <a:latin typeface="+mj-lt"/>
                  <a:ea typeface="方正正黑简体" panose="02000000000000000000" pitchFamily="2" charset="-122"/>
                </a:rPr>
                <a:t> </a:t>
              </a:r>
              <a:endParaRPr lang="zh-CN" altLang="en-US" sz="2000" b="1" dirty="0">
                <a:solidFill>
                  <a:schemeClr val="bg1"/>
                </a:solidFill>
                <a:latin typeface="+mj-lt"/>
                <a:ea typeface="方正正黑简体" panose="02000000000000000000" pitchFamily="2" charset="-122"/>
              </a:endParaRPr>
            </a:p>
          </p:txBody>
        </p:sp>
      </p:grpSp>
      <p:grpSp>
        <p:nvGrpSpPr>
          <p:cNvPr id="59" name="组合 39"/>
          <p:cNvGrpSpPr/>
          <p:nvPr/>
        </p:nvGrpSpPr>
        <p:grpSpPr>
          <a:xfrm>
            <a:off x="6879733" y="4007242"/>
            <a:ext cx="3551501" cy="768635"/>
            <a:chOff x="7596572" y="3739865"/>
            <a:chExt cx="3179378" cy="768635"/>
          </a:xfrm>
        </p:grpSpPr>
        <p:sp>
          <p:nvSpPr>
            <p:cNvPr id="60"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61"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62" name="矩形 34"/>
            <p:cNvSpPr/>
            <p:nvPr/>
          </p:nvSpPr>
          <p:spPr>
            <a:xfrm>
              <a:off x="7722774" y="3987783"/>
              <a:ext cx="2243274" cy="400110"/>
            </a:xfrm>
            <a:prstGeom prst="rect">
              <a:avLst/>
            </a:prstGeom>
          </p:spPr>
          <p:txBody>
            <a:bodyPr wrap="square">
              <a:spAutoFit/>
            </a:bodyPr>
            <a:lstStyle/>
            <a:p>
              <a:r>
                <a:rPr lang="en-US" altLang="zh-CN" sz="2000" b="1" dirty="0">
                  <a:solidFill>
                    <a:schemeClr val="bg1"/>
                  </a:solidFill>
                  <a:latin typeface="+mj-lt"/>
                  <a:ea typeface="方正正黑简体" panose="02000000000000000000" pitchFamily="2" charset="-122"/>
                </a:rPr>
                <a:t>ENOB: </a:t>
              </a:r>
              <a:r>
                <a:rPr lang="en-US" altLang="zh-CN" sz="2000" b="1" dirty="0" smtClean="0">
                  <a:solidFill>
                    <a:schemeClr val="bg1"/>
                  </a:solidFill>
                  <a:latin typeface="+mj-lt"/>
                  <a:ea typeface="方正正黑简体" panose="02000000000000000000" pitchFamily="2" charset="-122"/>
                </a:rPr>
                <a:t>9.8 bits </a:t>
              </a:r>
              <a:r>
                <a:rPr lang="tr-TR" altLang="zh-CN" sz="2000" b="1" dirty="0" smtClean="0">
                  <a:solidFill>
                    <a:schemeClr val="bg1"/>
                  </a:solidFill>
                  <a:latin typeface="+mj-lt"/>
                  <a:ea typeface="方正正黑简体" panose="02000000000000000000" pitchFamily="2" charset="-122"/>
                </a:rPr>
                <a:t> </a:t>
              </a:r>
              <a:endParaRPr lang="zh-CN" altLang="en-US" sz="2000" b="1" dirty="0">
                <a:solidFill>
                  <a:schemeClr val="bg1"/>
                </a:solidFill>
                <a:latin typeface="+mj-lt"/>
                <a:ea typeface="方正正黑简体" panose="02000000000000000000" pitchFamily="2" charset="-122"/>
              </a:endParaRPr>
            </a:p>
          </p:txBody>
        </p:sp>
      </p:grpSp>
      <p:grpSp>
        <p:nvGrpSpPr>
          <p:cNvPr id="63" name="组合 39"/>
          <p:cNvGrpSpPr/>
          <p:nvPr/>
        </p:nvGrpSpPr>
        <p:grpSpPr>
          <a:xfrm>
            <a:off x="1224644" y="5408727"/>
            <a:ext cx="4862630" cy="768635"/>
            <a:chOff x="7596572" y="3739865"/>
            <a:chExt cx="3669102" cy="768635"/>
          </a:xfrm>
        </p:grpSpPr>
        <p:sp>
          <p:nvSpPr>
            <p:cNvPr id="64"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65"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66" name="矩形 34"/>
            <p:cNvSpPr/>
            <p:nvPr/>
          </p:nvSpPr>
          <p:spPr>
            <a:xfrm>
              <a:off x="7722774" y="3987783"/>
              <a:ext cx="3542900" cy="400110"/>
            </a:xfrm>
            <a:prstGeom prst="rect">
              <a:avLst/>
            </a:prstGeom>
          </p:spPr>
          <p:txBody>
            <a:bodyPr wrap="square">
              <a:spAutoFit/>
            </a:bodyPr>
            <a:lstStyle/>
            <a:p>
              <a:r>
                <a:rPr lang="en-US" altLang="zh-CN" sz="2000" b="1" dirty="0" smtClean="0">
                  <a:solidFill>
                    <a:schemeClr val="bg1"/>
                  </a:solidFill>
                  <a:latin typeface="+mj-lt"/>
                  <a:ea typeface="方正正黑简体" panose="02000000000000000000" pitchFamily="2" charset="-122"/>
                </a:rPr>
                <a:t>Test Frequency: 49.12MHZ </a:t>
              </a:r>
              <a:r>
                <a:rPr lang="tr-TR" altLang="zh-CN" sz="2000" b="1" dirty="0" smtClean="0">
                  <a:solidFill>
                    <a:schemeClr val="bg1"/>
                  </a:solidFill>
                  <a:latin typeface="+mj-lt"/>
                  <a:ea typeface="方正正黑简体" panose="02000000000000000000" pitchFamily="2" charset="-122"/>
                </a:rPr>
                <a:t> </a:t>
              </a:r>
              <a:endParaRPr lang="zh-CN" altLang="en-US" sz="2000" b="1" dirty="0">
                <a:solidFill>
                  <a:schemeClr val="bg1"/>
                </a:solidFill>
                <a:latin typeface="+mj-lt"/>
                <a:ea typeface="方正正黑简体" panose="02000000000000000000" pitchFamily="2" charset="-122"/>
              </a:endParaRPr>
            </a:p>
          </p:txBody>
        </p:sp>
      </p:grpSp>
      <p:grpSp>
        <p:nvGrpSpPr>
          <p:cNvPr id="67" name="组合 39"/>
          <p:cNvGrpSpPr/>
          <p:nvPr/>
        </p:nvGrpSpPr>
        <p:grpSpPr>
          <a:xfrm>
            <a:off x="6837986" y="5484596"/>
            <a:ext cx="5377107" cy="768634"/>
            <a:chOff x="7596572" y="3739865"/>
            <a:chExt cx="3734855" cy="768635"/>
          </a:xfrm>
        </p:grpSpPr>
        <p:sp>
          <p:nvSpPr>
            <p:cNvPr id="68"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69"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70" name="矩形 34"/>
            <p:cNvSpPr/>
            <p:nvPr/>
          </p:nvSpPr>
          <p:spPr>
            <a:xfrm>
              <a:off x="7722774" y="3987783"/>
              <a:ext cx="3608653" cy="400110"/>
            </a:xfrm>
            <a:prstGeom prst="rect">
              <a:avLst/>
            </a:prstGeom>
          </p:spPr>
          <p:txBody>
            <a:bodyPr wrap="square">
              <a:spAutoFit/>
            </a:bodyPr>
            <a:lstStyle/>
            <a:p>
              <a:r>
                <a:rPr lang="en-US" altLang="zh-CN" sz="2000" b="1" dirty="0" smtClean="0">
                  <a:solidFill>
                    <a:schemeClr val="bg1"/>
                  </a:solidFill>
                  <a:latin typeface="+mj-lt"/>
                  <a:ea typeface="方正正黑简体" panose="02000000000000000000" pitchFamily="2" charset="-122"/>
                </a:rPr>
                <a:t>Power: &lt; 1mw</a:t>
              </a:r>
              <a:endParaRPr lang="zh-CN" altLang="en-US" sz="2000" b="1" dirty="0">
                <a:solidFill>
                  <a:schemeClr val="bg1"/>
                </a:solidFill>
                <a:latin typeface="+mj-lt"/>
                <a:ea typeface="方正正黑简体" panose="02000000000000000000" pitchFamily="2" charset="-122"/>
              </a:endParaRPr>
            </a:p>
          </p:txBody>
        </p:sp>
      </p:grpSp>
    </p:spTree>
    <p:extLst>
      <p:ext uri="{BB962C8B-B14F-4D97-AF65-F5344CB8AC3E}">
        <p14:creationId xmlns:p14="http://schemas.microsoft.com/office/powerpoint/2010/main" val="2995613418"/>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strips(downRight)">
                                      <p:cBhvr>
                                        <p:cTn id="7" dur="500"/>
                                        <p:tgtEl>
                                          <p:spTgt spid="36"/>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strips(downRight)">
                                      <p:cBhvr>
                                        <p:cTn id="11" dur="500"/>
                                        <p:tgtEl>
                                          <p:spTgt spid="38"/>
                                        </p:tgtEl>
                                      </p:cBhvr>
                                    </p:animEffect>
                                  </p:child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strips(downRight)">
                                      <p:cBhvr>
                                        <p:cTn id="15" dur="500"/>
                                        <p:tgtEl>
                                          <p:spTgt spid="39"/>
                                        </p:tgtEl>
                                      </p:cBhvr>
                                    </p:animEffect>
                                  </p:childTnLst>
                                </p:cTn>
                              </p:par>
                            </p:childTnLst>
                          </p:cTn>
                        </p:par>
                        <p:par>
                          <p:cTn id="16" fill="hold">
                            <p:stCondLst>
                              <p:cond delay="1500"/>
                            </p:stCondLst>
                            <p:childTnLst>
                              <p:par>
                                <p:cTn id="17" presetID="18" presetClass="entr" presetSubtype="6" fill="hold"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strips(downRight)">
                                      <p:cBhvr>
                                        <p:cTn id="19" dur="500"/>
                                        <p:tgtEl>
                                          <p:spTgt spid="40"/>
                                        </p:tgtEl>
                                      </p:cBhvr>
                                    </p:animEffect>
                                  </p:childTnLst>
                                </p:cTn>
                              </p:par>
                            </p:childTnLst>
                          </p:cTn>
                        </p:par>
                        <p:par>
                          <p:cTn id="20" fill="hold">
                            <p:stCondLst>
                              <p:cond delay="2000"/>
                            </p:stCondLst>
                            <p:childTnLst>
                              <p:par>
                                <p:cTn id="21" presetID="18" presetClass="entr" presetSubtype="6" fill="hold"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strips(downRight)">
                                      <p:cBhvr>
                                        <p:cTn id="23" dur="500"/>
                                        <p:tgtEl>
                                          <p:spTgt spid="19"/>
                                        </p:tgtEl>
                                      </p:cBhvr>
                                    </p:animEffect>
                                  </p:childTnLst>
                                </p:cTn>
                              </p:par>
                            </p:childTnLst>
                          </p:cTn>
                        </p:par>
                        <p:par>
                          <p:cTn id="24" fill="hold">
                            <p:stCondLst>
                              <p:cond delay="2500"/>
                            </p:stCondLst>
                            <p:childTnLst>
                              <p:par>
                                <p:cTn id="25" presetID="18" presetClass="entr" presetSubtype="6" fill="hold"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strips(downRight)">
                                      <p:cBhvr>
                                        <p:cTn id="27" dur="500"/>
                                        <p:tgtEl>
                                          <p:spTgt spid="23"/>
                                        </p:tgtEl>
                                      </p:cBhvr>
                                    </p:animEffect>
                                  </p:childTnLst>
                                </p:cTn>
                              </p:par>
                            </p:childTnLst>
                          </p:cTn>
                        </p:par>
                        <p:par>
                          <p:cTn id="28" fill="hold">
                            <p:stCondLst>
                              <p:cond delay="3000"/>
                            </p:stCondLst>
                            <p:childTnLst>
                              <p:par>
                                <p:cTn id="29" presetID="18" presetClass="entr" presetSubtype="6" fill="hold" nodeType="after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strips(downRight)">
                                      <p:cBhvr>
                                        <p:cTn id="31" dur="500"/>
                                        <p:tgtEl>
                                          <p:spTgt spid="43"/>
                                        </p:tgtEl>
                                      </p:cBhvr>
                                    </p:animEffect>
                                  </p:childTnLst>
                                </p:cTn>
                              </p:par>
                            </p:childTnLst>
                          </p:cTn>
                        </p:par>
                        <p:par>
                          <p:cTn id="32" fill="hold">
                            <p:stCondLst>
                              <p:cond delay="3500"/>
                            </p:stCondLst>
                            <p:childTnLst>
                              <p:par>
                                <p:cTn id="33" presetID="18" presetClass="entr" presetSubtype="6" fill="hold" nodeType="afterEffect">
                                  <p:stCondLst>
                                    <p:cond delay="0"/>
                                  </p:stCondLst>
                                  <p:childTnLst>
                                    <p:set>
                                      <p:cBhvr>
                                        <p:cTn id="34" dur="1" fill="hold">
                                          <p:stCondLst>
                                            <p:cond delay="0"/>
                                          </p:stCondLst>
                                        </p:cTn>
                                        <p:tgtEl>
                                          <p:spTgt spid="47"/>
                                        </p:tgtEl>
                                        <p:attrNameLst>
                                          <p:attrName>style.visibility</p:attrName>
                                        </p:attrNameLst>
                                      </p:cBhvr>
                                      <p:to>
                                        <p:strVal val="visible"/>
                                      </p:to>
                                    </p:set>
                                    <p:animEffect transition="in" filter="strips(downRight)">
                                      <p:cBhvr>
                                        <p:cTn id="35" dur="500"/>
                                        <p:tgtEl>
                                          <p:spTgt spid="47"/>
                                        </p:tgtEl>
                                      </p:cBhvr>
                                    </p:animEffect>
                                  </p:childTnLst>
                                </p:cTn>
                              </p:par>
                            </p:childTnLst>
                          </p:cTn>
                        </p:par>
                        <p:par>
                          <p:cTn id="36" fill="hold">
                            <p:stCondLst>
                              <p:cond delay="4000"/>
                            </p:stCondLst>
                            <p:childTnLst>
                              <p:par>
                                <p:cTn id="37" presetID="18" presetClass="entr" presetSubtype="6" fill="hold" nodeType="afterEffect">
                                  <p:stCondLst>
                                    <p:cond delay="0"/>
                                  </p:stCondLst>
                                  <p:childTnLst>
                                    <p:set>
                                      <p:cBhvr>
                                        <p:cTn id="38" dur="1" fill="hold">
                                          <p:stCondLst>
                                            <p:cond delay="0"/>
                                          </p:stCondLst>
                                        </p:cTn>
                                        <p:tgtEl>
                                          <p:spTgt spid="55"/>
                                        </p:tgtEl>
                                        <p:attrNameLst>
                                          <p:attrName>style.visibility</p:attrName>
                                        </p:attrNameLst>
                                      </p:cBhvr>
                                      <p:to>
                                        <p:strVal val="visible"/>
                                      </p:to>
                                    </p:set>
                                    <p:animEffect transition="in" filter="strips(downRight)">
                                      <p:cBhvr>
                                        <p:cTn id="39" dur="500"/>
                                        <p:tgtEl>
                                          <p:spTgt spid="55"/>
                                        </p:tgtEl>
                                      </p:cBhvr>
                                    </p:animEffect>
                                  </p:childTnLst>
                                </p:cTn>
                              </p:par>
                            </p:childTnLst>
                          </p:cTn>
                        </p:par>
                        <p:par>
                          <p:cTn id="40" fill="hold">
                            <p:stCondLst>
                              <p:cond delay="4500"/>
                            </p:stCondLst>
                            <p:childTnLst>
                              <p:par>
                                <p:cTn id="41" presetID="18" presetClass="entr" presetSubtype="6" fill="hold" nodeType="afterEffect">
                                  <p:stCondLst>
                                    <p:cond delay="0"/>
                                  </p:stCondLst>
                                  <p:childTnLst>
                                    <p:set>
                                      <p:cBhvr>
                                        <p:cTn id="42" dur="1" fill="hold">
                                          <p:stCondLst>
                                            <p:cond delay="0"/>
                                          </p:stCondLst>
                                        </p:cTn>
                                        <p:tgtEl>
                                          <p:spTgt spid="59"/>
                                        </p:tgtEl>
                                        <p:attrNameLst>
                                          <p:attrName>style.visibility</p:attrName>
                                        </p:attrNameLst>
                                      </p:cBhvr>
                                      <p:to>
                                        <p:strVal val="visible"/>
                                      </p:to>
                                    </p:set>
                                    <p:animEffect transition="in" filter="strips(downRight)">
                                      <p:cBhvr>
                                        <p:cTn id="43" dur="500"/>
                                        <p:tgtEl>
                                          <p:spTgt spid="59"/>
                                        </p:tgtEl>
                                      </p:cBhvr>
                                    </p:animEffect>
                                  </p:childTnLst>
                                </p:cTn>
                              </p:par>
                            </p:childTnLst>
                          </p:cTn>
                        </p:par>
                        <p:par>
                          <p:cTn id="44" fill="hold">
                            <p:stCondLst>
                              <p:cond delay="5000"/>
                            </p:stCondLst>
                            <p:childTnLst>
                              <p:par>
                                <p:cTn id="45" presetID="18" presetClass="entr" presetSubtype="6" fill="hold" nodeType="afterEffect">
                                  <p:stCondLst>
                                    <p:cond delay="0"/>
                                  </p:stCondLst>
                                  <p:childTnLst>
                                    <p:set>
                                      <p:cBhvr>
                                        <p:cTn id="46" dur="1" fill="hold">
                                          <p:stCondLst>
                                            <p:cond delay="0"/>
                                          </p:stCondLst>
                                        </p:cTn>
                                        <p:tgtEl>
                                          <p:spTgt spid="63"/>
                                        </p:tgtEl>
                                        <p:attrNameLst>
                                          <p:attrName>style.visibility</p:attrName>
                                        </p:attrNameLst>
                                      </p:cBhvr>
                                      <p:to>
                                        <p:strVal val="visible"/>
                                      </p:to>
                                    </p:set>
                                    <p:animEffect transition="in" filter="strips(downRight)">
                                      <p:cBhvr>
                                        <p:cTn id="47" dur="500"/>
                                        <p:tgtEl>
                                          <p:spTgt spid="63"/>
                                        </p:tgtEl>
                                      </p:cBhvr>
                                    </p:animEffect>
                                  </p:childTnLst>
                                </p:cTn>
                              </p:par>
                            </p:childTnLst>
                          </p:cTn>
                        </p:par>
                        <p:par>
                          <p:cTn id="48" fill="hold">
                            <p:stCondLst>
                              <p:cond delay="5500"/>
                            </p:stCondLst>
                            <p:childTnLst>
                              <p:par>
                                <p:cTn id="49" presetID="18" presetClass="entr" presetSubtype="6" fill="hold" nodeType="afterEffect">
                                  <p:stCondLst>
                                    <p:cond delay="0"/>
                                  </p:stCondLst>
                                  <p:childTnLst>
                                    <p:set>
                                      <p:cBhvr>
                                        <p:cTn id="50" dur="1" fill="hold">
                                          <p:stCondLst>
                                            <p:cond delay="0"/>
                                          </p:stCondLst>
                                        </p:cTn>
                                        <p:tgtEl>
                                          <p:spTgt spid="67"/>
                                        </p:tgtEl>
                                        <p:attrNameLst>
                                          <p:attrName>style.visibility</p:attrName>
                                        </p:attrNameLst>
                                      </p:cBhvr>
                                      <p:to>
                                        <p:strVal val="visible"/>
                                      </p:to>
                                    </p:set>
                                    <p:animEffect transition="in" filter="strips(downRight)">
                                      <p:cBhvr>
                                        <p:cTn id="51"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5D2E0D8-39F0-293E-98A0-F7611E68ABCD}"/>
            </a:ext>
          </a:extLst>
        </p:cNvPr>
        <p:cNvGrpSpPr/>
        <p:nvPr/>
      </p:nvGrpSpPr>
      <p:grpSpPr>
        <a:xfrm>
          <a:off x="0" y="0"/>
          <a:ext cx="0" cy="0"/>
          <a:chOff x="0" y="0"/>
          <a:chExt cx="0" cy="0"/>
        </a:xfrm>
      </p:grpSpPr>
      <p:grpSp>
        <p:nvGrpSpPr>
          <p:cNvPr id="79" name="组合 4">
            <a:extLst>
              <a:ext uri="{FF2B5EF4-FFF2-40B4-BE49-F238E27FC236}">
                <a16:creationId xmlns="" xmlns:a16="http://schemas.microsoft.com/office/drawing/2014/main" id="{3E32F614-1F44-C0F3-B006-EDF17941B4F5}"/>
              </a:ext>
            </a:extLst>
          </p:cNvPr>
          <p:cNvGrpSpPr/>
          <p:nvPr/>
        </p:nvGrpSpPr>
        <p:grpSpPr>
          <a:xfrm>
            <a:off x="-23313" y="757693"/>
            <a:ext cx="3395006" cy="431295"/>
            <a:chOff x="-22274" y="526055"/>
            <a:chExt cx="3395006" cy="431295"/>
          </a:xfrm>
        </p:grpSpPr>
        <p:grpSp>
          <p:nvGrpSpPr>
            <p:cNvPr id="80" name="组合 5">
              <a:extLst>
                <a:ext uri="{FF2B5EF4-FFF2-40B4-BE49-F238E27FC236}">
                  <a16:creationId xmlns="" xmlns:a16="http://schemas.microsoft.com/office/drawing/2014/main" id="{EA1E49F9-7BE1-31F0-1AA4-FC17D17BBCEE}"/>
                </a:ext>
              </a:extLst>
            </p:cNvPr>
            <p:cNvGrpSpPr/>
            <p:nvPr/>
          </p:nvGrpSpPr>
          <p:grpSpPr>
            <a:xfrm>
              <a:off x="-22274" y="526055"/>
              <a:ext cx="2726545" cy="431295"/>
              <a:chOff x="-22274" y="526055"/>
              <a:chExt cx="2726545" cy="431295"/>
            </a:xfrm>
          </p:grpSpPr>
          <p:sp>
            <p:nvSpPr>
              <p:cNvPr id="85" name="任意多边形 11">
                <a:extLst>
                  <a:ext uri="{FF2B5EF4-FFF2-40B4-BE49-F238E27FC236}">
                    <a16:creationId xmlns="" xmlns:a16="http://schemas.microsoft.com/office/drawing/2014/main" id="{70F00A70-44D9-5373-6142-2DA5ABAF3F7A}"/>
                  </a:ext>
                </a:extLst>
              </p:cNvPr>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86" name="组合 12">
                <a:extLst>
                  <a:ext uri="{FF2B5EF4-FFF2-40B4-BE49-F238E27FC236}">
                    <a16:creationId xmlns="" xmlns:a16="http://schemas.microsoft.com/office/drawing/2014/main" id="{A5379E43-D196-B15F-686A-9245D0C59E84}"/>
                  </a:ext>
                </a:extLst>
              </p:cNvPr>
              <p:cNvGrpSpPr/>
              <p:nvPr/>
            </p:nvGrpSpPr>
            <p:grpSpPr>
              <a:xfrm>
                <a:off x="206190" y="526055"/>
                <a:ext cx="276624" cy="276624"/>
                <a:chOff x="5216663" y="2206897"/>
                <a:chExt cx="276624" cy="276624"/>
              </a:xfrm>
            </p:grpSpPr>
            <p:sp>
              <p:nvSpPr>
                <p:cNvPr id="88" name="Oval 35">
                  <a:extLst>
                    <a:ext uri="{FF2B5EF4-FFF2-40B4-BE49-F238E27FC236}">
                      <a16:creationId xmlns="" xmlns:a16="http://schemas.microsoft.com/office/drawing/2014/main" id="{463EB779-AE73-888E-056D-0E24158FD853}"/>
                    </a:ext>
                  </a:extLst>
                </p:cNvPr>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9" name="Oval 35">
                  <a:extLst>
                    <a:ext uri="{FF2B5EF4-FFF2-40B4-BE49-F238E27FC236}">
                      <a16:creationId xmlns="" xmlns:a16="http://schemas.microsoft.com/office/drawing/2014/main" id="{48444000-2742-6295-79F1-DB03FEFA15B2}"/>
                    </a:ext>
                  </a:extLst>
                </p:cNvPr>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87" name="Oval 35">
                <a:extLst>
                  <a:ext uri="{FF2B5EF4-FFF2-40B4-BE49-F238E27FC236}">
                    <a16:creationId xmlns="" xmlns:a16="http://schemas.microsoft.com/office/drawing/2014/main" id="{68970CAF-DF70-D215-C4F4-9B7F11A05C83}"/>
                  </a:ext>
                </a:extLst>
              </p:cNvPr>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81" name="组合 7">
              <a:extLst>
                <a:ext uri="{FF2B5EF4-FFF2-40B4-BE49-F238E27FC236}">
                  <a16:creationId xmlns="" xmlns:a16="http://schemas.microsoft.com/office/drawing/2014/main" id="{1FA9F9ED-05F9-D9CF-A2D2-879851495A77}"/>
                </a:ext>
              </a:extLst>
            </p:cNvPr>
            <p:cNvGrpSpPr/>
            <p:nvPr/>
          </p:nvGrpSpPr>
          <p:grpSpPr>
            <a:xfrm>
              <a:off x="2909925" y="529575"/>
              <a:ext cx="462807" cy="427775"/>
              <a:chOff x="2909925" y="529575"/>
              <a:chExt cx="462807" cy="427775"/>
            </a:xfrm>
          </p:grpSpPr>
          <p:sp>
            <p:nvSpPr>
              <p:cNvPr id="82" name="任意多边形 8">
                <a:extLst>
                  <a:ext uri="{FF2B5EF4-FFF2-40B4-BE49-F238E27FC236}">
                    <a16:creationId xmlns="" xmlns:a16="http://schemas.microsoft.com/office/drawing/2014/main" id="{94272761-B250-DE62-294F-AC79B6123BFE}"/>
                  </a:ext>
                </a:extLst>
              </p:cNvPr>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83" name="Oval 35">
                <a:extLst>
                  <a:ext uri="{FF2B5EF4-FFF2-40B4-BE49-F238E27FC236}">
                    <a16:creationId xmlns="" xmlns:a16="http://schemas.microsoft.com/office/drawing/2014/main" id="{164CAED4-8BE4-07CB-82C4-2511A3F96A26}"/>
                  </a:ext>
                </a:extLst>
              </p:cNvPr>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4" name="Oval 35">
                <a:extLst>
                  <a:ext uri="{FF2B5EF4-FFF2-40B4-BE49-F238E27FC236}">
                    <a16:creationId xmlns="" xmlns:a16="http://schemas.microsoft.com/office/drawing/2014/main" id="{37DF0D37-27AF-208A-1536-BC89BFB15B65}"/>
                  </a:ext>
                </a:extLst>
              </p:cNvPr>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90" name="文本框 6">
            <a:extLst>
              <a:ext uri="{FF2B5EF4-FFF2-40B4-BE49-F238E27FC236}">
                <a16:creationId xmlns="" xmlns:a16="http://schemas.microsoft.com/office/drawing/2014/main" id="{887372B3-67A0-D46E-6A87-0421B414E18B}"/>
              </a:ext>
            </a:extLst>
          </p:cNvPr>
          <p:cNvSpPr txBox="1"/>
          <p:nvPr/>
        </p:nvSpPr>
        <p:spPr>
          <a:xfrm>
            <a:off x="1287327" y="176774"/>
            <a:ext cx="8898202" cy="492443"/>
          </a:xfrm>
          <a:prstGeom prst="rect">
            <a:avLst/>
          </a:prstGeom>
          <a:noFill/>
        </p:spPr>
        <p:txBody>
          <a:bodyPr wrap="square" rtlCol="0">
            <a:spAutoFit/>
          </a:bodyPr>
          <a:lstStyle/>
          <a:p>
            <a:pPr algn="ctr"/>
            <a:r>
              <a:rPr lang="en-US" altLang="zh-CN" sz="2600" b="1" dirty="0">
                <a:latin typeface="+mj-lt"/>
                <a:ea typeface="方正清刻本悦宋简体" panose="02000000000000000000" pitchFamily="2" charset="-122"/>
              </a:rPr>
              <a:t>Architecture of SAR ADC with Low Dropout Regulator</a:t>
            </a:r>
            <a:endParaRPr lang="zh-CN" altLang="en-US" sz="2600" b="1" dirty="0">
              <a:latin typeface="+mj-lt"/>
              <a:ea typeface="方正清刻本悦宋简体" panose="02000000000000000000" pitchFamily="2" charset="-122"/>
            </a:endParaRPr>
          </a:p>
        </p:txBody>
      </p:sp>
      <p:sp>
        <p:nvSpPr>
          <p:cNvPr id="92" name="Isosceles Triangle 91">
            <a:extLst>
              <a:ext uri="{FF2B5EF4-FFF2-40B4-BE49-F238E27FC236}">
                <a16:creationId xmlns="" xmlns:a16="http://schemas.microsoft.com/office/drawing/2014/main" id="{AADFF2E4-300E-A97E-5600-50CF13BD8EA8}"/>
              </a:ext>
            </a:extLst>
          </p:cNvPr>
          <p:cNvSpPr/>
          <p:nvPr/>
        </p:nvSpPr>
        <p:spPr>
          <a:xfrm rot="5400000">
            <a:off x="4306012" y="3687376"/>
            <a:ext cx="798514" cy="944844"/>
          </a:xfrm>
          <a:prstGeom prst="triangl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grpSp>
        <p:nvGrpSpPr>
          <p:cNvPr id="93" name="Group 92">
            <a:extLst>
              <a:ext uri="{FF2B5EF4-FFF2-40B4-BE49-F238E27FC236}">
                <a16:creationId xmlns="" xmlns:a16="http://schemas.microsoft.com/office/drawing/2014/main" id="{D7AA9A06-7E7D-A7F6-5F3D-2C8843D1D7A7}"/>
              </a:ext>
            </a:extLst>
          </p:cNvPr>
          <p:cNvGrpSpPr/>
          <p:nvPr/>
        </p:nvGrpSpPr>
        <p:grpSpPr>
          <a:xfrm>
            <a:off x="4382244" y="3979835"/>
            <a:ext cx="224280" cy="360844"/>
            <a:chOff x="8452884" y="1637414"/>
            <a:chExt cx="398721" cy="641500"/>
          </a:xfrm>
        </p:grpSpPr>
        <p:cxnSp>
          <p:nvCxnSpPr>
            <p:cNvPr id="94" name="Straight Connector 93">
              <a:extLst>
                <a:ext uri="{FF2B5EF4-FFF2-40B4-BE49-F238E27FC236}">
                  <a16:creationId xmlns="" xmlns:a16="http://schemas.microsoft.com/office/drawing/2014/main" id="{39E5DB80-9143-E8DC-B235-41A753CFB54B}"/>
                </a:ext>
              </a:extLst>
            </p:cNvPr>
            <p:cNvCxnSpPr>
              <a:cxnSpLocks/>
            </p:cNvCxnSpPr>
            <p:nvPr/>
          </p:nvCxnSpPr>
          <p:spPr>
            <a:xfrm>
              <a:off x="8644270" y="1637414"/>
              <a:ext cx="20733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 xmlns:a16="http://schemas.microsoft.com/office/drawing/2014/main" id="{56E307D4-3822-EE9A-CC29-02AA8F9899C0}"/>
                </a:ext>
              </a:extLst>
            </p:cNvPr>
            <p:cNvCxnSpPr>
              <a:cxnSpLocks/>
            </p:cNvCxnSpPr>
            <p:nvPr/>
          </p:nvCxnSpPr>
          <p:spPr>
            <a:xfrm>
              <a:off x="8452884" y="2278912"/>
              <a:ext cx="1913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 xmlns:a16="http://schemas.microsoft.com/office/drawing/2014/main" id="{705DFEC3-2F25-012F-51CD-AFDAD89B5E59}"/>
                </a:ext>
              </a:extLst>
            </p:cNvPr>
            <p:cNvCxnSpPr>
              <a:cxnSpLocks/>
            </p:cNvCxnSpPr>
            <p:nvPr/>
          </p:nvCxnSpPr>
          <p:spPr>
            <a:xfrm flipV="1">
              <a:off x="8644270" y="1637414"/>
              <a:ext cx="0" cy="6415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 xmlns:a16="http://schemas.microsoft.com/office/drawing/2014/main" id="{7AC0A2AE-C709-6426-FB95-F28D97E65C09}"/>
                </a:ext>
              </a:extLst>
            </p:cNvPr>
            <p:cNvCxnSpPr>
              <a:cxnSpLocks/>
            </p:cNvCxnSpPr>
            <p:nvPr/>
          </p:nvCxnSpPr>
          <p:spPr>
            <a:xfrm>
              <a:off x="8452884" y="1949303"/>
              <a:ext cx="31897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8" name="Straight Arrow Connector 97">
            <a:extLst>
              <a:ext uri="{FF2B5EF4-FFF2-40B4-BE49-F238E27FC236}">
                <a16:creationId xmlns="" xmlns:a16="http://schemas.microsoft.com/office/drawing/2014/main" id="{3B8DA9D4-2255-CA73-9721-630CAD7506C7}"/>
              </a:ext>
            </a:extLst>
          </p:cNvPr>
          <p:cNvCxnSpPr>
            <a:cxnSpLocks/>
            <a:stCxn id="92" idx="0"/>
          </p:cNvCxnSpPr>
          <p:nvPr/>
        </p:nvCxnSpPr>
        <p:spPr>
          <a:xfrm flipV="1">
            <a:off x="5177694" y="4155930"/>
            <a:ext cx="326945" cy="3868"/>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99" name="Straight Arrow Connector 98">
            <a:extLst>
              <a:ext uri="{FF2B5EF4-FFF2-40B4-BE49-F238E27FC236}">
                <a16:creationId xmlns="" xmlns:a16="http://schemas.microsoft.com/office/drawing/2014/main" id="{D75A38E8-33C9-1117-94C6-B2919EB72435}"/>
              </a:ext>
            </a:extLst>
          </p:cNvPr>
          <p:cNvCxnSpPr>
            <a:cxnSpLocks/>
          </p:cNvCxnSpPr>
          <p:nvPr/>
        </p:nvCxnSpPr>
        <p:spPr>
          <a:xfrm>
            <a:off x="6567222" y="4155931"/>
            <a:ext cx="430641" cy="43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 xmlns:a16="http://schemas.microsoft.com/office/drawing/2014/main" id="{470E00F5-6EF0-22D7-3DE6-3D55E24C57ED}"/>
              </a:ext>
            </a:extLst>
          </p:cNvPr>
          <p:cNvCxnSpPr>
            <a:cxnSpLocks/>
          </p:cNvCxnSpPr>
          <p:nvPr/>
        </p:nvCxnSpPr>
        <p:spPr>
          <a:xfrm>
            <a:off x="6686054" y="4155273"/>
            <a:ext cx="0" cy="123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 xmlns:a16="http://schemas.microsoft.com/office/drawing/2014/main" id="{0F19C1E5-0D94-65FA-1861-270203C9D4FF}"/>
              </a:ext>
            </a:extLst>
          </p:cNvPr>
          <p:cNvCxnSpPr>
            <a:cxnSpLocks/>
          </p:cNvCxnSpPr>
          <p:nvPr/>
        </p:nvCxnSpPr>
        <p:spPr>
          <a:xfrm flipH="1">
            <a:off x="4302499" y="5382741"/>
            <a:ext cx="238355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2" name="Group 101">
            <a:extLst>
              <a:ext uri="{FF2B5EF4-FFF2-40B4-BE49-F238E27FC236}">
                <a16:creationId xmlns="" xmlns:a16="http://schemas.microsoft.com/office/drawing/2014/main" id="{782DC87F-7D7D-C513-F64B-4B9B3FA83757}"/>
              </a:ext>
            </a:extLst>
          </p:cNvPr>
          <p:cNvGrpSpPr/>
          <p:nvPr/>
        </p:nvGrpSpPr>
        <p:grpSpPr>
          <a:xfrm>
            <a:off x="3405377" y="5124169"/>
            <a:ext cx="897123" cy="538274"/>
            <a:chOff x="5185144" y="4986673"/>
            <a:chExt cx="1594885" cy="956931"/>
          </a:xfrm>
        </p:grpSpPr>
        <p:sp>
          <p:nvSpPr>
            <p:cNvPr id="103" name="Freeform: Shape 33">
              <a:extLst>
                <a:ext uri="{FF2B5EF4-FFF2-40B4-BE49-F238E27FC236}">
                  <a16:creationId xmlns="" xmlns:a16="http://schemas.microsoft.com/office/drawing/2014/main" id="{B5909D65-F4F9-A6A2-4086-A57C6A041855}"/>
                </a:ext>
              </a:extLst>
            </p:cNvPr>
            <p:cNvSpPr/>
            <p:nvPr/>
          </p:nvSpPr>
          <p:spPr>
            <a:xfrm>
              <a:off x="5185144" y="4986673"/>
              <a:ext cx="1594884" cy="956931"/>
            </a:xfrm>
            <a:custGeom>
              <a:avLst/>
              <a:gdLst>
                <a:gd name="connsiteX0" fmla="*/ 1584251 w 1594884"/>
                <a:gd name="connsiteY0" fmla="*/ 0 h 956931"/>
                <a:gd name="connsiteX1" fmla="*/ 1594884 w 1594884"/>
                <a:gd name="connsiteY1" fmla="*/ 946298 h 956931"/>
                <a:gd name="connsiteX2" fmla="*/ 520995 w 1594884"/>
                <a:gd name="connsiteY2" fmla="*/ 956931 h 956931"/>
                <a:gd name="connsiteX3" fmla="*/ 0 w 1594884"/>
                <a:gd name="connsiteY3" fmla="*/ 542261 h 956931"/>
                <a:gd name="connsiteX4" fmla="*/ 499730 w 1594884"/>
                <a:gd name="connsiteY4" fmla="*/ 21266 h 956931"/>
                <a:gd name="connsiteX5" fmla="*/ 1584251 w 1594884"/>
                <a:gd name="connsiteY5" fmla="*/ 0 h 95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4884" h="956931">
                  <a:moveTo>
                    <a:pt x="1584251" y="0"/>
                  </a:moveTo>
                  <a:lnTo>
                    <a:pt x="1594884" y="946298"/>
                  </a:lnTo>
                  <a:lnTo>
                    <a:pt x="520995" y="956931"/>
                  </a:lnTo>
                  <a:lnTo>
                    <a:pt x="0" y="542261"/>
                  </a:lnTo>
                  <a:lnTo>
                    <a:pt x="499730" y="21266"/>
                  </a:lnTo>
                  <a:lnTo>
                    <a:pt x="1584251" y="0"/>
                  </a:ln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sp>
          <p:nvSpPr>
            <p:cNvPr id="104" name="TextBox 103">
              <a:extLst>
                <a:ext uri="{FF2B5EF4-FFF2-40B4-BE49-F238E27FC236}">
                  <a16:creationId xmlns="" xmlns:a16="http://schemas.microsoft.com/office/drawing/2014/main" id="{0368FCBC-78D1-E7C4-DF84-85E439232BFB}"/>
                </a:ext>
              </a:extLst>
            </p:cNvPr>
            <p:cNvSpPr txBox="1"/>
            <p:nvPr/>
          </p:nvSpPr>
          <p:spPr>
            <a:xfrm>
              <a:off x="5472225" y="5111196"/>
              <a:ext cx="1307804" cy="779701"/>
            </a:xfrm>
            <a:prstGeom prst="rect">
              <a:avLst/>
            </a:prstGeom>
            <a:noFill/>
            <a:ln w="28575">
              <a:noFill/>
            </a:ln>
          </p:spPr>
          <p:txBody>
            <a:bodyPr wrap="square" rtlCol="0">
              <a:spAutoFit/>
            </a:bodyPr>
            <a:lstStyle/>
            <a:p>
              <a:pPr algn="ctr"/>
              <a:r>
                <a:rPr lang="en-US" sz="1125" b="1" dirty="0"/>
                <a:t>N-bit</a:t>
              </a:r>
            </a:p>
            <a:p>
              <a:pPr algn="ctr"/>
              <a:r>
                <a:rPr lang="en-US" sz="1125" b="1" dirty="0"/>
                <a:t>DAC</a:t>
              </a:r>
            </a:p>
          </p:txBody>
        </p:sp>
      </p:grpSp>
      <p:sp>
        <p:nvSpPr>
          <p:cNvPr id="105" name="TextBox 104">
            <a:extLst>
              <a:ext uri="{FF2B5EF4-FFF2-40B4-BE49-F238E27FC236}">
                <a16:creationId xmlns="" xmlns:a16="http://schemas.microsoft.com/office/drawing/2014/main" id="{72D30EC9-7DD9-13CB-F0DF-EB2080E7F176}"/>
              </a:ext>
            </a:extLst>
          </p:cNvPr>
          <p:cNvSpPr txBox="1"/>
          <p:nvPr/>
        </p:nvSpPr>
        <p:spPr>
          <a:xfrm>
            <a:off x="2761567" y="3744858"/>
            <a:ext cx="735640" cy="611706"/>
          </a:xfrm>
          <a:prstGeom prst="rect">
            <a:avLst/>
          </a:prstGeom>
          <a:noFill/>
          <a:ln w="28575">
            <a:solidFill>
              <a:schemeClr val="tx1"/>
            </a:solidFill>
          </a:ln>
        </p:spPr>
        <p:txBody>
          <a:bodyPr wrap="square" rtlCol="0">
            <a:spAutoFit/>
          </a:bodyPr>
          <a:lstStyle/>
          <a:p>
            <a:pPr algn="ctr"/>
            <a:r>
              <a:rPr lang="en-US" sz="1125" b="1" dirty="0"/>
              <a:t>Sample-And-Hold</a:t>
            </a:r>
          </a:p>
        </p:txBody>
      </p:sp>
      <p:cxnSp>
        <p:nvCxnSpPr>
          <p:cNvPr id="106" name="Straight Arrow Connector 105">
            <a:extLst>
              <a:ext uri="{FF2B5EF4-FFF2-40B4-BE49-F238E27FC236}">
                <a16:creationId xmlns="" xmlns:a16="http://schemas.microsoft.com/office/drawing/2014/main" id="{05F6ADA8-95C3-EB10-EE29-E3AF09A526E1}"/>
              </a:ext>
            </a:extLst>
          </p:cNvPr>
          <p:cNvCxnSpPr>
            <a:cxnSpLocks/>
          </p:cNvCxnSpPr>
          <p:nvPr/>
        </p:nvCxnSpPr>
        <p:spPr>
          <a:xfrm flipV="1">
            <a:off x="2993040" y="4481722"/>
            <a:ext cx="1255638" cy="17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 xmlns:a16="http://schemas.microsoft.com/office/drawing/2014/main" id="{22C1AA4B-F09E-B444-52C8-06E541761732}"/>
              </a:ext>
            </a:extLst>
          </p:cNvPr>
          <p:cNvCxnSpPr>
            <a:cxnSpLocks/>
          </p:cNvCxnSpPr>
          <p:nvPr/>
        </p:nvCxnSpPr>
        <p:spPr>
          <a:xfrm>
            <a:off x="2989284" y="4469483"/>
            <a:ext cx="3748" cy="96645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 xmlns:a16="http://schemas.microsoft.com/office/drawing/2014/main" id="{28FDBE15-6895-3F3F-76D7-3BFEDB248D13}"/>
              </a:ext>
            </a:extLst>
          </p:cNvPr>
          <p:cNvCxnSpPr>
            <a:cxnSpLocks/>
            <a:endCxn id="103" idx="3"/>
          </p:cNvCxnSpPr>
          <p:nvPr/>
        </p:nvCxnSpPr>
        <p:spPr>
          <a:xfrm>
            <a:off x="2993034" y="5429192"/>
            <a:ext cx="412343"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 xmlns:a16="http://schemas.microsoft.com/office/drawing/2014/main" id="{F143B542-3E8C-88BF-1D40-B33D1984FC08}"/>
              </a:ext>
            </a:extLst>
          </p:cNvPr>
          <p:cNvCxnSpPr>
            <a:cxnSpLocks/>
            <a:endCxn id="105" idx="1"/>
          </p:cNvCxnSpPr>
          <p:nvPr/>
        </p:nvCxnSpPr>
        <p:spPr>
          <a:xfrm flipV="1">
            <a:off x="1176953" y="4050711"/>
            <a:ext cx="1584614" cy="2"/>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 xmlns:a16="http://schemas.microsoft.com/office/drawing/2014/main" id="{E1FA0604-133E-01DC-3A0D-438260E4FA78}"/>
              </a:ext>
            </a:extLst>
          </p:cNvPr>
          <p:cNvSpPr txBox="1"/>
          <p:nvPr/>
        </p:nvSpPr>
        <p:spPr>
          <a:xfrm>
            <a:off x="4382244" y="4469486"/>
            <a:ext cx="1122392" cy="265457"/>
          </a:xfrm>
          <a:prstGeom prst="rect">
            <a:avLst/>
          </a:prstGeom>
          <a:noFill/>
          <a:ln w="28575">
            <a:noFill/>
          </a:ln>
        </p:spPr>
        <p:txBody>
          <a:bodyPr wrap="square" rtlCol="0">
            <a:spAutoFit/>
          </a:bodyPr>
          <a:lstStyle/>
          <a:p>
            <a:pPr algn="ctr"/>
            <a:r>
              <a:rPr lang="en-US" sz="1125" b="1" dirty="0"/>
              <a:t>Comparator</a:t>
            </a:r>
          </a:p>
        </p:txBody>
      </p:sp>
      <p:sp>
        <p:nvSpPr>
          <p:cNvPr id="115" name="Rectangle 114">
            <a:extLst>
              <a:ext uri="{FF2B5EF4-FFF2-40B4-BE49-F238E27FC236}">
                <a16:creationId xmlns="" xmlns:a16="http://schemas.microsoft.com/office/drawing/2014/main" id="{5707DFE1-CACD-F8E9-F78E-62D885922AD2}"/>
              </a:ext>
            </a:extLst>
          </p:cNvPr>
          <p:cNvSpPr/>
          <p:nvPr/>
        </p:nvSpPr>
        <p:spPr>
          <a:xfrm>
            <a:off x="1628569" y="3101316"/>
            <a:ext cx="5202733" cy="2650826"/>
          </a:xfrm>
          <a:custGeom>
            <a:avLst/>
            <a:gdLst>
              <a:gd name="connsiteX0" fmla="*/ 0 w 5190858"/>
              <a:gd name="connsiteY0" fmla="*/ 0 h 4063989"/>
              <a:gd name="connsiteX1" fmla="*/ 5190858 w 5190858"/>
              <a:gd name="connsiteY1" fmla="*/ 0 h 4063989"/>
              <a:gd name="connsiteX2" fmla="*/ 5190858 w 5190858"/>
              <a:gd name="connsiteY2" fmla="*/ 4063989 h 4063989"/>
              <a:gd name="connsiteX3" fmla="*/ 0 w 5190858"/>
              <a:gd name="connsiteY3" fmla="*/ 4063989 h 4063989"/>
              <a:gd name="connsiteX4" fmla="*/ 0 w 5190858"/>
              <a:gd name="connsiteY4" fmla="*/ 0 h 4063989"/>
              <a:gd name="connsiteX0" fmla="*/ 0 w 5202733"/>
              <a:gd name="connsiteY0" fmla="*/ 0 h 4063989"/>
              <a:gd name="connsiteX1" fmla="*/ 5202733 w 5202733"/>
              <a:gd name="connsiteY1" fmla="*/ 1413163 h 4063989"/>
              <a:gd name="connsiteX2" fmla="*/ 5190858 w 5202733"/>
              <a:gd name="connsiteY2" fmla="*/ 4063989 h 4063989"/>
              <a:gd name="connsiteX3" fmla="*/ 0 w 5202733"/>
              <a:gd name="connsiteY3" fmla="*/ 4063989 h 4063989"/>
              <a:gd name="connsiteX4" fmla="*/ 0 w 5202733"/>
              <a:gd name="connsiteY4" fmla="*/ 0 h 4063989"/>
              <a:gd name="connsiteX0" fmla="*/ 0 w 5202733"/>
              <a:gd name="connsiteY0" fmla="*/ 0 h 2650826"/>
              <a:gd name="connsiteX1" fmla="*/ 5202733 w 5202733"/>
              <a:gd name="connsiteY1" fmla="*/ 0 h 2650826"/>
              <a:gd name="connsiteX2" fmla="*/ 5190858 w 5202733"/>
              <a:gd name="connsiteY2" fmla="*/ 2650826 h 2650826"/>
              <a:gd name="connsiteX3" fmla="*/ 0 w 5202733"/>
              <a:gd name="connsiteY3" fmla="*/ 2650826 h 2650826"/>
              <a:gd name="connsiteX4" fmla="*/ 0 w 5202733"/>
              <a:gd name="connsiteY4" fmla="*/ 0 h 2650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2733" h="2650826">
                <a:moveTo>
                  <a:pt x="0" y="0"/>
                </a:moveTo>
                <a:lnTo>
                  <a:pt x="5202733" y="0"/>
                </a:lnTo>
                <a:cubicBezTo>
                  <a:pt x="5198775" y="883609"/>
                  <a:pt x="5194816" y="1767217"/>
                  <a:pt x="5190858" y="2650826"/>
                </a:cubicBezTo>
                <a:lnTo>
                  <a:pt x="0" y="2650826"/>
                </a:lnTo>
                <a:lnTo>
                  <a:pt x="0" y="0"/>
                </a:lnTo>
                <a:close/>
              </a:path>
            </a:pathLst>
          </a:custGeom>
          <a:noFill/>
          <a:ln w="285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sp>
        <p:nvSpPr>
          <p:cNvPr id="123" name="TextBox 122">
            <a:extLst>
              <a:ext uri="{FF2B5EF4-FFF2-40B4-BE49-F238E27FC236}">
                <a16:creationId xmlns="" xmlns:a16="http://schemas.microsoft.com/office/drawing/2014/main" id="{F2821611-398A-9574-9F2F-D6637605EA40}"/>
              </a:ext>
            </a:extLst>
          </p:cNvPr>
          <p:cNvSpPr txBox="1"/>
          <p:nvPr/>
        </p:nvSpPr>
        <p:spPr>
          <a:xfrm>
            <a:off x="889874" y="3594497"/>
            <a:ext cx="574158" cy="384849"/>
          </a:xfrm>
          <a:prstGeom prst="rect">
            <a:avLst/>
          </a:prstGeom>
          <a:noFill/>
          <a:ln w="28575">
            <a:noFill/>
          </a:ln>
        </p:spPr>
        <p:txBody>
          <a:bodyPr wrap="square" rtlCol="0">
            <a:spAutoFit/>
          </a:bodyPr>
          <a:lstStyle/>
          <a:p>
            <a:pPr algn="ctr"/>
            <a:r>
              <a:rPr lang="en-US" sz="1901" dirty="0">
                <a:solidFill>
                  <a:srgbClr val="00B0F0"/>
                </a:solidFill>
              </a:rPr>
              <a:t>V</a:t>
            </a:r>
          </a:p>
        </p:txBody>
      </p:sp>
      <p:sp>
        <p:nvSpPr>
          <p:cNvPr id="124" name="TextBox 123">
            <a:extLst>
              <a:ext uri="{FF2B5EF4-FFF2-40B4-BE49-F238E27FC236}">
                <a16:creationId xmlns="" xmlns:a16="http://schemas.microsoft.com/office/drawing/2014/main" id="{10FB2A2F-B0F7-09C0-BE29-0196DEEC9812}"/>
              </a:ext>
            </a:extLst>
          </p:cNvPr>
          <p:cNvSpPr txBox="1"/>
          <p:nvPr/>
        </p:nvSpPr>
        <p:spPr>
          <a:xfrm>
            <a:off x="1093819" y="3765704"/>
            <a:ext cx="429630" cy="265457"/>
          </a:xfrm>
          <a:prstGeom prst="rect">
            <a:avLst/>
          </a:prstGeom>
          <a:noFill/>
          <a:ln w="28575">
            <a:noFill/>
          </a:ln>
        </p:spPr>
        <p:txBody>
          <a:bodyPr wrap="square" rtlCol="0">
            <a:spAutoFit/>
          </a:bodyPr>
          <a:lstStyle/>
          <a:p>
            <a:pPr algn="ctr"/>
            <a:r>
              <a:rPr lang="en-US" sz="1125" b="1" dirty="0">
                <a:solidFill>
                  <a:srgbClr val="00B0F0"/>
                </a:solidFill>
              </a:rPr>
              <a:t>IN</a:t>
            </a:r>
          </a:p>
        </p:txBody>
      </p:sp>
      <p:sp>
        <p:nvSpPr>
          <p:cNvPr id="132" name="TextBox 131">
            <a:extLst>
              <a:ext uri="{FF2B5EF4-FFF2-40B4-BE49-F238E27FC236}">
                <a16:creationId xmlns="" xmlns:a16="http://schemas.microsoft.com/office/drawing/2014/main" id="{DB1E28FA-576B-6E9E-22EF-BA085B8B560B}"/>
              </a:ext>
            </a:extLst>
          </p:cNvPr>
          <p:cNvSpPr txBox="1"/>
          <p:nvPr/>
        </p:nvSpPr>
        <p:spPr>
          <a:xfrm>
            <a:off x="5504636" y="3961165"/>
            <a:ext cx="1062584" cy="415498"/>
          </a:xfrm>
          <a:prstGeom prst="rect">
            <a:avLst/>
          </a:prstGeom>
          <a:solidFill>
            <a:schemeClr val="bg1"/>
          </a:solidFill>
          <a:ln w="28575">
            <a:solidFill>
              <a:schemeClr val="tx1"/>
            </a:solidFill>
          </a:ln>
        </p:spPr>
        <p:txBody>
          <a:bodyPr wrap="square" rtlCol="0">
            <a:spAutoFit/>
          </a:bodyPr>
          <a:lstStyle/>
          <a:p>
            <a:pPr algn="ctr"/>
            <a:r>
              <a:rPr lang="en-US" sz="1050" b="1" dirty="0" smtClean="0"/>
              <a:t>synchronous </a:t>
            </a:r>
            <a:r>
              <a:rPr lang="en-US" sz="1050" b="1" dirty="0"/>
              <a:t>SAR Logic</a:t>
            </a:r>
          </a:p>
        </p:txBody>
      </p:sp>
      <p:cxnSp>
        <p:nvCxnSpPr>
          <p:cNvPr id="141" name="Straight Arrow Connector 140">
            <a:extLst>
              <a:ext uri="{FF2B5EF4-FFF2-40B4-BE49-F238E27FC236}">
                <a16:creationId xmlns="" xmlns:a16="http://schemas.microsoft.com/office/drawing/2014/main" id="{8475C85B-7A60-4272-9A43-0EC92076D805}"/>
              </a:ext>
            </a:extLst>
          </p:cNvPr>
          <p:cNvCxnSpPr>
            <a:cxnSpLocks/>
          </p:cNvCxnSpPr>
          <p:nvPr/>
        </p:nvCxnSpPr>
        <p:spPr>
          <a:xfrm flipV="1">
            <a:off x="3489903" y="3949166"/>
            <a:ext cx="713498" cy="3818"/>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46" name="Rectangle 145">
            <a:extLst>
              <a:ext uri="{FF2B5EF4-FFF2-40B4-BE49-F238E27FC236}">
                <a16:creationId xmlns="" xmlns:a16="http://schemas.microsoft.com/office/drawing/2014/main" id="{5707DFE1-CACD-F8E9-F78E-62D885922AD2}"/>
              </a:ext>
            </a:extLst>
          </p:cNvPr>
          <p:cNvSpPr/>
          <p:nvPr/>
        </p:nvSpPr>
        <p:spPr>
          <a:xfrm>
            <a:off x="153593" y="2946546"/>
            <a:ext cx="8435118" cy="3013021"/>
          </a:xfrm>
          <a:custGeom>
            <a:avLst/>
            <a:gdLst>
              <a:gd name="connsiteX0" fmla="*/ 0 w 5190858"/>
              <a:gd name="connsiteY0" fmla="*/ 0 h 4063989"/>
              <a:gd name="connsiteX1" fmla="*/ 5190858 w 5190858"/>
              <a:gd name="connsiteY1" fmla="*/ 0 h 4063989"/>
              <a:gd name="connsiteX2" fmla="*/ 5190858 w 5190858"/>
              <a:gd name="connsiteY2" fmla="*/ 4063989 h 4063989"/>
              <a:gd name="connsiteX3" fmla="*/ 0 w 5190858"/>
              <a:gd name="connsiteY3" fmla="*/ 4063989 h 4063989"/>
              <a:gd name="connsiteX4" fmla="*/ 0 w 5190858"/>
              <a:gd name="connsiteY4" fmla="*/ 0 h 4063989"/>
              <a:gd name="connsiteX0" fmla="*/ 197708 w 5190858"/>
              <a:gd name="connsiteY0" fmla="*/ 222422 h 4063989"/>
              <a:gd name="connsiteX1" fmla="*/ 5190858 w 5190858"/>
              <a:gd name="connsiteY1" fmla="*/ 0 h 4063989"/>
              <a:gd name="connsiteX2" fmla="*/ 5190858 w 5190858"/>
              <a:gd name="connsiteY2" fmla="*/ 4063989 h 4063989"/>
              <a:gd name="connsiteX3" fmla="*/ 0 w 5190858"/>
              <a:gd name="connsiteY3" fmla="*/ 4063989 h 4063989"/>
              <a:gd name="connsiteX4" fmla="*/ 197708 w 5190858"/>
              <a:gd name="connsiteY4" fmla="*/ 222422 h 4063989"/>
              <a:gd name="connsiteX0" fmla="*/ 427115 w 5420265"/>
              <a:gd name="connsiteY0" fmla="*/ 222422 h 4063989"/>
              <a:gd name="connsiteX1" fmla="*/ 5420265 w 5420265"/>
              <a:gd name="connsiteY1" fmla="*/ 0 h 4063989"/>
              <a:gd name="connsiteX2" fmla="*/ 5420265 w 5420265"/>
              <a:gd name="connsiteY2" fmla="*/ 4063989 h 4063989"/>
              <a:gd name="connsiteX3" fmla="*/ 229407 w 5420265"/>
              <a:gd name="connsiteY3" fmla="*/ 4063989 h 4063989"/>
              <a:gd name="connsiteX4" fmla="*/ 427115 w 5420265"/>
              <a:gd name="connsiteY4" fmla="*/ 222422 h 4063989"/>
              <a:gd name="connsiteX0" fmla="*/ 926757 w 5919907"/>
              <a:gd name="connsiteY0" fmla="*/ 222422 h 4063989"/>
              <a:gd name="connsiteX1" fmla="*/ 5919907 w 5919907"/>
              <a:gd name="connsiteY1" fmla="*/ 0 h 4063989"/>
              <a:gd name="connsiteX2" fmla="*/ 5919907 w 5919907"/>
              <a:gd name="connsiteY2" fmla="*/ 4063989 h 4063989"/>
              <a:gd name="connsiteX3" fmla="*/ 0 w 5919907"/>
              <a:gd name="connsiteY3" fmla="*/ 3804497 h 4063989"/>
              <a:gd name="connsiteX4" fmla="*/ 926757 w 5919907"/>
              <a:gd name="connsiteY4" fmla="*/ 222422 h 4063989"/>
              <a:gd name="connsiteX0" fmla="*/ 366121 w 5359271"/>
              <a:gd name="connsiteY0" fmla="*/ 222422 h 4558259"/>
              <a:gd name="connsiteX1" fmla="*/ 5359271 w 5359271"/>
              <a:gd name="connsiteY1" fmla="*/ 0 h 4558259"/>
              <a:gd name="connsiteX2" fmla="*/ 5359271 w 5359271"/>
              <a:gd name="connsiteY2" fmla="*/ 4063989 h 4558259"/>
              <a:gd name="connsiteX3" fmla="*/ 390835 w 5359271"/>
              <a:gd name="connsiteY3" fmla="*/ 4558259 h 4558259"/>
              <a:gd name="connsiteX4" fmla="*/ 366121 w 5359271"/>
              <a:gd name="connsiteY4" fmla="*/ 222422 h 4558259"/>
              <a:gd name="connsiteX0" fmla="*/ 366121 w 7027433"/>
              <a:gd name="connsiteY0" fmla="*/ 222422 h 4657113"/>
              <a:gd name="connsiteX1" fmla="*/ 5359271 w 7027433"/>
              <a:gd name="connsiteY1" fmla="*/ 0 h 4657113"/>
              <a:gd name="connsiteX2" fmla="*/ 7027433 w 7027433"/>
              <a:gd name="connsiteY2" fmla="*/ 4657113 h 4657113"/>
              <a:gd name="connsiteX3" fmla="*/ 390835 w 7027433"/>
              <a:gd name="connsiteY3" fmla="*/ 4558259 h 4657113"/>
              <a:gd name="connsiteX4" fmla="*/ 366121 w 7027433"/>
              <a:gd name="connsiteY4" fmla="*/ 222422 h 4657113"/>
              <a:gd name="connsiteX0" fmla="*/ 366121 w 7669984"/>
              <a:gd name="connsiteY0" fmla="*/ 185351 h 4620042"/>
              <a:gd name="connsiteX1" fmla="*/ 7669984 w 7669984"/>
              <a:gd name="connsiteY1" fmla="*/ 0 h 4620042"/>
              <a:gd name="connsiteX2" fmla="*/ 7027433 w 7669984"/>
              <a:gd name="connsiteY2" fmla="*/ 4620042 h 4620042"/>
              <a:gd name="connsiteX3" fmla="*/ 390835 w 7669984"/>
              <a:gd name="connsiteY3" fmla="*/ 4521188 h 4620042"/>
              <a:gd name="connsiteX4" fmla="*/ 366121 w 7669984"/>
              <a:gd name="connsiteY4" fmla="*/ 185351 h 4620042"/>
              <a:gd name="connsiteX0" fmla="*/ 366121 w 8201325"/>
              <a:gd name="connsiteY0" fmla="*/ 185351 h 4830107"/>
              <a:gd name="connsiteX1" fmla="*/ 7669984 w 8201325"/>
              <a:gd name="connsiteY1" fmla="*/ 0 h 4830107"/>
              <a:gd name="connsiteX2" fmla="*/ 8201325 w 8201325"/>
              <a:gd name="connsiteY2" fmla="*/ 4830107 h 4830107"/>
              <a:gd name="connsiteX3" fmla="*/ 390835 w 8201325"/>
              <a:gd name="connsiteY3" fmla="*/ 4521188 h 4830107"/>
              <a:gd name="connsiteX4" fmla="*/ 366121 w 8201325"/>
              <a:gd name="connsiteY4" fmla="*/ 185351 h 4830107"/>
              <a:gd name="connsiteX0" fmla="*/ 366121 w 8201325"/>
              <a:gd name="connsiteY0" fmla="*/ 185351 h 4830107"/>
              <a:gd name="connsiteX1" fmla="*/ 7669984 w 8201325"/>
              <a:gd name="connsiteY1" fmla="*/ 0 h 4830107"/>
              <a:gd name="connsiteX2" fmla="*/ 8201325 w 8201325"/>
              <a:gd name="connsiteY2" fmla="*/ 4830107 h 4830107"/>
              <a:gd name="connsiteX3" fmla="*/ 390835 w 8201325"/>
              <a:gd name="connsiteY3" fmla="*/ 4521188 h 4830107"/>
              <a:gd name="connsiteX4" fmla="*/ 366121 w 8201325"/>
              <a:gd name="connsiteY4" fmla="*/ 185351 h 4830107"/>
              <a:gd name="connsiteX0" fmla="*/ 366121 w 8201325"/>
              <a:gd name="connsiteY0" fmla="*/ 185351 h 4830107"/>
              <a:gd name="connsiteX1" fmla="*/ 7669984 w 8201325"/>
              <a:gd name="connsiteY1" fmla="*/ 0 h 4830107"/>
              <a:gd name="connsiteX2" fmla="*/ 8201325 w 8201325"/>
              <a:gd name="connsiteY2" fmla="*/ 4830107 h 4830107"/>
              <a:gd name="connsiteX3" fmla="*/ 390835 w 8201325"/>
              <a:gd name="connsiteY3" fmla="*/ 4521188 h 4830107"/>
              <a:gd name="connsiteX4" fmla="*/ 366121 w 8201325"/>
              <a:gd name="connsiteY4" fmla="*/ 185351 h 4830107"/>
              <a:gd name="connsiteX0" fmla="*/ 366121 w 8201325"/>
              <a:gd name="connsiteY0" fmla="*/ 0 h 4644756"/>
              <a:gd name="connsiteX1" fmla="*/ 8127184 w 8201325"/>
              <a:gd name="connsiteY1" fmla="*/ 234779 h 4644756"/>
              <a:gd name="connsiteX2" fmla="*/ 8201325 w 8201325"/>
              <a:gd name="connsiteY2" fmla="*/ 4644756 h 4644756"/>
              <a:gd name="connsiteX3" fmla="*/ 390835 w 8201325"/>
              <a:gd name="connsiteY3" fmla="*/ 4335837 h 4644756"/>
              <a:gd name="connsiteX4" fmla="*/ 366121 w 8201325"/>
              <a:gd name="connsiteY4" fmla="*/ 0 h 4644756"/>
              <a:gd name="connsiteX0" fmla="*/ 381255 w 8216459"/>
              <a:gd name="connsiteY0" fmla="*/ 0 h 4644756"/>
              <a:gd name="connsiteX1" fmla="*/ 8142318 w 8216459"/>
              <a:gd name="connsiteY1" fmla="*/ 234779 h 4644756"/>
              <a:gd name="connsiteX2" fmla="*/ 8216459 w 8216459"/>
              <a:gd name="connsiteY2" fmla="*/ 4644756 h 4644756"/>
              <a:gd name="connsiteX3" fmla="*/ 344185 w 8216459"/>
              <a:gd name="connsiteY3" fmla="*/ 4508832 h 4644756"/>
              <a:gd name="connsiteX4" fmla="*/ 381255 w 8216459"/>
              <a:gd name="connsiteY4" fmla="*/ 0 h 4644756"/>
              <a:gd name="connsiteX0" fmla="*/ 381255 w 8175955"/>
              <a:gd name="connsiteY0" fmla="*/ 0 h 4508832"/>
              <a:gd name="connsiteX1" fmla="*/ 8142318 w 8175955"/>
              <a:gd name="connsiteY1" fmla="*/ 234779 h 4508832"/>
              <a:gd name="connsiteX2" fmla="*/ 8154675 w 8175955"/>
              <a:gd name="connsiteY2" fmla="*/ 4484118 h 4508832"/>
              <a:gd name="connsiteX3" fmla="*/ 344185 w 8175955"/>
              <a:gd name="connsiteY3" fmla="*/ 4508832 h 4508832"/>
              <a:gd name="connsiteX4" fmla="*/ 381255 w 8175955"/>
              <a:gd name="connsiteY4" fmla="*/ 0 h 4508832"/>
              <a:gd name="connsiteX0" fmla="*/ 309535 w 8450224"/>
              <a:gd name="connsiteY0" fmla="*/ 0 h 4496475"/>
              <a:gd name="connsiteX1" fmla="*/ 8416587 w 8450224"/>
              <a:gd name="connsiteY1" fmla="*/ 222422 h 4496475"/>
              <a:gd name="connsiteX2" fmla="*/ 8428944 w 8450224"/>
              <a:gd name="connsiteY2" fmla="*/ 4471761 h 4496475"/>
              <a:gd name="connsiteX3" fmla="*/ 618454 w 8450224"/>
              <a:gd name="connsiteY3" fmla="*/ 4496475 h 4496475"/>
              <a:gd name="connsiteX4" fmla="*/ 309535 w 8450224"/>
              <a:gd name="connsiteY4" fmla="*/ 0 h 4496475"/>
              <a:gd name="connsiteX0" fmla="*/ 469625 w 8610314"/>
              <a:gd name="connsiteY0" fmla="*/ 0 h 4496475"/>
              <a:gd name="connsiteX1" fmla="*/ 8576677 w 8610314"/>
              <a:gd name="connsiteY1" fmla="*/ 222422 h 4496475"/>
              <a:gd name="connsiteX2" fmla="*/ 8589034 w 8610314"/>
              <a:gd name="connsiteY2" fmla="*/ 4471761 h 4496475"/>
              <a:gd name="connsiteX3" fmla="*/ 778544 w 8610314"/>
              <a:gd name="connsiteY3" fmla="*/ 4496475 h 4496475"/>
              <a:gd name="connsiteX4" fmla="*/ 469625 w 8610314"/>
              <a:gd name="connsiteY4" fmla="*/ 0 h 4496475"/>
              <a:gd name="connsiteX0" fmla="*/ 569100 w 8709789"/>
              <a:gd name="connsiteY0" fmla="*/ 0 h 4496475"/>
              <a:gd name="connsiteX1" fmla="*/ 8676152 w 8709789"/>
              <a:gd name="connsiteY1" fmla="*/ 222422 h 4496475"/>
              <a:gd name="connsiteX2" fmla="*/ 8688509 w 8709789"/>
              <a:gd name="connsiteY2" fmla="*/ 4471761 h 4496475"/>
              <a:gd name="connsiteX3" fmla="*/ 445533 w 8709789"/>
              <a:gd name="connsiteY3" fmla="*/ 4496475 h 4496475"/>
              <a:gd name="connsiteX4" fmla="*/ 569100 w 8709789"/>
              <a:gd name="connsiteY4" fmla="*/ 0 h 4496475"/>
              <a:gd name="connsiteX0" fmla="*/ 569100 w 8688509"/>
              <a:gd name="connsiteY0" fmla="*/ 0 h 4496475"/>
              <a:gd name="connsiteX1" fmla="*/ 8614368 w 8688509"/>
              <a:gd name="connsiteY1" fmla="*/ 12357 h 4496475"/>
              <a:gd name="connsiteX2" fmla="*/ 8688509 w 8688509"/>
              <a:gd name="connsiteY2" fmla="*/ 4471761 h 4496475"/>
              <a:gd name="connsiteX3" fmla="*/ 445533 w 8688509"/>
              <a:gd name="connsiteY3" fmla="*/ 4496475 h 4496475"/>
              <a:gd name="connsiteX4" fmla="*/ 569100 w 8688509"/>
              <a:gd name="connsiteY4" fmla="*/ 0 h 4496475"/>
              <a:gd name="connsiteX0" fmla="*/ 569100 w 8688509"/>
              <a:gd name="connsiteY0" fmla="*/ 0 h 4496475"/>
              <a:gd name="connsiteX1" fmla="*/ 8614368 w 8688509"/>
              <a:gd name="connsiteY1" fmla="*/ 12357 h 4496475"/>
              <a:gd name="connsiteX2" fmla="*/ 8688509 w 8688509"/>
              <a:gd name="connsiteY2" fmla="*/ 4471761 h 4496475"/>
              <a:gd name="connsiteX3" fmla="*/ 445533 w 8688509"/>
              <a:gd name="connsiteY3" fmla="*/ 4496475 h 4496475"/>
              <a:gd name="connsiteX4" fmla="*/ 569100 w 8688509"/>
              <a:gd name="connsiteY4" fmla="*/ 0 h 4496475"/>
              <a:gd name="connsiteX0" fmla="*/ 569100 w 8688509"/>
              <a:gd name="connsiteY0" fmla="*/ 0 h 4496475"/>
              <a:gd name="connsiteX1" fmla="*/ 8614368 w 8688509"/>
              <a:gd name="connsiteY1" fmla="*/ 12357 h 4496475"/>
              <a:gd name="connsiteX2" fmla="*/ 8688509 w 8688509"/>
              <a:gd name="connsiteY2" fmla="*/ 4471761 h 4496475"/>
              <a:gd name="connsiteX3" fmla="*/ 445533 w 8688509"/>
              <a:gd name="connsiteY3" fmla="*/ 4496475 h 4496475"/>
              <a:gd name="connsiteX4" fmla="*/ 569100 w 8688509"/>
              <a:gd name="connsiteY4" fmla="*/ 0 h 4496475"/>
              <a:gd name="connsiteX0" fmla="*/ 569100 w 8688509"/>
              <a:gd name="connsiteY0" fmla="*/ 0 h 4545901"/>
              <a:gd name="connsiteX1" fmla="*/ 8614368 w 8688509"/>
              <a:gd name="connsiteY1" fmla="*/ 12357 h 4545901"/>
              <a:gd name="connsiteX2" fmla="*/ 8688509 w 8688509"/>
              <a:gd name="connsiteY2" fmla="*/ 4545901 h 4545901"/>
              <a:gd name="connsiteX3" fmla="*/ 445533 w 8688509"/>
              <a:gd name="connsiteY3" fmla="*/ 4496475 h 4545901"/>
              <a:gd name="connsiteX4" fmla="*/ 569100 w 8688509"/>
              <a:gd name="connsiteY4" fmla="*/ 0 h 4545901"/>
              <a:gd name="connsiteX0" fmla="*/ 569100 w 8688509"/>
              <a:gd name="connsiteY0" fmla="*/ 0 h 4545901"/>
              <a:gd name="connsiteX1" fmla="*/ 8614368 w 8688509"/>
              <a:gd name="connsiteY1" fmla="*/ 12357 h 4545901"/>
              <a:gd name="connsiteX2" fmla="*/ 8688509 w 8688509"/>
              <a:gd name="connsiteY2" fmla="*/ 4545901 h 4545901"/>
              <a:gd name="connsiteX3" fmla="*/ 6967572 w 8688509"/>
              <a:gd name="connsiteY3" fmla="*/ 4533544 h 4545901"/>
              <a:gd name="connsiteX4" fmla="*/ 445533 w 8688509"/>
              <a:gd name="connsiteY4" fmla="*/ 4496475 h 4545901"/>
              <a:gd name="connsiteX5" fmla="*/ 569100 w 8688509"/>
              <a:gd name="connsiteY5" fmla="*/ 0 h 4545901"/>
              <a:gd name="connsiteX0" fmla="*/ 613529 w 8732938"/>
              <a:gd name="connsiteY0" fmla="*/ 0 h 4545901"/>
              <a:gd name="connsiteX1" fmla="*/ 8658797 w 8732938"/>
              <a:gd name="connsiteY1" fmla="*/ 12357 h 4545901"/>
              <a:gd name="connsiteX2" fmla="*/ 8732938 w 8732938"/>
              <a:gd name="connsiteY2" fmla="*/ 4545901 h 4545901"/>
              <a:gd name="connsiteX3" fmla="*/ 7012001 w 8732938"/>
              <a:gd name="connsiteY3" fmla="*/ 4533544 h 4545901"/>
              <a:gd name="connsiteX4" fmla="*/ 341681 w 8732938"/>
              <a:gd name="connsiteY4" fmla="*/ 4496475 h 4545901"/>
              <a:gd name="connsiteX5" fmla="*/ 613529 w 8732938"/>
              <a:gd name="connsiteY5" fmla="*/ 0 h 4545901"/>
              <a:gd name="connsiteX0" fmla="*/ 844994 w 8964403"/>
              <a:gd name="connsiteY0" fmla="*/ 0 h 4545901"/>
              <a:gd name="connsiteX1" fmla="*/ 8890262 w 8964403"/>
              <a:gd name="connsiteY1" fmla="*/ 12357 h 4545901"/>
              <a:gd name="connsiteX2" fmla="*/ 8964403 w 8964403"/>
              <a:gd name="connsiteY2" fmla="*/ 4545901 h 4545901"/>
              <a:gd name="connsiteX3" fmla="*/ 7243466 w 8964403"/>
              <a:gd name="connsiteY3" fmla="*/ 4533544 h 4545901"/>
              <a:gd name="connsiteX4" fmla="*/ 573146 w 8964403"/>
              <a:gd name="connsiteY4" fmla="*/ 4496475 h 4545901"/>
              <a:gd name="connsiteX5" fmla="*/ 844994 w 8964403"/>
              <a:gd name="connsiteY5" fmla="*/ 0 h 4545901"/>
              <a:gd name="connsiteX0" fmla="*/ 844994 w 8890262"/>
              <a:gd name="connsiteY0" fmla="*/ 0 h 4533544"/>
              <a:gd name="connsiteX1" fmla="*/ 8890262 w 8890262"/>
              <a:gd name="connsiteY1" fmla="*/ 12357 h 4533544"/>
              <a:gd name="connsiteX2" fmla="*/ 8704912 w 8890262"/>
              <a:gd name="connsiteY2" fmla="*/ 4521188 h 4533544"/>
              <a:gd name="connsiteX3" fmla="*/ 7243466 w 8890262"/>
              <a:gd name="connsiteY3" fmla="*/ 4533544 h 4533544"/>
              <a:gd name="connsiteX4" fmla="*/ 573146 w 8890262"/>
              <a:gd name="connsiteY4" fmla="*/ 4496475 h 4533544"/>
              <a:gd name="connsiteX5" fmla="*/ 844994 w 8890262"/>
              <a:gd name="connsiteY5" fmla="*/ 0 h 4533544"/>
              <a:gd name="connsiteX0" fmla="*/ 844994 w 9112685"/>
              <a:gd name="connsiteY0" fmla="*/ 0 h 4533544"/>
              <a:gd name="connsiteX1" fmla="*/ 8890262 w 9112685"/>
              <a:gd name="connsiteY1" fmla="*/ 12357 h 4533544"/>
              <a:gd name="connsiteX2" fmla="*/ 9112685 w 9112685"/>
              <a:gd name="connsiteY2" fmla="*/ 4521188 h 4533544"/>
              <a:gd name="connsiteX3" fmla="*/ 7243466 w 9112685"/>
              <a:gd name="connsiteY3" fmla="*/ 4533544 h 4533544"/>
              <a:gd name="connsiteX4" fmla="*/ 573146 w 9112685"/>
              <a:gd name="connsiteY4" fmla="*/ 4496475 h 4533544"/>
              <a:gd name="connsiteX5" fmla="*/ 844994 w 9112685"/>
              <a:gd name="connsiteY5" fmla="*/ 0 h 4533544"/>
              <a:gd name="connsiteX0" fmla="*/ 844994 w 9112685"/>
              <a:gd name="connsiteY0" fmla="*/ 0 h 4533544"/>
              <a:gd name="connsiteX1" fmla="*/ 8890262 w 9112685"/>
              <a:gd name="connsiteY1" fmla="*/ 12357 h 4533544"/>
              <a:gd name="connsiteX2" fmla="*/ 9112685 w 9112685"/>
              <a:gd name="connsiteY2" fmla="*/ 4521188 h 4533544"/>
              <a:gd name="connsiteX3" fmla="*/ 7243466 w 9112685"/>
              <a:gd name="connsiteY3" fmla="*/ 4533544 h 4533544"/>
              <a:gd name="connsiteX4" fmla="*/ 573146 w 9112685"/>
              <a:gd name="connsiteY4" fmla="*/ 4496475 h 4533544"/>
              <a:gd name="connsiteX5" fmla="*/ 844994 w 9112685"/>
              <a:gd name="connsiteY5" fmla="*/ 0 h 4533544"/>
              <a:gd name="connsiteX0" fmla="*/ 844994 w 9347463"/>
              <a:gd name="connsiteY0" fmla="*/ 0 h 4533545"/>
              <a:gd name="connsiteX1" fmla="*/ 8890262 w 9347463"/>
              <a:gd name="connsiteY1" fmla="*/ 12357 h 4533545"/>
              <a:gd name="connsiteX2" fmla="*/ 9347463 w 9347463"/>
              <a:gd name="connsiteY2" fmla="*/ 4533545 h 4533545"/>
              <a:gd name="connsiteX3" fmla="*/ 7243466 w 9347463"/>
              <a:gd name="connsiteY3" fmla="*/ 4533544 h 4533545"/>
              <a:gd name="connsiteX4" fmla="*/ 573146 w 9347463"/>
              <a:gd name="connsiteY4" fmla="*/ 4496475 h 4533545"/>
              <a:gd name="connsiteX5" fmla="*/ 844994 w 9347463"/>
              <a:gd name="connsiteY5" fmla="*/ 0 h 4533545"/>
              <a:gd name="connsiteX0" fmla="*/ 844994 w 9347463"/>
              <a:gd name="connsiteY0" fmla="*/ 0 h 4533545"/>
              <a:gd name="connsiteX1" fmla="*/ 9149754 w 9347463"/>
              <a:gd name="connsiteY1" fmla="*/ 12357 h 4533545"/>
              <a:gd name="connsiteX2" fmla="*/ 9347463 w 9347463"/>
              <a:gd name="connsiteY2" fmla="*/ 4533545 h 4533545"/>
              <a:gd name="connsiteX3" fmla="*/ 7243466 w 9347463"/>
              <a:gd name="connsiteY3" fmla="*/ 4533544 h 4533545"/>
              <a:gd name="connsiteX4" fmla="*/ 573146 w 9347463"/>
              <a:gd name="connsiteY4" fmla="*/ 4496475 h 4533545"/>
              <a:gd name="connsiteX5" fmla="*/ 844994 w 9347463"/>
              <a:gd name="connsiteY5" fmla="*/ 0 h 4533545"/>
              <a:gd name="connsiteX0" fmla="*/ 844994 w 9347463"/>
              <a:gd name="connsiteY0" fmla="*/ 0 h 4533545"/>
              <a:gd name="connsiteX1" fmla="*/ 9149754 w 9347463"/>
              <a:gd name="connsiteY1" fmla="*/ 12357 h 4533545"/>
              <a:gd name="connsiteX2" fmla="*/ 9347463 w 9347463"/>
              <a:gd name="connsiteY2" fmla="*/ 4533545 h 4533545"/>
              <a:gd name="connsiteX3" fmla="*/ 7243466 w 9347463"/>
              <a:gd name="connsiteY3" fmla="*/ 4533544 h 4533545"/>
              <a:gd name="connsiteX4" fmla="*/ 573146 w 9347463"/>
              <a:gd name="connsiteY4" fmla="*/ 4496475 h 4533545"/>
              <a:gd name="connsiteX5" fmla="*/ 844994 w 9347463"/>
              <a:gd name="connsiteY5" fmla="*/ 0 h 4533545"/>
              <a:gd name="connsiteX0" fmla="*/ 906118 w 9289834"/>
              <a:gd name="connsiteY0" fmla="*/ 1175187 h 4521199"/>
              <a:gd name="connsiteX1" fmla="*/ 9092125 w 9289834"/>
              <a:gd name="connsiteY1" fmla="*/ 11 h 4521199"/>
              <a:gd name="connsiteX2" fmla="*/ 9289834 w 9289834"/>
              <a:gd name="connsiteY2" fmla="*/ 4521199 h 4521199"/>
              <a:gd name="connsiteX3" fmla="*/ 7185837 w 9289834"/>
              <a:gd name="connsiteY3" fmla="*/ 4521198 h 4521199"/>
              <a:gd name="connsiteX4" fmla="*/ 515517 w 9289834"/>
              <a:gd name="connsiteY4" fmla="*/ 4484129 h 4521199"/>
              <a:gd name="connsiteX5" fmla="*/ 906118 w 9289834"/>
              <a:gd name="connsiteY5" fmla="*/ 1175187 h 4521199"/>
              <a:gd name="connsiteX0" fmla="*/ 906118 w 9400883"/>
              <a:gd name="connsiteY0" fmla="*/ 11394 h 3357406"/>
              <a:gd name="connsiteX1" fmla="*/ 9400883 w 9400883"/>
              <a:gd name="connsiteY1" fmla="*/ 0 h 3357406"/>
              <a:gd name="connsiteX2" fmla="*/ 9289834 w 9400883"/>
              <a:gd name="connsiteY2" fmla="*/ 3357406 h 3357406"/>
              <a:gd name="connsiteX3" fmla="*/ 7185837 w 9400883"/>
              <a:gd name="connsiteY3" fmla="*/ 3357405 h 3357406"/>
              <a:gd name="connsiteX4" fmla="*/ 515517 w 9400883"/>
              <a:gd name="connsiteY4" fmla="*/ 3320336 h 3357406"/>
              <a:gd name="connsiteX5" fmla="*/ 906118 w 9400883"/>
              <a:gd name="connsiteY5" fmla="*/ 11394 h 3357406"/>
              <a:gd name="connsiteX0" fmla="*/ 906118 w 9377133"/>
              <a:gd name="connsiteY0" fmla="*/ 177648 h 3523660"/>
              <a:gd name="connsiteX1" fmla="*/ 9377133 w 9377133"/>
              <a:gd name="connsiteY1" fmla="*/ 0 h 3523660"/>
              <a:gd name="connsiteX2" fmla="*/ 9289834 w 9377133"/>
              <a:gd name="connsiteY2" fmla="*/ 3523660 h 3523660"/>
              <a:gd name="connsiteX3" fmla="*/ 7185837 w 9377133"/>
              <a:gd name="connsiteY3" fmla="*/ 3523659 h 3523660"/>
              <a:gd name="connsiteX4" fmla="*/ 515517 w 9377133"/>
              <a:gd name="connsiteY4" fmla="*/ 3486590 h 3523660"/>
              <a:gd name="connsiteX5" fmla="*/ 906118 w 9377133"/>
              <a:gd name="connsiteY5" fmla="*/ 177648 h 3523660"/>
              <a:gd name="connsiteX0" fmla="*/ 906118 w 9377133"/>
              <a:gd name="connsiteY0" fmla="*/ 82645 h 3428657"/>
              <a:gd name="connsiteX1" fmla="*/ 9377133 w 9377133"/>
              <a:gd name="connsiteY1" fmla="*/ 0 h 3428657"/>
              <a:gd name="connsiteX2" fmla="*/ 9289834 w 9377133"/>
              <a:gd name="connsiteY2" fmla="*/ 3428657 h 3428657"/>
              <a:gd name="connsiteX3" fmla="*/ 7185837 w 9377133"/>
              <a:gd name="connsiteY3" fmla="*/ 3428656 h 3428657"/>
              <a:gd name="connsiteX4" fmla="*/ 515517 w 9377133"/>
              <a:gd name="connsiteY4" fmla="*/ 3391587 h 3428657"/>
              <a:gd name="connsiteX5" fmla="*/ 906118 w 9377133"/>
              <a:gd name="connsiteY5" fmla="*/ 82645 h 3428657"/>
              <a:gd name="connsiteX0" fmla="*/ 906118 w 9365258"/>
              <a:gd name="connsiteY0" fmla="*/ 0 h 3346012"/>
              <a:gd name="connsiteX1" fmla="*/ 9365258 w 9365258"/>
              <a:gd name="connsiteY1" fmla="*/ 332991 h 3346012"/>
              <a:gd name="connsiteX2" fmla="*/ 9289834 w 9365258"/>
              <a:gd name="connsiteY2" fmla="*/ 3346012 h 3346012"/>
              <a:gd name="connsiteX3" fmla="*/ 7185837 w 9365258"/>
              <a:gd name="connsiteY3" fmla="*/ 3346011 h 3346012"/>
              <a:gd name="connsiteX4" fmla="*/ 515517 w 9365258"/>
              <a:gd name="connsiteY4" fmla="*/ 3308942 h 3346012"/>
              <a:gd name="connsiteX5" fmla="*/ 906118 w 9365258"/>
              <a:gd name="connsiteY5" fmla="*/ 0 h 3346012"/>
              <a:gd name="connsiteX0" fmla="*/ 919025 w 9354414"/>
              <a:gd name="connsiteY0" fmla="*/ 11393 h 3013021"/>
              <a:gd name="connsiteX1" fmla="*/ 9354414 w 9354414"/>
              <a:gd name="connsiteY1" fmla="*/ 0 h 3013021"/>
              <a:gd name="connsiteX2" fmla="*/ 9278990 w 9354414"/>
              <a:gd name="connsiteY2" fmla="*/ 3013021 h 3013021"/>
              <a:gd name="connsiteX3" fmla="*/ 7174993 w 9354414"/>
              <a:gd name="connsiteY3" fmla="*/ 3013020 h 3013021"/>
              <a:gd name="connsiteX4" fmla="*/ 504673 w 9354414"/>
              <a:gd name="connsiteY4" fmla="*/ 2975951 h 3013021"/>
              <a:gd name="connsiteX5" fmla="*/ 919025 w 9354414"/>
              <a:gd name="connsiteY5" fmla="*/ 11393 h 3013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54414" h="3013021">
                <a:moveTo>
                  <a:pt x="919025" y="11393"/>
                </a:moveTo>
                <a:lnTo>
                  <a:pt x="9354414" y="0"/>
                </a:lnTo>
                <a:cubicBezTo>
                  <a:pt x="8271138" y="1214620"/>
                  <a:pt x="8261617" y="1724261"/>
                  <a:pt x="9278990" y="3013021"/>
                </a:cubicBezTo>
                <a:lnTo>
                  <a:pt x="7174993" y="3013020"/>
                </a:lnTo>
                <a:lnTo>
                  <a:pt x="504673" y="2975951"/>
                </a:lnTo>
                <a:cubicBezTo>
                  <a:pt x="-146116" y="991094"/>
                  <a:pt x="-320770" y="1959180"/>
                  <a:pt x="919025" y="11393"/>
                </a:cubicBezTo>
                <a:close/>
              </a:path>
            </a:pathLst>
          </a:cu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grpSp>
        <p:nvGrpSpPr>
          <p:cNvPr id="49" name="组合 1"/>
          <p:cNvGrpSpPr/>
          <p:nvPr/>
        </p:nvGrpSpPr>
        <p:grpSpPr>
          <a:xfrm rot="2623989">
            <a:off x="5860132" y="-2879994"/>
            <a:ext cx="11510963" cy="11653838"/>
            <a:chOff x="5915306" y="-3855953"/>
            <a:chExt cx="11510963" cy="11653838"/>
          </a:xfrm>
        </p:grpSpPr>
        <p:sp>
          <p:nvSpPr>
            <p:cNvPr id="50" name="Freeform 41"/>
            <p:cNvSpPr>
              <a:spLocks/>
            </p:cNvSpPr>
            <p:nvPr/>
          </p:nvSpPr>
          <p:spPr bwMode="auto">
            <a:xfrm rot="5400000" flipH="1" flipV="1">
              <a:off x="10765913" y="3279861"/>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1" name="Freeform 129"/>
            <p:cNvSpPr>
              <a:spLocks/>
            </p:cNvSpPr>
            <p:nvPr/>
          </p:nvSpPr>
          <p:spPr bwMode="auto">
            <a:xfrm rot="5400000" flipH="1" flipV="1">
              <a:off x="10911963" y="3284623"/>
              <a:ext cx="2582863" cy="2716213"/>
            </a:xfrm>
            <a:custGeom>
              <a:avLst/>
              <a:gdLst>
                <a:gd name="T0" fmla="*/ 1627 w 1627"/>
                <a:gd name="T1" fmla="*/ 0 h 1711"/>
                <a:gd name="T2" fmla="*/ 1539 w 1627"/>
                <a:gd name="T3" fmla="*/ 0 h 1711"/>
                <a:gd name="T4" fmla="*/ 1289 w 1627"/>
                <a:gd name="T5" fmla="*/ 250 h 1711"/>
                <a:gd name="T6" fmla="*/ 1286 w 1627"/>
                <a:gd name="T7" fmla="*/ 425 h 1711"/>
                <a:gd name="T8" fmla="*/ 0 w 1627"/>
                <a:gd name="T9" fmla="*/ 1711 h 1711"/>
              </a:gdLst>
              <a:ahLst/>
              <a:cxnLst>
                <a:cxn ang="0">
                  <a:pos x="T0" y="T1"/>
                </a:cxn>
                <a:cxn ang="0">
                  <a:pos x="T2" y="T3"/>
                </a:cxn>
                <a:cxn ang="0">
                  <a:pos x="T4" y="T5"/>
                </a:cxn>
                <a:cxn ang="0">
                  <a:pos x="T6" y="T7"/>
                </a:cxn>
                <a:cxn ang="0">
                  <a:pos x="T8" y="T9"/>
                </a:cxn>
              </a:cxnLst>
              <a:rect l="0" t="0" r="r" b="b"/>
              <a:pathLst>
                <a:path w="1627" h="1711">
                  <a:moveTo>
                    <a:pt x="1627" y="0"/>
                  </a:moveTo>
                  <a:lnTo>
                    <a:pt x="1539" y="0"/>
                  </a:lnTo>
                  <a:lnTo>
                    <a:pt x="1289" y="250"/>
                  </a:lnTo>
                  <a:lnTo>
                    <a:pt x="1286" y="425"/>
                  </a:lnTo>
                  <a:lnTo>
                    <a:pt x="0" y="1711"/>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2" name="Freeform 130"/>
            <p:cNvSpPr>
              <a:spLocks/>
            </p:cNvSpPr>
            <p:nvPr/>
          </p:nvSpPr>
          <p:spPr bwMode="auto">
            <a:xfrm rot="5400000" flipH="1" flipV="1">
              <a:off x="11011975" y="3575136"/>
              <a:ext cx="2060575" cy="2911475"/>
            </a:xfrm>
            <a:custGeom>
              <a:avLst/>
              <a:gdLst>
                <a:gd name="T0" fmla="*/ 1224 w 1298"/>
                <a:gd name="T1" fmla="*/ 0 h 1834"/>
                <a:gd name="T2" fmla="*/ 1224 w 1298"/>
                <a:gd name="T3" fmla="*/ 293 h 1834"/>
                <a:gd name="T4" fmla="*/ 1298 w 1298"/>
                <a:gd name="T5" fmla="*/ 364 h 1834"/>
                <a:gd name="T6" fmla="*/ 1298 w 1298"/>
                <a:gd name="T7" fmla="*/ 536 h 1834"/>
                <a:gd name="T8" fmla="*/ 0 w 1298"/>
                <a:gd name="T9" fmla="*/ 1834 h 1834"/>
              </a:gdLst>
              <a:ahLst/>
              <a:cxnLst>
                <a:cxn ang="0">
                  <a:pos x="T0" y="T1"/>
                </a:cxn>
                <a:cxn ang="0">
                  <a:pos x="T2" y="T3"/>
                </a:cxn>
                <a:cxn ang="0">
                  <a:pos x="T4" y="T5"/>
                </a:cxn>
                <a:cxn ang="0">
                  <a:pos x="T6" y="T7"/>
                </a:cxn>
                <a:cxn ang="0">
                  <a:pos x="T8" y="T9"/>
                </a:cxn>
              </a:cxnLst>
              <a:rect l="0" t="0" r="r" b="b"/>
              <a:pathLst>
                <a:path w="1298" h="1834">
                  <a:moveTo>
                    <a:pt x="1224" y="0"/>
                  </a:moveTo>
                  <a:lnTo>
                    <a:pt x="1224" y="293"/>
                  </a:lnTo>
                  <a:lnTo>
                    <a:pt x="1298" y="364"/>
                  </a:lnTo>
                  <a:lnTo>
                    <a:pt x="1298" y="536"/>
                  </a:lnTo>
                  <a:lnTo>
                    <a:pt x="0" y="1834"/>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3" name="Freeform 162"/>
            <p:cNvSpPr>
              <a:spLocks/>
            </p:cNvSpPr>
            <p:nvPr/>
          </p:nvSpPr>
          <p:spPr bwMode="auto">
            <a:xfrm rot="5400000" flipH="1" flipV="1">
              <a:off x="11285819" y="4017255"/>
              <a:ext cx="2349500" cy="2668588"/>
            </a:xfrm>
            <a:custGeom>
              <a:avLst/>
              <a:gdLst>
                <a:gd name="T0" fmla="*/ 0 w 1480"/>
                <a:gd name="T1" fmla="*/ 1681 h 1681"/>
                <a:gd name="T2" fmla="*/ 1480 w 1480"/>
                <a:gd name="T3" fmla="*/ 201 h 1681"/>
                <a:gd name="T4" fmla="*/ 1477 w 1480"/>
                <a:gd name="T5" fmla="*/ 85 h 1681"/>
                <a:gd name="T6" fmla="*/ 1392 w 1480"/>
                <a:gd name="T7" fmla="*/ 0 h 1681"/>
              </a:gdLst>
              <a:ahLst/>
              <a:cxnLst>
                <a:cxn ang="0">
                  <a:pos x="T0" y="T1"/>
                </a:cxn>
                <a:cxn ang="0">
                  <a:pos x="T2" y="T3"/>
                </a:cxn>
                <a:cxn ang="0">
                  <a:pos x="T4" y="T5"/>
                </a:cxn>
                <a:cxn ang="0">
                  <a:pos x="T6" y="T7"/>
                </a:cxn>
              </a:cxnLst>
              <a:rect l="0" t="0" r="r" b="b"/>
              <a:pathLst>
                <a:path w="1480" h="1681">
                  <a:moveTo>
                    <a:pt x="0" y="1681"/>
                  </a:moveTo>
                  <a:lnTo>
                    <a:pt x="1480" y="201"/>
                  </a:lnTo>
                  <a:lnTo>
                    <a:pt x="1477" y="85"/>
                  </a:lnTo>
                  <a:lnTo>
                    <a:pt x="139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4" name="Freeform 164"/>
            <p:cNvSpPr>
              <a:spLocks/>
            </p:cNvSpPr>
            <p:nvPr/>
          </p:nvSpPr>
          <p:spPr bwMode="auto">
            <a:xfrm rot="5400000" flipH="1" flipV="1">
              <a:off x="11410438" y="4268874"/>
              <a:ext cx="2000250" cy="2124075"/>
            </a:xfrm>
            <a:custGeom>
              <a:avLst/>
              <a:gdLst>
                <a:gd name="T0" fmla="*/ 0 w 1260"/>
                <a:gd name="T1" fmla="*/ 1338 h 1338"/>
                <a:gd name="T2" fmla="*/ 1260 w 1260"/>
                <a:gd name="T3" fmla="*/ 75 h 1338"/>
                <a:gd name="T4" fmla="*/ 1260 w 1260"/>
                <a:gd name="T5" fmla="*/ 0 h 1338"/>
              </a:gdLst>
              <a:ahLst/>
              <a:cxnLst>
                <a:cxn ang="0">
                  <a:pos x="T0" y="T1"/>
                </a:cxn>
                <a:cxn ang="0">
                  <a:pos x="T2" y="T3"/>
                </a:cxn>
                <a:cxn ang="0">
                  <a:pos x="T4" y="T5"/>
                </a:cxn>
              </a:cxnLst>
              <a:rect l="0" t="0" r="r" b="b"/>
              <a:pathLst>
                <a:path w="1260" h="1338">
                  <a:moveTo>
                    <a:pt x="0" y="1338"/>
                  </a:moveTo>
                  <a:lnTo>
                    <a:pt x="1260" y="75"/>
                  </a:lnTo>
                  <a:lnTo>
                    <a:pt x="126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5" name="Freeform 170"/>
            <p:cNvSpPr>
              <a:spLocks/>
            </p:cNvSpPr>
            <p:nvPr/>
          </p:nvSpPr>
          <p:spPr bwMode="auto">
            <a:xfrm rot="5400000" flipH="1" flipV="1">
              <a:off x="11253275" y="4237123"/>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6" name="Freeform 171"/>
            <p:cNvSpPr>
              <a:spLocks/>
            </p:cNvSpPr>
            <p:nvPr/>
          </p:nvSpPr>
          <p:spPr bwMode="auto">
            <a:xfrm rot="5400000" flipH="1" flipV="1">
              <a:off x="12845538" y="3951373"/>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7" name="Freeform 174"/>
            <p:cNvSpPr>
              <a:spLocks/>
            </p:cNvSpPr>
            <p:nvPr/>
          </p:nvSpPr>
          <p:spPr bwMode="auto">
            <a:xfrm rot="5400000" flipH="1" flipV="1">
              <a:off x="11794613" y="4146636"/>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8" name="Freeform 177"/>
            <p:cNvSpPr>
              <a:spLocks/>
            </p:cNvSpPr>
            <p:nvPr/>
          </p:nvSpPr>
          <p:spPr bwMode="auto">
            <a:xfrm rot="5400000" flipH="1" flipV="1">
              <a:off x="11051663" y="4248236"/>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7" y="0"/>
                    <a:pt x="34" y="8"/>
                  </a:cubicBezTo>
                  <a:cubicBezTo>
                    <a:pt x="41" y="15"/>
                    <a:pt x="41" y="27"/>
                    <a:pt x="34" y="34"/>
                  </a:cubicBezTo>
                  <a:cubicBezTo>
                    <a:pt x="27"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9" name="Freeform 123"/>
            <p:cNvSpPr>
              <a:spLocks/>
            </p:cNvSpPr>
            <p:nvPr/>
          </p:nvSpPr>
          <p:spPr bwMode="auto">
            <a:xfrm rot="5400000" flipH="1" flipV="1">
              <a:off x="11890656" y="3849773"/>
              <a:ext cx="3990975" cy="3441700"/>
            </a:xfrm>
            <a:custGeom>
              <a:avLst/>
              <a:gdLst>
                <a:gd name="T0" fmla="*/ 0 w 2514"/>
                <a:gd name="T1" fmla="*/ 2168 h 2168"/>
                <a:gd name="T2" fmla="*/ 1684 w 2514"/>
                <a:gd name="T3" fmla="*/ 484 h 2168"/>
                <a:gd name="T4" fmla="*/ 1788 w 2514"/>
                <a:gd name="T5" fmla="*/ 487 h 2168"/>
                <a:gd name="T6" fmla="*/ 1871 w 2514"/>
                <a:gd name="T7" fmla="*/ 404 h 2168"/>
                <a:gd name="T8" fmla="*/ 2088 w 2514"/>
                <a:gd name="T9" fmla="*/ 399 h 2168"/>
                <a:gd name="T10" fmla="*/ 2204 w 2514"/>
                <a:gd name="T11" fmla="*/ 286 h 2168"/>
                <a:gd name="T12" fmla="*/ 2206 w 2514"/>
                <a:gd name="T13" fmla="*/ 189 h 2168"/>
                <a:gd name="T14" fmla="*/ 2393 w 2514"/>
                <a:gd name="T15" fmla="*/ 2 h 2168"/>
                <a:gd name="T16" fmla="*/ 2514 w 2514"/>
                <a:gd name="T17" fmla="*/ 0 h 2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14" h="2168">
                  <a:moveTo>
                    <a:pt x="0" y="2168"/>
                  </a:moveTo>
                  <a:lnTo>
                    <a:pt x="1684" y="484"/>
                  </a:lnTo>
                  <a:lnTo>
                    <a:pt x="1788" y="487"/>
                  </a:lnTo>
                  <a:lnTo>
                    <a:pt x="1871" y="404"/>
                  </a:lnTo>
                  <a:lnTo>
                    <a:pt x="2088" y="399"/>
                  </a:lnTo>
                  <a:lnTo>
                    <a:pt x="2204" y="286"/>
                  </a:lnTo>
                  <a:lnTo>
                    <a:pt x="2206" y="189"/>
                  </a:lnTo>
                  <a:lnTo>
                    <a:pt x="2393" y="2"/>
                  </a:lnTo>
                  <a:lnTo>
                    <a:pt x="251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0" name="Freeform 124"/>
            <p:cNvSpPr>
              <a:spLocks/>
            </p:cNvSpPr>
            <p:nvPr/>
          </p:nvSpPr>
          <p:spPr bwMode="auto">
            <a:xfrm rot="5400000" flipH="1" flipV="1">
              <a:off x="10606368" y="2670259"/>
              <a:ext cx="5160963" cy="4913313"/>
            </a:xfrm>
            <a:custGeom>
              <a:avLst/>
              <a:gdLst>
                <a:gd name="T0" fmla="*/ 0 w 3251"/>
                <a:gd name="T1" fmla="*/ 3095 h 3095"/>
                <a:gd name="T2" fmla="*/ 1737 w 3251"/>
                <a:gd name="T3" fmla="*/ 1355 h 3095"/>
                <a:gd name="T4" fmla="*/ 1844 w 3251"/>
                <a:gd name="T5" fmla="*/ 1357 h 3095"/>
                <a:gd name="T6" fmla="*/ 2449 w 3251"/>
                <a:gd name="T7" fmla="*/ 750 h 3095"/>
                <a:gd name="T8" fmla="*/ 2735 w 3251"/>
                <a:gd name="T9" fmla="*/ 748 h 3095"/>
                <a:gd name="T10" fmla="*/ 3248 w 3251"/>
                <a:gd name="T11" fmla="*/ 232 h 3095"/>
                <a:gd name="T12" fmla="*/ 3251 w 3251"/>
                <a:gd name="T13" fmla="*/ 0 h 3095"/>
              </a:gdLst>
              <a:ahLst/>
              <a:cxnLst>
                <a:cxn ang="0">
                  <a:pos x="T0" y="T1"/>
                </a:cxn>
                <a:cxn ang="0">
                  <a:pos x="T2" y="T3"/>
                </a:cxn>
                <a:cxn ang="0">
                  <a:pos x="T4" y="T5"/>
                </a:cxn>
                <a:cxn ang="0">
                  <a:pos x="T6" y="T7"/>
                </a:cxn>
                <a:cxn ang="0">
                  <a:pos x="T8" y="T9"/>
                </a:cxn>
                <a:cxn ang="0">
                  <a:pos x="T10" y="T11"/>
                </a:cxn>
                <a:cxn ang="0">
                  <a:pos x="T12" y="T13"/>
                </a:cxn>
              </a:cxnLst>
              <a:rect l="0" t="0" r="r" b="b"/>
              <a:pathLst>
                <a:path w="3251" h="3095">
                  <a:moveTo>
                    <a:pt x="0" y="3095"/>
                  </a:moveTo>
                  <a:lnTo>
                    <a:pt x="1737" y="1355"/>
                  </a:lnTo>
                  <a:lnTo>
                    <a:pt x="1844" y="1357"/>
                  </a:lnTo>
                  <a:lnTo>
                    <a:pt x="2449" y="750"/>
                  </a:lnTo>
                  <a:lnTo>
                    <a:pt x="2735" y="748"/>
                  </a:lnTo>
                  <a:lnTo>
                    <a:pt x="3248" y="232"/>
                  </a:lnTo>
                  <a:lnTo>
                    <a:pt x="3251"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1" name="Freeform 125"/>
            <p:cNvSpPr>
              <a:spLocks/>
            </p:cNvSpPr>
            <p:nvPr/>
          </p:nvSpPr>
          <p:spPr bwMode="auto">
            <a:xfrm rot="5400000" flipH="1" flipV="1">
              <a:off x="10888150" y="3039353"/>
              <a:ext cx="4987925" cy="4506913"/>
            </a:xfrm>
            <a:custGeom>
              <a:avLst/>
              <a:gdLst>
                <a:gd name="T0" fmla="*/ 0 w 3142"/>
                <a:gd name="T1" fmla="*/ 2839 h 2839"/>
                <a:gd name="T2" fmla="*/ 1771 w 3142"/>
                <a:gd name="T3" fmla="*/ 1066 h 2839"/>
                <a:gd name="T4" fmla="*/ 1870 w 3142"/>
                <a:gd name="T5" fmla="*/ 1062 h 2839"/>
                <a:gd name="T6" fmla="*/ 2478 w 3142"/>
                <a:gd name="T7" fmla="*/ 456 h 2839"/>
                <a:gd name="T8" fmla="*/ 2769 w 3142"/>
                <a:gd name="T9" fmla="*/ 459 h 2839"/>
                <a:gd name="T10" fmla="*/ 3137 w 3142"/>
                <a:gd name="T11" fmla="*/ 90 h 2839"/>
                <a:gd name="T12" fmla="*/ 3142 w 3142"/>
                <a:gd name="T13" fmla="*/ 0 h 2839"/>
              </a:gdLst>
              <a:ahLst/>
              <a:cxnLst>
                <a:cxn ang="0">
                  <a:pos x="T0" y="T1"/>
                </a:cxn>
                <a:cxn ang="0">
                  <a:pos x="T2" y="T3"/>
                </a:cxn>
                <a:cxn ang="0">
                  <a:pos x="T4" y="T5"/>
                </a:cxn>
                <a:cxn ang="0">
                  <a:pos x="T6" y="T7"/>
                </a:cxn>
                <a:cxn ang="0">
                  <a:pos x="T8" y="T9"/>
                </a:cxn>
                <a:cxn ang="0">
                  <a:pos x="T10" y="T11"/>
                </a:cxn>
                <a:cxn ang="0">
                  <a:pos x="T12" y="T13"/>
                </a:cxn>
              </a:cxnLst>
              <a:rect l="0" t="0" r="r" b="b"/>
              <a:pathLst>
                <a:path w="3142" h="2839">
                  <a:moveTo>
                    <a:pt x="0" y="2839"/>
                  </a:moveTo>
                  <a:lnTo>
                    <a:pt x="1771" y="1066"/>
                  </a:lnTo>
                  <a:lnTo>
                    <a:pt x="1870" y="1062"/>
                  </a:lnTo>
                  <a:lnTo>
                    <a:pt x="2478" y="456"/>
                  </a:lnTo>
                  <a:lnTo>
                    <a:pt x="2769" y="459"/>
                  </a:lnTo>
                  <a:lnTo>
                    <a:pt x="3137" y="90"/>
                  </a:lnTo>
                  <a:lnTo>
                    <a:pt x="314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2" name="Freeform 126"/>
            <p:cNvSpPr>
              <a:spLocks/>
            </p:cNvSpPr>
            <p:nvPr/>
          </p:nvSpPr>
          <p:spPr bwMode="auto">
            <a:xfrm rot="5400000" flipH="1" flipV="1">
              <a:off x="11933518" y="3810085"/>
              <a:ext cx="3975100" cy="3422650"/>
            </a:xfrm>
            <a:custGeom>
              <a:avLst/>
              <a:gdLst>
                <a:gd name="T0" fmla="*/ 0 w 2504"/>
                <a:gd name="T1" fmla="*/ 2156 h 2156"/>
                <a:gd name="T2" fmla="*/ 1664 w 2504"/>
                <a:gd name="T3" fmla="*/ 494 h 2156"/>
                <a:gd name="T4" fmla="*/ 1768 w 2504"/>
                <a:gd name="T5" fmla="*/ 494 h 2156"/>
                <a:gd name="T6" fmla="*/ 1851 w 2504"/>
                <a:gd name="T7" fmla="*/ 414 h 2156"/>
                <a:gd name="T8" fmla="*/ 2076 w 2504"/>
                <a:gd name="T9" fmla="*/ 416 h 2156"/>
                <a:gd name="T10" fmla="*/ 2201 w 2504"/>
                <a:gd name="T11" fmla="*/ 291 h 2156"/>
                <a:gd name="T12" fmla="*/ 2196 w 2504"/>
                <a:gd name="T13" fmla="*/ 189 h 2156"/>
                <a:gd name="T14" fmla="*/ 2383 w 2504"/>
                <a:gd name="T15" fmla="*/ 0 h 2156"/>
                <a:gd name="T16" fmla="*/ 2504 w 2504"/>
                <a:gd name="T17" fmla="*/ 0 h 2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4" h="2156">
                  <a:moveTo>
                    <a:pt x="0" y="2156"/>
                  </a:moveTo>
                  <a:lnTo>
                    <a:pt x="1664" y="494"/>
                  </a:lnTo>
                  <a:lnTo>
                    <a:pt x="1768" y="494"/>
                  </a:lnTo>
                  <a:lnTo>
                    <a:pt x="1851" y="414"/>
                  </a:lnTo>
                  <a:lnTo>
                    <a:pt x="2076" y="416"/>
                  </a:lnTo>
                  <a:lnTo>
                    <a:pt x="2201" y="291"/>
                  </a:lnTo>
                  <a:lnTo>
                    <a:pt x="2196" y="189"/>
                  </a:lnTo>
                  <a:lnTo>
                    <a:pt x="2383" y="0"/>
                  </a:lnTo>
                  <a:lnTo>
                    <a:pt x="250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3" name="Freeform 127"/>
            <p:cNvSpPr>
              <a:spLocks/>
            </p:cNvSpPr>
            <p:nvPr/>
          </p:nvSpPr>
          <p:spPr bwMode="auto">
            <a:xfrm rot="5400000" flipH="1" flipV="1">
              <a:off x="10923869" y="3183023"/>
              <a:ext cx="4860925" cy="4368800"/>
            </a:xfrm>
            <a:custGeom>
              <a:avLst/>
              <a:gdLst>
                <a:gd name="T0" fmla="*/ 0 w 3062"/>
                <a:gd name="T1" fmla="*/ 2752 h 2752"/>
                <a:gd name="T2" fmla="*/ 1806 w 3062"/>
                <a:gd name="T3" fmla="*/ 946 h 2752"/>
                <a:gd name="T4" fmla="*/ 1891 w 3062"/>
                <a:gd name="T5" fmla="*/ 943 h 2752"/>
                <a:gd name="T6" fmla="*/ 2537 w 3062"/>
                <a:gd name="T7" fmla="*/ 298 h 2752"/>
                <a:gd name="T8" fmla="*/ 2844 w 3062"/>
                <a:gd name="T9" fmla="*/ 296 h 2752"/>
                <a:gd name="T10" fmla="*/ 3059 w 3062"/>
                <a:gd name="T11" fmla="*/ 80 h 2752"/>
                <a:gd name="T12" fmla="*/ 3062 w 3062"/>
                <a:gd name="T13" fmla="*/ 0 h 2752"/>
              </a:gdLst>
              <a:ahLst/>
              <a:cxnLst>
                <a:cxn ang="0">
                  <a:pos x="T0" y="T1"/>
                </a:cxn>
                <a:cxn ang="0">
                  <a:pos x="T2" y="T3"/>
                </a:cxn>
                <a:cxn ang="0">
                  <a:pos x="T4" y="T5"/>
                </a:cxn>
                <a:cxn ang="0">
                  <a:pos x="T6" y="T7"/>
                </a:cxn>
                <a:cxn ang="0">
                  <a:pos x="T8" y="T9"/>
                </a:cxn>
                <a:cxn ang="0">
                  <a:pos x="T10" y="T11"/>
                </a:cxn>
                <a:cxn ang="0">
                  <a:pos x="T12" y="T13"/>
                </a:cxn>
              </a:cxnLst>
              <a:rect l="0" t="0" r="r" b="b"/>
              <a:pathLst>
                <a:path w="3062" h="2752">
                  <a:moveTo>
                    <a:pt x="0" y="2752"/>
                  </a:moveTo>
                  <a:lnTo>
                    <a:pt x="1806" y="946"/>
                  </a:lnTo>
                  <a:lnTo>
                    <a:pt x="1891" y="943"/>
                  </a:lnTo>
                  <a:lnTo>
                    <a:pt x="2537" y="298"/>
                  </a:lnTo>
                  <a:lnTo>
                    <a:pt x="2844" y="296"/>
                  </a:lnTo>
                  <a:lnTo>
                    <a:pt x="3059" y="80"/>
                  </a:lnTo>
                  <a:lnTo>
                    <a:pt x="306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4" name="Freeform 128"/>
            <p:cNvSpPr>
              <a:spLocks/>
            </p:cNvSpPr>
            <p:nvPr/>
          </p:nvSpPr>
          <p:spPr bwMode="auto">
            <a:xfrm rot="5400000" flipH="1" flipV="1">
              <a:off x="12667737" y="5053891"/>
              <a:ext cx="2649538" cy="2755900"/>
            </a:xfrm>
            <a:custGeom>
              <a:avLst/>
              <a:gdLst>
                <a:gd name="T0" fmla="*/ 0 w 1669"/>
                <a:gd name="T1" fmla="*/ 1736 h 1736"/>
                <a:gd name="T2" fmla="*/ 1669 w 1669"/>
                <a:gd name="T3" fmla="*/ 69 h 1736"/>
                <a:gd name="T4" fmla="*/ 1667 w 1669"/>
                <a:gd name="T5" fmla="*/ 0 h 1736"/>
              </a:gdLst>
              <a:ahLst/>
              <a:cxnLst>
                <a:cxn ang="0">
                  <a:pos x="T0" y="T1"/>
                </a:cxn>
                <a:cxn ang="0">
                  <a:pos x="T2" y="T3"/>
                </a:cxn>
                <a:cxn ang="0">
                  <a:pos x="T4" y="T5"/>
                </a:cxn>
              </a:cxnLst>
              <a:rect l="0" t="0" r="r" b="b"/>
              <a:pathLst>
                <a:path w="1669" h="1736">
                  <a:moveTo>
                    <a:pt x="0" y="1736"/>
                  </a:moveTo>
                  <a:lnTo>
                    <a:pt x="1669" y="69"/>
                  </a:lnTo>
                  <a:lnTo>
                    <a:pt x="166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5" name="Freeform 43"/>
            <p:cNvSpPr>
              <a:spLocks/>
            </p:cNvSpPr>
            <p:nvPr/>
          </p:nvSpPr>
          <p:spPr bwMode="auto">
            <a:xfrm rot="5400000" flipH="1" flipV="1">
              <a:off x="12512956" y="5019759"/>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4"/>
                    <a:pt x="41" y="26"/>
                    <a:pt x="33" y="34"/>
                  </a:cubicBezTo>
                  <a:cubicBezTo>
                    <a:pt x="26" y="41"/>
                    <a:pt x="14" y="41"/>
                    <a:pt x="7" y="34"/>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6" name="Freeform 45"/>
            <p:cNvSpPr>
              <a:spLocks/>
            </p:cNvSpPr>
            <p:nvPr/>
          </p:nvSpPr>
          <p:spPr bwMode="auto">
            <a:xfrm rot="5400000" flipH="1" flipV="1">
              <a:off x="11643006" y="1665372"/>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7" name="Freeform 47"/>
            <p:cNvSpPr>
              <a:spLocks/>
            </p:cNvSpPr>
            <p:nvPr/>
          </p:nvSpPr>
          <p:spPr bwMode="auto">
            <a:xfrm rot="5400000" flipH="1" flipV="1">
              <a:off x="11101668" y="2865522"/>
              <a:ext cx="153988"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3"/>
                  </a:cubicBezTo>
                  <a:cubicBezTo>
                    <a:pt x="26" y="41"/>
                    <a:pt x="15"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8" name="Freeform 48"/>
            <p:cNvSpPr>
              <a:spLocks/>
            </p:cNvSpPr>
            <p:nvPr/>
          </p:nvSpPr>
          <p:spPr bwMode="auto">
            <a:xfrm rot="5400000" flipH="1" flipV="1">
              <a:off x="9953906" y="403309"/>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7" y="0"/>
                    <a:pt x="34" y="8"/>
                  </a:cubicBezTo>
                  <a:cubicBezTo>
                    <a:pt x="41" y="15"/>
                    <a:pt x="41" y="27"/>
                    <a:pt x="34" y="34"/>
                  </a:cubicBezTo>
                  <a:cubicBezTo>
                    <a:pt x="27"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9" name="Freeform 49"/>
            <p:cNvSpPr>
              <a:spLocks/>
            </p:cNvSpPr>
            <p:nvPr/>
          </p:nvSpPr>
          <p:spPr bwMode="auto">
            <a:xfrm rot="5400000" flipH="1" flipV="1">
              <a:off x="10974668" y="2738522"/>
              <a:ext cx="153988"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4" y="7"/>
                  </a:cubicBezTo>
                  <a:cubicBezTo>
                    <a:pt x="41" y="14"/>
                    <a:pt x="41" y="26"/>
                    <a:pt x="34" y="33"/>
                  </a:cubicBezTo>
                  <a:cubicBezTo>
                    <a:pt x="26" y="41"/>
                    <a:pt x="14" y="41"/>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0" name="Freeform 52"/>
            <p:cNvSpPr>
              <a:spLocks/>
            </p:cNvSpPr>
            <p:nvPr/>
          </p:nvSpPr>
          <p:spPr bwMode="auto">
            <a:xfrm rot="5400000" flipH="1" flipV="1">
              <a:off x="10760356" y="2697247"/>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7" y="0"/>
                    <a:pt x="34" y="8"/>
                  </a:cubicBezTo>
                  <a:cubicBezTo>
                    <a:pt x="41" y="15"/>
                    <a:pt x="41" y="27"/>
                    <a:pt x="34" y="34"/>
                  </a:cubicBezTo>
                  <a:cubicBezTo>
                    <a:pt x="27"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1" name="Freeform 57"/>
            <p:cNvSpPr>
              <a:spLocks/>
            </p:cNvSpPr>
            <p:nvPr/>
          </p:nvSpPr>
          <p:spPr bwMode="auto">
            <a:xfrm rot="5400000" flipH="1" flipV="1">
              <a:off x="14212375" y="1035928"/>
              <a:ext cx="1222375" cy="2189163"/>
            </a:xfrm>
            <a:custGeom>
              <a:avLst/>
              <a:gdLst>
                <a:gd name="T0" fmla="*/ 768 w 770"/>
                <a:gd name="T1" fmla="*/ 0 h 1379"/>
                <a:gd name="T2" fmla="*/ 770 w 770"/>
                <a:gd name="T3" fmla="*/ 104 h 1379"/>
                <a:gd name="T4" fmla="*/ 503 w 770"/>
                <a:gd name="T5" fmla="*/ 369 h 1379"/>
                <a:gd name="T6" fmla="*/ 508 w 770"/>
                <a:gd name="T7" fmla="*/ 499 h 1379"/>
                <a:gd name="T8" fmla="*/ 385 w 770"/>
                <a:gd name="T9" fmla="*/ 620 h 1379"/>
                <a:gd name="T10" fmla="*/ 380 w 770"/>
                <a:gd name="T11" fmla="*/ 826 h 1379"/>
                <a:gd name="T12" fmla="*/ 191 w 770"/>
                <a:gd name="T13" fmla="*/ 1015 h 1379"/>
                <a:gd name="T14" fmla="*/ 182 w 770"/>
                <a:gd name="T15" fmla="*/ 1268 h 1379"/>
                <a:gd name="T16" fmla="*/ 73 w 770"/>
                <a:gd name="T17" fmla="*/ 1379 h 1379"/>
                <a:gd name="T18" fmla="*/ 0 w 770"/>
                <a:gd name="T19" fmla="*/ 1379 h 1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70" h="1379">
                  <a:moveTo>
                    <a:pt x="768" y="0"/>
                  </a:moveTo>
                  <a:lnTo>
                    <a:pt x="770" y="104"/>
                  </a:lnTo>
                  <a:lnTo>
                    <a:pt x="503" y="369"/>
                  </a:lnTo>
                  <a:lnTo>
                    <a:pt x="508" y="499"/>
                  </a:lnTo>
                  <a:lnTo>
                    <a:pt x="385" y="620"/>
                  </a:lnTo>
                  <a:lnTo>
                    <a:pt x="380" y="826"/>
                  </a:lnTo>
                  <a:lnTo>
                    <a:pt x="191" y="1015"/>
                  </a:lnTo>
                  <a:lnTo>
                    <a:pt x="182" y="1268"/>
                  </a:lnTo>
                  <a:lnTo>
                    <a:pt x="73" y="1379"/>
                  </a:lnTo>
                  <a:lnTo>
                    <a:pt x="0" y="1379"/>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2" name="Freeform 58"/>
            <p:cNvSpPr>
              <a:spLocks/>
            </p:cNvSpPr>
            <p:nvPr/>
          </p:nvSpPr>
          <p:spPr bwMode="auto">
            <a:xfrm rot="5400000" flipH="1" flipV="1">
              <a:off x="10124562" y="-3759910"/>
              <a:ext cx="6742113" cy="7194550"/>
            </a:xfrm>
            <a:custGeom>
              <a:avLst/>
              <a:gdLst>
                <a:gd name="T0" fmla="*/ 0 w 4247"/>
                <a:gd name="T1" fmla="*/ 4532 h 4532"/>
                <a:gd name="T2" fmla="*/ 755 w 4247"/>
                <a:gd name="T3" fmla="*/ 3775 h 4532"/>
                <a:gd name="T4" fmla="*/ 757 w 4247"/>
                <a:gd name="T5" fmla="*/ 3503 h 4532"/>
                <a:gd name="T6" fmla="*/ 1053 w 4247"/>
                <a:gd name="T7" fmla="*/ 3208 h 4532"/>
                <a:gd name="T8" fmla="*/ 1055 w 4247"/>
                <a:gd name="T9" fmla="*/ 2979 h 4532"/>
                <a:gd name="T10" fmla="*/ 1329 w 4247"/>
                <a:gd name="T11" fmla="*/ 2704 h 4532"/>
                <a:gd name="T12" fmla="*/ 1327 w 4247"/>
                <a:gd name="T13" fmla="*/ 2640 h 4532"/>
                <a:gd name="T14" fmla="*/ 1502 w 4247"/>
                <a:gd name="T15" fmla="*/ 2465 h 4532"/>
                <a:gd name="T16" fmla="*/ 1511 w 4247"/>
                <a:gd name="T17" fmla="*/ 1948 h 4532"/>
                <a:gd name="T18" fmla="*/ 1814 w 4247"/>
                <a:gd name="T19" fmla="*/ 1645 h 4532"/>
                <a:gd name="T20" fmla="*/ 1814 w 4247"/>
                <a:gd name="T21" fmla="*/ 1539 h 4532"/>
                <a:gd name="T22" fmla="*/ 2391 w 4247"/>
                <a:gd name="T23" fmla="*/ 962 h 4532"/>
                <a:gd name="T24" fmla="*/ 2563 w 4247"/>
                <a:gd name="T25" fmla="*/ 964 h 4532"/>
                <a:gd name="T26" fmla="*/ 3530 w 4247"/>
                <a:gd name="T27" fmla="*/ 0 h 4532"/>
                <a:gd name="T28" fmla="*/ 4247 w 4247"/>
                <a:gd name="T29" fmla="*/ 0 h 4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247" h="4532">
                  <a:moveTo>
                    <a:pt x="0" y="4532"/>
                  </a:moveTo>
                  <a:lnTo>
                    <a:pt x="755" y="3775"/>
                  </a:lnTo>
                  <a:lnTo>
                    <a:pt x="757" y="3503"/>
                  </a:lnTo>
                  <a:lnTo>
                    <a:pt x="1053" y="3208"/>
                  </a:lnTo>
                  <a:lnTo>
                    <a:pt x="1055" y="2979"/>
                  </a:lnTo>
                  <a:lnTo>
                    <a:pt x="1329" y="2704"/>
                  </a:lnTo>
                  <a:lnTo>
                    <a:pt x="1327" y="2640"/>
                  </a:lnTo>
                  <a:lnTo>
                    <a:pt x="1502" y="2465"/>
                  </a:lnTo>
                  <a:lnTo>
                    <a:pt x="1511" y="1948"/>
                  </a:lnTo>
                  <a:lnTo>
                    <a:pt x="1814" y="1645"/>
                  </a:lnTo>
                  <a:lnTo>
                    <a:pt x="1814" y="1539"/>
                  </a:lnTo>
                  <a:lnTo>
                    <a:pt x="2391" y="962"/>
                  </a:lnTo>
                  <a:lnTo>
                    <a:pt x="2563" y="964"/>
                  </a:lnTo>
                  <a:lnTo>
                    <a:pt x="3530" y="0"/>
                  </a:lnTo>
                  <a:lnTo>
                    <a:pt x="424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3" name="Freeform 59"/>
            <p:cNvSpPr>
              <a:spLocks/>
            </p:cNvSpPr>
            <p:nvPr/>
          </p:nvSpPr>
          <p:spPr bwMode="auto">
            <a:xfrm rot="5400000" flipH="1" flipV="1">
              <a:off x="10118212" y="-3844047"/>
              <a:ext cx="6835775" cy="7186613"/>
            </a:xfrm>
            <a:custGeom>
              <a:avLst/>
              <a:gdLst>
                <a:gd name="T0" fmla="*/ 0 w 4306"/>
                <a:gd name="T1" fmla="*/ 4527 h 4527"/>
                <a:gd name="T2" fmla="*/ 774 w 4306"/>
                <a:gd name="T3" fmla="*/ 3754 h 4527"/>
                <a:gd name="T4" fmla="*/ 776 w 4306"/>
                <a:gd name="T5" fmla="*/ 3485 h 4527"/>
                <a:gd name="T6" fmla="*/ 1072 w 4306"/>
                <a:gd name="T7" fmla="*/ 3189 h 4527"/>
                <a:gd name="T8" fmla="*/ 1079 w 4306"/>
                <a:gd name="T9" fmla="*/ 2967 h 4527"/>
                <a:gd name="T10" fmla="*/ 1355 w 4306"/>
                <a:gd name="T11" fmla="*/ 2693 h 4527"/>
                <a:gd name="T12" fmla="*/ 1353 w 4306"/>
                <a:gd name="T13" fmla="*/ 2629 h 4527"/>
                <a:gd name="T14" fmla="*/ 1525 w 4306"/>
                <a:gd name="T15" fmla="*/ 2454 h 4527"/>
                <a:gd name="T16" fmla="*/ 1535 w 4306"/>
                <a:gd name="T17" fmla="*/ 1936 h 4527"/>
                <a:gd name="T18" fmla="*/ 1838 w 4306"/>
                <a:gd name="T19" fmla="*/ 1634 h 4527"/>
                <a:gd name="T20" fmla="*/ 1838 w 4306"/>
                <a:gd name="T21" fmla="*/ 1527 h 4527"/>
                <a:gd name="T22" fmla="*/ 2400 w 4306"/>
                <a:gd name="T23" fmla="*/ 965 h 4527"/>
                <a:gd name="T24" fmla="*/ 2575 w 4306"/>
                <a:gd name="T25" fmla="*/ 965 h 4527"/>
                <a:gd name="T26" fmla="*/ 3538 w 4306"/>
                <a:gd name="T27" fmla="*/ 0 h 4527"/>
                <a:gd name="T28" fmla="*/ 4306 w 4306"/>
                <a:gd name="T29" fmla="*/ 0 h 4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06" h="4527">
                  <a:moveTo>
                    <a:pt x="0" y="4527"/>
                  </a:moveTo>
                  <a:lnTo>
                    <a:pt x="774" y="3754"/>
                  </a:lnTo>
                  <a:lnTo>
                    <a:pt x="776" y="3485"/>
                  </a:lnTo>
                  <a:lnTo>
                    <a:pt x="1072" y="3189"/>
                  </a:lnTo>
                  <a:lnTo>
                    <a:pt x="1079" y="2967"/>
                  </a:lnTo>
                  <a:lnTo>
                    <a:pt x="1355" y="2693"/>
                  </a:lnTo>
                  <a:lnTo>
                    <a:pt x="1353" y="2629"/>
                  </a:lnTo>
                  <a:lnTo>
                    <a:pt x="1525" y="2454"/>
                  </a:lnTo>
                  <a:lnTo>
                    <a:pt x="1535" y="1936"/>
                  </a:lnTo>
                  <a:lnTo>
                    <a:pt x="1838" y="1634"/>
                  </a:lnTo>
                  <a:lnTo>
                    <a:pt x="1838" y="1527"/>
                  </a:lnTo>
                  <a:lnTo>
                    <a:pt x="2400" y="965"/>
                  </a:lnTo>
                  <a:lnTo>
                    <a:pt x="2575" y="965"/>
                  </a:lnTo>
                  <a:lnTo>
                    <a:pt x="3538" y="0"/>
                  </a:lnTo>
                  <a:lnTo>
                    <a:pt x="4306"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4" name="Freeform 60"/>
            <p:cNvSpPr>
              <a:spLocks/>
            </p:cNvSpPr>
            <p:nvPr/>
          </p:nvSpPr>
          <p:spPr bwMode="auto">
            <a:xfrm rot="5400000" flipH="1" flipV="1">
              <a:off x="10119006" y="-3949616"/>
              <a:ext cx="6951663" cy="7183438"/>
            </a:xfrm>
            <a:custGeom>
              <a:avLst/>
              <a:gdLst>
                <a:gd name="T0" fmla="*/ 0 w 4379"/>
                <a:gd name="T1" fmla="*/ 4525 h 4525"/>
                <a:gd name="T2" fmla="*/ 790 w 4379"/>
                <a:gd name="T3" fmla="*/ 3735 h 4525"/>
                <a:gd name="T4" fmla="*/ 795 w 4379"/>
                <a:gd name="T5" fmla="*/ 3466 h 4525"/>
                <a:gd name="T6" fmla="*/ 1090 w 4379"/>
                <a:gd name="T7" fmla="*/ 3168 h 4525"/>
                <a:gd name="T8" fmla="*/ 1093 w 4379"/>
                <a:gd name="T9" fmla="*/ 2939 h 4525"/>
                <a:gd name="T10" fmla="*/ 1367 w 4379"/>
                <a:gd name="T11" fmla="*/ 2664 h 4525"/>
                <a:gd name="T12" fmla="*/ 1372 w 4379"/>
                <a:gd name="T13" fmla="*/ 2608 h 4525"/>
                <a:gd name="T14" fmla="*/ 1546 w 4379"/>
                <a:gd name="T15" fmla="*/ 2433 h 4525"/>
                <a:gd name="T16" fmla="*/ 1546 w 4379"/>
                <a:gd name="T17" fmla="*/ 1908 h 4525"/>
                <a:gd name="T18" fmla="*/ 1851 w 4379"/>
                <a:gd name="T19" fmla="*/ 1605 h 4525"/>
                <a:gd name="T20" fmla="*/ 1851 w 4379"/>
                <a:gd name="T21" fmla="*/ 1499 h 4525"/>
                <a:gd name="T22" fmla="*/ 2398 w 4379"/>
                <a:gd name="T23" fmla="*/ 950 h 4525"/>
                <a:gd name="T24" fmla="*/ 2580 w 4379"/>
                <a:gd name="T25" fmla="*/ 957 h 4525"/>
                <a:gd name="T26" fmla="*/ 3540 w 4379"/>
                <a:gd name="T27" fmla="*/ 0 h 4525"/>
                <a:gd name="T28" fmla="*/ 4379 w 4379"/>
                <a:gd name="T29" fmla="*/ 0 h 4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79" h="4525">
                  <a:moveTo>
                    <a:pt x="0" y="4525"/>
                  </a:moveTo>
                  <a:lnTo>
                    <a:pt x="790" y="3735"/>
                  </a:lnTo>
                  <a:lnTo>
                    <a:pt x="795" y="3466"/>
                  </a:lnTo>
                  <a:lnTo>
                    <a:pt x="1090" y="3168"/>
                  </a:lnTo>
                  <a:lnTo>
                    <a:pt x="1093" y="2939"/>
                  </a:lnTo>
                  <a:lnTo>
                    <a:pt x="1367" y="2664"/>
                  </a:lnTo>
                  <a:lnTo>
                    <a:pt x="1372" y="2608"/>
                  </a:lnTo>
                  <a:lnTo>
                    <a:pt x="1546" y="2433"/>
                  </a:lnTo>
                  <a:lnTo>
                    <a:pt x="1546" y="1908"/>
                  </a:lnTo>
                  <a:lnTo>
                    <a:pt x="1851" y="1605"/>
                  </a:lnTo>
                  <a:lnTo>
                    <a:pt x="1851" y="1499"/>
                  </a:lnTo>
                  <a:lnTo>
                    <a:pt x="2398" y="950"/>
                  </a:lnTo>
                  <a:lnTo>
                    <a:pt x="2580" y="957"/>
                  </a:lnTo>
                  <a:lnTo>
                    <a:pt x="3540" y="0"/>
                  </a:lnTo>
                  <a:lnTo>
                    <a:pt x="437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5" name="Freeform 61"/>
            <p:cNvSpPr>
              <a:spLocks/>
            </p:cNvSpPr>
            <p:nvPr/>
          </p:nvSpPr>
          <p:spPr bwMode="auto">
            <a:xfrm rot="5400000" flipH="1" flipV="1">
              <a:off x="10207112" y="-3963110"/>
              <a:ext cx="6869113" cy="7188200"/>
            </a:xfrm>
            <a:custGeom>
              <a:avLst/>
              <a:gdLst>
                <a:gd name="T0" fmla="*/ 0 w 4327"/>
                <a:gd name="T1" fmla="*/ 4528 h 4528"/>
                <a:gd name="T2" fmla="*/ 809 w 4327"/>
                <a:gd name="T3" fmla="*/ 3721 h 4528"/>
                <a:gd name="T4" fmla="*/ 811 w 4327"/>
                <a:gd name="T5" fmla="*/ 3452 h 4528"/>
                <a:gd name="T6" fmla="*/ 1107 w 4327"/>
                <a:gd name="T7" fmla="*/ 3156 h 4528"/>
                <a:gd name="T8" fmla="*/ 1109 w 4327"/>
                <a:gd name="T9" fmla="*/ 2927 h 4528"/>
                <a:gd name="T10" fmla="*/ 1383 w 4327"/>
                <a:gd name="T11" fmla="*/ 2653 h 4528"/>
                <a:gd name="T12" fmla="*/ 1381 w 4327"/>
                <a:gd name="T13" fmla="*/ 2589 h 4528"/>
                <a:gd name="T14" fmla="*/ 1556 w 4327"/>
                <a:gd name="T15" fmla="*/ 2414 h 4528"/>
                <a:gd name="T16" fmla="*/ 1566 w 4327"/>
                <a:gd name="T17" fmla="*/ 1896 h 4528"/>
                <a:gd name="T18" fmla="*/ 1868 w 4327"/>
                <a:gd name="T19" fmla="*/ 1594 h 4528"/>
                <a:gd name="T20" fmla="*/ 1868 w 4327"/>
                <a:gd name="T21" fmla="*/ 1487 h 4528"/>
                <a:gd name="T22" fmla="*/ 2402 w 4327"/>
                <a:gd name="T23" fmla="*/ 953 h 4528"/>
                <a:gd name="T24" fmla="*/ 2585 w 4327"/>
                <a:gd name="T25" fmla="*/ 955 h 4528"/>
                <a:gd name="T26" fmla="*/ 3540 w 4327"/>
                <a:gd name="T27" fmla="*/ 0 h 4528"/>
                <a:gd name="T28" fmla="*/ 4327 w 4327"/>
                <a:gd name="T29" fmla="*/ 0 h 4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27" h="4528">
                  <a:moveTo>
                    <a:pt x="0" y="4528"/>
                  </a:moveTo>
                  <a:lnTo>
                    <a:pt x="809" y="3721"/>
                  </a:lnTo>
                  <a:lnTo>
                    <a:pt x="811" y="3452"/>
                  </a:lnTo>
                  <a:lnTo>
                    <a:pt x="1107" y="3156"/>
                  </a:lnTo>
                  <a:lnTo>
                    <a:pt x="1109" y="2927"/>
                  </a:lnTo>
                  <a:lnTo>
                    <a:pt x="1383" y="2653"/>
                  </a:lnTo>
                  <a:lnTo>
                    <a:pt x="1381" y="2589"/>
                  </a:lnTo>
                  <a:lnTo>
                    <a:pt x="1556" y="2414"/>
                  </a:lnTo>
                  <a:lnTo>
                    <a:pt x="1566" y="1896"/>
                  </a:lnTo>
                  <a:lnTo>
                    <a:pt x="1868" y="1594"/>
                  </a:lnTo>
                  <a:lnTo>
                    <a:pt x="1868" y="1487"/>
                  </a:lnTo>
                  <a:lnTo>
                    <a:pt x="2402" y="953"/>
                  </a:lnTo>
                  <a:lnTo>
                    <a:pt x="2585" y="955"/>
                  </a:lnTo>
                  <a:lnTo>
                    <a:pt x="3540" y="0"/>
                  </a:lnTo>
                  <a:lnTo>
                    <a:pt x="432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6" name="Freeform 62"/>
            <p:cNvSpPr>
              <a:spLocks/>
            </p:cNvSpPr>
            <p:nvPr/>
          </p:nvSpPr>
          <p:spPr bwMode="auto">
            <a:xfrm rot="5400000" flipH="1" flipV="1">
              <a:off x="10306331" y="-3957553"/>
              <a:ext cx="6778625" cy="7175500"/>
            </a:xfrm>
            <a:custGeom>
              <a:avLst/>
              <a:gdLst>
                <a:gd name="T0" fmla="*/ 0 w 4270"/>
                <a:gd name="T1" fmla="*/ 4520 h 4520"/>
                <a:gd name="T2" fmla="*/ 822 w 4270"/>
                <a:gd name="T3" fmla="*/ 3695 h 4520"/>
                <a:gd name="T4" fmla="*/ 825 w 4270"/>
                <a:gd name="T5" fmla="*/ 3426 h 4520"/>
                <a:gd name="T6" fmla="*/ 1123 w 4270"/>
                <a:gd name="T7" fmla="*/ 3130 h 4520"/>
                <a:gd name="T8" fmla="*/ 1130 w 4270"/>
                <a:gd name="T9" fmla="*/ 2906 h 4520"/>
                <a:gd name="T10" fmla="*/ 1406 w 4270"/>
                <a:gd name="T11" fmla="*/ 2631 h 4520"/>
                <a:gd name="T12" fmla="*/ 1404 w 4270"/>
                <a:gd name="T13" fmla="*/ 2568 h 4520"/>
                <a:gd name="T14" fmla="*/ 1579 w 4270"/>
                <a:gd name="T15" fmla="*/ 2393 h 4520"/>
                <a:gd name="T16" fmla="*/ 1579 w 4270"/>
                <a:gd name="T17" fmla="*/ 1870 h 4520"/>
                <a:gd name="T18" fmla="*/ 1882 w 4270"/>
                <a:gd name="T19" fmla="*/ 1565 h 4520"/>
                <a:gd name="T20" fmla="*/ 1891 w 4270"/>
                <a:gd name="T21" fmla="*/ 1466 h 4520"/>
                <a:gd name="T22" fmla="*/ 2409 w 4270"/>
                <a:gd name="T23" fmla="*/ 946 h 4520"/>
                <a:gd name="T24" fmla="*/ 2593 w 4270"/>
                <a:gd name="T25" fmla="*/ 950 h 4520"/>
                <a:gd name="T26" fmla="*/ 3544 w 4270"/>
                <a:gd name="T27" fmla="*/ 0 h 4520"/>
                <a:gd name="T28" fmla="*/ 4270 w 4270"/>
                <a:gd name="T29" fmla="*/ 0 h 4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270" h="4520">
                  <a:moveTo>
                    <a:pt x="0" y="4520"/>
                  </a:moveTo>
                  <a:lnTo>
                    <a:pt x="822" y="3695"/>
                  </a:lnTo>
                  <a:lnTo>
                    <a:pt x="825" y="3426"/>
                  </a:lnTo>
                  <a:lnTo>
                    <a:pt x="1123" y="3130"/>
                  </a:lnTo>
                  <a:lnTo>
                    <a:pt x="1130" y="2906"/>
                  </a:lnTo>
                  <a:lnTo>
                    <a:pt x="1406" y="2631"/>
                  </a:lnTo>
                  <a:lnTo>
                    <a:pt x="1404" y="2568"/>
                  </a:lnTo>
                  <a:lnTo>
                    <a:pt x="1579" y="2393"/>
                  </a:lnTo>
                  <a:lnTo>
                    <a:pt x="1579" y="1870"/>
                  </a:lnTo>
                  <a:lnTo>
                    <a:pt x="1882" y="1565"/>
                  </a:lnTo>
                  <a:lnTo>
                    <a:pt x="1891" y="1466"/>
                  </a:lnTo>
                  <a:lnTo>
                    <a:pt x="2409" y="946"/>
                  </a:lnTo>
                  <a:lnTo>
                    <a:pt x="2593" y="950"/>
                  </a:lnTo>
                  <a:lnTo>
                    <a:pt x="3544" y="0"/>
                  </a:lnTo>
                  <a:lnTo>
                    <a:pt x="427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7" name="Freeform 63"/>
            <p:cNvSpPr>
              <a:spLocks/>
            </p:cNvSpPr>
            <p:nvPr/>
          </p:nvSpPr>
          <p:spPr bwMode="auto">
            <a:xfrm rot="5400000" flipH="1" flipV="1">
              <a:off x="10526200" y="-3951997"/>
              <a:ext cx="6550025" cy="7177088"/>
            </a:xfrm>
            <a:custGeom>
              <a:avLst/>
              <a:gdLst>
                <a:gd name="T0" fmla="*/ 0 w 4126"/>
                <a:gd name="T1" fmla="*/ 4521 h 4521"/>
                <a:gd name="T2" fmla="*/ 856 w 4126"/>
                <a:gd name="T3" fmla="*/ 3662 h 4521"/>
                <a:gd name="T4" fmla="*/ 859 w 4126"/>
                <a:gd name="T5" fmla="*/ 3393 h 4521"/>
                <a:gd name="T6" fmla="*/ 1154 w 4126"/>
                <a:gd name="T7" fmla="*/ 3097 h 4521"/>
                <a:gd name="T8" fmla="*/ 1156 w 4126"/>
                <a:gd name="T9" fmla="*/ 2866 h 4521"/>
                <a:gd name="T10" fmla="*/ 1431 w 4126"/>
                <a:gd name="T11" fmla="*/ 2591 h 4521"/>
                <a:gd name="T12" fmla="*/ 1428 w 4126"/>
                <a:gd name="T13" fmla="*/ 2528 h 4521"/>
                <a:gd name="T14" fmla="*/ 1603 w 4126"/>
                <a:gd name="T15" fmla="*/ 2353 h 4521"/>
                <a:gd name="T16" fmla="*/ 1613 w 4126"/>
                <a:gd name="T17" fmla="*/ 1837 h 4521"/>
                <a:gd name="T18" fmla="*/ 1915 w 4126"/>
                <a:gd name="T19" fmla="*/ 1532 h 4521"/>
                <a:gd name="T20" fmla="*/ 1915 w 4126"/>
                <a:gd name="T21" fmla="*/ 1426 h 4521"/>
                <a:gd name="T22" fmla="*/ 2405 w 4126"/>
                <a:gd name="T23" fmla="*/ 936 h 4521"/>
                <a:gd name="T24" fmla="*/ 2601 w 4126"/>
                <a:gd name="T25" fmla="*/ 941 h 4521"/>
                <a:gd name="T26" fmla="*/ 3544 w 4126"/>
                <a:gd name="T27" fmla="*/ 0 h 4521"/>
                <a:gd name="T28" fmla="*/ 4126 w 4126"/>
                <a:gd name="T29" fmla="*/ 0 h 4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26" h="4521">
                  <a:moveTo>
                    <a:pt x="0" y="4521"/>
                  </a:moveTo>
                  <a:lnTo>
                    <a:pt x="856" y="3662"/>
                  </a:lnTo>
                  <a:lnTo>
                    <a:pt x="859" y="3393"/>
                  </a:lnTo>
                  <a:lnTo>
                    <a:pt x="1154" y="3097"/>
                  </a:lnTo>
                  <a:lnTo>
                    <a:pt x="1156" y="2866"/>
                  </a:lnTo>
                  <a:lnTo>
                    <a:pt x="1431" y="2591"/>
                  </a:lnTo>
                  <a:lnTo>
                    <a:pt x="1428" y="2528"/>
                  </a:lnTo>
                  <a:lnTo>
                    <a:pt x="1603" y="2353"/>
                  </a:lnTo>
                  <a:lnTo>
                    <a:pt x="1613" y="1837"/>
                  </a:lnTo>
                  <a:lnTo>
                    <a:pt x="1915" y="1532"/>
                  </a:lnTo>
                  <a:lnTo>
                    <a:pt x="1915" y="1426"/>
                  </a:lnTo>
                  <a:lnTo>
                    <a:pt x="2405" y="936"/>
                  </a:lnTo>
                  <a:lnTo>
                    <a:pt x="2601" y="941"/>
                  </a:lnTo>
                  <a:lnTo>
                    <a:pt x="3544" y="0"/>
                  </a:lnTo>
                  <a:lnTo>
                    <a:pt x="4126"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8" name="Freeform 64"/>
            <p:cNvSpPr>
              <a:spLocks/>
            </p:cNvSpPr>
            <p:nvPr/>
          </p:nvSpPr>
          <p:spPr bwMode="auto">
            <a:xfrm rot="5400000" flipH="1" flipV="1">
              <a:off x="10631769" y="-3921041"/>
              <a:ext cx="6421438" cy="7167563"/>
            </a:xfrm>
            <a:custGeom>
              <a:avLst/>
              <a:gdLst>
                <a:gd name="T0" fmla="*/ 0 w 4045"/>
                <a:gd name="T1" fmla="*/ 4515 h 4515"/>
                <a:gd name="T2" fmla="*/ 875 w 4045"/>
                <a:gd name="T3" fmla="*/ 3643 h 4515"/>
                <a:gd name="T4" fmla="*/ 879 w 4045"/>
                <a:gd name="T5" fmla="*/ 3373 h 4515"/>
                <a:gd name="T6" fmla="*/ 1175 w 4045"/>
                <a:gd name="T7" fmla="*/ 3078 h 4515"/>
                <a:gd name="T8" fmla="*/ 1177 w 4045"/>
                <a:gd name="T9" fmla="*/ 2848 h 4515"/>
                <a:gd name="T10" fmla="*/ 1452 w 4045"/>
                <a:gd name="T11" fmla="*/ 2572 h 4515"/>
                <a:gd name="T12" fmla="*/ 1456 w 4045"/>
                <a:gd name="T13" fmla="*/ 2515 h 4515"/>
                <a:gd name="T14" fmla="*/ 1631 w 4045"/>
                <a:gd name="T15" fmla="*/ 2340 h 4515"/>
                <a:gd name="T16" fmla="*/ 1631 w 4045"/>
                <a:gd name="T17" fmla="*/ 1818 h 4515"/>
                <a:gd name="T18" fmla="*/ 1936 w 4045"/>
                <a:gd name="T19" fmla="*/ 1513 h 4515"/>
                <a:gd name="T20" fmla="*/ 1943 w 4045"/>
                <a:gd name="T21" fmla="*/ 1413 h 4515"/>
                <a:gd name="T22" fmla="*/ 2416 w 4045"/>
                <a:gd name="T23" fmla="*/ 938 h 4515"/>
                <a:gd name="T24" fmla="*/ 2615 w 4045"/>
                <a:gd name="T25" fmla="*/ 940 h 4515"/>
                <a:gd name="T26" fmla="*/ 3553 w 4045"/>
                <a:gd name="T27" fmla="*/ 0 h 4515"/>
                <a:gd name="T28" fmla="*/ 4045 w 4045"/>
                <a:gd name="T29" fmla="*/ 0 h 45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045" h="4515">
                  <a:moveTo>
                    <a:pt x="0" y="4515"/>
                  </a:moveTo>
                  <a:lnTo>
                    <a:pt x="875" y="3643"/>
                  </a:lnTo>
                  <a:lnTo>
                    <a:pt x="879" y="3373"/>
                  </a:lnTo>
                  <a:lnTo>
                    <a:pt x="1175" y="3078"/>
                  </a:lnTo>
                  <a:lnTo>
                    <a:pt x="1177" y="2848"/>
                  </a:lnTo>
                  <a:lnTo>
                    <a:pt x="1452" y="2572"/>
                  </a:lnTo>
                  <a:lnTo>
                    <a:pt x="1456" y="2515"/>
                  </a:lnTo>
                  <a:lnTo>
                    <a:pt x="1631" y="2340"/>
                  </a:lnTo>
                  <a:lnTo>
                    <a:pt x="1631" y="1818"/>
                  </a:lnTo>
                  <a:lnTo>
                    <a:pt x="1936" y="1513"/>
                  </a:lnTo>
                  <a:lnTo>
                    <a:pt x="1943" y="1413"/>
                  </a:lnTo>
                  <a:lnTo>
                    <a:pt x="2416" y="938"/>
                  </a:lnTo>
                  <a:lnTo>
                    <a:pt x="2615" y="940"/>
                  </a:lnTo>
                  <a:lnTo>
                    <a:pt x="3553" y="0"/>
                  </a:lnTo>
                  <a:lnTo>
                    <a:pt x="4045"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1" name="Freeform 65"/>
            <p:cNvSpPr>
              <a:spLocks/>
            </p:cNvSpPr>
            <p:nvPr/>
          </p:nvSpPr>
          <p:spPr bwMode="auto">
            <a:xfrm rot="5400000" flipH="1" flipV="1">
              <a:off x="10687331" y="-3738478"/>
              <a:ext cx="4635500" cy="5375275"/>
            </a:xfrm>
            <a:custGeom>
              <a:avLst/>
              <a:gdLst>
                <a:gd name="T0" fmla="*/ 2 w 2920"/>
                <a:gd name="T1" fmla="*/ 3386 h 3386"/>
                <a:gd name="T2" fmla="*/ 0 w 2920"/>
                <a:gd name="T3" fmla="*/ 3270 h 3386"/>
                <a:gd name="T4" fmla="*/ 213 w 2920"/>
                <a:gd name="T5" fmla="*/ 3057 h 3386"/>
                <a:gd name="T6" fmla="*/ 215 w 2920"/>
                <a:gd name="T7" fmla="*/ 2828 h 3386"/>
                <a:gd name="T8" fmla="*/ 489 w 2920"/>
                <a:gd name="T9" fmla="*/ 2551 h 3386"/>
                <a:gd name="T10" fmla="*/ 487 w 2920"/>
                <a:gd name="T11" fmla="*/ 2488 h 3386"/>
                <a:gd name="T12" fmla="*/ 662 w 2920"/>
                <a:gd name="T13" fmla="*/ 2313 h 3386"/>
                <a:gd name="T14" fmla="*/ 671 w 2920"/>
                <a:gd name="T15" fmla="*/ 1797 h 3386"/>
                <a:gd name="T16" fmla="*/ 974 w 2920"/>
                <a:gd name="T17" fmla="*/ 1492 h 3386"/>
                <a:gd name="T18" fmla="*/ 974 w 2920"/>
                <a:gd name="T19" fmla="*/ 1386 h 3386"/>
                <a:gd name="T20" fmla="*/ 1435 w 2920"/>
                <a:gd name="T21" fmla="*/ 925 h 3386"/>
                <a:gd name="T22" fmla="*/ 1641 w 2920"/>
                <a:gd name="T23" fmla="*/ 934 h 3386"/>
                <a:gd name="T24" fmla="*/ 2575 w 2920"/>
                <a:gd name="T25" fmla="*/ 0 h 3386"/>
                <a:gd name="T26" fmla="*/ 2920 w 2920"/>
                <a:gd name="T27" fmla="*/ 0 h 3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20" h="3386">
                  <a:moveTo>
                    <a:pt x="2" y="3386"/>
                  </a:moveTo>
                  <a:lnTo>
                    <a:pt x="0" y="3270"/>
                  </a:lnTo>
                  <a:lnTo>
                    <a:pt x="213" y="3057"/>
                  </a:lnTo>
                  <a:lnTo>
                    <a:pt x="215" y="2828"/>
                  </a:lnTo>
                  <a:lnTo>
                    <a:pt x="489" y="2551"/>
                  </a:lnTo>
                  <a:lnTo>
                    <a:pt x="487" y="2488"/>
                  </a:lnTo>
                  <a:lnTo>
                    <a:pt x="662" y="2313"/>
                  </a:lnTo>
                  <a:lnTo>
                    <a:pt x="671" y="1797"/>
                  </a:lnTo>
                  <a:lnTo>
                    <a:pt x="974" y="1492"/>
                  </a:lnTo>
                  <a:lnTo>
                    <a:pt x="974" y="1386"/>
                  </a:lnTo>
                  <a:lnTo>
                    <a:pt x="1435" y="925"/>
                  </a:lnTo>
                  <a:lnTo>
                    <a:pt x="1641" y="934"/>
                  </a:lnTo>
                  <a:lnTo>
                    <a:pt x="2575" y="0"/>
                  </a:lnTo>
                  <a:lnTo>
                    <a:pt x="292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1" name="Freeform 66"/>
            <p:cNvSpPr>
              <a:spLocks/>
            </p:cNvSpPr>
            <p:nvPr/>
          </p:nvSpPr>
          <p:spPr bwMode="auto">
            <a:xfrm rot="5400000" flipH="1" flipV="1">
              <a:off x="13213838" y="-175335"/>
              <a:ext cx="2209800" cy="4075113"/>
            </a:xfrm>
            <a:custGeom>
              <a:avLst/>
              <a:gdLst>
                <a:gd name="T0" fmla="*/ 0 w 1392"/>
                <a:gd name="T1" fmla="*/ 2567 h 2567"/>
                <a:gd name="T2" fmla="*/ 369 w 1392"/>
                <a:gd name="T3" fmla="*/ 2201 h 2567"/>
                <a:gd name="T4" fmla="*/ 371 w 1392"/>
                <a:gd name="T5" fmla="*/ 1929 h 2567"/>
                <a:gd name="T6" fmla="*/ 697 w 1392"/>
                <a:gd name="T7" fmla="*/ 1603 h 2567"/>
                <a:gd name="T8" fmla="*/ 693 w 1392"/>
                <a:gd name="T9" fmla="*/ 1300 h 2567"/>
                <a:gd name="T10" fmla="*/ 894 w 1392"/>
                <a:gd name="T11" fmla="*/ 1099 h 2567"/>
                <a:gd name="T12" fmla="*/ 962 w 1392"/>
                <a:gd name="T13" fmla="*/ 1099 h 2567"/>
                <a:gd name="T14" fmla="*/ 1040 w 1392"/>
                <a:gd name="T15" fmla="*/ 1021 h 2567"/>
                <a:gd name="T16" fmla="*/ 1035 w 1392"/>
                <a:gd name="T17" fmla="*/ 931 h 2567"/>
                <a:gd name="T18" fmla="*/ 1199 w 1392"/>
                <a:gd name="T19" fmla="*/ 768 h 2567"/>
                <a:gd name="T20" fmla="*/ 1201 w 1392"/>
                <a:gd name="T21" fmla="*/ 378 h 2567"/>
                <a:gd name="T22" fmla="*/ 1262 w 1392"/>
                <a:gd name="T23" fmla="*/ 317 h 2567"/>
                <a:gd name="T24" fmla="*/ 1262 w 1392"/>
                <a:gd name="T25" fmla="*/ 128 h 2567"/>
                <a:gd name="T26" fmla="*/ 1392 w 1392"/>
                <a:gd name="T27" fmla="*/ 0 h 2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2" h="2567">
                  <a:moveTo>
                    <a:pt x="0" y="2567"/>
                  </a:moveTo>
                  <a:lnTo>
                    <a:pt x="369" y="2201"/>
                  </a:lnTo>
                  <a:lnTo>
                    <a:pt x="371" y="1929"/>
                  </a:lnTo>
                  <a:lnTo>
                    <a:pt x="697" y="1603"/>
                  </a:lnTo>
                  <a:lnTo>
                    <a:pt x="693" y="1300"/>
                  </a:lnTo>
                  <a:lnTo>
                    <a:pt x="894" y="1099"/>
                  </a:lnTo>
                  <a:lnTo>
                    <a:pt x="962" y="1099"/>
                  </a:lnTo>
                  <a:lnTo>
                    <a:pt x="1040" y="1021"/>
                  </a:lnTo>
                  <a:lnTo>
                    <a:pt x="1035" y="931"/>
                  </a:lnTo>
                  <a:lnTo>
                    <a:pt x="1199" y="768"/>
                  </a:lnTo>
                  <a:lnTo>
                    <a:pt x="1201" y="378"/>
                  </a:lnTo>
                  <a:lnTo>
                    <a:pt x="1262" y="317"/>
                  </a:lnTo>
                  <a:lnTo>
                    <a:pt x="1262" y="128"/>
                  </a:lnTo>
                  <a:lnTo>
                    <a:pt x="139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2" name="Freeform 67"/>
            <p:cNvSpPr>
              <a:spLocks/>
            </p:cNvSpPr>
            <p:nvPr/>
          </p:nvSpPr>
          <p:spPr bwMode="auto">
            <a:xfrm rot="5400000" flipH="1" flipV="1">
              <a:off x="13020162" y="-473785"/>
              <a:ext cx="2382838" cy="4371975"/>
            </a:xfrm>
            <a:custGeom>
              <a:avLst/>
              <a:gdLst>
                <a:gd name="T0" fmla="*/ 0 w 1501"/>
                <a:gd name="T1" fmla="*/ 2754 h 2754"/>
                <a:gd name="T2" fmla="*/ 371 w 1501"/>
                <a:gd name="T3" fmla="*/ 2383 h 2754"/>
                <a:gd name="T4" fmla="*/ 374 w 1501"/>
                <a:gd name="T5" fmla="*/ 2114 h 2754"/>
                <a:gd name="T6" fmla="*/ 702 w 1501"/>
                <a:gd name="T7" fmla="*/ 1787 h 2754"/>
                <a:gd name="T8" fmla="*/ 697 w 1501"/>
                <a:gd name="T9" fmla="*/ 1485 h 2754"/>
                <a:gd name="T10" fmla="*/ 896 w 1501"/>
                <a:gd name="T11" fmla="*/ 1284 h 2754"/>
                <a:gd name="T12" fmla="*/ 958 w 1501"/>
                <a:gd name="T13" fmla="*/ 1277 h 2754"/>
                <a:gd name="T14" fmla="*/ 1038 w 1501"/>
                <a:gd name="T15" fmla="*/ 1199 h 2754"/>
                <a:gd name="T16" fmla="*/ 1038 w 1501"/>
                <a:gd name="T17" fmla="*/ 1116 h 2754"/>
                <a:gd name="T18" fmla="*/ 1203 w 1501"/>
                <a:gd name="T19" fmla="*/ 953 h 2754"/>
                <a:gd name="T20" fmla="*/ 1206 w 1501"/>
                <a:gd name="T21" fmla="*/ 563 h 2754"/>
                <a:gd name="T22" fmla="*/ 1265 w 1501"/>
                <a:gd name="T23" fmla="*/ 501 h 2754"/>
                <a:gd name="T24" fmla="*/ 1267 w 1501"/>
                <a:gd name="T25" fmla="*/ 312 h 2754"/>
                <a:gd name="T26" fmla="*/ 1501 w 1501"/>
                <a:gd name="T27" fmla="*/ 78 h 2754"/>
                <a:gd name="T28" fmla="*/ 1501 w 1501"/>
                <a:gd name="T29" fmla="*/ 0 h 2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01" h="2754">
                  <a:moveTo>
                    <a:pt x="0" y="2754"/>
                  </a:moveTo>
                  <a:lnTo>
                    <a:pt x="371" y="2383"/>
                  </a:lnTo>
                  <a:lnTo>
                    <a:pt x="374" y="2114"/>
                  </a:lnTo>
                  <a:lnTo>
                    <a:pt x="702" y="1787"/>
                  </a:lnTo>
                  <a:lnTo>
                    <a:pt x="697" y="1485"/>
                  </a:lnTo>
                  <a:lnTo>
                    <a:pt x="896" y="1284"/>
                  </a:lnTo>
                  <a:lnTo>
                    <a:pt x="958" y="1277"/>
                  </a:lnTo>
                  <a:lnTo>
                    <a:pt x="1038" y="1199"/>
                  </a:lnTo>
                  <a:lnTo>
                    <a:pt x="1038" y="1116"/>
                  </a:lnTo>
                  <a:lnTo>
                    <a:pt x="1203" y="953"/>
                  </a:lnTo>
                  <a:lnTo>
                    <a:pt x="1206" y="563"/>
                  </a:lnTo>
                  <a:lnTo>
                    <a:pt x="1265" y="501"/>
                  </a:lnTo>
                  <a:lnTo>
                    <a:pt x="1267" y="312"/>
                  </a:lnTo>
                  <a:lnTo>
                    <a:pt x="1501" y="78"/>
                  </a:lnTo>
                  <a:lnTo>
                    <a:pt x="1501"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3" name="Freeform 68"/>
            <p:cNvSpPr>
              <a:spLocks/>
            </p:cNvSpPr>
            <p:nvPr/>
          </p:nvSpPr>
          <p:spPr bwMode="auto">
            <a:xfrm rot="5400000" flipH="1" flipV="1">
              <a:off x="10569856" y="-3071728"/>
              <a:ext cx="2679700" cy="2717800"/>
            </a:xfrm>
            <a:custGeom>
              <a:avLst/>
              <a:gdLst>
                <a:gd name="T0" fmla="*/ 1688 w 1688"/>
                <a:gd name="T1" fmla="*/ 0 h 1712"/>
                <a:gd name="T2" fmla="*/ 759 w 1688"/>
                <a:gd name="T3" fmla="*/ 929 h 1712"/>
                <a:gd name="T4" fmla="*/ 560 w 1688"/>
                <a:gd name="T5" fmla="*/ 927 h 1712"/>
                <a:gd name="T6" fmla="*/ 102 w 1688"/>
                <a:gd name="T7" fmla="*/ 1385 h 1712"/>
                <a:gd name="T8" fmla="*/ 104 w 1688"/>
                <a:gd name="T9" fmla="*/ 1489 h 1712"/>
                <a:gd name="T10" fmla="*/ 2 w 1688"/>
                <a:gd name="T11" fmla="*/ 1593 h 1712"/>
                <a:gd name="T12" fmla="*/ 0 w 1688"/>
                <a:gd name="T13" fmla="*/ 1662 h 1712"/>
                <a:gd name="T14" fmla="*/ 50 w 1688"/>
                <a:gd name="T15" fmla="*/ 1712 h 17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88" h="1712">
                  <a:moveTo>
                    <a:pt x="1688" y="0"/>
                  </a:moveTo>
                  <a:lnTo>
                    <a:pt x="759" y="929"/>
                  </a:lnTo>
                  <a:lnTo>
                    <a:pt x="560" y="927"/>
                  </a:lnTo>
                  <a:lnTo>
                    <a:pt x="102" y="1385"/>
                  </a:lnTo>
                  <a:lnTo>
                    <a:pt x="104" y="1489"/>
                  </a:lnTo>
                  <a:lnTo>
                    <a:pt x="2" y="1593"/>
                  </a:lnTo>
                  <a:lnTo>
                    <a:pt x="0" y="1662"/>
                  </a:lnTo>
                  <a:lnTo>
                    <a:pt x="50" y="1712"/>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4" name="Freeform 69"/>
            <p:cNvSpPr>
              <a:spLocks/>
            </p:cNvSpPr>
            <p:nvPr/>
          </p:nvSpPr>
          <p:spPr bwMode="auto">
            <a:xfrm rot="5400000" flipH="1" flipV="1">
              <a:off x="10633356" y="-3135229"/>
              <a:ext cx="2443163" cy="2503488"/>
            </a:xfrm>
            <a:custGeom>
              <a:avLst/>
              <a:gdLst>
                <a:gd name="T0" fmla="*/ 47 w 1539"/>
                <a:gd name="T1" fmla="*/ 1577 h 1577"/>
                <a:gd name="T2" fmla="*/ 0 w 1539"/>
                <a:gd name="T3" fmla="*/ 1530 h 1577"/>
                <a:gd name="T4" fmla="*/ 5 w 1539"/>
                <a:gd name="T5" fmla="*/ 1348 h 1577"/>
                <a:gd name="T6" fmla="*/ 218 w 1539"/>
                <a:gd name="T7" fmla="*/ 1135 h 1577"/>
                <a:gd name="T8" fmla="*/ 464 w 1539"/>
                <a:gd name="T9" fmla="*/ 1142 h 1577"/>
                <a:gd name="T10" fmla="*/ 508 w 1539"/>
                <a:gd name="T11" fmla="*/ 1097 h 1577"/>
                <a:gd name="T12" fmla="*/ 508 w 1539"/>
                <a:gd name="T13" fmla="*/ 1031 h 1577"/>
                <a:gd name="T14" fmla="*/ 1539 w 1539"/>
                <a:gd name="T15" fmla="*/ 0 h 15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39" h="1577">
                  <a:moveTo>
                    <a:pt x="47" y="1577"/>
                  </a:moveTo>
                  <a:lnTo>
                    <a:pt x="0" y="1530"/>
                  </a:lnTo>
                  <a:lnTo>
                    <a:pt x="5" y="1348"/>
                  </a:lnTo>
                  <a:lnTo>
                    <a:pt x="218" y="1135"/>
                  </a:lnTo>
                  <a:lnTo>
                    <a:pt x="464" y="1142"/>
                  </a:lnTo>
                  <a:lnTo>
                    <a:pt x="508" y="1097"/>
                  </a:lnTo>
                  <a:lnTo>
                    <a:pt x="508" y="1031"/>
                  </a:lnTo>
                  <a:lnTo>
                    <a:pt x="153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6" name="Freeform 70"/>
            <p:cNvSpPr>
              <a:spLocks/>
            </p:cNvSpPr>
            <p:nvPr/>
          </p:nvSpPr>
          <p:spPr bwMode="auto">
            <a:xfrm rot="5400000" flipH="1" flipV="1">
              <a:off x="10721462" y="-3223334"/>
              <a:ext cx="2259013" cy="2390775"/>
            </a:xfrm>
            <a:custGeom>
              <a:avLst/>
              <a:gdLst>
                <a:gd name="T0" fmla="*/ 0 w 1423"/>
                <a:gd name="T1" fmla="*/ 1506 h 1506"/>
                <a:gd name="T2" fmla="*/ 400 w 1423"/>
                <a:gd name="T3" fmla="*/ 1104 h 1506"/>
                <a:gd name="T4" fmla="*/ 397 w 1423"/>
                <a:gd name="T5" fmla="*/ 1026 h 1506"/>
                <a:gd name="T6" fmla="*/ 1423 w 1423"/>
                <a:gd name="T7" fmla="*/ 0 h 1506"/>
              </a:gdLst>
              <a:ahLst/>
              <a:cxnLst>
                <a:cxn ang="0">
                  <a:pos x="T0" y="T1"/>
                </a:cxn>
                <a:cxn ang="0">
                  <a:pos x="T2" y="T3"/>
                </a:cxn>
                <a:cxn ang="0">
                  <a:pos x="T4" y="T5"/>
                </a:cxn>
                <a:cxn ang="0">
                  <a:pos x="T6" y="T7"/>
                </a:cxn>
              </a:cxnLst>
              <a:rect l="0" t="0" r="r" b="b"/>
              <a:pathLst>
                <a:path w="1423" h="1506">
                  <a:moveTo>
                    <a:pt x="0" y="1506"/>
                  </a:moveTo>
                  <a:lnTo>
                    <a:pt x="400" y="1104"/>
                  </a:lnTo>
                  <a:lnTo>
                    <a:pt x="397" y="1026"/>
                  </a:lnTo>
                  <a:lnTo>
                    <a:pt x="142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7" name="Freeform 71"/>
            <p:cNvSpPr>
              <a:spLocks/>
            </p:cNvSpPr>
            <p:nvPr/>
          </p:nvSpPr>
          <p:spPr bwMode="auto">
            <a:xfrm rot="5400000" flipH="1" flipV="1">
              <a:off x="10715112" y="-3218572"/>
              <a:ext cx="2744788" cy="2797175"/>
            </a:xfrm>
            <a:custGeom>
              <a:avLst/>
              <a:gdLst>
                <a:gd name="T0" fmla="*/ 0 w 1729"/>
                <a:gd name="T1" fmla="*/ 1762 h 1762"/>
                <a:gd name="T2" fmla="*/ 128 w 1729"/>
                <a:gd name="T3" fmla="*/ 1762 h 1762"/>
                <a:gd name="T4" fmla="*/ 745 w 1729"/>
                <a:gd name="T5" fmla="*/ 1142 h 1762"/>
                <a:gd name="T6" fmla="*/ 743 w 1729"/>
                <a:gd name="T7" fmla="*/ 986 h 1762"/>
                <a:gd name="T8" fmla="*/ 1729 w 1729"/>
                <a:gd name="T9" fmla="*/ 0 h 1762"/>
              </a:gdLst>
              <a:ahLst/>
              <a:cxnLst>
                <a:cxn ang="0">
                  <a:pos x="T0" y="T1"/>
                </a:cxn>
                <a:cxn ang="0">
                  <a:pos x="T2" y="T3"/>
                </a:cxn>
                <a:cxn ang="0">
                  <a:pos x="T4" y="T5"/>
                </a:cxn>
                <a:cxn ang="0">
                  <a:pos x="T6" y="T7"/>
                </a:cxn>
                <a:cxn ang="0">
                  <a:pos x="T8" y="T9"/>
                </a:cxn>
              </a:cxnLst>
              <a:rect l="0" t="0" r="r" b="b"/>
              <a:pathLst>
                <a:path w="1729" h="1762">
                  <a:moveTo>
                    <a:pt x="0" y="1762"/>
                  </a:moveTo>
                  <a:lnTo>
                    <a:pt x="128" y="1762"/>
                  </a:lnTo>
                  <a:lnTo>
                    <a:pt x="745" y="1142"/>
                  </a:lnTo>
                  <a:lnTo>
                    <a:pt x="743" y="986"/>
                  </a:lnTo>
                  <a:lnTo>
                    <a:pt x="172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8" name="Freeform 72"/>
            <p:cNvSpPr>
              <a:spLocks/>
            </p:cNvSpPr>
            <p:nvPr/>
          </p:nvSpPr>
          <p:spPr bwMode="auto">
            <a:xfrm rot="5400000" flipH="1" flipV="1">
              <a:off x="10893706" y="-3365416"/>
              <a:ext cx="3344863" cy="3662363"/>
            </a:xfrm>
            <a:custGeom>
              <a:avLst/>
              <a:gdLst>
                <a:gd name="T0" fmla="*/ 0 w 2107"/>
                <a:gd name="T1" fmla="*/ 2307 h 2307"/>
                <a:gd name="T2" fmla="*/ 157 w 2107"/>
                <a:gd name="T3" fmla="*/ 2151 h 2307"/>
                <a:gd name="T4" fmla="*/ 161 w 2107"/>
                <a:gd name="T5" fmla="*/ 1960 h 2307"/>
                <a:gd name="T6" fmla="*/ 279 w 2107"/>
                <a:gd name="T7" fmla="*/ 1842 h 2307"/>
                <a:gd name="T8" fmla="*/ 445 w 2107"/>
                <a:gd name="T9" fmla="*/ 1851 h 2307"/>
                <a:gd name="T10" fmla="*/ 1147 w 2107"/>
                <a:gd name="T11" fmla="*/ 1146 h 2307"/>
                <a:gd name="T12" fmla="*/ 1145 w 2107"/>
                <a:gd name="T13" fmla="*/ 964 h 2307"/>
                <a:gd name="T14" fmla="*/ 2107 w 2107"/>
                <a:gd name="T15" fmla="*/ 0 h 23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07" h="2307">
                  <a:moveTo>
                    <a:pt x="0" y="2307"/>
                  </a:moveTo>
                  <a:lnTo>
                    <a:pt x="157" y="2151"/>
                  </a:lnTo>
                  <a:lnTo>
                    <a:pt x="161" y="1960"/>
                  </a:lnTo>
                  <a:lnTo>
                    <a:pt x="279" y="1842"/>
                  </a:lnTo>
                  <a:lnTo>
                    <a:pt x="445" y="1851"/>
                  </a:lnTo>
                  <a:lnTo>
                    <a:pt x="1147" y="1146"/>
                  </a:lnTo>
                  <a:lnTo>
                    <a:pt x="1145" y="964"/>
                  </a:lnTo>
                  <a:lnTo>
                    <a:pt x="210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9" name="Freeform 73"/>
            <p:cNvSpPr>
              <a:spLocks/>
            </p:cNvSpPr>
            <p:nvPr/>
          </p:nvSpPr>
          <p:spPr bwMode="auto">
            <a:xfrm rot="5400000" flipH="1" flipV="1">
              <a:off x="10931806" y="-3438440"/>
              <a:ext cx="3524250" cy="3867150"/>
            </a:xfrm>
            <a:custGeom>
              <a:avLst/>
              <a:gdLst>
                <a:gd name="T0" fmla="*/ 2220 w 2220"/>
                <a:gd name="T1" fmla="*/ 0 h 2436"/>
                <a:gd name="T2" fmla="*/ 1255 w 2220"/>
                <a:gd name="T3" fmla="*/ 965 h 2436"/>
                <a:gd name="T4" fmla="*/ 1260 w 2220"/>
                <a:gd name="T5" fmla="*/ 1149 h 2436"/>
                <a:gd name="T6" fmla="*/ 555 w 2220"/>
                <a:gd name="T7" fmla="*/ 1852 h 2436"/>
                <a:gd name="T8" fmla="*/ 397 w 2220"/>
                <a:gd name="T9" fmla="*/ 1849 h 2436"/>
                <a:gd name="T10" fmla="*/ 279 w 2220"/>
                <a:gd name="T11" fmla="*/ 1970 h 2436"/>
                <a:gd name="T12" fmla="*/ 274 w 2220"/>
                <a:gd name="T13" fmla="*/ 2159 h 2436"/>
                <a:gd name="T14" fmla="*/ 0 w 2220"/>
                <a:gd name="T15" fmla="*/ 2436 h 24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0" h="2436">
                  <a:moveTo>
                    <a:pt x="2220" y="0"/>
                  </a:moveTo>
                  <a:lnTo>
                    <a:pt x="1255" y="965"/>
                  </a:lnTo>
                  <a:lnTo>
                    <a:pt x="1260" y="1149"/>
                  </a:lnTo>
                  <a:lnTo>
                    <a:pt x="555" y="1852"/>
                  </a:lnTo>
                  <a:lnTo>
                    <a:pt x="397" y="1849"/>
                  </a:lnTo>
                  <a:lnTo>
                    <a:pt x="279" y="1970"/>
                  </a:lnTo>
                  <a:lnTo>
                    <a:pt x="274" y="2159"/>
                  </a:lnTo>
                  <a:lnTo>
                    <a:pt x="0" y="2436"/>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0" name="Freeform 74"/>
            <p:cNvSpPr>
              <a:spLocks/>
            </p:cNvSpPr>
            <p:nvPr/>
          </p:nvSpPr>
          <p:spPr bwMode="auto">
            <a:xfrm rot="5400000" flipH="1" flipV="1">
              <a:off x="10945300" y="-3447172"/>
              <a:ext cx="2968625" cy="3119438"/>
            </a:xfrm>
            <a:custGeom>
              <a:avLst/>
              <a:gdLst>
                <a:gd name="T0" fmla="*/ 1870 w 1870"/>
                <a:gd name="T1" fmla="*/ 0 h 1965"/>
                <a:gd name="T2" fmla="*/ 905 w 1870"/>
                <a:gd name="T3" fmla="*/ 962 h 1965"/>
                <a:gd name="T4" fmla="*/ 903 w 1870"/>
                <a:gd name="T5" fmla="*/ 1139 h 1965"/>
                <a:gd name="T6" fmla="*/ 80 w 1870"/>
                <a:gd name="T7" fmla="*/ 1962 h 1965"/>
                <a:gd name="T8" fmla="*/ 0 w 1870"/>
                <a:gd name="T9" fmla="*/ 1965 h 1965"/>
              </a:gdLst>
              <a:ahLst/>
              <a:cxnLst>
                <a:cxn ang="0">
                  <a:pos x="T0" y="T1"/>
                </a:cxn>
                <a:cxn ang="0">
                  <a:pos x="T2" y="T3"/>
                </a:cxn>
                <a:cxn ang="0">
                  <a:pos x="T4" y="T5"/>
                </a:cxn>
                <a:cxn ang="0">
                  <a:pos x="T6" y="T7"/>
                </a:cxn>
                <a:cxn ang="0">
                  <a:pos x="T8" y="T9"/>
                </a:cxn>
              </a:cxnLst>
              <a:rect l="0" t="0" r="r" b="b"/>
              <a:pathLst>
                <a:path w="1870" h="1965">
                  <a:moveTo>
                    <a:pt x="1870" y="0"/>
                  </a:moveTo>
                  <a:lnTo>
                    <a:pt x="905" y="962"/>
                  </a:lnTo>
                  <a:lnTo>
                    <a:pt x="903" y="1139"/>
                  </a:lnTo>
                  <a:lnTo>
                    <a:pt x="80" y="1962"/>
                  </a:lnTo>
                  <a:lnTo>
                    <a:pt x="0" y="1965"/>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1" name="Freeform 75"/>
            <p:cNvSpPr>
              <a:spLocks/>
            </p:cNvSpPr>
            <p:nvPr/>
          </p:nvSpPr>
          <p:spPr bwMode="auto">
            <a:xfrm rot="5400000" flipH="1" flipV="1">
              <a:off x="9085543" y="-2916153"/>
              <a:ext cx="3948113" cy="2773363"/>
            </a:xfrm>
            <a:custGeom>
              <a:avLst/>
              <a:gdLst>
                <a:gd name="T0" fmla="*/ 4 w 2487"/>
                <a:gd name="T1" fmla="*/ 1747 h 1747"/>
                <a:gd name="T2" fmla="*/ 0 w 2487"/>
                <a:gd name="T3" fmla="*/ 1657 h 1747"/>
                <a:gd name="T4" fmla="*/ 1655 w 2487"/>
                <a:gd name="T5" fmla="*/ 0 h 1747"/>
                <a:gd name="T6" fmla="*/ 2487 w 2487"/>
                <a:gd name="T7" fmla="*/ 0 h 1747"/>
              </a:gdLst>
              <a:ahLst/>
              <a:cxnLst>
                <a:cxn ang="0">
                  <a:pos x="T0" y="T1"/>
                </a:cxn>
                <a:cxn ang="0">
                  <a:pos x="T2" y="T3"/>
                </a:cxn>
                <a:cxn ang="0">
                  <a:pos x="T4" y="T5"/>
                </a:cxn>
                <a:cxn ang="0">
                  <a:pos x="T6" y="T7"/>
                </a:cxn>
              </a:cxnLst>
              <a:rect l="0" t="0" r="r" b="b"/>
              <a:pathLst>
                <a:path w="2487" h="1747">
                  <a:moveTo>
                    <a:pt x="4" y="1747"/>
                  </a:moveTo>
                  <a:lnTo>
                    <a:pt x="0" y="1657"/>
                  </a:lnTo>
                  <a:lnTo>
                    <a:pt x="1655" y="0"/>
                  </a:lnTo>
                  <a:lnTo>
                    <a:pt x="248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2" name="Freeform 76"/>
            <p:cNvSpPr>
              <a:spLocks/>
            </p:cNvSpPr>
            <p:nvPr/>
          </p:nvSpPr>
          <p:spPr bwMode="auto">
            <a:xfrm rot="5400000" flipH="1" flipV="1">
              <a:off x="8906156" y="-2722478"/>
              <a:ext cx="3606800" cy="2165350"/>
            </a:xfrm>
            <a:custGeom>
              <a:avLst/>
              <a:gdLst>
                <a:gd name="T0" fmla="*/ 0 w 2272"/>
                <a:gd name="T1" fmla="*/ 1364 h 1364"/>
                <a:gd name="T2" fmla="*/ 64 w 2272"/>
                <a:gd name="T3" fmla="*/ 1301 h 1364"/>
                <a:gd name="T4" fmla="*/ 147 w 2272"/>
                <a:gd name="T5" fmla="*/ 1298 h 1364"/>
                <a:gd name="T6" fmla="*/ 1445 w 2272"/>
                <a:gd name="T7" fmla="*/ 0 h 1364"/>
                <a:gd name="T8" fmla="*/ 2272 w 2272"/>
                <a:gd name="T9" fmla="*/ 0 h 1364"/>
              </a:gdLst>
              <a:ahLst/>
              <a:cxnLst>
                <a:cxn ang="0">
                  <a:pos x="T0" y="T1"/>
                </a:cxn>
                <a:cxn ang="0">
                  <a:pos x="T2" y="T3"/>
                </a:cxn>
                <a:cxn ang="0">
                  <a:pos x="T4" y="T5"/>
                </a:cxn>
                <a:cxn ang="0">
                  <a:pos x="T6" y="T7"/>
                </a:cxn>
                <a:cxn ang="0">
                  <a:pos x="T8" y="T9"/>
                </a:cxn>
              </a:cxnLst>
              <a:rect l="0" t="0" r="r" b="b"/>
              <a:pathLst>
                <a:path w="2272" h="1364">
                  <a:moveTo>
                    <a:pt x="0" y="1364"/>
                  </a:moveTo>
                  <a:lnTo>
                    <a:pt x="64" y="1301"/>
                  </a:lnTo>
                  <a:lnTo>
                    <a:pt x="147" y="1298"/>
                  </a:lnTo>
                  <a:lnTo>
                    <a:pt x="1445" y="0"/>
                  </a:lnTo>
                  <a:lnTo>
                    <a:pt x="227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7" name="Freeform 77"/>
            <p:cNvSpPr>
              <a:spLocks/>
            </p:cNvSpPr>
            <p:nvPr/>
          </p:nvSpPr>
          <p:spPr bwMode="auto">
            <a:xfrm rot="5400000" flipH="1" flipV="1">
              <a:off x="9380025" y="-3375735"/>
              <a:ext cx="4500563" cy="4635500"/>
            </a:xfrm>
            <a:custGeom>
              <a:avLst/>
              <a:gdLst>
                <a:gd name="T0" fmla="*/ 0 w 2835"/>
                <a:gd name="T1" fmla="*/ 2920 h 2920"/>
                <a:gd name="T2" fmla="*/ 2 w 2835"/>
                <a:gd name="T3" fmla="*/ 2849 h 2920"/>
                <a:gd name="T4" fmla="*/ 177 w 2835"/>
                <a:gd name="T5" fmla="*/ 2674 h 2920"/>
                <a:gd name="T6" fmla="*/ 175 w 2835"/>
                <a:gd name="T7" fmla="*/ 2276 h 2920"/>
                <a:gd name="T8" fmla="*/ 234 w 2835"/>
                <a:gd name="T9" fmla="*/ 2215 h 2920"/>
                <a:gd name="T10" fmla="*/ 234 w 2835"/>
                <a:gd name="T11" fmla="*/ 2016 h 2920"/>
                <a:gd name="T12" fmla="*/ 423 w 2835"/>
                <a:gd name="T13" fmla="*/ 1827 h 2920"/>
                <a:gd name="T14" fmla="*/ 487 w 2835"/>
                <a:gd name="T15" fmla="*/ 1830 h 2920"/>
                <a:gd name="T16" fmla="*/ 589 w 2835"/>
                <a:gd name="T17" fmla="*/ 1728 h 2920"/>
                <a:gd name="T18" fmla="*/ 586 w 2835"/>
                <a:gd name="T19" fmla="*/ 1652 h 2920"/>
                <a:gd name="T20" fmla="*/ 518 w 2835"/>
                <a:gd name="T21" fmla="*/ 1586 h 2920"/>
                <a:gd name="T22" fmla="*/ 667 w 2835"/>
                <a:gd name="T23" fmla="*/ 1435 h 2920"/>
                <a:gd name="T24" fmla="*/ 771 w 2835"/>
                <a:gd name="T25" fmla="*/ 1437 h 2920"/>
                <a:gd name="T26" fmla="*/ 2206 w 2835"/>
                <a:gd name="T27" fmla="*/ 0 h 2920"/>
                <a:gd name="T28" fmla="*/ 2835 w 2835"/>
                <a:gd name="T29" fmla="*/ 0 h 2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35" h="2920">
                  <a:moveTo>
                    <a:pt x="0" y="2920"/>
                  </a:moveTo>
                  <a:lnTo>
                    <a:pt x="2" y="2849"/>
                  </a:lnTo>
                  <a:lnTo>
                    <a:pt x="177" y="2674"/>
                  </a:lnTo>
                  <a:lnTo>
                    <a:pt x="175" y="2276"/>
                  </a:lnTo>
                  <a:lnTo>
                    <a:pt x="234" y="2215"/>
                  </a:lnTo>
                  <a:lnTo>
                    <a:pt x="234" y="2016"/>
                  </a:lnTo>
                  <a:lnTo>
                    <a:pt x="423" y="1827"/>
                  </a:lnTo>
                  <a:lnTo>
                    <a:pt x="487" y="1830"/>
                  </a:lnTo>
                  <a:lnTo>
                    <a:pt x="589" y="1728"/>
                  </a:lnTo>
                  <a:lnTo>
                    <a:pt x="586" y="1652"/>
                  </a:lnTo>
                  <a:lnTo>
                    <a:pt x="518" y="1586"/>
                  </a:lnTo>
                  <a:lnTo>
                    <a:pt x="667" y="1435"/>
                  </a:lnTo>
                  <a:lnTo>
                    <a:pt x="771" y="1437"/>
                  </a:lnTo>
                  <a:lnTo>
                    <a:pt x="2206" y="0"/>
                  </a:lnTo>
                  <a:lnTo>
                    <a:pt x="2835"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0" name="Freeform 78"/>
            <p:cNvSpPr>
              <a:spLocks/>
            </p:cNvSpPr>
            <p:nvPr/>
          </p:nvSpPr>
          <p:spPr bwMode="auto">
            <a:xfrm rot="5400000" flipH="1" flipV="1">
              <a:off x="13035244" y="1935247"/>
              <a:ext cx="2079625" cy="3251200"/>
            </a:xfrm>
            <a:custGeom>
              <a:avLst/>
              <a:gdLst>
                <a:gd name="T0" fmla="*/ 0 w 1310"/>
                <a:gd name="T1" fmla="*/ 2048 h 2048"/>
                <a:gd name="T2" fmla="*/ 892 w 1310"/>
                <a:gd name="T3" fmla="*/ 1156 h 2048"/>
                <a:gd name="T4" fmla="*/ 889 w 1310"/>
                <a:gd name="T5" fmla="*/ 915 h 2048"/>
                <a:gd name="T6" fmla="*/ 1305 w 1310"/>
                <a:gd name="T7" fmla="*/ 501 h 2048"/>
                <a:gd name="T8" fmla="*/ 1310 w 1310"/>
                <a:gd name="T9" fmla="*/ 59 h 2048"/>
                <a:gd name="T10" fmla="*/ 1251 w 1310"/>
                <a:gd name="T11" fmla="*/ 0 h 2048"/>
              </a:gdLst>
              <a:ahLst/>
              <a:cxnLst>
                <a:cxn ang="0">
                  <a:pos x="T0" y="T1"/>
                </a:cxn>
                <a:cxn ang="0">
                  <a:pos x="T2" y="T3"/>
                </a:cxn>
                <a:cxn ang="0">
                  <a:pos x="T4" y="T5"/>
                </a:cxn>
                <a:cxn ang="0">
                  <a:pos x="T6" y="T7"/>
                </a:cxn>
                <a:cxn ang="0">
                  <a:pos x="T8" y="T9"/>
                </a:cxn>
                <a:cxn ang="0">
                  <a:pos x="T10" y="T11"/>
                </a:cxn>
              </a:cxnLst>
              <a:rect l="0" t="0" r="r" b="b"/>
              <a:pathLst>
                <a:path w="1310" h="2048">
                  <a:moveTo>
                    <a:pt x="0" y="2048"/>
                  </a:moveTo>
                  <a:lnTo>
                    <a:pt x="892" y="1156"/>
                  </a:lnTo>
                  <a:lnTo>
                    <a:pt x="889" y="915"/>
                  </a:lnTo>
                  <a:lnTo>
                    <a:pt x="1305" y="501"/>
                  </a:lnTo>
                  <a:lnTo>
                    <a:pt x="1310" y="59"/>
                  </a:lnTo>
                  <a:lnTo>
                    <a:pt x="1251"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1" name="Freeform 79"/>
            <p:cNvSpPr>
              <a:spLocks/>
            </p:cNvSpPr>
            <p:nvPr/>
          </p:nvSpPr>
          <p:spPr bwMode="auto">
            <a:xfrm rot="5400000" flipH="1" flipV="1">
              <a:off x="12897925" y="1693153"/>
              <a:ext cx="2197100" cy="3513138"/>
            </a:xfrm>
            <a:custGeom>
              <a:avLst/>
              <a:gdLst>
                <a:gd name="T0" fmla="*/ 0 w 1384"/>
                <a:gd name="T1" fmla="*/ 2213 h 2213"/>
                <a:gd name="T2" fmla="*/ 892 w 1384"/>
                <a:gd name="T3" fmla="*/ 1321 h 2213"/>
                <a:gd name="T4" fmla="*/ 889 w 1384"/>
                <a:gd name="T5" fmla="*/ 1083 h 2213"/>
                <a:gd name="T6" fmla="*/ 1306 w 1384"/>
                <a:gd name="T7" fmla="*/ 667 h 2213"/>
                <a:gd name="T8" fmla="*/ 1301 w 1384"/>
                <a:gd name="T9" fmla="*/ 83 h 2213"/>
                <a:gd name="T10" fmla="*/ 1384 w 1384"/>
                <a:gd name="T11" fmla="*/ 0 h 2213"/>
              </a:gdLst>
              <a:ahLst/>
              <a:cxnLst>
                <a:cxn ang="0">
                  <a:pos x="T0" y="T1"/>
                </a:cxn>
                <a:cxn ang="0">
                  <a:pos x="T2" y="T3"/>
                </a:cxn>
                <a:cxn ang="0">
                  <a:pos x="T4" y="T5"/>
                </a:cxn>
                <a:cxn ang="0">
                  <a:pos x="T6" y="T7"/>
                </a:cxn>
                <a:cxn ang="0">
                  <a:pos x="T8" y="T9"/>
                </a:cxn>
                <a:cxn ang="0">
                  <a:pos x="T10" y="T11"/>
                </a:cxn>
              </a:cxnLst>
              <a:rect l="0" t="0" r="r" b="b"/>
              <a:pathLst>
                <a:path w="1384" h="2213">
                  <a:moveTo>
                    <a:pt x="0" y="2213"/>
                  </a:moveTo>
                  <a:lnTo>
                    <a:pt x="892" y="1321"/>
                  </a:lnTo>
                  <a:lnTo>
                    <a:pt x="889" y="1083"/>
                  </a:lnTo>
                  <a:lnTo>
                    <a:pt x="1306" y="667"/>
                  </a:lnTo>
                  <a:lnTo>
                    <a:pt x="1301" y="83"/>
                  </a:lnTo>
                  <a:lnTo>
                    <a:pt x="138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3" name="Freeform 80"/>
            <p:cNvSpPr>
              <a:spLocks/>
            </p:cNvSpPr>
            <p:nvPr/>
          </p:nvSpPr>
          <p:spPr bwMode="auto">
            <a:xfrm rot="5400000" flipH="1" flipV="1">
              <a:off x="13066200" y="1755065"/>
              <a:ext cx="2355850" cy="3122613"/>
            </a:xfrm>
            <a:custGeom>
              <a:avLst/>
              <a:gdLst>
                <a:gd name="T0" fmla="*/ 0 w 1484"/>
                <a:gd name="T1" fmla="*/ 1967 h 1967"/>
                <a:gd name="T2" fmla="*/ 891 w 1484"/>
                <a:gd name="T3" fmla="*/ 1076 h 1967"/>
                <a:gd name="T4" fmla="*/ 884 w 1484"/>
                <a:gd name="T5" fmla="*/ 830 h 1967"/>
                <a:gd name="T6" fmla="*/ 1392 w 1484"/>
                <a:gd name="T7" fmla="*/ 321 h 1967"/>
                <a:gd name="T8" fmla="*/ 1394 w 1484"/>
                <a:gd name="T9" fmla="*/ 90 h 1967"/>
                <a:gd name="T10" fmla="*/ 1484 w 1484"/>
                <a:gd name="T11" fmla="*/ 0 h 1967"/>
              </a:gdLst>
              <a:ahLst/>
              <a:cxnLst>
                <a:cxn ang="0">
                  <a:pos x="T0" y="T1"/>
                </a:cxn>
                <a:cxn ang="0">
                  <a:pos x="T2" y="T3"/>
                </a:cxn>
                <a:cxn ang="0">
                  <a:pos x="T4" y="T5"/>
                </a:cxn>
                <a:cxn ang="0">
                  <a:pos x="T6" y="T7"/>
                </a:cxn>
                <a:cxn ang="0">
                  <a:pos x="T8" y="T9"/>
                </a:cxn>
                <a:cxn ang="0">
                  <a:pos x="T10" y="T11"/>
                </a:cxn>
              </a:cxnLst>
              <a:rect l="0" t="0" r="r" b="b"/>
              <a:pathLst>
                <a:path w="1484" h="1967">
                  <a:moveTo>
                    <a:pt x="0" y="1967"/>
                  </a:moveTo>
                  <a:lnTo>
                    <a:pt x="891" y="1076"/>
                  </a:lnTo>
                  <a:lnTo>
                    <a:pt x="884" y="830"/>
                  </a:lnTo>
                  <a:lnTo>
                    <a:pt x="1392" y="321"/>
                  </a:lnTo>
                  <a:lnTo>
                    <a:pt x="1394" y="90"/>
                  </a:lnTo>
                  <a:lnTo>
                    <a:pt x="148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4" name="Freeform 81"/>
            <p:cNvSpPr>
              <a:spLocks/>
            </p:cNvSpPr>
            <p:nvPr/>
          </p:nvSpPr>
          <p:spPr bwMode="auto">
            <a:xfrm rot="5400000" flipH="1" flipV="1">
              <a:off x="12335156" y="852572"/>
              <a:ext cx="2630488" cy="4481513"/>
            </a:xfrm>
            <a:custGeom>
              <a:avLst/>
              <a:gdLst>
                <a:gd name="T0" fmla="*/ 1657 w 1657"/>
                <a:gd name="T1" fmla="*/ 0 h 2823"/>
                <a:gd name="T2" fmla="*/ 1567 w 1657"/>
                <a:gd name="T3" fmla="*/ 90 h 2823"/>
                <a:gd name="T4" fmla="*/ 1565 w 1657"/>
                <a:gd name="T5" fmla="*/ 159 h 2823"/>
                <a:gd name="T6" fmla="*/ 1418 w 1657"/>
                <a:gd name="T7" fmla="*/ 308 h 2823"/>
                <a:gd name="T8" fmla="*/ 1421 w 1657"/>
                <a:gd name="T9" fmla="*/ 414 h 2823"/>
                <a:gd name="T10" fmla="*/ 1489 w 1657"/>
                <a:gd name="T11" fmla="*/ 480 h 2823"/>
                <a:gd name="T12" fmla="*/ 1489 w 1657"/>
                <a:gd name="T13" fmla="*/ 695 h 2823"/>
                <a:gd name="T14" fmla="*/ 1575 w 1657"/>
                <a:gd name="T15" fmla="*/ 781 h 2823"/>
                <a:gd name="T16" fmla="*/ 1572 w 1657"/>
                <a:gd name="T17" fmla="*/ 967 h 2823"/>
                <a:gd name="T18" fmla="*/ 903 w 1657"/>
                <a:gd name="T19" fmla="*/ 1636 h 2823"/>
                <a:gd name="T20" fmla="*/ 905 w 1657"/>
                <a:gd name="T21" fmla="*/ 2131 h 2823"/>
                <a:gd name="T22" fmla="*/ 624 w 1657"/>
                <a:gd name="T23" fmla="*/ 2410 h 2823"/>
                <a:gd name="T24" fmla="*/ 404 w 1657"/>
                <a:gd name="T25" fmla="*/ 2417 h 2823"/>
                <a:gd name="T26" fmla="*/ 0 w 1657"/>
                <a:gd name="T27" fmla="*/ 2823 h 2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57" h="2823">
                  <a:moveTo>
                    <a:pt x="1657" y="0"/>
                  </a:moveTo>
                  <a:lnTo>
                    <a:pt x="1567" y="90"/>
                  </a:lnTo>
                  <a:lnTo>
                    <a:pt x="1565" y="159"/>
                  </a:lnTo>
                  <a:lnTo>
                    <a:pt x="1418" y="308"/>
                  </a:lnTo>
                  <a:lnTo>
                    <a:pt x="1421" y="414"/>
                  </a:lnTo>
                  <a:lnTo>
                    <a:pt x="1489" y="480"/>
                  </a:lnTo>
                  <a:lnTo>
                    <a:pt x="1489" y="695"/>
                  </a:lnTo>
                  <a:lnTo>
                    <a:pt x="1575" y="781"/>
                  </a:lnTo>
                  <a:lnTo>
                    <a:pt x="1572" y="967"/>
                  </a:lnTo>
                  <a:lnTo>
                    <a:pt x="903" y="1636"/>
                  </a:lnTo>
                  <a:lnTo>
                    <a:pt x="905" y="2131"/>
                  </a:lnTo>
                  <a:lnTo>
                    <a:pt x="624" y="2410"/>
                  </a:lnTo>
                  <a:lnTo>
                    <a:pt x="404" y="2417"/>
                  </a:lnTo>
                  <a:lnTo>
                    <a:pt x="0" y="2823"/>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5" name="Freeform 82"/>
            <p:cNvSpPr>
              <a:spLocks/>
            </p:cNvSpPr>
            <p:nvPr/>
          </p:nvSpPr>
          <p:spPr bwMode="auto">
            <a:xfrm rot="5400000" flipH="1" flipV="1">
              <a:off x="12528038" y="940678"/>
              <a:ext cx="2597150" cy="4233863"/>
            </a:xfrm>
            <a:custGeom>
              <a:avLst/>
              <a:gdLst>
                <a:gd name="T0" fmla="*/ 1636 w 1636"/>
                <a:gd name="T1" fmla="*/ 3 h 2667"/>
                <a:gd name="T2" fmla="*/ 1542 w 1636"/>
                <a:gd name="T3" fmla="*/ 0 h 2667"/>
                <a:gd name="T4" fmla="*/ 1414 w 1636"/>
                <a:gd name="T5" fmla="*/ 128 h 2667"/>
                <a:gd name="T6" fmla="*/ 1419 w 1636"/>
                <a:gd name="T7" fmla="*/ 213 h 2667"/>
                <a:gd name="T8" fmla="*/ 1490 w 1636"/>
                <a:gd name="T9" fmla="*/ 287 h 2667"/>
                <a:gd name="T10" fmla="*/ 1487 w 1636"/>
                <a:gd name="T11" fmla="*/ 497 h 2667"/>
                <a:gd name="T12" fmla="*/ 1570 w 1636"/>
                <a:gd name="T13" fmla="*/ 580 h 2667"/>
                <a:gd name="T14" fmla="*/ 1572 w 1636"/>
                <a:gd name="T15" fmla="*/ 811 h 2667"/>
                <a:gd name="T16" fmla="*/ 903 w 1636"/>
                <a:gd name="T17" fmla="*/ 1481 h 2667"/>
                <a:gd name="T18" fmla="*/ 906 w 1636"/>
                <a:gd name="T19" fmla="*/ 1975 h 2667"/>
                <a:gd name="T20" fmla="*/ 612 w 1636"/>
                <a:gd name="T21" fmla="*/ 2268 h 2667"/>
                <a:gd name="T22" fmla="*/ 390 w 1636"/>
                <a:gd name="T23" fmla="*/ 2277 h 2667"/>
                <a:gd name="T24" fmla="*/ 0 w 1636"/>
                <a:gd name="T25" fmla="*/ 2667 h 2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36" h="2667">
                  <a:moveTo>
                    <a:pt x="1636" y="3"/>
                  </a:moveTo>
                  <a:lnTo>
                    <a:pt x="1542" y="0"/>
                  </a:lnTo>
                  <a:lnTo>
                    <a:pt x="1414" y="128"/>
                  </a:lnTo>
                  <a:lnTo>
                    <a:pt x="1419" y="213"/>
                  </a:lnTo>
                  <a:lnTo>
                    <a:pt x="1490" y="287"/>
                  </a:lnTo>
                  <a:lnTo>
                    <a:pt x="1487" y="497"/>
                  </a:lnTo>
                  <a:lnTo>
                    <a:pt x="1570" y="580"/>
                  </a:lnTo>
                  <a:lnTo>
                    <a:pt x="1572" y="811"/>
                  </a:lnTo>
                  <a:lnTo>
                    <a:pt x="903" y="1481"/>
                  </a:lnTo>
                  <a:lnTo>
                    <a:pt x="906" y="1975"/>
                  </a:lnTo>
                  <a:lnTo>
                    <a:pt x="612" y="2268"/>
                  </a:lnTo>
                  <a:lnTo>
                    <a:pt x="390" y="2277"/>
                  </a:lnTo>
                  <a:lnTo>
                    <a:pt x="0" y="2667"/>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6" name="Freeform 83"/>
            <p:cNvSpPr>
              <a:spLocks/>
            </p:cNvSpPr>
            <p:nvPr/>
          </p:nvSpPr>
          <p:spPr bwMode="auto">
            <a:xfrm rot="5400000" flipH="1" flipV="1">
              <a:off x="12751875" y="743828"/>
              <a:ext cx="2703513" cy="4102100"/>
            </a:xfrm>
            <a:custGeom>
              <a:avLst/>
              <a:gdLst>
                <a:gd name="T0" fmla="*/ 0 w 1703"/>
                <a:gd name="T1" fmla="*/ 2584 h 2584"/>
                <a:gd name="T2" fmla="*/ 811 w 1703"/>
                <a:gd name="T3" fmla="*/ 1775 h 2584"/>
                <a:gd name="T4" fmla="*/ 821 w 1703"/>
                <a:gd name="T5" fmla="*/ 1283 h 2584"/>
                <a:gd name="T6" fmla="*/ 1393 w 1703"/>
                <a:gd name="T7" fmla="*/ 711 h 2584"/>
                <a:gd name="T8" fmla="*/ 1558 w 1703"/>
                <a:gd name="T9" fmla="*/ 707 h 2584"/>
                <a:gd name="T10" fmla="*/ 1698 w 1703"/>
                <a:gd name="T11" fmla="*/ 567 h 2584"/>
                <a:gd name="T12" fmla="*/ 1703 w 1703"/>
                <a:gd name="T13" fmla="*/ 494 h 2584"/>
                <a:gd name="T14" fmla="*/ 1464 w 1703"/>
                <a:gd name="T15" fmla="*/ 255 h 2584"/>
                <a:gd name="T16" fmla="*/ 1459 w 1703"/>
                <a:gd name="T17" fmla="*/ 0 h 2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3" h="2584">
                  <a:moveTo>
                    <a:pt x="0" y="2584"/>
                  </a:moveTo>
                  <a:lnTo>
                    <a:pt x="811" y="1775"/>
                  </a:lnTo>
                  <a:lnTo>
                    <a:pt x="821" y="1283"/>
                  </a:lnTo>
                  <a:lnTo>
                    <a:pt x="1393" y="711"/>
                  </a:lnTo>
                  <a:lnTo>
                    <a:pt x="1558" y="707"/>
                  </a:lnTo>
                  <a:lnTo>
                    <a:pt x="1698" y="567"/>
                  </a:lnTo>
                  <a:lnTo>
                    <a:pt x="1703" y="494"/>
                  </a:lnTo>
                  <a:lnTo>
                    <a:pt x="1464" y="255"/>
                  </a:lnTo>
                  <a:lnTo>
                    <a:pt x="145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7" name="Freeform 84"/>
            <p:cNvSpPr>
              <a:spLocks/>
            </p:cNvSpPr>
            <p:nvPr/>
          </p:nvSpPr>
          <p:spPr bwMode="auto">
            <a:xfrm rot="5400000" flipH="1" flipV="1">
              <a:off x="12722506" y="604922"/>
              <a:ext cx="2735263" cy="4233863"/>
            </a:xfrm>
            <a:custGeom>
              <a:avLst/>
              <a:gdLst>
                <a:gd name="T0" fmla="*/ 0 w 1723"/>
                <a:gd name="T1" fmla="*/ 2667 h 2667"/>
                <a:gd name="T2" fmla="*/ 827 w 1723"/>
                <a:gd name="T3" fmla="*/ 1839 h 2667"/>
                <a:gd name="T4" fmla="*/ 832 w 1723"/>
                <a:gd name="T5" fmla="*/ 1341 h 2667"/>
                <a:gd name="T6" fmla="*/ 1362 w 1723"/>
                <a:gd name="T7" fmla="*/ 809 h 2667"/>
                <a:gd name="T8" fmla="*/ 1530 w 1723"/>
                <a:gd name="T9" fmla="*/ 804 h 2667"/>
                <a:gd name="T10" fmla="*/ 1721 w 1723"/>
                <a:gd name="T11" fmla="*/ 612 h 2667"/>
                <a:gd name="T12" fmla="*/ 1723 w 1723"/>
                <a:gd name="T13" fmla="*/ 548 h 2667"/>
                <a:gd name="T14" fmla="*/ 1485 w 1723"/>
                <a:gd name="T15" fmla="*/ 307 h 2667"/>
                <a:gd name="T16" fmla="*/ 1487 w 1723"/>
                <a:gd name="T17" fmla="*/ 71 h 2667"/>
                <a:gd name="T18" fmla="*/ 1558 w 1723"/>
                <a:gd name="T19" fmla="*/ 0 h 2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23" h="2667">
                  <a:moveTo>
                    <a:pt x="0" y="2667"/>
                  </a:moveTo>
                  <a:lnTo>
                    <a:pt x="827" y="1839"/>
                  </a:lnTo>
                  <a:lnTo>
                    <a:pt x="832" y="1341"/>
                  </a:lnTo>
                  <a:lnTo>
                    <a:pt x="1362" y="809"/>
                  </a:lnTo>
                  <a:lnTo>
                    <a:pt x="1530" y="804"/>
                  </a:lnTo>
                  <a:lnTo>
                    <a:pt x="1721" y="612"/>
                  </a:lnTo>
                  <a:lnTo>
                    <a:pt x="1723" y="548"/>
                  </a:lnTo>
                  <a:lnTo>
                    <a:pt x="1485" y="307"/>
                  </a:lnTo>
                  <a:lnTo>
                    <a:pt x="1487" y="71"/>
                  </a:lnTo>
                  <a:lnTo>
                    <a:pt x="1558"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8" name="Freeform 85"/>
            <p:cNvSpPr>
              <a:spLocks/>
            </p:cNvSpPr>
            <p:nvPr/>
          </p:nvSpPr>
          <p:spPr bwMode="auto">
            <a:xfrm rot="5400000" flipH="1" flipV="1">
              <a:off x="14288575" y="2063040"/>
              <a:ext cx="1579563" cy="2368550"/>
            </a:xfrm>
            <a:custGeom>
              <a:avLst/>
              <a:gdLst>
                <a:gd name="T0" fmla="*/ 0 w 995"/>
                <a:gd name="T1" fmla="*/ 1492 h 1492"/>
                <a:gd name="T2" fmla="*/ 839 w 995"/>
                <a:gd name="T3" fmla="*/ 651 h 1492"/>
                <a:gd name="T4" fmla="*/ 835 w 995"/>
                <a:gd name="T5" fmla="*/ 161 h 1492"/>
                <a:gd name="T6" fmla="*/ 995 w 995"/>
                <a:gd name="T7" fmla="*/ 0 h 1492"/>
              </a:gdLst>
              <a:ahLst/>
              <a:cxnLst>
                <a:cxn ang="0">
                  <a:pos x="T0" y="T1"/>
                </a:cxn>
                <a:cxn ang="0">
                  <a:pos x="T2" y="T3"/>
                </a:cxn>
                <a:cxn ang="0">
                  <a:pos x="T4" y="T5"/>
                </a:cxn>
                <a:cxn ang="0">
                  <a:pos x="T6" y="T7"/>
                </a:cxn>
              </a:cxnLst>
              <a:rect l="0" t="0" r="r" b="b"/>
              <a:pathLst>
                <a:path w="995" h="1492">
                  <a:moveTo>
                    <a:pt x="0" y="1492"/>
                  </a:moveTo>
                  <a:lnTo>
                    <a:pt x="839" y="651"/>
                  </a:lnTo>
                  <a:lnTo>
                    <a:pt x="835" y="161"/>
                  </a:lnTo>
                  <a:lnTo>
                    <a:pt x="995"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9" name="Freeform 86"/>
            <p:cNvSpPr>
              <a:spLocks/>
            </p:cNvSpPr>
            <p:nvPr/>
          </p:nvSpPr>
          <p:spPr bwMode="auto">
            <a:xfrm rot="5400000" flipH="1" flipV="1">
              <a:off x="13736918" y="1451060"/>
              <a:ext cx="2247900" cy="2863850"/>
            </a:xfrm>
            <a:custGeom>
              <a:avLst/>
              <a:gdLst>
                <a:gd name="T0" fmla="*/ 1220 w 1416"/>
                <a:gd name="T1" fmla="*/ 315 h 1804"/>
                <a:gd name="T2" fmla="*/ 1222 w 1416"/>
                <a:gd name="T3" fmla="*/ 194 h 1804"/>
                <a:gd name="T4" fmla="*/ 1416 w 1416"/>
                <a:gd name="T5" fmla="*/ 0 h 1804"/>
                <a:gd name="T6" fmla="*/ 1336 w 1416"/>
                <a:gd name="T7" fmla="*/ 0 h 1804"/>
                <a:gd name="T8" fmla="*/ 1102 w 1416"/>
                <a:gd name="T9" fmla="*/ 234 h 1804"/>
                <a:gd name="T10" fmla="*/ 1102 w 1416"/>
                <a:gd name="T11" fmla="*/ 383 h 1804"/>
                <a:gd name="T12" fmla="*/ 1052 w 1416"/>
                <a:gd name="T13" fmla="*/ 431 h 1804"/>
                <a:gd name="T14" fmla="*/ 960 w 1416"/>
                <a:gd name="T15" fmla="*/ 459 h 1804"/>
                <a:gd name="T16" fmla="*/ 863 w 1416"/>
                <a:gd name="T17" fmla="*/ 554 h 1804"/>
                <a:gd name="T18" fmla="*/ 860 w 1416"/>
                <a:gd name="T19" fmla="*/ 944 h 1804"/>
                <a:gd name="T20" fmla="*/ 0 w 1416"/>
                <a:gd name="T21" fmla="*/ 1804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16" h="1804">
                  <a:moveTo>
                    <a:pt x="1220" y="315"/>
                  </a:moveTo>
                  <a:lnTo>
                    <a:pt x="1222" y="194"/>
                  </a:lnTo>
                  <a:lnTo>
                    <a:pt x="1416" y="0"/>
                  </a:lnTo>
                  <a:lnTo>
                    <a:pt x="1336" y="0"/>
                  </a:lnTo>
                  <a:lnTo>
                    <a:pt x="1102" y="234"/>
                  </a:lnTo>
                  <a:lnTo>
                    <a:pt x="1102" y="383"/>
                  </a:lnTo>
                  <a:lnTo>
                    <a:pt x="1052" y="431"/>
                  </a:lnTo>
                  <a:lnTo>
                    <a:pt x="960" y="459"/>
                  </a:lnTo>
                  <a:lnTo>
                    <a:pt x="863" y="554"/>
                  </a:lnTo>
                  <a:lnTo>
                    <a:pt x="860" y="944"/>
                  </a:lnTo>
                  <a:lnTo>
                    <a:pt x="0" y="1804"/>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40" name="Freeform 87"/>
            <p:cNvSpPr>
              <a:spLocks/>
            </p:cNvSpPr>
            <p:nvPr/>
          </p:nvSpPr>
          <p:spPr bwMode="auto">
            <a:xfrm rot="5400000" flipH="1" flipV="1">
              <a:off x="14743393" y="1054185"/>
              <a:ext cx="1857375" cy="2644775"/>
            </a:xfrm>
            <a:custGeom>
              <a:avLst/>
              <a:gdLst>
                <a:gd name="T0" fmla="*/ 0 w 1170"/>
                <a:gd name="T1" fmla="*/ 1666 h 1666"/>
                <a:gd name="T2" fmla="*/ 723 w 1170"/>
                <a:gd name="T3" fmla="*/ 941 h 1666"/>
                <a:gd name="T4" fmla="*/ 728 w 1170"/>
                <a:gd name="T5" fmla="*/ 671 h 1666"/>
                <a:gd name="T6" fmla="*/ 1024 w 1170"/>
                <a:gd name="T7" fmla="*/ 375 h 1666"/>
                <a:gd name="T8" fmla="*/ 1024 w 1170"/>
                <a:gd name="T9" fmla="*/ 146 h 1666"/>
                <a:gd name="T10" fmla="*/ 1170 w 1170"/>
                <a:gd name="T11" fmla="*/ 0 h 1666"/>
              </a:gdLst>
              <a:ahLst/>
              <a:cxnLst>
                <a:cxn ang="0">
                  <a:pos x="T0" y="T1"/>
                </a:cxn>
                <a:cxn ang="0">
                  <a:pos x="T2" y="T3"/>
                </a:cxn>
                <a:cxn ang="0">
                  <a:pos x="T4" y="T5"/>
                </a:cxn>
                <a:cxn ang="0">
                  <a:pos x="T6" y="T7"/>
                </a:cxn>
                <a:cxn ang="0">
                  <a:pos x="T8" y="T9"/>
                </a:cxn>
                <a:cxn ang="0">
                  <a:pos x="T10" y="T11"/>
                </a:cxn>
              </a:cxnLst>
              <a:rect l="0" t="0" r="r" b="b"/>
              <a:pathLst>
                <a:path w="1170" h="1666">
                  <a:moveTo>
                    <a:pt x="0" y="1666"/>
                  </a:moveTo>
                  <a:lnTo>
                    <a:pt x="723" y="941"/>
                  </a:lnTo>
                  <a:lnTo>
                    <a:pt x="728" y="671"/>
                  </a:lnTo>
                  <a:lnTo>
                    <a:pt x="1024" y="375"/>
                  </a:lnTo>
                  <a:lnTo>
                    <a:pt x="1024" y="146"/>
                  </a:lnTo>
                  <a:lnTo>
                    <a:pt x="117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47" name="Freeform 88"/>
            <p:cNvSpPr>
              <a:spLocks/>
            </p:cNvSpPr>
            <p:nvPr/>
          </p:nvSpPr>
          <p:spPr bwMode="auto">
            <a:xfrm rot="5400000" flipH="1" flipV="1">
              <a:off x="14722756" y="2203534"/>
              <a:ext cx="1397000" cy="1978025"/>
            </a:xfrm>
            <a:custGeom>
              <a:avLst/>
              <a:gdLst>
                <a:gd name="T0" fmla="*/ 0 w 880"/>
                <a:gd name="T1" fmla="*/ 1246 h 1246"/>
                <a:gd name="T2" fmla="*/ 686 w 880"/>
                <a:gd name="T3" fmla="*/ 560 h 1246"/>
                <a:gd name="T4" fmla="*/ 681 w 880"/>
                <a:gd name="T5" fmla="*/ 498 h 1246"/>
                <a:gd name="T6" fmla="*/ 880 w 880"/>
                <a:gd name="T7" fmla="*/ 300 h 1246"/>
                <a:gd name="T8" fmla="*/ 877 w 880"/>
                <a:gd name="T9" fmla="*/ 0 h 1246"/>
              </a:gdLst>
              <a:ahLst/>
              <a:cxnLst>
                <a:cxn ang="0">
                  <a:pos x="T0" y="T1"/>
                </a:cxn>
                <a:cxn ang="0">
                  <a:pos x="T2" y="T3"/>
                </a:cxn>
                <a:cxn ang="0">
                  <a:pos x="T4" y="T5"/>
                </a:cxn>
                <a:cxn ang="0">
                  <a:pos x="T6" y="T7"/>
                </a:cxn>
                <a:cxn ang="0">
                  <a:pos x="T8" y="T9"/>
                </a:cxn>
              </a:cxnLst>
              <a:rect l="0" t="0" r="r" b="b"/>
              <a:pathLst>
                <a:path w="880" h="1246">
                  <a:moveTo>
                    <a:pt x="0" y="1246"/>
                  </a:moveTo>
                  <a:lnTo>
                    <a:pt x="686" y="560"/>
                  </a:lnTo>
                  <a:lnTo>
                    <a:pt x="681" y="498"/>
                  </a:lnTo>
                  <a:lnTo>
                    <a:pt x="880" y="300"/>
                  </a:lnTo>
                  <a:lnTo>
                    <a:pt x="87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48" name="Freeform 89"/>
            <p:cNvSpPr>
              <a:spLocks/>
            </p:cNvSpPr>
            <p:nvPr/>
          </p:nvSpPr>
          <p:spPr bwMode="auto">
            <a:xfrm rot="5400000" flipH="1" flipV="1">
              <a:off x="12896338" y="35803"/>
              <a:ext cx="2886075" cy="4478338"/>
            </a:xfrm>
            <a:custGeom>
              <a:avLst/>
              <a:gdLst>
                <a:gd name="T0" fmla="*/ 0 w 1818"/>
                <a:gd name="T1" fmla="*/ 2821 h 2821"/>
                <a:gd name="T2" fmla="*/ 735 w 1818"/>
                <a:gd name="T3" fmla="*/ 2086 h 2821"/>
                <a:gd name="T4" fmla="*/ 740 w 1818"/>
                <a:gd name="T5" fmla="*/ 2001 h 2821"/>
                <a:gd name="T6" fmla="*/ 943 w 1818"/>
                <a:gd name="T7" fmla="*/ 1797 h 2821"/>
                <a:gd name="T8" fmla="*/ 948 w 1818"/>
                <a:gd name="T9" fmla="*/ 1634 h 2821"/>
                <a:gd name="T10" fmla="*/ 1078 w 1818"/>
                <a:gd name="T11" fmla="*/ 1502 h 2821"/>
                <a:gd name="T12" fmla="*/ 1080 w 1818"/>
                <a:gd name="T13" fmla="*/ 1379 h 2821"/>
                <a:gd name="T14" fmla="*/ 1286 w 1818"/>
                <a:gd name="T15" fmla="*/ 1173 h 2821"/>
                <a:gd name="T16" fmla="*/ 1284 w 1818"/>
                <a:gd name="T17" fmla="*/ 908 h 2821"/>
                <a:gd name="T18" fmla="*/ 1593 w 1818"/>
                <a:gd name="T19" fmla="*/ 599 h 2821"/>
                <a:gd name="T20" fmla="*/ 1596 w 1818"/>
                <a:gd name="T21" fmla="*/ 450 h 2821"/>
                <a:gd name="T22" fmla="*/ 1655 w 1818"/>
                <a:gd name="T23" fmla="*/ 390 h 2821"/>
                <a:gd name="T24" fmla="*/ 1650 w 1818"/>
                <a:gd name="T25" fmla="*/ 166 h 2821"/>
                <a:gd name="T26" fmla="*/ 1818 w 1818"/>
                <a:gd name="T27" fmla="*/ 0 h 28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18" h="2821">
                  <a:moveTo>
                    <a:pt x="0" y="2821"/>
                  </a:moveTo>
                  <a:lnTo>
                    <a:pt x="735" y="2086"/>
                  </a:lnTo>
                  <a:lnTo>
                    <a:pt x="740" y="2001"/>
                  </a:lnTo>
                  <a:lnTo>
                    <a:pt x="943" y="1797"/>
                  </a:lnTo>
                  <a:lnTo>
                    <a:pt x="948" y="1634"/>
                  </a:lnTo>
                  <a:lnTo>
                    <a:pt x="1078" y="1502"/>
                  </a:lnTo>
                  <a:lnTo>
                    <a:pt x="1080" y="1379"/>
                  </a:lnTo>
                  <a:lnTo>
                    <a:pt x="1286" y="1173"/>
                  </a:lnTo>
                  <a:lnTo>
                    <a:pt x="1284" y="908"/>
                  </a:lnTo>
                  <a:lnTo>
                    <a:pt x="1593" y="599"/>
                  </a:lnTo>
                  <a:lnTo>
                    <a:pt x="1596" y="450"/>
                  </a:lnTo>
                  <a:lnTo>
                    <a:pt x="1655" y="390"/>
                  </a:lnTo>
                  <a:lnTo>
                    <a:pt x="1650" y="166"/>
                  </a:lnTo>
                  <a:lnTo>
                    <a:pt x="1818"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1" name="Freeform 90"/>
            <p:cNvSpPr>
              <a:spLocks/>
            </p:cNvSpPr>
            <p:nvPr/>
          </p:nvSpPr>
          <p:spPr bwMode="auto">
            <a:xfrm rot="5400000" flipH="1" flipV="1">
              <a:off x="12874112" y="99303"/>
              <a:ext cx="2855913" cy="4470400"/>
            </a:xfrm>
            <a:custGeom>
              <a:avLst/>
              <a:gdLst>
                <a:gd name="T0" fmla="*/ 0 w 1799"/>
                <a:gd name="T1" fmla="*/ 2816 h 2816"/>
                <a:gd name="T2" fmla="*/ 728 w 1799"/>
                <a:gd name="T3" fmla="*/ 2090 h 2816"/>
                <a:gd name="T4" fmla="*/ 730 w 1799"/>
                <a:gd name="T5" fmla="*/ 2005 h 2816"/>
                <a:gd name="T6" fmla="*/ 933 w 1799"/>
                <a:gd name="T7" fmla="*/ 1802 h 2816"/>
                <a:gd name="T8" fmla="*/ 931 w 1799"/>
                <a:gd name="T9" fmla="*/ 1631 h 2816"/>
                <a:gd name="T10" fmla="*/ 1064 w 1799"/>
                <a:gd name="T11" fmla="*/ 1499 h 2816"/>
                <a:gd name="T12" fmla="*/ 1066 w 1799"/>
                <a:gd name="T13" fmla="*/ 1376 h 2816"/>
                <a:gd name="T14" fmla="*/ 1269 w 1799"/>
                <a:gd name="T15" fmla="*/ 1173 h 2816"/>
                <a:gd name="T16" fmla="*/ 1267 w 1799"/>
                <a:gd name="T17" fmla="*/ 908 h 2816"/>
                <a:gd name="T18" fmla="*/ 1579 w 1799"/>
                <a:gd name="T19" fmla="*/ 596 h 2816"/>
                <a:gd name="T20" fmla="*/ 1581 w 1799"/>
                <a:gd name="T21" fmla="*/ 447 h 2816"/>
                <a:gd name="T22" fmla="*/ 1638 w 1799"/>
                <a:gd name="T23" fmla="*/ 388 h 2816"/>
                <a:gd name="T24" fmla="*/ 1636 w 1799"/>
                <a:gd name="T25" fmla="*/ 166 h 2816"/>
                <a:gd name="T26" fmla="*/ 1799 w 1799"/>
                <a:gd name="T27" fmla="*/ 0 h 28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99" h="2816">
                  <a:moveTo>
                    <a:pt x="0" y="2816"/>
                  </a:moveTo>
                  <a:lnTo>
                    <a:pt x="728" y="2090"/>
                  </a:lnTo>
                  <a:lnTo>
                    <a:pt x="730" y="2005"/>
                  </a:lnTo>
                  <a:lnTo>
                    <a:pt x="933" y="1802"/>
                  </a:lnTo>
                  <a:lnTo>
                    <a:pt x="931" y="1631"/>
                  </a:lnTo>
                  <a:lnTo>
                    <a:pt x="1064" y="1499"/>
                  </a:lnTo>
                  <a:lnTo>
                    <a:pt x="1066" y="1376"/>
                  </a:lnTo>
                  <a:lnTo>
                    <a:pt x="1269" y="1173"/>
                  </a:lnTo>
                  <a:lnTo>
                    <a:pt x="1267" y="908"/>
                  </a:lnTo>
                  <a:lnTo>
                    <a:pt x="1579" y="596"/>
                  </a:lnTo>
                  <a:lnTo>
                    <a:pt x="1581" y="447"/>
                  </a:lnTo>
                  <a:lnTo>
                    <a:pt x="1638" y="388"/>
                  </a:lnTo>
                  <a:lnTo>
                    <a:pt x="1636" y="166"/>
                  </a:lnTo>
                  <a:lnTo>
                    <a:pt x="179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2" name="Freeform 110"/>
            <p:cNvSpPr>
              <a:spLocks/>
            </p:cNvSpPr>
            <p:nvPr/>
          </p:nvSpPr>
          <p:spPr bwMode="auto">
            <a:xfrm rot="5400000" flipH="1" flipV="1">
              <a:off x="13646431" y="2851234"/>
              <a:ext cx="935038" cy="1249363"/>
            </a:xfrm>
            <a:custGeom>
              <a:avLst/>
              <a:gdLst>
                <a:gd name="T0" fmla="*/ 0 w 589"/>
                <a:gd name="T1" fmla="*/ 787 h 787"/>
                <a:gd name="T2" fmla="*/ 2 w 589"/>
                <a:gd name="T3" fmla="*/ 693 h 787"/>
                <a:gd name="T4" fmla="*/ 419 w 589"/>
                <a:gd name="T5" fmla="*/ 277 h 787"/>
                <a:gd name="T6" fmla="*/ 419 w 589"/>
                <a:gd name="T7" fmla="*/ 170 h 787"/>
                <a:gd name="T8" fmla="*/ 589 w 589"/>
                <a:gd name="T9" fmla="*/ 0 h 787"/>
              </a:gdLst>
              <a:ahLst/>
              <a:cxnLst>
                <a:cxn ang="0">
                  <a:pos x="T0" y="T1"/>
                </a:cxn>
                <a:cxn ang="0">
                  <a:pos x="T2" y="T3"/>
                </a:cxn>
                <a:cxn ang="0">
                  <a:pos x="T4" y="T5"/>
                </a:cxn>
                <a:cxn ang="0">
                  <a:pos x="T6" y="T7"/>
                </a:cxn>
                <a:cxn ang="0">
                  <a:pos x="T8" y="T9"/>
                </a:cxn>
              </a:cxnLst>
              <a:rect l="0" t="0" r="r" b="b"/>
              <a:pathLst>
                <a:path w="589" h="787">
                  <a:moveTo>
                    <a:pt x="0" y="787"/>
                  </a:moveTo>
                  <a:lnTo>
                    <a:pt x="2" y="693"/>
                  </a:lnTo>
                  <a:lnTo>
                    <a:pt x="419" y="277"/>
                  </a:lnTo>
                  <a:lnTo>
                    <a:pt x="419" y="170"/>
                  </a:lnTo>
                  <a:lnTo>
                    <a:pt x="58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3" name="Freeform 111"/>
            <p:cNvSpPr>
              <a:spLocks/>
            </p:cNvSpPr>
            <p:nvPr/>
          </p:nvSpPr>
          <p:spPr bwMode="auto">
            <a:xfrm rot="5400000" flipH="1" flipV="1">
              <a:off x="12920943" y="2398797"/>
              <a:ext cx="2274888" cy="2706688"/>
            </a:xfrm>
            <a:custGeom>
              <a:avLst/>
              <a:gdLst>
                <a:gd name="T0" fmla="*/ 0 w 1433"/>
                <a:gd name="T1" fmla="*/ 1705 h 1705"/>
                <a:gd name="T2" fmla="*/ 965 w 1433"/>
                <a:gd name="T3" fmla="*/ 742 h 1705"/>
                <a:gd name="T4" fmla="*/ 963 w 1433"/>
                <a:gd name="T5" fmla="*/ 610 h 1705"/>
                <a:gd name="T6" fmla="*/ 1145 w 1433"/>
                <a:gd name="T7" fmla="*/ 428 h 1705"/>
                <a:gd name="T8" fmla="*/ 1327 w 1433"/>
                <a:gd name="T9" fmla="*/ 433 h 1705"/>
                <a:gd name="T10" fmla="*/ 1433 w 1433"/>
                <a:gd name="T11" fmla="*/ 326 h 1705"/>
                <a:gd name="T12" fmla="*/ 1433 w 1433"/>
                <a:gd name="T13" fmla="*/ 147 h 1705"/>
                <a:gd name="T14" fmla="*/ 1286 w 1433"/>
                <a:gd name="T15" fmla="*/ 0 h 1705"/>
                <a:gd name="T16" fmla="*/ 1161 w 1433"/>
                <a:gd name="T17" fmla="*/ 7 h 17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33" h="1705">
                  <a:moveTo>
                    <a:pt x="0" y="1705"/>
                  </a:moveTo>
                  <a:lnTo>
                    <a:pt x="965" y="742"/>
                  </a:lnTo>
                  <a:lnTo>
                    <a:pt x="963" y="610"/>
                  </a:lnTo>
                  <a:lnTo>
                    <a:pt x="1145" y="428"/>
                  </a:lnTo>
                  <a:lnTo>
                    <a:pt x="1327" y="433"/>
                  </a:lnTo>
                  <a:lnTo>
                    <a:pt x="1433" y="326"/>
                  </a:lnTo>
                  <a:lnTo>
                    <a:pt x="1433" y="147"/>
                  </a:lnTo>
                  <a:lnTo>
                    <a:pt x="1286" y="0"/>
                  </a:lnTo>
                  <a:lnTo>
                    <a:pt x="1161" y="7"/>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4" name="Freeform 112"/>
            <p:cNvSpPr>
              <a:spLocks/>
            </p:cNvSpPr>
            <p:nvPr/>
          </p:nvSpPr>
          <p:spPr bwMode="auto">
            <a:xfrm rot="5400000" flipH="1" flipV="1">
              <a:off x="12928087" y="2894890"/>
              <a:ext cx="2401888" cy="2517775"/>
            </a:xfrm>
            <a:custGeom>
              <a:avLst/>
              <a:gdLst>
                <a:gd name="T0" fmla="*/ 0 w 1513"/>
                <a:gd name="T1" fmla="*/ 1586 h 1586"/>
                <a:gd name="T2" fmla="*/ 939 w 1513"/>
                <a:gd name="T3" fmla="*/ 648 h 1586"/>
                <a:gd name="T4" fmla="*/ 1057 w 1513"/>
                <a:gd name="T5" fmla="*/ 653 h 1586"/>
                <a:gd name="T6" fmla="*/ 1513 w 1513"/>
                <a:gd name="T7" fmla="*/ 194 h 1586"/>
                <a:gd name="T8" fmla="*/ 1513 w 1513"/>
                <a:gd name="T9" fmla="*/ 0 h 1586"/>
              </a:gdLst>
              <a:ahLst/>
              <a:cxnLst>
                <a:cxn ang="0">
                  <a:pos x="T0" y="T1"/>
                </a:cxn>
                <a:cxn ang="0">
                  <a:pos x="T2" y="T3"/>
                </a:cxn>
                <a:cxn ang="0">
                  <a:pos x="T4" y="T5"/>
                </a:cxn>
                <a:cxn ang="0">
                  <a:pos x="T6" y="T7"/>
                </a:cxn>
                <a:cxn ang="0">
                  <a:pos x="T8" y="T9"/>
                </a:cxn>
              </a:cxnLst>
              <a:rect l="0" t="0" r="r" b="b"/>
              <a:pathLst>
                <a:path w="1513" h="1586">
                  <a:moveTo>
                    <a:pt x="0" y="1586"/>
                  </a:moveTo>
                  <a:lnTo>
                    <a:pt x="939" y="648"/>
                  </a:lnTo>
                  <a:lnTo>
                    <a:pt x="1057" y="653"/>
                  </a:lnTo>
                  <a:lnTo>
                    <a:pt x="1513" y="194"/>
                  </a:lnTo>
                  <a:lnTo>
                    <a:pt x="151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5" name="Freeform 113"/>
            <p:cNvSpPr>
              <a:spLocks/>
            </p:cNvSpPr>
            <p:nvPr/>
          </p:nvSpPr>
          <p:spPr bwMode="auto">
            <a:xfrm rot="5400000" flipH="1" flipV="1">
              <a:off x="11389006" y="1482810"/>
              <a:ext cx="3787775" cy="4241800"/>
            </a:xfrm>
            <a:custGeom>
              <a:avLst/>
              <a:gdLst>
                <a:gd name="T0" fmla="*/ 0 w 2386"/>
                <a:gd name="T1" fmla="*/ 2672 h 2672"/>
                <a:gd name="T2" fmla="*/ 989 w 2386"/>
                <a:gd name="T3" fmla="*/ 1684 h 2672"/>
                <a:gd name="T4" fmla="*/ 1133 w 2386"/>
                <a:gd name="T5" fmla="*/ 1688 h 2672"/>
                <a:gd name="T6" fmla="*/ 1556 w 2386"/>
                <a:gd name="T7" fmla="*/ 1265 h 2672"/>
                <a:gd name="T8" fmla="*/ 1563 w 2386"/>
                <a:gd name="T9" fmla="*/ 1173 h 2672"/>
                <a:gd name="T10" fmla="*/ 1405 w 2386"/>
                <a:gd name="T11" fmla="*/ 1017 h 2672"/>
                <a:gd name="T12" fmla="*/ 1407 w 2386"/>
                <a:gd name="T13" fmla="*/ 960 h 2672"/>
                <a:gd name="T14" fmla="*/ 1494 w 2386"/>
                <a:gd name="T15" fmla="*/ 873 h 2672"/>
                <a:gd name="T16" fmla="*/ 1596 w 2386"/>
                <a:gd name="T17" fmla="*/ 877 h 2672"/>
                <a:gd name="T18" fmla="*/ 1979 w 2386"/>
                <a:gd name="T19" fmla="*/ 494 h 2672"/>
                <a:gd name="T20" fmla="*/ 1977 w 2386"/>
                <a:gd name="T21" fmla="*/ 374 h 2672"/>
                <a:gd name="T22" fmla="*/ 2062 w 2386"/>
                <a:gd name="T23" fmla="*/ 291 h 2672"/>
                <a:gd name="T24" fmla="*/ 2067 w 2386"/>
                <a:gd name="T25" fmla="*/ 100 h 2672"/>
                <a:gd name="T26" fmla="*/ 2164 w 2386"/>
                <a:gd name="T27" fmla="*/ 0 h 2672"/>
                <a:gd name="T28" fmla="*/ 2386 w 2386"/>
                <a:gd name="T29" fmla="*/ 0 h 2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86" h="2672">
                  <a:moveTo>
                    <a:pt x="0" y="2672"/>
                  </a:moveTo>
                  <a:lnTo>
                    <a:pt x="989" y="1684"/>
                  </a:lnTo>
                  <a:lnTo>
                    <a:pt x="1133" y="1688"/>
                  </a:lnTo>
                  <a:lnTo>
                    <a:pt x="1556" y="1265"/>
                  </a:lnTo>
                  <a:lnTo>
                    <a:pt x="1563" y="1173"/>
                  </a:lnTo>
                  <a:lnTo>
                    <a:pt x="1405" y="1017"/>
                  </a:lnTo>
                  <a:lnTo>
                    <a:pt x="1407" y="960"/>
                  </a:lnTo>
                  <a:lnTo>
                    <a:pt x="1494" y="873"/>
                  </a:lnTo>
                  <a:lnTo>
                    <a:pt x="1596" y="877"/>
                  </a:lnTo>
                  <a:lnTo>
                    <a:pt x="1979" y="494"/>
                  </a:lnTo>
                  <a:lnTo>
                    <a:pt x="1977" y="374"/>
                  </a:lnTo>
                  <a:lnTo>
                    <a:pt x="2062" y="291"/>
                  </a:lnTo>
                  <a:lnTo>
                    <a:pt x="2067" y="100"/>
                  </a:lnTo>
                  <a:lnTo>
                    <a:pt x="2164" y="0"/>
                  </a:lnTo>
                  <a:lnTo>
                    <a:pt x="2386"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6" name="Freeform 114"/>
            <p:cNvSpPr>
              <a:spLocks/>
            </p:cNvSpPr>
            <p:nvPr/>
          </p:nvSpPr>
          <p:spPr bwMode="auto">
            <a:xfrm rot="5400000" flipH="1" flipV="1">
              <a:off x="12992381" y="3232234"/>
              <a:ext cx="2589213" cy="2481263"/>
            </a:xfrm>
            <a:custGeom>
              <a:avLst/>
              <a:gdLst>
                <a:gd name="T0" fmla="*/ 0 w 1631"/>
                <a:gd name="T1" fmla="*/ 1563 h 1563"/>
                <a:gd name="T2" fmla="*/ 1111 w 1631"/>
                <a:gd name="T3" fmla="*/ 452 h 1563"/>
                <a:gd name="T4" fmla="*/ 1279 w 1631"/>
                <a:gd name="T5" fmla="*/ 456 h 1563"/>
                <a:gd name="T6" fmla="*/ 1631 w 1631"/>
                <a:gd name="T7" fmla="*/ 107 h 1563"/>
                <a:gd name="T8" fmla="*/ 1629 w 1631"/>
                <a:gd name="T9" fmla="*/ 0 h 1563"/>
              </a:gdLst>
              <a:ahLst/>
              <a:cxnLst>
                <a:cxn ang="0">
                  <a:pos x="T0" y="T1"/>
                </a:cxn>
                <a:cxn ang="0">
                  <a:pos x="T2" y="T3"/>
                </a:cxn>
                <a:cxn ang="0">
                  <a:pos x="T4" y="T5"/>
                </a:cxn>
                <a:cxn ang="0">
                  <a:pos x="T6" y="T7"/>
                </a:cxn>
                <a:cxn ang="0">
                  <a:pos x="T8" y="T9"/>
                </a:cxn>
              </a:cxnLst>
              <a:rect l="0" t="0" r="r" b="b"/>
              <a:pathLst>
                <a:path w="1631" h="1563">
                  <a:moveTo>
                    <a:pt x="0" y="1563"/>
                  </a:moveTo>
                  <a:lnTo>
                    <a:pt x="1111" y="452"/>
                  </a:lnTo>
                  <a:lnTo>
                    <a:pt x="1279" y="456"/>
                  </a:lnTo>
                  <a:lnTo>
                    <a:pt x="1631" y="107"/>
                  </a:lnTo>
                  <a:lnTo>
                    <a:pt x="162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7" name="Freeform 115"/>
            <p:cNvSpPr>
              <a:spLocks/>
            </p:cNvSpPr>
            <p:nvPr/>
          </p:nvSpPr>
          <p:spPr bwMode="auto">
            <a:xfrm rot="5400000" flipH="1" flipV="1">
              <a:off x="6469343" y="-4281403"/>
              <a:ext cx="5276850" cy="6127750"/>
            </a:xfrm>
            <a:custGeom>
              <a:avLst/>
              <a:gdLst>
                <a:gd name="T0" fmla="*/ 0 w 3324"/>
                <a:gd name="T1" fmla="*/ 3860 h 3860"/>
                <a:gd name="T2" fmla="*/ 0 w 3324"/>
                <a:gd name="T3" fmla="*/ 3678 h 3860"/>
                <a:gd name="T4" fmla="*/ 45 w 3324"/>
                <a:gd name="T5" fmla="*/ 3633 h 3860"/>
                <a:gd name="T6" fmla="*/ 42 w 3324"/>
                <a:gd name="T7" fmla="*/ 3343 h 3860"/>
                <a:gd name="T8" fmla="*/ 156 w 3324"/>
                <a:gd name="T9" fmla="*/ 3229 h 3860"/>
                <a:gd name="T10" fmla="*/ 461 w 3324"/>
                <a:gd name="T11" fmla="*/ 3229 h 3860"/>
                <a:gd name="T12" fmla="*/ 782 w 3324"/>
                <a:gd name="T13" fmla="*/ 2910 h 3860"/>
                <a:gd name="T14" fmla="*/ 882 w 3324"/>
                <a:gd name="T15" fmla="*/ 2915 h 3860"/>
                <a:gd name="T16" fmla="*/ 1132 w 3324"/>
                <a:gd name="T17" fmla="*/ 2664 h 3860"/>
                <a:gd name="T18" fmla="*/ 1135 w 3324"/>
                <a:gd name="T19" fmla="*/ 2189 h 3860"/>
                <a:gd name="T20" fmla="*/ 3324 w 3324"/>
                <a:gd name="T21" fmla="*/ 0 h 3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24" h="3860">
                  <a:moveTo>
                    <a:pt x="0" y="3860"/>
                  </a:moveTo>
                  <a:lnTo>
                    <a:pt x="0" y="3678"/>
                  </a:lnTo>
                  <a:lnTo>
                    <a:pt x="45" y="3633"/>
                  </a:lnTo>
                  <a:lnTo>
                    <a:pt x="42" y="3343"/>
                  </a:lnTo>
                  <a:lnTo>
                    <a:pt x="156" y="3229"/>
                  </a:lnTo>
                  <a:lnTo>
                    <a:pt x="461" y="3229"/>
                  </a:lnTo>
                  <a:lnTo>
                    <a:pt x="782" y="2910"/>
                  </a:lnTo>
                  <a:lnTo>
                    <a:pt x="882" y="2915"/>
                  </a:lnTo>
                  <a:lnTo>
                    <a:pt x="1132" y="2664"/>
                  </a:lnTo>
                  <a:lnTo>
                    <a:pt x="1135" y="2189"/>
                  </a:lnTo>
                  <a:lnTo>
                    <a:pt x="332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8" name="Freeform 116"/>
            <p:cNvSpPr>
              <a:spLocks/>
            </p:cNvSpPr>
            <p:nvPr/>
          </p:nvSpPr>
          <p:spPr bwMode="auto">
            <a:xfrm rot="5400000" flipH="1" flipV="1">
              <a:off x="7229756" y="-3349540"/>
              <a:ext cx="4413250" cy="4864100"/>
            </a:xfrm>
            <a:custGeom>
              <a:avLst/>
              <a:gdLst>
                <a:gd name="T0" fmla="*/ 2 w 2780"/>
                <a:gd name="T1" fmla="*/ 3064 h 3064"/>
                <a:gd name="T2" fmla="*/ 0 w 2780"/>
                <a:gd name="T3" fmla="*/ 2775 h 3064"/>
                <a:gd name="T4" fmla="*/ 113 w 2780"/>
                <a:gd name="T5" fmla="*/ 2662 h 3064"/>
                <a:gd name="T6" fmla="*/ 418 w 2780"/>
                <a:gd name="T7" fmla="*/ 2664 h 3064"/>
                <a:gd name="T8" fmla="*/ 740 w 2780"/>
                <a:gd name="T9" fmla="*/ 2345 h 3064"/>
                <a:gd name="T10" fmla="*/ 841 w 2780"/>
                <a:gd name="T11" fmla="*/ 2350 h 3064"/>
                <a:gd name="T12" fmla="*/ 1094 w 2780"/>
                <a:gd name="T13" fmla="*/ 2099 h 3064"/>
                <a:gd name="T14" fmla="*/ 1094 w 2780"/>
                <a:gd name="T15" fmla="*/ 1685 h 3064"/>
                <a:gd name="T16" fmla="*/ 2780 w 2780"/>
                <a:gd name="T17" fmla="*/ 0 h 3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0" h="3064">
                  <a:moveTo>
                    <a:pt x="2" y="3064"/>
                  </a:moveTo>
                  <a:lnTo>
                    <a:pt x="0" y="2775"/>
                  </a:lnTo>
                  <a:lnTo>
                    <a:pt x="113" y="2662"/>
                  </a:lnTo>
                  <a:lnTo>
                    <a:pt x="418" y="2664"/>
                  </a:lnTo>
                  <a:lnTo>
                    <a:pt x="740" y="2345"/>
                  </a:lnTo>
                  <a:lnTo>
                    <a:pt x="841" y="2350"/>
                  </a:lnTo>
                  <a:lnTo>
                    <a:pt x="1094" y="2099"/>
                  </a:lnTo>
                  <a:lnTo>
                    <a:pt x="1094" y="1685"/>
                  </a:lnTo>
                  <a:lnTo>
                    <a:pt x="278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9" name="Freeform 117"/>
            <p:cNvSpPr>
              <a:spLocks/>
            </p:cNvSpPr>
            <p:nvPr/>
          </p:nvSpPr>
          <p:spPr bwMode="auto">
            <a:xfrm rot="5400000" flipH="1" flipV="1">
              <a:off x="7317863" y="-3280485"/>
              <a:ext cx="4292600" cy="4538663"/>
            </a:xfrm>
            <a:custGeom>
              <a:avLst/>
              <a:gdLst>
                <a:gd name="T0" fmla="*/ 0 w 2704"/>
                <a:gd name="T1" fmla="*/ 2859 h 2859"/>
                <a:gd name="T2" fmla="*/ 0 w 2704"/>
                <a:gd name="T3" fmla="*/ 2733 h 2859"/>
                <a:gd name="T4" fmla="*/ 92 w 2704"/>
                <a:gd name="T5" fmla="*/ 2639 h 2859"/>
                <a:gd name="T6" fmla="*/ 309 w 2704"/>
                <a:gd name="T7" fmla="*/ 2636 h 2859"/>
                <a:gd name="T8" fmla="*/ 683 w 2704"/>
                <a:gd name="T9" fmla="*/ 2265 h 2859"/>
                <a:gd name="T10" fmla="*/ 785 w 2704"/>
                <a:gd name="T11" fmla="*/ 2270 h 2859"/>
                <a:gd name="T12" fmla="*/ 1035 w 2704"/>
                <a:gd name="T13" fmla="*/ 2019 h 2859"/>
                <a:gd name="T14" fmla="*/ 1035 w 2704"/>
                <a:gd name="T15" fmla="*/ 1670 h 2859"/>
                <a:gd name="T16" fmla="*/ 2704 w 2704"/>
                <a:gd name="T17" fmla="*/ 0 h 2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04" h="2859">
                  <a:moveTo>
                    <a:pt x="0" y="2859"/>
                  </a:moveTo>
                  <a:lnTo>
                    <a:pt x="0" y="2733"/>
                  </a:lnTo>
                  <a:lnTo>
                    <a:pt x="92" y="2639"/>
                  </a:lnTo>
                  <a:lnTo>
                    <a:pt x="309" y="2636"/>
                  </a:lnTo>
                  <a:lnTo>
                    <a:pt x="683" y="2265"/>
                  </a:lnTo>
                  <a:lnTo>
                    <a:pt x="785" y="2270"/>
                  </a:lnTo>
                  <a:lnTo>
                    <a:pt x="1035" y="2019"/>
                  </a:lnTo>
                  <a:lnTo>
                    <a:pt x="1035" y="1670"/>
                  </a:lnTo>
                  <a:lnTo>
                    <a:pt x="270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0" name="Freeform 118"/>
            <p:cNvSpPr>
              <a:spLocks/>
            </p:cNvSpPr>
            <p:nvPr/>
          </p:nvSpPr>
          <p:spPr bwMode="auto">
            <a:xfrm rot="5400000" flipH="1" flipV="1">
              <a:off x="7686956" y="-3135228"/>
              <a:ext cx="4781550" cy="4549775"/>
            </a:xfrm>
            <a:custGeom>
              <a:avLst/>
              <a:gdLst>
                <a:gd name="T0" fmla="*/ 0 w 3012"/>
                <a:gd name="T1" fmla="*/ 2866 h 2866"/>
                <a:gd name="T2" fmla="*/ 137 w 3012"/>
                <a:gd name="T3" fmla="*/ 2861 h 2866"/>
                <a:gd name="T4" fmla="*/ 253 w 3012"/>
                <a:gd name="T5" fmla="*/ 2745 h 2866"/>
                <a:gd name="T6" fmla="*/ 256 w 3012"/>
                <a:gd name="T7" fmla="*/ 2584 h 2866"/>
                <a:gd name="T8" fmla="*/ 502 w 3012"/>
                <a:gd name="T9" fmla="*/ 2336 h 2866"/>
                <a:gd name="T10" fmla="*/ 620 w 3012"/>
                <a:gd name="T11" fmla="*/ 2341 h 2866"/>
                <a:gd name="T12" fmla="*/ 799 w 3012"/>
                <a:gd name="T13" fmla="*/ 2161 h 2866"/>
                <a:gd name="T14" fmla="*/ 856 w 3012"/>
                <a:gd name="T15" fmla="*/ 2156 h 2866"/>
                <a:gd name="T16" fmla="*/ 3012 w 3012"/>
                <a:gd name="T17" fmla="*/ 0 h 2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12" h="2866">
                  <a:moveTo>
                    <a:pt x="0" y="2866"/>
                  </a:moveTo>
                  <a:lnTo>
                    <a:pt x="137" y="2861"/>
                  </a:lnTo>
                  <a:lnTo>
                    <a:pt x="253" y="2745"/>
                  </a:lnTo>
                  <a:lnTo>
                    <a:pt x="256" y="2584"/>
                  </a:lnTo>
                  <a:lnTo>
                    <a:pt x="502" y="2336"/>
                  </a:lnTo>
                  <a:lnTo>
                    <a:pt x="620" y="2341"/>
                  </a:lnTo>
                  <a:lnTo>
                    <a:pt x="799" y="2161"/>
                  </a:lnTo>
                  <a:lnTo>
                    <a:pt x="856" y="2156"/>
                  </a:lnTo>
                  <a:lnTo>
                    <a:pt x="301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1" name="Freeform 119"/>
            <p:cNvSpPr>
              <a:spLocks/>
            </p:cNvSpPr>
            <p:nvPr/>
          </p:nvSpPr>
          <p:spPr bwMode="auto">
            <a:xfrm rot="5400000" flipH="1" flipV="1">
              <a:off x="10615100" y="-335672"/>
              <a:ext cx="1411288" cy="1050925"/>
            </a:xfrm>
            <a:custGeom>
              <a:avLst/>
              <a:gdLst>
                <a:gd name="T0" fmla="*/ 889 w 889"/>
                <a:gd name="T1" fmla="*/ 0 h 662"/>
                <a:gd name="T2" fmla="*/ 527 w 889"/>
                <a:gd name="T3" fmla="*/ 361 h 662"/>
                <a:gd name="T4" fmla="*/ 423 w 889"/>
                <a:gd name="T5" fmla="*/ 359 h 662"/>
                <a:gd name="T6" fmla="*/ 236 w 889"/>
                <a:gd name="T7" fmla="*/ 546 h 662"/>
                <a:gd name="T8" fmla="*/ 111 w 889"/>
                <a:gd name="T9" fmla="*/ 550 h 662"/>
                <a:gd name="T10" fmla="*/ 0 w 889"/>
                <a:gd name="T11" fmla="*/ 662 h 662"/>
              </a:gdLst>
              <a:ahLst/>
              <a:cxnLst>
                <a:cxn ang="0">
                  <a:pos x="T0" y="T1"/>
                </a:cxn>
                <a:cxn ang="0">
                  <a:pos x="T2" y="T3"/>
                </a:cxn>
                <a:cxn ang="0">
                  <a:pos x="T4" y="T5"/>
                </a:cxn>
                <a:cxn ang="0">
                  <a:pos x="T6" y="T7"/>
                </a:cxn>
                <a:cxn ang="0">
                  <a:pos x="T8" y="T9"/>
                </a:cxn>
                <a:cxn ang="0">
                  <a:pos x="T10" y="T11"/>
                </a:cxn>
              </a:cxnLst>
              <a:rect l="0" t="0" r="r" b="b"/>
              <a:pathLst>
                <a:path w="889" h="662">
                  <a:moveTo>
                    <a:pt x="889" y="0"/>
                  </a:moveTo>
                  <a:lnTo>
                    <a:pt x="527" y="361"/>
                  </a:lnTo>
                  <a:lnTo>
                    <a:pt x="423" y="359"/>
                  </a:lnTo>
                  <a:lnTo>
                    <a:pt x="236" y="546"/>
                  </a:lnTo>
                  <a:lnTo>
                    <a:pt x="111" y="550"/>
                  </a:lnTo>
                  <a:lnTo>
                    <a:pt x="0" y="662"/>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2" name="Freeform 120"/>
            <p:cNvSpPr>
              <a:spLocks/>
            </p:cNvSpPr>
            <p:nvPr/>
          </p:nvSpPr>
          <p:spPr bwMode="auto">
            <a:xfrm rot="5400000" flipH="1" flipV="1">
              <a:off x="11500925" y="2063041"/>
              <a:ext cx="2682875" cy="3163888"/>
            </a:xfrm>
            <a:custGeom>
              <a:avLst/>
              <a:gdLst>
                <a:gd name="T0" fmla="*/ 1688 w 1690"/>
                <a:gd name="T1" fmla="*/ 0 h 1993"/>
                <a:gd name="T2" fmla="*/ 1690 w 1690"/>
                <a:gd name="T3" fmla="*/ 198 h 1993"/>
                <a:gd name="T4" fmla="*/ 1603 w 1690"/>
                <a:gd name="T5" fmla="*/ 286 h 1993"/>
                <a:gd name="T6" fmla="*/ 1596 w 1690"/>
                <a:gd name="T7" fmla="*/ 414 h 1993"/>
                <a:gd name="T8" fmla="*/ 1241 w 1690"/>
                <a:gd name="T9" fmla="*/ 766 h 1993"/>
                <a:gd name="T10" fmla="*/ 1149 w 1690"/>
                <a:gd name="T11" fmla="*/ 768 h 1993"/>
                <a:gd name="T12" fmla="*/ 825 w 1690"/>
                <a:gd name="T13" fmla="*/ 1090 h 1993"/>
                <a:gd name="T14" fmla="*/ 707 w 1690"/>
                <a:gd name="T15" fmla="*/ 1087 h 1993"/>
                <a:gd name="T16" fmla="*/ 286 w 1690"/>
                <a:gd name="T17" fmla="*/ 1508 h 1993"/>
                <a:gd name="T18" fmla="*/ 222 w 1690"/>
                <a:gd name="T19" fmla="*/ 1506 h 1993"/>
                <a:gd name="T20" fmla="*/ 68 w 1690"/>
                <a:gd name="T21" fmla="*/ 1659 h 1993"/>
                <a:gd name="T22" fmla="*/ 73 w 1690"/>
                <a:gd name="T23" fmla="*/ 1856 h 1993"/>
                <a:gd name="T24" fmla="*/ 0 w 1690"/>
                <a:gd name="T25" fmla="*/ 1927 h 1993"/>
                <a:gd name="T26" fmla="*/ 0 w 1690"/>
                <a:gd name="T27" fmla="*/ 1993 h 19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90" h="1993">
                  <a:moveTo>
                    <a:pt x="1688" y="0"/>
                  </a:moveTo>
                  <a:lnTo>
                    <a:pt x="1690" y="198"/>
                  </a:lnTo>
                  <a:lnTo>
                    <a:pt x="1603" y="286"/>
                  </a:lnTo>
                  <a:lnTo>
                    <a:pt x="1596" y="414"/>
                  </a:lnTo>
                  <a:lnTo>
                    <a:pt x="1241" y="766"/>
                  </a:lnTo>
                  <a:lnTo>
                    <a:pt x="1149" y="768"/>
                  </a:lnTo>
                  <a:lnTo>
                    <a:pt x="825" y="1090"/>
                  </a:lnTo>
                  <a:lnTo>
                    <a:pt x="707" y="1087"/>
                  </a:lnTo>
                  <a:lnTo>
                    <a:pt x="286" y="1508"/>
                  </a:lnTo>
                  <a:lnTo>
                    <a:pt x="222" y="1506"/>
                  </a:lnTo>
                  <a:lnTo>
                    <a:pt x="68" y="1659"/>
                  </a:lnTo>
                  <a:lnTo>
                    <a:pt x="73" y="1856"/>
                  </a:lnTo>
                  <a:lnTo>
                    <a:pt x="0" y="1927"/>
                  </a:lnTo>
                  <a:lnTo>
                    <a:pt x="0" y="1993"/>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3" name="Freeform 121"/>
            <p:cNvSpPr>
              <a:spLocks/>
            </p:cNvSpPr>
            <p:nvPr/>
          </p:nvSpPr>
          <p:spPr bwMode="auto">
            <a:xfrm rot="5400000" flipH="1" flipV="1">
              <a:off x="11392975" y="2163054"/>
              <a:ext cx="2957513" cy="3321050"/>
            </a:xfrm>
            <a:custGeom>
              <a:avLst/>
              <a:gdLst>
                <a:gd name="T0" fmla="*/ 1859 w 1863"/>
                <a:gd name="T1" fmla="*/ 0 h 2092"/>
                <a:gd name="T2" fmla="*/ 1863 w 1863"/>
                <a:gd name="T3" fmla="*/ 203 h 2092"/>
                <a:gd name="T4" fmla="*/ 1776 w 1863"/>
                <a:gd name="T5" fmla="*/ 291 h 2092"/>
                <a:gd name="T6" fmla="*/ 1769 w 1863"/>
                <a:gd name="T7" fmla="*/ 416 h 2092"/>
                <a:gd name="T8" fmla="*/ 1414 w 1863"/>
                <a:gd name="T9" fmla="*/ 771 h 2092"/>
                <a:gd name="T10" fmla="*/ 1315 w 1863"/>
                <a:gd name="T11" fmla="*/ 764 h 2092"/>
                <a:gd name="T12" fmla="*/ 991 w 1863"/>
                <a:gd name="T13" fmla="*/ 1088 h 2092"/>
                <a:gd name="T14" fmla="*/ 873 w 1863"/>
                <a:gd name="T15" fmla="*/ 1085 h 2092"/>
                <a:gd name="T16" fmla="*/ 452 w 1863"/>
                <a:gd name="T17" fmla="*/ 1506 h 2092"/>
                <a:gd name="T18" fmla="*/ 388 w 1863"/>
                <a:gd name="T19" fmla="*/ 1504 h 2092"/>
                <a:gd name="T20" fmla="*/ 234 w 1863"/>
                <a:gd name="T21" fmla="*/ 1657 h 2092"/>
                <a:gd name="T22" fmla="*/ 239 w 1863"/>
                <a:gd name="T23" fmla="*/ 1854 h 2092"/>
                <a:gd name="T24" fmla="*/ 0 w 1863"/>
                <a:gd name="T25" fmla="*/ 2092 h 20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3" h="2092">
                  <a:moveTo>
                    <a:pt x="1859" y="0"/>
                  </a:moveTo>
                  <a:lnTo>
                    <a:pt x="1863" y="203"/>
                  </a:lnTo>
                  <a:lnTo>
                    <a:pt x="1776" y="291"/>
                  </a:lnTo>
                  <a:lnTo>
                    <a:pt x="1769" y="416"/>
                  </a:lnTo>
                  <a:lnTo>
                    <a:pt x="1414" y="771"/>
                  </a:lnTo>
                  <a:lnTo>
                    <a:pt x="1315" y="764"/>
                  </a:lnTo>
                  <a:lnTo>
                    <a:pt x="991" y="1088"/>
                  </a:lnTo>
                  <a:lnTo>
                    <a:pt x="873" y="1085"/>
                  </a:lnTo>
                  <a:lnTo>
                    <a:pt x="452" y="1506"/>
                  </a:lnTo>
                  <a:lnTo>
                    <a:pt x="388" y="1504"/>
                  </a:lnTo>
                  <a:lnTo>
                    <a:pt x="234" y="1657"/>
                  </a:lnTo>
                  <a:lnTo>
                    <a:pt x="239" y="1854"/>
                  </a:lnTo>
                  <a:lnTo>
                    <a:pt x="0" y="2092"/>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4" name="Freeform 122"/>
            <p:cNvSpPr>
              <a:spLocks/>
            </p:cNvSpPr>
            <p:nvPr/>
          </p:nvSpPr>
          <p:spPr bwMode="auto">
            <a:xfrm rot="5400000" flipH="1" flipV="1">
              <a:off x="11219144" y="2754398"/>
              <a:ext cx="4429125" cy="3917950"/>
            </a:xfrm>
            <a:custGeom>
              <a:avLst/>
              <a:gdLst>
                <a:gd name="T0" fmla="*/ 0 w 2790"/>
                <a:gd name="T1" fmla="*/ 2468 h 2468"/>
                <a:gd name="T2" fmla="*/ 1301 w 2790"/>
                <a:gd name="T3" fmla="*/ 1167 h 2468"/>
                <a:gd name="T4" fmla="*/ 1395 w 2790"/>
                <a:gd name="T5" fmla="*/ 1167 h 2468"/>
                <a:gd name="T6" fmla="*/ 1615 w 2790"/>
                <a:gd name="T7" fmla="*/ 945 h 2468"/>
                <a:gd name="T8" fmla="*/ 1759 w 2790"/>
                <a:gd name="T9" fmla="*/ 950 h 2468"/>
                <a:gd name="T10" fmla="*/ 1894 w 2790"/>
                <a:gd name="T11" fmla="*/ 813 h 2468"/>
                <a:gd name="T12" fmla="*/ 2003 w 2790"/>
                <a:gd name="T13" fmla="*/ 813 h 2468"/>
                <a:gd name="T14" fmla="*/ 2329 w 2790"/>
                <a:gd name="T15" fmla="*/ 487 h 2468"/>
                <a:gd name="T16" fmla="*/ 2448 w 2790"/>
                <a:gd name="T17" fmla="*/ 489 h 2468"/>
                <a:gd name="T18" fmla="*/ 2686 w 2790"/>
                <a:gd name="T19" fmla="*/ 248 h 2468"/>
                <a:gd name="T20" fmla="*/ 2684 w 2790"/>
                <a:gd name="T21" fmla="*/ 106 h 2468"/>
                <a:gd name="T22" fmla="*/ 2790 w 2790"/>
                <a:gd name="T23" fmla="*/ 0 h 2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90" h="2468">
                  <a:moveTo>
                    <a:pt x="0" y="2468"/>
                  </a:moveTo>
                  <a:lnTo>
                    <a:pt x="1301" y="1167"/>
                  </a:lnTo>
                  <a:lnTo>
                    <a:pt x="1395" y="1167"/>
                  </a:lnTo>
                  <a:lnTo>
                    <a:pt x="1615" y="945"/>
                  </a:lnTo>
                  <a:lnTo>
                    <a:pt x="1759" y="950"/>
                  </a:lnTo>
                  <a:lnTo>
                    <a:pt x="1894" y="813"/>
                  </a:lnTo>
                  <a:lnTo>
                    <a:pt x="2003" y="813"/>
                  </a:lnTo>
                  <a:lnTo>
                    <a:pt x="2329" y="487"/>
                  </a:lnTo>
                  <a:lnTo>
                    <a:pt x="2448" y="489"/>
                  </a:lnTo>
                  <a:lnTo>
                    <a:pt x="2686" y="248"/>
                  </a:lnTo>
                  <a:lnTo>
                    <a:pt x="2684" y="106"/>
                  </a:lnTo>
                  <a:lnTo>
                    <a:pt x="279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5" name="Freeform 141"/>
            <p:cNvSpPr>
              <a:spLocks/>
            </p:cNvSpPr>
            <p:nvPr/>
          </p:nvSpPr>
          <p:spPr bwMode="auto">
            <a:xfrm rot="5400000" flipH="1" flipV="1">
              <a:off x="11021500" y="1616954"/>
              <a:ext cx="247650" cy="252413"/>
            </a:xfrm>
            <a:custGeom>
              <a:avLst/>
              <a:gdLst>
                <a:gd name="T0" fmla="*/ 12 w 66"/>
                <a:gd name="T1" fmla="*/ 12 h 67"/>
                <a:gd name="T2" fmla="*/ 54 w 66"/>
                <a:gd name="T3" fmla="*/ 12 h 67"/>
                <a:gd name="T4" fmla="*/ 54 w 66"/>
                <a:gd name="T5" fmla="*/ 55 h 67"/>
                <a:gd name="T6" fmla="*/ 12 w 66"/>
                <a:gd name="T7" fmla="*/ 55 h 67"/>
                <a:gd name="T8" fmla="*/ 12 w 66"/>
                <a:gd name="T9" fmla="*/ 12 h 67"/>
              </a:gdLst>
              <a:ahLst/>
              <a:cxnLst>
                <a:cxn ang="0">
                  <a:pos x="T0" y="T1"/>
                </a:cxn>
                <a:cxn ang="0">
                  <a:pos x="T2" y="T3"/>
                </a:cxn>
                <a:cxn ang="0">
                  <a:pos x="T4" y="T5"/>
                </a:cxn>
                <a:cxn ang="0">
                  <a:pos x="T6" y="T7"/>
                </a:cxn>
                <a:cxn ang="0">
                  <a:pos x="T8" y="T9"/>
                </a:cxn>
              </a:cxnLst>
              <a:rect l="0" t="0" r="r" b="b"/>
              <a:pathLst>
                <a:path w="66" h="67">
                  <a:moveTo>
                    <a:pt x="12" y="12"/>
                  </a:moveTo>
                  <a:cubicBezTo>
                    <a:pt x="23" y="0"/>
                    <a:pt x="43" y="0"/>
                    <a:pt x="54" y="12"/>
                  </a:cubicBezTo>
                  <a:cubicBezTo>
                    <a:pt x="66" y="24"/>
                    <a:pt x="66" y="43"/>
                    <a:pt x="54" y="55"/>
                  </a:cubicBezTo>
                  <a:cubicBezTo>
                    <a:pt x="43" y="67"/>
                    <a:pt x="23"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6" name="Freeform 142"/>
            <p:cNvSpPr>
              <a:spLocks/>
            </p:cNvSpPr>
            <p:nvPr/>
          </p:nvSpPr>
          <p:spPr bwMode="auto">
            <a:xfrm rot="5400000" flipH="1" flipV="1">
              <a:off x="11068331" y="1665372"/>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7" name="Freeform 143"/>
            <p:cNvSpPr>
              <a:spLocks/>
            </p:cNvSpPr>
            <p:nvPr/>
          </p:nvSpPr>
          <p:spPr bwMode="auto">
            <a:xfrm rot="5400000" flipH="1" flipV="1">
              <a:off x="14280637" y="2351966"/>
              <a:ext cx="249238" cy="247650"/>
            </a:xfrm>
            <a:custGeom>
              <a:avLst/>
              <a:gdLst>
                <a:gd name="T0" fmla="*/ 11 w 66"/>
                <a:gd name="T1" fmla="*/ 12 h 66"/>
                <a:gd name="T2" fmla="*/ 54 w 66"/>
                <a:gd name="T3" fmla="*/ 12 h 66"/>
                <a:gd name="T4" fmla="*/ 54 w 66"/>
                <a:gd name="T5" fmla="*/ 54 h 66"/>
                <a:gd name="T6" fmla="*/ 11 w 66"/>
                <a:gd name="T7" fmla="*/ 54 h 66"/>
                <a:gd name="T8" fmla="*/ 11 w 66"/>
                <a:gd name="T9" fmla="*/ 12 h 66"/>
              </a:gdLst>
              <a:ahLst/>
              <a:cxnLst>
                <a:cxn ang="0">
                  <a:pos x="T0" y="T1"/>
                </a:cxn>
                <a:cxn ang="0">
                  <a:pos x="T2" y="T3"/>
                </a:cxn>
                <a:cxn ang="0">
                  <a:pos x="T4" y="T5"/>
                </a:cxn>
                <a:cxn ang="0">
                  <a:pos x="T6" y="T7"/>
                </a:cxn>
                <a:cxn ang="0">
                  <a:pos x="T8" y="T9"/>
                </a:cxn>
              </a:cxnLst>
              <a:rect l="0" t="0" r="r" b="b"/>
              <a:pathLst>
                <a:path w="66" h="66">
                  <a:moveTo>
                    <a:pt x="11" y="12"/>
                  </a:moveTo>
                  <a:cubicBezTo>
                    <a:pt x="23" y="0"/>
                    <a:pt x="42" y="0"/>
                    <a:pt x="54" y="12"/>
                  </a:cubicBezTo>
                  <a:cubicBezTo>
                    <a:pt x="66" y="23"/>
                    <a:pt x="66" y="43"/>
                    <a:pt x="54" y="54"/>
                  </a:cubicBezTo>
                  <a:cubicBezTo>
                    <a:pt x="42" y="66"/>
                    <a:pt x="23" y="66"/>
                    <a:pt x="11" y="54"/>
                  </a:cubicBezTo>
                  <a:cubicBezTo>
                    <a:pt x="0" y="43"/>
                    <a:pt x="0" y="23"/>
                    <a:pt x="11"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8" name="Freeform 144"/>
            <p:cNvSpPr>
              <a:spLocks/>
            </p:cNvSpPr>
            <p:nvPr/>
          </p:nvSpPr>
          <p:spPr bwMode="auto">
            <a:xfrm rot="5400000" flipH="1" flipV="1">
              <a:off x="14330643" y="2400384"/>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9" name="Freeform 145"/>
            <p:cNvSpPr>
              <a:spLocks/>
            </p:cNvSpPr>
            <p:nvPr/>
          </p:nvSpPr>
          <p:spPr bwMode="auto">
            <a:xfrm rot="5400000" flipH="1" flipV="1">
              <a:off x="10620656" y="2425785"/>
              <a:ext cx="247650" cy="250825"/>
            </a:xfrm>
            <a:custGeom>
              <a:avLst/>
              <a:gdLst>
                <a:gd name="T0" fmla="*/ 12 w 66"/>
                <a:gd name="T1" fmla="*/ 12 h 67"/>
                <a:gd name="T2" fmla="*/ 55 w 66"/>
                <a:gd name="T3" fmla="*/ 12 h 67"/>
                <a:gd name="T4" fmla="*/ 55 w 66"/>
                <a:gd name="T5" fmla="*/ 55 h 67"/>
                <a:gd name="T6" fmla="*/ 12 w 66"/>
                <a:gd name="T7" fmla="*/ 55 h 67"/>
                <a:gd name="T8" fmla="*/ 12 w 66"/>
                <a:gd name="T9" fmla="*/ 12 h 67"/>
              </a:gdLst>
              <a:ahLst/>
              <a:cxnLst>
                <a:cxn ang="0">
                  <a:pos x="T0" y="T1"/>
                </a:cxn>
                <a:cxn ang="0">
                  <a:pos x="T2" y="T3"/>
                </a:cxn>
                <a:cxn ang="0">
                  <a:pos x="T4" y="T5"/>
                </a:cxn>
                <a:cxn ang="0">
                  <a:pos x="T6" y="T7"/>
                </a:cxn>
                <a:cxn ang="0">
                  <a:pos x="T8" y="T9"/>
                </a:cxn>
              </a:cxnLst>
              <a:rect l="0" t="0" r="r" b="b"/>
              <a:pathLst>
                <a:path w="66" h="67">
                  <a:moveTo>
                    <a:pt x="12" y="12"/>
                  </a:moveTo>
                  <a:cubicBezTo>
                    <a:pt x="23" y="0"/>
                    <a:pt x="43" y="0"/>
                    <a:pt x="55" y="12"/>
                  </a:cubicBezTo>
                  <a:cubicBezTo>
                    <a:pt x="66" y="24"/>
                    <a:pt x="66" y="43"/>
                    <a:pt x="55" y="55"/>
                  </a:cubicBezTo>
                  <a:cubicBezTo>
                    <a:pt x="43" y="67"/>
                    <a:pt x="23"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0" name="Freeform 146"/>
            <p:cNvSpPr>
              <a:spLocks/>
            </p:cNvSpPr>
            <p:nvPr/>
          </p:nvSpPr>
          <p:spPr bwMode="auto">
            <a:xfrm rot="5400000" flipH="1" flipV="1">
              <a:off x="10666693" y="2471822"/>
              <a:ext cx="153988" cy="153988"/>
            </a:xfrm>
            <a:custGeom>
              <a:avLst/>
              <a:gdLst>
                <a:gd name="T0" fmla="*/ 7 w 41"/>
                <a:gd name="T1" fmla="*/ 7 h 41"/>
                <a:gd name="T2" fmla="*/ 33 w 41"/>
                <a:gd name="T3" fmla="*/ 7 h 41"/>
                <a:gd name="T4" fmla="*/ 33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4"/>
                    <a:pt x="41" y="26"/>
                    <a:pt x="33" y="33"/>
                  </a:cubicBezTo>
                  <a:cubicBezTo>
                    <a:pt x="26" y="41"/>
                    <a:pt x="14"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1" name="Freeform 147"/>
            <p:cNvSpPr>
              <a:spLocks/>
            </p:cNvSpPr>
            <p:nvPr/>
          </p:nvSpPr>
          <p:spPr bwMode="auto">
            <a:xfrm rot="5400000" flipH="1" flipV="1">
              <a:off x="12220856" y="1417722"/>
              <a:ext cx="250825" cy="250825"/>
            </a:xfrm>
            <a:custGeom>
              <a:avLst/>
              <a:gdLst>
                <a:gd name="T0" fmla="*/ 12 w 67"/>
                <a:gd name="T1" fmla="*/ 12 h 67"/>
                <a:gd name="T2" fmla="*/ 55 w 67"/>
                <a:gd name="T3" fmla="*/ 12 h 67"/>
                <a:gd name="T4" fmla="*/ 55 w 67"/>
                <a:gd name="T5" fmla="*/ 55 h 67"/>
                <a:gd name="T6" fmla="*/ 12 w 67"/>
                <a:gd name="T7" fmla="*/ 55 h 67"/>
                <a:gd name="T8" fmla="*/ 12 w 67"/>
                <a:gd name="T9" fmla="*/ 12 h 67"/>
              </a:gdLst>
              <a:ahLst/>
              <a:cxnLst>
                <a:cxn ang="0">
                  <a:pos x="T0" y="T1"/>
                </a:cxn>
                <a:cxn ang="0">
                  <a:pos x="T2" y="T3"/>
                </a:cxn>
                <a:cxn ang="0">
                  <a:pos x="T4" y="T5"/>
                </a:cxn>
                <a:cxn ang="0">
                  <a:pos x="T6" y="T7"/>
                </a:cxn>
                <a:cxn ang="0">
                  <a:pos x="T8" y="T9"/>
                </a:cxn>
              </a:cxnLst>
              <a:rect l="0" t="0" r="r" b="b"/>
              <a:pathLst>
                <a:path w="67" h="67">
                  <a:moveTo>
                    <a:pt x="12" y="12"/>
                  </a:moveTo>
                  <a:cubicBezTo>
                    <a:pt x="24" y="0"/>
                    <a:pt x="43" y="0"/>
                    <a:pt x="55" y="12"/>
                  </a:cubicBezTo>
                  <a:cubicBezTo>
                    <a:pt x="67" y="24"/>
                    <a:pt x="67" y="43"/>
                    <a:pt x="55" y="55"/>
                  </a:cubicBezTo>
                  <a:cubicBezTo>
                    <a:pt x="43" y="67"/>
                    <a:pt x="24"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2" name="Freeform 148"/>
            <p:cNvSpPr>
              <a:spLocks/>
            </p:cNvSpPr>
            <p:nvPr/>
          </p:nvSpPr>
          <p:spPr bwMode="auto">
            <a:xfrm rot="5400000" flipH="1" flipV="1">
              <a:off x="12270068" y="1465347"/>
              <a:ext cx="153988" cy="153988"/>
            </a:xfrm>
            <a:custGeom>
              <a:avLst/>
              <a:gdLst>
                <a:gd name="T0" fmla="*/ 8 w 41"/>
                <a:gd name="T1" fmla="*/ 7 h 41"/>
                <a:gd name="T2" fmla="*/ 34 w 41"/>
                <a:gd name="T3" fmla="*/ 7 h 41"/>
                <a:gd name="T4" fmla="*/ 34 w 41"/>
                <a:gd name="T5" fmla="*/ 34 h 41"/>
                <a:gd name="T6" fmla="*/ 8 w 41"/>
                <a:gd name="T7" fmla="*/ 34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4"/>
                  </a:cubicBezTo>
                  <a:cubicBezTo>
                    <a:pt x="27" y="41"/>
                    <a:pt x="15" y="41"/>
                    <a:pt x="8" y="34"/>
                  </a:cubicBezTo>
                  <a:cubicBezTo>
                    <a:pt x="0" y="26"/>
                    <a:pt x="0" y="14"/>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3" name="Freeform 149"/>
            <p:cNvSpPr>
              <a:spLocks/>
            </p:cNvSpPr>
            <p:nvPr/>
          </p:nvSpPr>
          <p:spPr bwMode="auto">
            <a:xfrm rot="5400000" flipH="1" flipV="1">
              <a:off x="14650525" y="3806115"/>
              <a:ext cx="252413" cy="247650"/>
            </a:xfrm>
            <a:custGeom>
              <a:avLst/>
              <a:gdLst>
                <a:gd name="T0" fmla="*/ 12 w 67"/>
                <a:gd name="T1" fmla="*/ 12 h 66"/>
                <a:gd name="T2" fmla="*/ 55 w 67"/>
                <a:gd name="T3" fmla="*/ 12 h 66"/>
                <a:gd name="T4" fmla="*/ 55 w 67"/>
                <a:gd name="T5" fmla="*/ 54 h 66"/>
                <a:gd name="T6" fmla="*/ 12 w 67"/>
                <a:gd name="T7" fmla="*/ 54 h 66"/>
                <a:gd name="T8" fmla="*/ 12 w 67"/>
                <a:gd name="T9" fmla="*/ 12 h 66"/>
              </a:gdLst>
              <a:ahLst/>
              <a:cxnLst>
                <a:cxn ang="0">
                  <a:pos x="T0" y="T1"/>
                </a:cxn>
                <a:cxn ang="0">
                  <a:pos x="T2" y="T3"/>
                </a:cxn>
                <a:cxn ang="0">
                  <a:pos x="T4" y="T5"/>
                </a:cxn>
                <a:cxn ang="0">
                  <a:pos x="T6" y="T7"/>
                </a:cxn>
                <a:cxn ang="0">
                  <a:pos x="T8" y="T9"/>
                </a:cxn>
              </a:cxnLst>
              <a:rect l="0" t="0" r="r" b="b"/>
              <a:pathLst>
                <a:path w="67" h="66">
                  <a:moveTo>
                    <a:pt x="12" y="12"/>
                  </a:moveTo>
                  <a:cubicBezTo>
                    <a:pt x="24" y="0"/>
                    <a:pt x="43" y="0"/>
                    <a:pt x="55" y="12"/>
                  </a:cubicBezTo>
                  <a:cubicBezTo>
                    <a:pt x="67" y="23"/>
                    <a:pt x="67" y="43"/>
                    <a:pt x="55" y="54"/>
                  </a:cubicBezTo>
                  <a:cubicBezTo>
                    <a:pt x="43" y="66"/>
                    <a:pt x="24" y="66"/>
                    <a:pt x="12" y="54"/>
                  </a:cubicBezTo>
                  <a:cubicBezTo>
                    <a:pt x="0" y="43"/>
                    <a:pt x="0" y="23"/>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4" name="Freeform 150"/>
            <p:cNvSpPr>
              <a:spLocks/>
            </p:cNvSpPr>
            <p:nvPr/>
          </p:nvSpPr>
          <p:spPr bwMode="auto">
            <a:xfrm rot="5400000" flipH="1" flipV="1">
              <a:off x="14702118" y="3852947"/>
              <a:ext cx="153988"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4" y="7"/>
                  </a:cubicBezTo>
                  <a:cubicBezTo>
                    <a:pt x="41" y="14"/>
                    <a:pt x="41" y="26"/>
                    <a:pt x="34" y="33"/>
                  </a:cubicBezTo>
                  <a:cubicBezTo>
                    <a:pt x="26" y="41"/>
                    <a:pt x="14"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5" name="Freeform 172"/>
            <p:cNvSpPr>
              <a:spLocks/>
            </p:cNvSpPr>
            <p:nvPr/>
          </p:nvSpPr>
          <p:spPr bwMode="auto">
            <a:xfrm rot="5400000" flipH="1" flipV="1">
              <a:off x="13890906" y="1090697"/>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6" name="Freeform 173"/>
            <p:cNvSpPr>
              <a:spLocks/>
            </p:cNvSpPr>
            <p:nvPr/>
          </p:nvSpPr>
          <p:spPr bwMode="auto">
            <a:xfrm rot="5400000" flipH="1" flipV="1">
              <a:off x="14251268" y="1376447"/>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7" name="Freeform 175"/>
            <p:cNvSpPr>
              <a:spLocks/>
            </p:cNvSpPr>
            <p:nvPr/>
          </p:nvSpPr>
          <p:spPr bwMode="auto">
            <a:xfrm rot="5400000" flipH="1" flipV="1">
              <a:off x="9120468" y="-1007978"/>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8" name="Freeform 176"/>
            <p:cNvSpPr>
              <a:spLocks/>
            </p:cNvSpPr>
            <p:nvPr/>
          </p:nvSpPr>
          <p:spPr bwMode="auto">
            <a:xfrm rot="5400000" flipH="1" flipV="1">
              <a:off x="12182756" y="-1112753"/>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9" name="Freeform 178"/>
            <p:cNvSpPr>
              <a:spLocks/>
            </p:cNvSpPr>
            <p:nvPr/>
          </p:nvSpPr>
          <p:spPr bwMode="auto">
            <a:xfrm rot="5400000" flipH="1" flipV="1">
              <a:off x="13425768" y="2941722"/>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7" y="0"/>
                    <a:pt x="34" y="7"/>
                  </a:cubicBezTo>
                  <a:cubicBezTo>
                    <a:pt x="41" y="15"/>
                    <a:pt x="41" y="27"/>
                    <a:pt x="34" y="34"/>
                  </a:cubicBezTo>
                  <a:cubicBezTo>
                    <a:pt x="27" y="41"/>
                    <a:pt x="15" y="41"/>
                    <a:pt x="7" y="34"/>
                  </a:cubicBezTo>
                  <a:cubicBezTo>
                    <a:pt x="0" y="27"/>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80" name="Freeform 179"/>
            <p:cNvSpPr>
              <a:spLocks/>
            </p:cNvSpPr>
            <p:nvPr/>
          </p:nvSpPr>
          <p:spPr bwMode="auto">
            <a:xfrm rot="5400000" flipH="1" flipV="1">
              <a:off x="13808356" y="2344822"/>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81" name="Freeform 180"/>
            <p:cNvSpPr>
              <a:spLocks/>
            </p:cNvSpPr>
            <p:nvPr/>
          </p:nvSpPr>
          <p:spPr bwMode="auto">
            <a:xfrm rot="5400000" flipH="1" flipV="1">
              <a:off x="12652656" y="3016334"/>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82" name="Freeform 181"/>
            <p:cNvSpPr>
              <a:spLocks/>
            </p:cNvSpPr>
            <p:nvPr/>
          </p:nvSpPr>
          <p:spPr bwMode="auto">
            <a:xfrm rot="5400000" flipH="1" flipV="1">
              <a:off x="12607412" y="2059866"/>
              <a:ext cx="153988" cy="152400"/>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4" y="8"/>
                  </a:cubicBezTo>
                  <a:cubicBezTo>
                    <a:pt x="41" y="15"/>
                    <a:pt x="41" y="27"/>
                    <a:pt x="34" y="34"/>
                  </a:cubicBezTo>
                  <a:cubicBezTo>
                    <a:pt x="26" y="41"/>
                    <a:pt x="14"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83" name="Freeform 182"/>
            <p:cNvSpPr>
              <a:spLocks/>
            </p:cNvSpPr>
            <p:nvPr/>
          </p:nvSpPr>
          <p:spPr bwMode="auto">
            <a:xfrm rot="5400000" flipH="1" flipV="1">
              <a:off x="11981143" y="1751097"/>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6" y="0"/>
                    <a:pt x="34" y="8"/>
                  </a:cubicBezTo>
                  <a:cubicBezTo>
                    <a:pt x="41" y="15"/>
                    <a:pt x="41" y="27"/>
                    <a:pt x="34" y="34"/>
                  </a:cubicBezTo>
                  <a:cubicBezTo>
                    <a:pt x="26"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84" name="Freeform 183"/>
            <p:cNvSpPr>
              <a:spLocks/>
            </p:cNvSpPr>
            <p:nvPr/>
          </p:nvSpPr>
          <p:spPr bwMode="auto">
            <a:xfrm rot="5400000" flipH="1" flipV="1">
              <a:off x="13640081" y="1432009"/>
              <a:ext cx="153988" cy="153988"/>
            </a:xfrm>
            <a:custGeom>
              <a:avLst/>
              <a:gdLst>
                <a:gd name="T0" fmla="*/ 7 w 41"/>
                <a:gd name="T1" fmla="*/ 7 h 41"/>
                <a:gd name="T2" fmla="*/ 33 w 41"/>
                <a:gd name="T3" fmla="*/ 7 h 41"/>
                <a:gd name="T4" fmla="*/ 33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4"/>
                    <a:pt x="41" y="26"/>
                    <a:pt x="33" y="33"/>
                  </a:cubicBezTo>
                  <a:cubicBezTo>
                    <a:pt x="26" y="41"/>
                    <a:pt x="14"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85" name="Freeform 184"/>
            <p:cNvSpPr>
              <a:spLocks/>
            </p:cNvSpPr>
            <p:nvPr/>
          </p:nvSpPr>
          <p:spPr bwMode="auto">
            <a:xfrm rot="5400000" flipH="1" flipV="1">
              <a:off x="12374843" y="362034"/>
              <a:ext cx="153988" cy="153988"/>
            </a:xfrm>
            <a:custGeom>
              <a:avLst/>
              <a:gdLst>
                <a:gd name="T0" fmla="*/ 8 w 41"/>
                <a:gd name="T1" fmla="*/ 7 h 41"/>
                <a:gd name="T2" fmla="*/ 34 w 41"/>
                <a:gd name="T3" fmla="*/ 7 h 41"/>
                <a:gd name="T4" fmla="*/ 34 w 41"/>
                <a:gd name="T5" fmla="*/ 34 h 41"/>
                <a:gd name="T6" fmla="*/ 8 w 41"/>
                <a:gd name="T7" fmla="*/ 34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5"/>
                    <a:pt x="41" y="27"/>
                    <a:pt x="34" y="34"/>
                  </a:cubicBezTo>
                  <a:cubicBezTo>
                    <a:pt x="27" y="41"/>
                    <a:pt x="15" y="41"/>
                    <a:pt x="8" y="34"/>
                  </a:cubicBezTo>
                  <a:cubicBezTo>
                    <a:pt x="0" y="27"/>
                    <a:pt x="0" y="15"/>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86" name="Freeform 185"/>
            <p:cNvSpPr>
              <a:spLocks/>
            </p:cNvSpPr>
            <p:nvPr/>
          </p:nvSpPr>
          <p:spPr bwMode="auto">
            <a:xfrm rot="5400000" flipH="1" flipV="1">
              <a:off x="11951775" y="426328"/>
              <a:ext cx="152400" cy="153988"/>
            </a:xfrm>
            <a:custGeom>
              <a:avLst/>
              <a:gdLst>
                <a:gd name="T0" fmla="*/ 8 w 41"/>
                <a:gd name="T1" fmla="*/ 7 h 41"/>
                <a:gd name="T2" fmla="*/ 34 w 41"/>
                <a:gd name="T3" fmla="*/ 7 h 41"/>
                <a:gd name="T4" fmla="*/ 34 w 41"/>
                <a:gd name="T5" fmla="*/ 34 h 41"/>
                <a:gd name="T6" fmla="*/ 8 w 41"/>
                <a:gd name="T7" fmla="*/ 34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5"/>
                    <a:pt x="41" y="26"/>
                    <a:pt x="34" y="34"/>
                  </a:cubicBezTo>
                  <a:cubicBezTo>
                    <a:pt x="27" y="41"/>
                    <a:pt x="15" y="41"/>
                    <a:pt x="8" y="34"/>
                  </a:cubicBezTo>
                  <a:cubicBezTo>
                    <a:pt x="0" y="26"/>
                    <a:pt x="0" y="15"/>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87" name="Freeform 186"/>
            <p:cNvSpPr>
              <a:spLocks/>
            </p:cNvSpPr>
            <p:nvPr/>
          </p:nvSpPr>
          <p:spPr bwMode="auto">
            <a:xfrm rot="5400000" flipH="1" flipV="1">
              <a:off x="11822393" y="1211347"/>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7" y="0"/>
                    <a:pt x="34" y="7"/>
                  </a:cubicBezTo>
                  <a:cubicBezTo>
                    <a:pt x="41" y="15"/>
                    <a:pt x="41" y="26"/>
                    <a:pt x="34" y="34"/>
                  </a:cubicBezTo>
                  <a:cubicBezTo>
                    <a:pt x="27" y="41"/>
                    <a:pt x="15"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88" name="Freeform 187"/>
            <p:cNvSpPr>
              <a:spLocks/>
            </p:cNvSpPr>
            <p:nvPr/>
          </p:nvSpPr>
          <p:spPr bwMode="auto">
            <a:xfrm rot="5400000" flipH="1" flipV="1">
              <a:off x="12787593" y="2876634"/>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7" y="0"/>
                    <a:pt x="34" y="8"/>
                  </a:cubicBezTo>
                  <a:cubicBezTo>
                    <a:pt x="41" y="15"/>
                    <a:pt x="41" y="27"/>
                    <a:pt x="34" y="34"/>
                  </a:cubicBezTo>
                  <a:cubicBezTo>
                    <a:pt x="27"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89" name="Freeform 188"/>
            <p:cNvSpPr>
              <a:spLocks/>
            </p:cNvSpPr>
            <p:nvPr/>
          </p:nvSpPr>
          <p:spPr bwMode="auto">
            <a:xfrm rot="5400000" flipH="1" flipV="1">
              <a:off x="11665231" y="1049422"/>
              <a:ext cx="153988" cy="153988"/>
            </a:xfrm>
            <a:custGeom>
              <a:avLst/>
              <a:gdLst>
                <a:gd name="T0" fmla="*/ 7 w 41"/>
                <a:gd name="T1" fmla="*/ 7 h 41"/>
                <a:gd name="T2" fmla="*/ 33 w 41"/>
                <a:gd name="T3" fmla="*/ 7 h 41"/>
                <a:gd name="T4" fmla="*/ 33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4"/>
                    <a:pt x="41" y="26"/>
                    <a:pt x="33" y="33"/>
                  </a:cubicBezTo>
                  <a:cubicBezTo>
                    <a:pt x="26" y="41"/>
                    <a:pt x="14"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0" name="Freeform 189"/>
            <p:cNvSpPr>
              <a:spLocks/>
            </p:cNvSpPr>
            <p:nvPr/>
          </p:nvSpPr>
          <p:spPr bwMode="auto">
            <a:xfrm rot="5400000" flipH="1" flipV="1">
              <a:off x="11717618" y="84222"/>
              <a:ext cx="153988"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3"/>
                  </a:cubicBezTo>
                  <a:cubicBezTo>
                    <a:pt x="26" y="41"/>
                    <a:pt x="15"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1" name="Freeform 190"/>
            <p:cNvSpPr>
              <a:spLocks/>
            </p:cNvSpPr>
            <p:nvPr/>
          </p:nvSpPr>
          <p:spPr bwMode="auto">
            <a:xfrm rot="5400000" flipH="1" flipV="1">
              <a:off x="12979681" y="3109997"/>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4" y="8"/>
                  </a:cubicBezTo>
                  <a:cubicBezTo>
                    <a:pt x="41" y="15"/>
                    <a:pt x="41" y="27"/>
                    <a:pt x="34" y="34"/>
                  </a:cubicBezTo>
                  <a:cubicBezTo>
                    <a:pt x="26" y="41"/>
                    <a:pt x="14"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2" name="Freeform 192"/>
            <p:cNvSpPr>
              <a:spLocks/>
            </p:cNvSpPr>
            <p:nvPr/>
          </p:nvSpPr>
          <p:spPr bwMode="auto">
            <a:xfrm rot="5400000" flipH="1" flipV="1">
              <a:off x="11387418" y="2408322"/>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3" name="Freeform 193"/>
            <p:cNvSpPr>
              <a:spLocks/>
            </p:cNvSpPr>
            <p:nvPr/>
          </p:nvSpPr>
          <p:spPr bwMode="auto">
            <a:xfrm rot="5400000" flipH="1" flipV="1">
              <a:off x="11875574" y="1520116"/>
              <a:ext cx="153988" cy="152400"/>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7" y="0"/>
                    <a:pt x="34" y="7"/>
                  </a:cubicBezTo>
                  <a:cubicBezTo>
                    <a:pt x="41" y="15"/>
                    <a:pt x="41" y="27"/>
                    <a:pt x="34" y="34"/>
                  </a:cubicBezTo>
                  <a:cubicBezTo>
                    <a:pt x="27" y="41"/>
                    <a:pt x="15" y="41"/>
                    <a:pt x="7" y="34"/>
                  </a:cubicBezTo>
                  <a:cubicBezTo>
                    <a:pt x="0" y="27"/>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4" name="Freeform 194"/>
            <p:cNvSpPr>
              <a:spLocks/>
            </p:cNvSpPr>
            <p:nvPr/>
          </p:nvSpPr>
          <p:spPr bwMode="auto">
            <a:xfrm rot="5400000" flipH="1" flipV="1">
              <a:off x="12077981" y="1338347"/>
              <a:ext cx="153988" cy="153988"/>
            </a:xfrm>
            <a:custGeom>
              <a:avLst/>
              <a:gdLst>
                <a:gd name="T0" fmla="*/ 8 w 41"/>
                <a:gd name="T1" fmla="*/ 7 h 41"/>
                <a:gd name="T2" fmla="*/ 34 w 41"/>
                <a:gd name="T3" fmla="*/ 7 h 41"/>
                <a:gd name="T4" fmla="*/ 34 w 41"/>
                <a:gd name="T5" fmla="*/ 34 h 41"/>
                <a:gd name="T6" fmla="*/ 8 w 41"/>
                <a:gd name="T7" fmla="*/ 34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5"/>
                    <a:pt x="41" y="26"/>
                    <a:pt x="34" y="34"/>
                  </a:cubicBezTo>
                  <a:cubicBezTo>
                    <a:pt x="27" y="41"/>
                    <a:pt x="15" y="41"/>
                    <a:pt x="8" y="34"/>
                  </a:cubicBezTo>
                  <a:cubicBezTo>
                    <a:pt x="0" y="26"/>
                    <a:pt x="0" y="15"/>
                    <a:pt x="8"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5" name="Freeform 195"/>
            <p:cNvSpPr>
              <a:spLocks/>
            </p:cNvSpPr>
            <p:nvPr/>
          </p:nvSpPr>
          <p:spPr bwMode="auto">
            <a:xfrm rot="5400000" flipH="1" flipV="1">
              <a:off x="11335031" y="1698709"/>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6" name="Freeform 196"/>
            <p:cNvSpPr>
              <a:spLocks/>
            </p:cNvSpPr>
            <p:nvPr/>
          </p:nvSpPr>
          <p:spPr bwMode="auto">
            <a:xfrm rot="5400000" flipH="1" flipV="1">
              <a:off x="11781912" y="827966"/>
              <a:ext cx="152400"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3"/>
                  </a:cubicBezTo>
                  <a:cubicBezTo>
                    <a:pt x="26" y="41"/>
                    <a:pt x="15" y="41"/>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7" name="Freeform 197"/>
            <p:cNvSpPr>
              <a:spLocks/>
            </p:cNvSpPr>
            <p:nvPr/>
          </p:nvSpPr>
          <p:spPr bwMode="auto">
            <a:xfrm rot="5400000" flipH="1" flipV="1">
              <a:off x="11609668" y="636672"/>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4" y="8"/>
                  </a:cubicBezTo>
                  <a:cubicBezTo>
                    <a:pt x="41" y="15"/>
                    <a:pt x="41" y="27"/>
                    <a:pt x="34" y="34"/>
                  </a:cubicBezTo>
                  <a:cubicBezTo>
                    <a:pt x="26" y="41"/>
                    <a:pt x="14"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8" name="Freeform 198"/>
            <p:cNvSpPr>
              <a:spLocks/>
            </p:cNvSpPr>
            <p:nvPr/>
          </p:nvSpPr>
          <p:spPr bwMode="auto">
            <a:xfrm rot="5400000" flipH="1" flipV="1">
              <a:off x="12205774" y="700966"/>
              <a:ext cx="153988" cy="152400"/>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4"/>
                  </a:cubicBezTo>
                  <a:cubicBezTo>
                    <a:pt x="26" y="41"/>
                    <a:pt x="15" y="41"/>
                    <a:pt x="7" y="34"/>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9" name="Freeform 199"/>
            <p:cNvSpPr>
              <a:spLocks/>
            </p:cNvSpPr>
            <p:nvPr/>
          </p:nvSpPr>
          <p:spPr bwMode="auto">
            <a:xfrm rot="5400000" flipH="1" flipV="1">
              <a:off x="11981143" y="2790909"/>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0" name="Freeform 200"/>
            <p:cNvSpPr>
              <a:spLocks/>
            </p:cNvSpPr>
            <p:nvPr/>
          </p:nvSpPr>
          <p:spPr bwMode="auto">
            <a:xfrm rot="5400000" flipH="1" flipV="1">
              <a:off x="13459106" y="4991184"/>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1" name="Freeform 201"/>
            <p:cNvSpPr>
              <a:spLocks/>
            </p:cNvSpPr>
            <p:nvPr/>
          </p:nvSpPr>
          <p:spPr bwMode="auto">
            <a:xfrm rot="5400000" flipH="1" flipV="1">
              <a:off x="14456056" y="5224547"/>
              <a:ext cx="153988" cy="150813"/>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2" name="Freeform 202"/>
            <p:cNvSpPr>
              <a:spLocks/>
            </p:cNvSpPr>
            <p:nvPr/>
          </p:nvSpPr>
          <p:spPr bwMode="auto">
            <a:xfrm rot="5400000" flipH="1" flipV="1">
              <a:off x="13405131" y="-525379"/>
              <a:ext cx="153988" cy="150813"/>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3" name="Freeform 203"/>
            <p:cNvSpPr>
              <a:spLocks/>
            </p:cNvSpPr>
            <p:nvPr/>
          </p:nvSpPr>
          <p:spPr bwMode="auto">
            <a:xfrm rot="5400000" flipH="1" flipV="1">
              <a:off x="14306037" y="61203"/>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4" name="Freeform 204"/>
            <p:cNvSpPr>
              <a:spLocks/>
            </p:cNvSpPr>
            <p:nvPr/>
          </p:nvSpPr>
          <p:spPr bwMode="auto">
            <a:xfrm rot="5400000" flipH="1" flipV="1">
              <a:off x="14530669" y="209634"/>
              <a:ext cx="153988" cy="150813"/>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5" name="Freeform 205"/>
            <p:cNvSpPr>
              <a:spLocks/>
            </p:cNvSpPr>
            <p:nvPr/>
          </p:nvSpPr>
          <p:spPr bwMode="auto">
            <a:xfrm rot="5400000" flipH="1" flipV="1">
              <a:off x="13029687" y="-810335"/>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6" name="Freeform 206"/>
            <p:cNvSpPr>
              <a:spLocks/>
            </p:cNvSpPr>
            <p:nvPr/>
          </p:nvSpPr>
          <p:spPr bwMode="auto">
            <a:xfrm rot="5400000" flipH="1" flipV="1">
              <a:off x="13915512" y="-480135"/>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7" name="Freeform 207"/>
            <p:cNvSpPr>
              <a:spLocks/>
            </p:cNvSpPr>
            <p:nvPr/>
          </p:nvSpPr>
          <p:spPr bwMode="auto">
            <a:xfrm rot="5400000" flipH="1" flipV="1">
              <a:off x="12969362" y="-975435"/>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8" name="Freeform 208"/>
            <p:cNvSpPr>
              <a:spLocks/>
            </p:cNvSpPr>
            <p:nvPr/>
          </p:nvSpPr>
          <p:spPr bwMode="auto">
            <a:xfrm rot="5400000" flipH="1" flipV="1">
              <a:off x="14721168" y="4194259"/>
              <a:ext cx="153988" cy="153988"/>
            </a:xfrm>
            <a:custGeom>
              <a:avLst/>
              <a:gdLst>
                <a:gd name="T0" fmla="*/ 8 w 41"/>
                <a:gd name="T1" fmla="*/ 8 h 41"/>
                <a:gd name="T2" fmla="*/ 34 w 41"/>
                <a:gd name="T3" fmla="*/ 8 h 41"/>
                <a:gd name="T4" fmla="*/ 34 w 41"/>
                <a:gd name="T5" fmla="*/ 34 h 41"/>
                <a:gd name="T6" fmla="*/ 8 w 41"/>
                <a:gd name="T7" fmla="*/ 34 h 41"/>
                <a:gd name="T8" fmla="*/ 8 w 41"/>
                <a:gd name="T9" fmla="*/ 8 h 41"/>
              </a:gdLst>
              <a:ahLst/>
              <a:cxnLst>
                <a:cxn ang="0">
                  <a:pos x="T0" y="T1"/>
                </a:cxn>
                <a:cxn ang="0">
                  <a:pos x="T2" y="T3"/>
                </a:cxn>
                <a:cxn ang="0">
                  <a:pos x="T4" y="T5"/>
                </a:cxn>
                <a:cxn ang="0">
                  <a:pos x="T6" y="T7"/>
                </a:cxn>
                <a:cxn ang="0">
                  <a:pos x="T8" y="T9"/>
                </a:cxn>
              </a:cxnLst>
              <a:rect l="0" t="0" r="r" b="b"/>
              <a:pathLst>
                <a:path w="41" h="41">
                  <a:moveTo>
                    <a:pt x="8" y="8"/>
                  </a:moveTo>
                  <a:cubicBezTo>
                    <a:pt x="15" y="0"/>
                    <a:pt x="27" y="0"/>
                    <a:pt x="34" y="8"/>
                  </a:cubicBezTo>
                  <a:cubicBezTo>
                    <a:pt x="41" y="15"/>
                    <a:pt x="41" y="27"/>
                    <a:pt x="34" y="34"/>
                  </a:cubicBezTo>
                  <a:cubicBezTo>
                    <a:pt x="27" y="41"/>
                    <a:pt x="15" y="41"/>
                    <a:pt x="8" y="34"/>
                  </a:cubicBezTo>
                  <a:cubicBezTo>
                    <a:pt x="0" y="27"/>
                    <a:pt x="0" y="15"/>
                    <a:pt x="8"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9" name="Freeform 209"/>
            <p:cNvSpPr>
              <a:spLocks/>
            </p:cNvSpPr>
            <p:nvPr/>
          </p:nvSpPr>
          <p:spPr bwMode="auto">
            <a:xfrm rot="5400000" flipH="1" flipV="1">
              <a:off x="12768543" y="2644859"/>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10" name="Freeform 210"/>
            <p:cNvSpPr>
              <a:spLocks/>
            </p:cNvSpPr>
            <p:nvPr/>
          </p:nvSpPr>
          <p:spPr bwMode="auto">
            <a:xfrm rot="5400000" flipH="1" flipV="1">
              <a:off x="12374843" y="2546434"/>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7"/>
                    <a:pt x="33" y="34"/>
                  </a:cubicBezTo>
                  <a:cubicBezTo>
                    <a:pt x="26" y="41"/>
                    <a:pt x="14" y="41"/>
                    <a:pt x="7" y="34"/>
                  </a:cubicBezTo>
                  <a:cubicBezTo>
                    <a:pt x="0" y="27"/>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11" name="Freeform 211"/>
            <p:cNvSpPr>
              <a:spLocks/>
            </p:cNvSpPr>
            <p:nvPr/>
          </p:nvSpPr>
          <p:spPr bwMode="auto">
            <a:xfrm rot="5400000" flipH="1" flipV="1">
              <a:off x="12141481" y="2251159"/>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4"/>
                  </a:cubicBezTo>
                  <a:cubicBezTo>
                    <a:pt x="26" y="41"/>
                    <a:pt x="15" y="41"/>
                    <a:pt x="7" y="34"/>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12" name="Freeform 212"/>
            <p:cNvSpPr>
              <a:spLocks/>
            </p:cNvSpPr>
            <p:nvPr/>
          </p:nvSpPr>
          <p:spPr bwMode="auto">
            <a:xfrm rot="5400000" flipH="1" flipV="1">
              <a:off x="13838518" y="1995572"/>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4" y="8"/>
                  </a:cubicBezTo>
                  <a:cubicBezTo>
                    <a:pt x="41" y="15"/>
                    <a:pt x="41" y="27"/>
                    <a:pt x="34" y="34"/>
                  </a:cubicBezTo>
                  <a:cubicBezTo>
                    <a:pt x="26" y="41"/>
                    <a:pt x="14"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13" name="Freeform 213"/>
            <p:cNvSpPr>
              <a:spLocks/>
            </p:cNvSpPr>
            <p:nvPr/>
          </p:nvSpPr>
          <p:spPr bwMode="auto">
            <a:xfrm rot="5400000" flipH="1" flipV="1">
              <a:off x="14732281" y="4967372"/>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14" name="Freeform 217"/>
            <p:cNvSpPr>
              <a:spLocks/>
            </p:cNvSpPr>
            <p:nvPr/>
          </p:nvSpPr>
          <p:spPr bwMode="auto">
            <a:xfrm rot="5400000" flipH="1" flipV="1">
              <a:off x="12967775" y="3567991"/>
              <a:ext cx="698500" cy="436563"/>
            </a:xfrm>
            <a:custGeom>
              <a:avLst/>
              <a:gdLst>
                <a:gd name="T0" fmla="*/ 0 w 440"/>
                <a:gd name="T1" fmla="*/ 275 h 275"/>
                <a:gd name="T2" fmla="*/ 275 w 440"/>
                <a:gd name="T3" fmla="*/ 0 h 275"/>
                <a:gd name="T4" fmla="*/ 440 w 440"/>
                <a:gd name="T5" fmla="*/ 0 h 275"/>
              </a:gdLst>
              <a:ahLst/>
              <a:cxnLst>
                <a:cxn ang="0">
                  <a:pos x="T0" y="T1"/>
                </a:cxn>
                <a:cxn ang="0">
                  <a:pos x="T2" y="T3"/>
                </a:cxn>
                <a:cxn ang="0">
                  <a:pos x="T4" y="T5"/>
                </a:cxn>
              </a:cxnLst>
              <a:rect l="0" t="0" r="r" b="b"/>
              <a:pathLst>
                <a:path w="440" h="275">
                  <a:moveTo>
                    <a:pt x="0" y="275"/>
                  </a:moveTo>
                  <a:lnTo>
                    <a:pt x="275" y="0"/>
                  </a:lnTo>
                  <a:lnTo>
                    <a:pt x="44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15" name="Freeform 218"/>
            <p:cNvSpPr>
              <a:spLocks/>
            </p:cNvSpPr>
            <p:nvPr/>
          </p:nvSpPr>
          <p:spPr bwMode="auto">
            <a:xfrm rot="5400000" flipH="1" flipV="1">
              <a:off x="13024131" y="3324309"/>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16" name="Freeform 219"/>
            <p:cNvSpPr>
              <a:spLocks/>
            </p:cNvSpPr>
            <p:nvPr/>
          </p:nvSpPr>
          <p:spPr bwMode="auto">
            <a:xfrm rot="5400000" flipH="1" flipV="1">
              <a:off x="13467043" y="4067259"/>
              <a:ext cx="153988" cy="153988"/>
            </a:xfrm>
            <a:custGeom>
              <a:avLst/>
              <a:gdLst>
                <a:gd name="T0" fmla="*/ 8 w 41"/>
                <a:gd name="T1" fmla="*/ 8 h 41"/>
                <a:gd name="T2" fmla="*/ 34 w 41"/>
                <a:gd name="T3" fmla="*/ 8 h 41"/>
                <a:gd name="T4" fmla="*/ 34 w 41"/>
                <a:gd name="T5" fmla="*/ 34 h 41"/>
                <a:gd name="T6" fmla="*/ 8 w 41"/>
                <a:gd name="T7" fmla="*/ 34 h 41"/>
                <a:gd name="T8" fmla="*/ 8 w 41"/>
                <a:gd name="T9" fmla="*/ 8 h 41"/>
              </a:gdLst>
              <a:ahLst/>
              <a:cxnLst>
                <a:cxn ang="0">
                  <a:pos x="T0" y="T1"/>
                </a:cxn>
                <a:cxn ang="0">
                  <a:pos x="T2" y="T3"/>
                </a:cxn>
                <a:cxn ang="0">
                  <a:pos x="T4" y="T5"/>
                </a:cxn>
                <a:cxn ang="0">
                  <a:pos x="T6" y="T7"/>
                </a:cxn>
                <a:cxn ang="0">
                  <a:pos x="T8" y="T9"/>
                </a:cxn>
              </a:cxnLst>
              <a:rect l="0" t="0" r="r" b="b"/>
              <a:pathLst>
                <a:path w="41" h="41">
                  <a:moveTo>
                    <a:pt x="8" y="8"/>
                  </a:moveTo>
                  <a:cubicBezTo>
                    <a:pt x="15" y="0"/>
                    <a:pt x="27" y="0"/>
                    <a:pt x="34" y="8"/>
                  </a:cubicBezTo>
                  <a:cubicBezTo>
                    <a:pt x="41" y="15"/>
                    <a:pt x="41" y="27"/>
                    <a:pt x="34" y="34"/>
                  </a:cubicBezTo>
                  <a:cubicBezTo>
                    <a:pt x="27" y="41"/>
                    <a:pt x="15" y="41"/>
                    <a:pt x="8" y="34"/>
                  </a:cubicBezTo>
                  <a:cubicBezTo>
                    <a:pt x="0" y="27"/>
                    <a:pt x="0" y="15"/>
                    <a:pt x="8"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17" name="Freeform 220"/>
            <p:cNvSpPr>
              <a:spLocks/>
            </p:cNvSpPr>
            <p:nvPr/>
          </p:nvSpPr>
          <p:spPr bwMode="auto">
            <a:xfrm rot="5400000" flipH="1" flipV="1">
              <a:off x="13178118" y="3775160"/>
              <a:ext cx="247650" cy="247650"/>
            </a:xfrm>
            <a:custGeom>
              <a:avLst/>
              <a:gdLst>
                <a:gd name="T0" fmla="*/ 11 w 66"/>
                <a:gd name="T1" fmla="*/ 11 h 66"/>
                <a:gd name="T2" fmla="*/ 54 w 66"/>
                <a:gd name="T3" fmla="*/ 11 h 66"/>
                <a:gd name="T4" fmla="*/ 54 w 66"/>
                <a:gd name="T5" fmla="*/ 54 h 66"/>
                <a:gd name="T6" fmla="*/ 11 w 66"/>
                <a:gd name="T7" fmla="*/ 54 h 66"/>
                <a:gd name="T8" fmla="*/ 11 w 66"/>
                <a:gd name="T9" fmla="*/ 11 h 66"/>
              </a:gdLst>
              <a:ahLst/>
              <a:cxnLst>
                <a:cxn ang="0">
                  <a:pos x="T0" y="T1"/>
                </a:cxn>
                <a:cxn ang="0">
                  <a:pos x="T2" y="T3"/>
                </a:cxn>
                <a:cxn ang="0">
                  <a:pos x="T4" y="T5"/>
                </a:cxn>
                <a:cxn ang="0">
                  <a:pos x="T6" y="T7"/>
                </a:cxn>
                <a:cxn ang="0">
                  <a:pos x="T8" y="T9"/>
                </a:cxn>
              </a:cxnLst>
              <a:rect l="0" t="0" r="r" b="b"/>
              <a:pathLst>
                <a:path w="66" h="66">
                  <a:moveTo>
                    <a:pt x="11" y="11"/>
                  </a:moveTo>
                  <a:cubicBezTo>
                    <a:pt x="23" y="0"/>
                    <a:pt x="42" y="0"/>
                    <a:pt x="54" y="11"/>
                  </a:cubicBezTo>
                  <a:cubicBezTo>
                    <a:pt x="66" y="23"/>
                    <a:pt x="66" y="42"/>
                    <a:pt x="54" y="54"/>
                  </a:cubicBezTo>
                  <a:cubicBezTo>
                    <a:pt x="42" y="66"/>
                    <a:pt x="23" y="66"/>
                    <a:pt x="11" y="54"/>
                  </a:cubicBezTo>
                  <a:cubicBezTo>
                    <a:pt x="0" y="42"/>
                    <a:pt x="0" y="23"/>
                    <a:pt x="11" y="11"/>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18" name="Freeform 221"/>
            <p:cNvSpPr>
              <a:spLocks/>
            </p:cNvSpPr>
            <p:nvPr/>
          </p:nvSpPr>
          <p:spPr bwMode="auto">
            <a:xfrm rot="5400000" flipH="1" flipV="1">
              <a:off x="13222568" y="3822784"/>
              <a:ext cx="153988" cy="153988"/>
            </a:xfrm>
            <a:custGeom>
              <a:avLst/>
              <a:gdLst>
                <a:gd name="T0" fmla="*/ 8 w 41"/>
                <a:gd name="T1" fmla="*/ 8 h 41"/>
                <a:gd name="T2" fmla="*/ 34 w 41"/>
                <a:gd name="T3" fmla="*/ 8 h 41"/>
                <a:gd name="T4" fmla="*/ 34 w 41"/>
                <a:gd name="T5" fmla="*/ 34 h 41"/>
                <a:gd name="T6" fmla="*/ 8 w 41"/>
                <a:gd name="T7" fmla="*/ 34 h 41"/>
                <a:gd name="T8" fmla="*/ 8 w 41"/>
                <a:gd name="T9" fmla="*/ 8 h 41"/>
              </a:gdLst>
              <a:ahLst/>
              <a:cxnLst>
                <a:cxn ang="0">
                  <a:pos x="T0" y="T1"/>
                </a:cxn>
                <a:cxn ang="0">
                  <a:pos x="T2" y="T3"/>
                </a:cxn>
                <a:cxn ang="0">
                  <a:pos x="T4" y="T5"/>
                </a:cxn>
                <a:cxn ang="0">
                  <a:pos x="T6" y="T7"/>
                </a:cxn>
                <a:cxn ang="0">
                  <a:pos x="T8" y="T9"/>
                </a:cxn>
              </a:cxnLst>
              <a:rect l="0" t="0" r="r" b="b"/>
              <a:pathLst>
                <a:path w="41" h="41">
                  <a:moveTo>
                    <a:pt x="8" y="8"/>
                  </a:moveTo>
                  <a:cubicBezTo>
                    <a:pt x="15" y="0"/>
                    <a:pt x="27" y="0"/>
                    <a:pt x="34" y="8"/>
                  </a:cubicBezTo>
                  <a:cubicBezTo>
                    <a:pt x="41" y="15"/>
                    <a:pt x="41" y="27"/>
                    <a:pt x="34" y="34"/>
                  </a:cubicBezTo>
                  <a:cubicBezTo>
                    <a:pt x="27" y="41"/>
                    <a:pt x="15" y="41"/>
                    <a:pt x="8" y="34"/>
                  </a:cubicBezTo>
                  <a:cubicBezTo>
                    <a:pt x="0" y="27"/>
                    <a:pt x="0" y="15"/>
                    <a:pt x="8"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19" name="Freeform 227"/>
            <p:cNvSpPr>
              <a:spLocks/>
            </p:cNvSpPr>
            <p:nvPr/>
          </p:nvSpPr>
          <p:spPr bwMode="auto">
            <a:xfrm rot="5400000" flipH="1" flipV="1">
              <a:off x="6846374" y="-3417009"/>
              <a:ext cx="3497263" cy="3978275"/>
            </a:xfrm>
            <a:custGeom>
              <a:avLst/>
              <a:gdLst>
                <a:gd name="T0" fmla="*/ 0 w 2203"/>
                <a:gd name="T1" fmla="*/ 2504 h 2506"/>
                <a:gd name="T2" fmla="*/ 163 w 2203"/>
                <a:gd name="T3" fmla="*/ 2506 h 2506"/>
                <a:gd name="T4" fmla="*/ 399 w 2203"/>
                <a:gd name="T5" fmla="*/ 2270 h 2506"/>
                <a:gd name="T6" fmla="*/ 399 w 2203"/>
                <a:gd name="T7" fmla="*/ 1804 h 2506"/>
                <a:gd name="T8" fmla="*/ 2203 w 2203"/>
                <a:gd name="T9" fmla="*/ 0 h 2506"/>
              </a:gdLst>
              <a:ahLst/>
              <a:cxnLst>
                <a:cxn ang="0">
                  <a:pos x="T0" y="T1"/>
                </a:cxn>
                <a:cxn ang="0">
                  <a:pos x="T2" y="T3"/>
                </a:cxn>
                <a:cxn ang="0">
                  <a:pos x="T4" y="T5"/>
                </a:cxn>
                <a:cxn ang="0">
                  <a:pos x="T6" y="T7"/>
                </a:cxn>
                <a:cxn ang="0">
                  <a:pos x="T8" y="T9"/>
                </a:cxn>
              </a:cxnLst>
              <a:rect l="0" t="0" r="r" b="b"/>
              <a:pathLst>
                <a:path w="2203" h="2506">
                  <a:moveTo>
                    <a:pt x="0" y="2504"/>
                  </a:moveTo>
                  <a:lnTo>
                    <a:pt x="163" y="2506"/>
                  </a:lnTo>
                  <a:lnTo>
                    <a:pt x="399" y="2270"/>
                  </a:lnTo>
                  <a:lnTo>
                    <a:pt x="399" y="1804"/>
                  </a:lnTo>
                  <a:lnTo>
                    <a:pt x="220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20" name="Freeform 228"/>
            <p:cNvSpPr>
              <a:spLocks/>
            </p:cNvSpPr>
            <p:nvPr/>
          </p:nvSpPr>
          <p:spPr bwMode="auto">
            <a:xfrm rot="5400000" flipH="1" flipV="1">
              <a:off x="10509531" y="279484"/>
              <a:ext cx="153988" cy="153988"/>
            </a:xfrm>
            <a:custGeom>
              <a:avLst/>
              <a:gdLst>
                <a:gd name="T0" fmla="*/ 34 w 41"/>
                <a:gd name="T1" fmla="*/ 34 h 41"/>
                <a:gd name="T2" fmla="*/ 8 w 41"/>
                <a:gd name="T3" fmla="*/ 34 h 41"/>
                <a:gd name="T4" fmla="*/ 8 w 41"/>
                <a:gd name="T5" fmla="*/ 8 h 41"/>
                <a:gd name="T6" fmla="*/ 34 w 41"/>
                <a:gd name="T7" fmla="*/ 8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8" y="34"/>
                  </a:cubicBezTo>
                  <a:cubicBezTo>
                    <a:pt x="0" y="27"/>
                    <a:pt x="0" y="15"/>
                    <a:pt x="8" y="8"/>
                  </a:cubicBezTo>
                  <a:cubicBezTo>
                    <a:pt x="15" y="0"/>
                    <a:pt x="27" y="0"/>
                    <a:pt x="34" y="8"/>
                  </a:cubicBezTo>
                  <a:cubicBezTo>
                    <a:pt x="41" y="15"/>
                    <a:pt x="41" y="27"/>
                    <a:pt x="34" y="34"/>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21" name="Freeform 229"/>
            <p:cNvSpPr>
              <a:spLocks/>
            </p:cNvSpPr>
            <p:nvPr/>
          </p:nvSpPr>
          <p:spPr bwMode="auto">
            <a:xfrm rot="5400000" flipH="1" flipV="1">
              <a:off x="6378062" y="-3270960"/>
              <a:ext cx="4278313" cy="4368800"/>
            </a:xfrm>
            <a:custGeom>
              <a:avLst/>
              <a:gdLst>
                <a:gd name="T0" fmla="*/ 0 w 2695"/>
                <a:gd name="T1" fmla="*/ 2747 h 2752"/>
                <a:gd name="T2" fmla="*/ 163 w 2695"/>
                <a:gd name="T3" fmla="*/ 2752 h 2752"/>
                <a:gd name="T4" fmla="*/ 439 w 2695"/>
                <a:gd name="T5" fmla="*/ 2475 h 2752"/>
                <a:gd name="T6" fmla="*/ 584 w 2695"/>
                <a:gd name="T7" fmla="*/ 2477 h 2752"/>
                <a:gd name="T8" fmla="*/ 785 w 2695"/>
                <a:gd name="T9" fmla="*/ 2276 h 2752"/>
                <a:gd name="T10" fmla="*/ 785 w 2695"/>
                <a:gd name="T11" fmla="*/ 1910 h 2752"/>
                <a:gd name="T12" fmla="*/ 2695 w 2695"/>
                <a:gd name="T13" fmla="*/ 0 h 2752"/>
              </a:gdLst>
              <a:ahLst/>
              <a:cxnLst>
                <a:cxn ang="0">
                  <a:pos x="T0" y="T1"/>
                </a:cxn>
                <a:cxn ang="0">
                  <a:pos x="T2" y="T3"/>
                </a:cxn>
                <a:cxn ang="0">
                  <a:pos x="T4" y="T5"/>
                </a:cxn>
                <a:cxn ang="0">
                  <a:pos x="T6" y="T7"/>
                </a:cxn>
                <a:cxn ang="0">
                  <a:pos x="T8" y="T9"/>
                </a:cxn>
                <a:cxn ang="0">
                  <a:pos x="T10" y="T11"/>
                </a:cxn>
                <a:cxn ang="0">
                  <a:pos x="T12" y="T13"/>
                </a:cxn>
              </a:cxnLst>
              <a:rect l="0" t="0" r="r" b="b"/>
              <a:pathLst>
                <a:path w="2695" h="2752">
                  <a:moveTo>
                    <a:pt x="0" y="2747"/>
                  </a:moveTo>
                  <a:lnTo>
                    <a:pt x="163" y="2752"/>
                  </a:lnTo>
                  <a:lnTo>
                    <a:pt x="439" y="2475"/>
                  </a:lnTo>
                  <a:lnTo>
                    <a:pt x="584" y="2477"/>
                  </a:lnTo>
                  <a:lnTo>
                    <a:pt x="785" y="2276"/>
                  </a:lnTo>
                  <a:lnTo>
                    <a:pt x="785" y="1910"/>
                  </a:lnTo>
                  <a:lnTo>
                    <a:pt x="2695"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22" name="Freeform 230"/>
            <p:cNvSpPr>
              <a:spLocks/>
            </p:cNvSpPr>
            <p:nvPr/>
          </p:nvSpPr>
          <p:spPr bwMode="auto">
            <a:xfrm rot="5400000" flipH="1" flipV="1">
              <a:off x="10630181" y="1011322"/>
              <a:ext cx="153988" cy="153988"/>
            </a:xfrm>
            <a:custGeom>
              <a:avLst/>
              <a:gdLst>
                <a:gd name="T0" fmla="*/ 34 w 41"/>
                <a:gd name="T1" fmla="*/ 33 h 41"/>
                <a:gd name="T2" fmla="*/ 8 w 41"/>
                <a:gd name="T3" fmla="*/ 33 h 41"/>
                <a:gd name="T4" fmla="*/ 8 w 41"/>
                <a:gd name="T5" fmla="*/ 7 h 41"/>
                <a:gd name="T6" fmla="*/ 34 w 41"/>
                <a:gd name="T7" fmla="*/ 7 h 41"/>
                <a:gd name="T8" fmla="*/ 34 w 41"/>
                <a:gd name="T9" fmla="*/ 33 h 41"/>
              </a:gdLst>
              <a:ahLst/>
              <a:cxnLst>
                <a:cxn ang="0">
                  <a:pos x="T0" y="T1"/>
                </a:cxn>
                <a:cxn ang="0">
                  <a:pos x="T2" y="T3"/>
                </a:cxn>
                <a:cxn ang="0">
                  <a:pos x="T4" y="T5"/>
                </a:cxn>
                <a:cxn ang="0">
                  <a:pos x="T6" y="T7"/>
                </a:cxn>
                <a:cxn ang="0">
                  <a:pos x="T8" y="T9"/>
                </a:cxn>
              </a:cxnLst>
              <a:rect l="0" t="0" r="r" b="b"/>
              <a:pathLst>
                <a:path w="41" h="41">
                  <a:moveTo>
                    <a:pt x="34" y="33"/>
                  </a:moveTo>
                  <a:cubicBezTo>
                    <a:pt x="27" y="41"/>
                    <a:pt x="15" y="41"/>
                    <a:pt x="8" y="33"/>
                  </a:cubicBezTo>
                  <a:cubicBezTo>
                    <a:pt x="0" y="26"/>
                    <a:pt x="0" y="14"/>
                    <a:pt x="8" y="7"/>
                  </a:cubicBezTo>
                  <a:cubicBezTo>
                    <a:pt x="15" y="0"/>
                    <a:pt x="27" y="0"/>
                    <a:pt x="34" y="7"/>
                  </a:cubicBezTo>
                  <a:cubicBezTo>
                    <a:pt x="41" y="14"/>
                    <a:pt x="41" y="26"/>
                    <a:pt x="34" y="33"/>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23" name="Freeform 231"/>
            <p:cNvSpPr>
              <a:spLocks/>
            </p:cNvSpPr>
            <p:nvPr/>
          </p:nvSpPr>
          <p:spPr bwMode="auto">
            <a:xfrm rot="5400000" flipH="1" flipV="1">
              <a:off x="10377768" y="463634"/>
              <a:ext cx="252413" cy="252413"/>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24" name="Freeform 232"/>
            <p:cNvSpPr>
              <a:spLocks/>
            </p:cNvSpPr>
            <p:nvPr/>
          </p:nvSpPr>
          <p:spPr bwMode="auto">
            <a:xfrm rot="5400000" flipH="1" flipV="1">
              <a:off x="10426981" y="512847"/>
              <a:ext cx="153988" cy="153988"/>
            </a:xfrm>
            <a:custGeom>
              <a:avLst/>
              <a:gdLst>
                <a:gd name="T0" fmla="*/ 34 w 41"/>
                <a:gd name="T1" fmla="*/ 34 h 41"/>
                <a:gd name="T2" fmla="*/ 7 w 41"/>
                <a:gd name="T3" fmla="*/ 34 h 41"/>
                <a:gd name="T4" fmla="*/ 7 w 41"/>
                <a:gd name="T5" fmla="*/ 7 h 41"/>
                <a:gd name="T6" fmla="*/ 34 w 41"/>
                <a:gd name="T7" fmla="*/ 7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7" y="34"/>
                  </a:cubicBezTo>
                  <a:cubicBezTo>
                    <a:pt x="0" y="26"/>
                    <a:pt x="0" y="14"/>
                    <a:pt x="7" y="7"/>
                  </a:cubicBezTo>
                  <a:cubicBezTo>
                    <a:pt x="15" y="0"/>
                    <a:pt x="27" y="0"/>
                    <a:pt x="34" y="7"/>
                  </a:cubicBezTo>
                  <a:cubicBezTo>
                    <a:pt x="41" y="14"/>
                    <a:pt x="41" y="26"/>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25" name="Freeform 233"/>
            <p:cNvSpPr>
              <a:spLocks/>
            </p:cNvSpPr>
            <p:nvPr/>
          </p:nvSpPr>
          <p:spPr bwMode="auto">
            <a:xfrm rot="5400000" flipH="1" flipV="1">
              <a:off x="13155099" y="-646822"/>
              <a:ext cx="252413" cy="250825"/>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26" name="Freeform 234"/>
            <p:cNvSpPr>
              <a:spLocks/>
            </p:cNvSpPr>
            <p:nvPr/>
          </p:nvSpPr>
          <p:spPr bwMode="auto">
            <a:xfrm rot="5400000" flipH="1" flipV="1">
              <a:off x="13203518" y="-598403"/>
              <a:ext cx="153988" cy="153988"/>
            </a:xfrm>
            <a:custGeom>
              <a:avLst/>
              <a:gdLst>
                <a:gd name="T0" fmla="*/ 34 w 41"/>
                <a:gd name="T1" fmla="*/ 34 h 41"/>
                <a:gd name="T2" fmla="*/ 7 w 41"/>
                <a:gd name="T3" fmla="*/ 34 h 41"/>
                <a:gd name="T4" fmla="*/ 7 w 41"/>
                <a:gd name="T5" fmla="*/ 7 h 41"/>
                <a:gd name="T6" fmla="*/ 34 w 41"/>
                <a:gd name="T7" fmla="*/ 7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7" y="34"/>
                  </a:cubicBezTo>
                  <a:cubicBezTo>
                    <a:pt x="0" y="26"/>
                    <a:pt x="0" y="14"/>
                    <a:pt x="7" y="7"/>
                  </a:cubicBezTo>
                  <a:cubicBezTo>
                    <a:pt x="15" y="0"/>
                    <a:pt x="27" y="0"/>
                    <a:pt x="34" y="7"/>
                  </a:cubicBezTo>
                  <a:cubicBezTo>
                    <a:pt x="41" y="14"/>
                    <a:pt x="41" y="26"/>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27" name="Freeform 235"/>
            <p:cNvSpPr>
              <a:spLocks/>
            </p:cNvSpPr>
            <p:nvPr/>
          </p:nvSpPr>
          <p:spPr bwMode="auto">
            <a:xfrm rot="5400000" flipH="1" flipV="1">
              <a:off x="11725556" y="-3252703"/>
              <a:ext cx="2679700" cy="2717800"/>
            </a:xfrm>
            <a:custGeom>
              <a:avLst/>
              <a:gdLst>
                <a:gd name="T0" fmla="*/ 1688 w 1688"/>
                <a:gd name="T1" fmla="*/ 0 h 1712"/>
                <a:gd name="T2" fmla="*/ 758 w 1688"/>
                <a:gd name="T3" fmla="*/ 929 h 1712"/>
                <a:gd name="T4" fmla="*/ 560 w 1688"/>
                <a:gd name="T5" fmla="*/ 927 h 1712"/>
                <a:gd name="T6" fmla="*/ 101 w 1688"/>
                <a:gd name="T7" fmla="*/ 1386 h 1712"/>
                <a:gd name="T8" fmla="*/ 104 w 1688"/>
                <a:gd name="T9" fmla="*/ 1490 h 1712"/>
                <a:gd name="T10" fmla="*/ 2 w 1688"/>
                <a:gd name="T11" fmla="*/ 1594 h 1712"/>
                <a:gd name="T12" fmla="*/ 0 w 1688"/>
                <a:gd name="T13" fmla="*/ 1662 h 1712"/>
                <a:gd name="T14" fmla="*/ 49 w 1688"/>
                <a:gd name="T15" fmla="*/ 1712 h 17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88" h="1712">
                  <a:moveTo>
                    <a:pt x="1688" y="0"/>
                  </a:moveTo>
                  <a:lnTo>
                    <a:pt x="758" y="929"/>
                  </a:lnTo>
                  <a:lnTo>
                    <a:pt x="560" y="927"/>
                  </a:lnTo>
                  <a:lnTo>
                    <a:pt x="101" y="1386"/>
                  </a:lnTo>
                  <a:lnTo>
                    <a:pt x="104" y="1490"/>
                  </a:lnTo>
                  <a:lnTo>
                    <a:pt x="2" y="1594"/>
                  </a:lnTo>
                  <a:lnTo>
                    <a:pt x="0" y="1662"/>
                  </a:lnTo>
                  <a:lnTo>
                    <a:pt x="49" y="1712"/>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28" name="Freeform 236"/>
            <p:cNvSpPr>
              <a:spLocks/>
            </p:cNvSpPr>
            <p:nvPr/>
          </p:nvSpPr>
          <p:spPr bwMode="auto">
            <a:xfrm rot="5400000" flipH="1" flipV="1">
              <a:off x="11789056" y="-3316204"/>
              <a:ext cx="2443163" cy="2503488"/>
            </a:xfrm>
            <a:custGeom>
              <a:avLst/>
              <a:gdLst>
                <a:gd name="T0" fmla="*/ 47 w 1539"/>
                <a:gd name="T1" fmla="*/ 1577 h 1577"/>
                <a:gd name="T2" fmla="*/ 0 w 1539"/>
                <a:gd name="T3" fmla="*/ 1530 h 1577"/>
                <a:gd name="T4" fmla="*/ 4 w 1539"/>
                <a:gd name="T5" fmla="*/ 1348 h 1577"/>
                <a:gd name="T6" fmla="*/ 217 w 1539"/>
                <a:gd name="T7" fmla="*/ 1135 h 1577"/>
                <a:gd name="T8" fmla="*/ 463 w 1539"/>
                <a:gd name="T9" fmla="*/ 1142 h 1577"/>
                <a:gd name="T10" fmla="*/ 508 w 1539"/>
                <a:gd name="T11" fmla="*/ 1097 h 1577"/>
                <a:gd name="T12" fmla="*/ 508 w 1539"/>
                <a:gd name="T13" fmla="*/ 1031 h 1577"/>
                <a:gd name="T14" fmla="*/ 1539 w 1539"/>
                <a:gd name="T15" fmla="*/ 0 h 15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39" h="1577">
                  <a:moveTo>
                    <a:pt x="47" y="1577"/>
                  </a:moveTo>
                  <a:lnTo>
                    <a:pt x="0" y="1530"/>
                  </a:lnTo>
                  <a:lnTo>
                    <a:pt x="4" y="1348"/>
                  </a:lnTo>
                  <a:lnTo>
                    <a:pt x="217" y="1135"/>
                  </a:lnTo>
                  <a:lnTo>
                    <a:pt x="463" y="1142"/>
                  </a:lnTo>
                  <a:lnTo>
                    <a:pt x="508" y="1097"/>
                  </a:lnTo>
                  <a:lnTo>
                    <a:pt x="508" y="1031"/>
                  </a:lnTo>
                  <a:lnTo>
                    <a:pt x="153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29" name="Freeform 237"/>
            <p:cNvSpPr>
              <a:spLocks/>
            </p:cNvSpPr>
            <p:nvPr/>
          </p:nvSpPr>
          <p:spPr bwMode="auto">
            <a:xfrm rot="5400000" flipH="1" flipV="1">
              <a:off x="11877162" y="-3404309"/>
              <a:ext cx="2259013" cy="2390775"/>
            </a:xfrm>
            <a:custGeom>
              <a:avLst/>
              <a:gdLst>
                <a:gd name="T0" fmla="*/ 0 w 1423"/>
                <a:gd name="T1" fmla="*/ 1506 h 1506"/>
                <a:gd name="T2" fmla="*/ 399 w 1423"/>
                <a:gd name="T3" fmla="*/ 1104 h 1506"/>
                <a:gd name="T4" fmla="*/ 397 w 1423"/>
                <a:gd name="T5" fmla="*/ 1026 h 1506"/>
                <a:gd name="T6" fmla="*/ 1423 w 1423"/>
                <a:gd name="T7" fmla="*/ 0 h 1506"/>
              </a:gdLst>
              <a:ahLst/>
              <a:cxnLst>
                <a:cxn ang="0">
                  <a:pos x="T0" y="T1"/>
                </a:cxn>
                <a:cxn ang="0">
                  <a:pos x="T2" y="T3"/>
                </a:cxn>
                <a:cxn ang="0">
                  <a:pos x="T4" y="T5"/>
                </a:cxn>
                <a:cxn ang="0">
                  <a:pos x="T6" y="T7"/>
                </a:cxn>
              </a:cxnLst>
              <a:rect l="0" t="0" r="r" b="b"/>
              <a:pathLst>
                <a:path w="1423" h="1506">
                  <a:moveTo>
                    <a:pt x="0" y="1506"/>
                  </a:moveTo>
                  <a:lnTo>
                    <a:pt x="399" y="1104"/>
                  </a:lnTo>
                  <a:lnTo>
                    <a:pt x="397" y="1026"/>
                  </a:lnTo>
                  <a:lnTo>
                    <a:pt x="142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30" name="Freeform 238"/>
            <p:cNvSpPr>
              <a:spLocks/>
            </p:cNvSpPr>
            <p:nvPr/>
          </p:nvSpPr>
          <p:spPr bwMode="auto">
            <a:xfrm rot="5400000" flipH="1" flipV="1">
              <a:off x="11872400" y="-3397959"/>
              <a:ext cx="2743200" cy="2795588"/>
            </a:xfrm>
            <a:custGeom>
              <a:avLst/>
              <a:gdLst>
                <a:gd name="T0" fmla="*/ 0 w 1728"/>
                <a:gd name="T1" fmla="*/ 1761 h 1761"/>
                <a:gd name="T2" fmla="*/ 127 w 1728"/>
                <a:gd name="T3" fmla="*/ 1761 h 1761"/>
                <a:gd name="T4" fmla="*/ 745 w 1728"/>
                <a:gd name="T5" fmla="*/ 1142 h 1761"/>
                <a:gd name="T6" fmla="*/ 742 w 1728"/>
                <a:gd name="T7" fmla="*/ 985 h 1761"/>
                <a:gd name="T8" fmla="*/ 1728 w 1728"/>
                <a:gd name="T9" fmla="*/ 0 h 1761"/>
              </a:gdLst>
              <a:ahLst/>
              <a:cxnLst>
                <a:cxn ang="0">
                  <a:pos x="T0" y="T1"/>
                </a:cxn>
                <a:cxn ang="0">
                  <a:pos x="T2" y="T3"/>
                </a:cxn>
                <a:cxn ang="0">
                  <a:pos x="T4" y="T5"/>
                </a:cxn>
                <a:cxn ang="0">
                  <a:pos x="T6" y="T7"/>
                </a:cxn>
                <a:cxn ang="0">
                  <a:pos x="T8" y="T9"/>
                </a:cxn>
              </a:cxnLst>
              <a:rect l="0" t="0" r="r" b="b"/>
              <a:pathLst>
                <a:path w="1728" h="1761">
                  <a:moveTo>
                    <a:pt x="0" y="1761"/>
                  </a:moveTo>
                  <a:lnTo>
                    <a:pt x="127" y="1761"/>
                  </a:lnTo>
                  <a:lnTo>
                    <a:pt x="745" y="1142"/>
                  </a:lnTo>
                  <a:lnTo>
                    <a:pt x="742" y="985"/>
                  </a:lnTo>
                  <a:lnTo>
                    <a:pt x="1728"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31" name="Freeform 239"/>
            <p:cNvSpPr>
              <a:spLocks/>
            </p:cNvSpPr>
            <p:nvPr/>
          </p:nvSpPr>
          <p:spPr bwMode="auto">
            <a:xfrm rot="5400000" flipH="1" flipV="1">
              <a:off x="12035118" y="-3560678"/>
              <a:ext cx="3344863" cy="3662363"/>
            </a:xfrm>
            <a:custGeom>
              <a:avLst/>
              <a:gdLst>
                <a:gd name="T0" fmla="*/ 0 w 2107"/>
                <a:gd name="T1" fmla="*/ 2307 h 2307"/>
                <a:gd name="T2" fmla="*/ 156 w 2107"/>
                <a:gd name="T3" fmla="*/ 2151 h 2307"/>
                <a:gd name="T4" fmla="*/ 161 w 2107"/>
                <a:gd name="T5" fmla="*/ 1959 h 2307"/>
                <a:gd name="T6" fmla="*/ 279 w 2107"/>
                <a:gd name="T7" fmla="*/ 1841 h 2307"/>
                <a:gd name="T8" fmla="*/ 445 w 2107"/>
                <a:gd name="T9" fmla="*/ 1851 h 2307"/>
                <a:gd name="T10" fmla="*/ 1147 w 2107"/>
                <a:gd name="T11" fmla="*/ 1146 h 2307"/>
                <a:gd name="T12" fmla="*/ 1145 w 2107"/>
                <a:gd name="T13" fmla="*/ 964 h 2307"/>
                <a:gd name="T14" fmla="*/ 2107 w 2107"/>
                <a:gd name="T15" fmla="*/ 0 h 23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07" h="2307">
                  <a:moveTo>
                    <a:pt x="0" y="2307"/>
                  </a:moveTo>
                  <a:lnTo>
                    <a:pt x="156" y="2151"/>
                  </a:lnTo>
                  <a:lnTo>
                    <a:pt x="161" y="1959"/>
                  </a:lnTo>
                  <a:lnTo>
                    <a:pt x="279" y="1841"/>
                  </a:lnTo>
                  <a:lnTo>
                    <a:pt x="445" y="1851"/>
                  </a:lnTo>
                  <a:lnTo>
                    <a:pt x="1147" y="1146"/>
                  </a:lnTo>
                  <a:lnTo>
                    <a:pt x="1145" y="964"/>
                  </a:lnTo>
                  <a:lnTo>
                    <a:pt x="210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32" name="Freeform 240"/>
            <p:cNvSpPr>
              <a:spLocks/>
            </p:cNvSpPr>
            <p:nvPr/>
          </p:nvSpPr>
          <p:spPr bwMode="auto">
            <a:xfrm rot="5400000" flipH="1" flipV="1">
              <a:off x="12088300" y="-3617035"/>
              <a:ext cx="3524250" cy="3865563"/>
            </a:xfrm>
            <a:custGeom>
              <a:avLst/>
              <a:gdLst>
                <a:gd name="T0" fmla="*/ 2220 w 2220"/>
                <a:gd name="T1" fmla="*/ 0 h 2435"/>
                <a:gd name="T2" fmla="*/ 1256 w 2220"/>
                <a:gd name="T3" fmla="*/ 964 h 2435"/>
                <a:gd name="T4" fmla="*/ 1261 w 2220"/>
                <a:gd name="T5" fmla="*/ 1149 h 2435"/>
                <a:gd name="T6" fmla="*/ 556 w 2220"/>
                <a:gd name="T7" fmla="*/ 1851 h 2435"/>
                <a:gd name="T8" fmla="*/ 398 w 2220"/>
                <a:gd name="T9" fmla="*/ 1848 h 2435"/>
                <a:gd name="T10" fmla="*/ 279 w 2220"/>
                <a:gd name="T11" fmla="*/ 1969 h 2435"/>
                <a:gd name="T12" fmla="*/ 275 w 2220"/>
                <a:gd name="T13" fmla="*/ 2158 h 2435"/>
                <a:gd name="T14" fmla="*/ 0 w 2220"/>
                <a:gd name="T15" fmla="*/ 2435 h 24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0" h="2435">
                  <a:moveTo>
                    <a:pt x="2220" y="0"/>
                  </a:moveTo>
                  <a:lnTo>
                    <a:pt x="1256" y="964"/>
                  </a:lnTo>
                  <a:lnTo>
                    <a:pt x="1261" y="1149"/>
                  </a:lnTo>
                  <a:lnTo>
                    <a:pt x="556" y="1851"/>
                  </a:lnTo>
                  <a:lnTo>
                    <a:pt x="398" y="1848"/>
                  </a:lnTo>
                  <a:lnTo>
                    <a:pt x="279" y="1969"/>
                  </a:lnTo>
                  <a:lnTo>
                    <a:pt x="275" y="2158"/>
                  </a:lnTo>
                  <a:lnTo>
                    <a:pt x="0" y="2435"/>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33" name="Freeform 242"/>
            <p:cNvSpPr>
              <a:spLocks/>
            </p:cNvSpPr>
            <p:nvPr/>
          </p:nvSpPr>
          <p:spPr bwMode="auto">
            <a:xfrm rot="5400000" flipH="1" flipV="1">
              <a:off x="12130369" y="-3657517"/>
              <a:ext cx="4192588" cy="4506913"/>
            </a:xfrm>
            <a:custGeom>
              <a:avLst/>
              <a:gdLst>
                <a:gd name="T0" fmla="*/ 0 w 2641"/>
                <a:gd name="T1" fmla="*/ 2839 h 2839"/>
                <a:gd name="T2" fmla="*/ 690 w 2641"/>
                <a:gd name="T3" fmla="*/ 2149 h 2839"/>
                <a:gd name="T4" fmla="*/ 692 w 2641"/>
                <a:gd name="T5" fmla="*/ 1960 h 2839"/>
                <a:gd name="T6" fmla="*/ 811 w 2641"/>
                <a:gd name="T7" fmla="*/ 1842 h 2839"/>
                <a:gd name="T8" fmla="*/ 976 w 2641"/>
                <a:gd name="T9" fmla="*/ 1849 h 2839"/>
                <a:gd name="T10" fmla="*/ 1681 w 2641"/>
                <a:gd name="T11" fmla="*/ 1147 h 2839"/>
                <a:gd name="T12" fmla="*/ 1676 w 2641"/>
                <a:gd name="T13" fmla="*/ 962 h 2839"/>
                <a:gd name="T14" fmla="*/ 2641 w 2641"/>
                <a:gd name="T15" fmla="*/ 0 h 28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41" h="2839">
                  <a:moveTo>
                    <a:pt x="0" y="2839"/>
                  </a:moveTo>
                  <a:lnTo>
                    <a:pt x="690" y="2149"/>
                  </a:lnTo>
                  <a:lnTo>
                    <a:pt x="692" y="1960"/>
                  </a:lnTo>
                  <a:lnTo>
                    <a:pt x="811" y="1842"/>
                  </a:lnTo>
                  <a:lnTo>
                    <a:pt x="976" y="1849"/>
                  </a:lnTo>
                  <a:lnTo>
                    <a:pt x="1681" y="1147"/>
                  </a:lnTo>
                  <a:lnTo>
                    <a:pt x="1676" y="962"/>
                  </a:lnTo>
                  <a:lnTo>
                    <a:pt x="2641"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34" name="Freeform 243"/>
            <p:cNvSpPr>
              <a:spLocks/>
            </p:cNvSpPr>
            <p:nvPr/>
          </p:nvSpPr>
          <p:spPr bwMode="auto">
            <a:xfrm rot="5400000" flipH="1" flipV="1">
              <a:off x="12100206" y="-3627354"/>
              <a:ext cx="2970213" cy="3119438"/>
            </a:xfrm>
            <a:custGeom>
              <a:avLst/>
              <a:gdLst>
                <a:gd name="T0" fmla="*/ 1871 w 1871"/>
                <a:gd name="T1" fmla="*/ 0 h 1965"/>
                <a:gd name="T2" fmla="*/ 906 w 1871"/>
                <a:gd name="T3" fmla="*/ 962 h 1965"/>
                <a:gd name="T4" fmla="*/ 904 w 1871"/>
                <a:gd name="T5" fmla="*/ 1140 h 1965"/>
                <a:gd name="T6" fmla="*/ 81 w 1871"/>
                <a:gd name="T7" fmla="*/ 1962 h 1965"/>
                <a:gd name="T8" fmla="*/ 0 w 1871"/>
                <a:gd name="T9" fmla="*/ 1965 h 1965"/>
              </a:gdLst>
              <a:ahLst/>
              <a:cxnLst>
                <a:cxn ang="0">
                  <a:pos x="T0" y="T1"/>
                </a:cxn>
                <a:cxn ang="0">
                  <a:pos x="T2" y="T3"/>
                </a:cxn>
                <a:cxn ang="0">
                  <a:pos x="T4" y="T5"/>
                </a:cxn>
                <a:cxn ang="0">
                  <a:pos x="T6" y="T7"/>
                </a:cxn>
                <a:cxn ang="0">
                  <a:pos x="T8" y="T9"/>
                </a:cxn>
              </a:cxnLst>
              <a:rect l="0" t="0" r="r" b="b"/>
              <a:pathLst>
                <a:path w="1871" h="1965">
                  <a:moveTo>
                    <a:pt x="1871" y="0"/>
                  </a:moveTo>
                  <a:lnTo>
                    <a:pt x="906" y="962"/>
                  </a:lnTo>
                  <a:lnTo>
                    <a:pt x="904" y="1140"/>
                  </a:lnTo>
                  <a:lnTo>
                    <a:pt x="81" y="1962"/>
                  </a:lnTo>
                  <a:lnTo>
                    <a:pt x="0" y="1965"/>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35" name="Freeform 244"/>
            <p:cNvSpPr>
              <a:spLocks/>
            </p:cNvSpPr>
            <p:nvPr/>
          </p:nvSpPr>
          <p:spPr bwMode="auto">
            <a:xfrm rot="5400000" flipH="1" flipV="1">
              <a:off x="14561625" y="-705560"/>
              <a:ext cx="152400" cy="150813"/>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36" name="Freeform 245"/>
            <p:cNvSpPr>
              <a:spLocks/>
            </p:cNvSpPr>
            <p:nvPr/>
          </p:nvSpPr>
          <p:spPr bwMode="auto">
            <a:xfrm rot="5400000" flipH="1" flipV="1">
              <a:off x="14185387" y="-989723"/>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37" name="Freeform 246"/>
            <p:cNvSpPr>
              <a:spLocks/>
            </p:cNvSpPr>
            <p:nvPr/>
          </p:nvSpPr>
          <p:spPr bwMode="auto">
            <a:xfrm rot="5400000" flipH="1" flipV="1">
              <a:off x="15071212" y="-659523"/>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38" name="Freeform 247"/>
            <p:cNvSpPr>
              <a:spLocks/>
            </p:cNvSpPr>
            <p:nvPr/>
          </p:nvSpPr>
          <p:spPr bwMode="auto">
            <a:xfrm rot="5400000" flipH="1" flipV="1">
              <a:off x="14125856" y="-1155617"/>
              <a:ext cx="153988" cy="150813"/>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39" name="Freeform 248"/>
            <p:cNvSpPr>
              <a:spLocks/>
            </p:cNvSpPr>
            <p:nvPr/>
          </p:nvSpPr>
          <p:spPr bwMode="auto">
            <a:xfrm rot="5400000" flipH="1" flipV="1">
              <a:off x="14311593" y="-827003"/>
              <a:ext cx="250825" cy="250825"/>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40" name="Freeform 249"/>
            <p:cNvSpPr>
              <a:spLocks/>
            </p:cNvSpPr>
            <p:nvPr/>
          </p:nvSpPr>
          <p:spPr bwMode="auto">
            <a:xfrm rot="5400000" flipH="1" flipV="1">
              <a:off x="14360806" y="-777791"/>
              <a:ext cx="153988" cy="153988"/>
            </a:xfrm>
            <a:custGeom>
              <a:avLst/>
              <a:gdLst>
                <a:gd name="T0" fmla="*/ 34 w 41"/>
                <a:gd name="T1" fmla="*/ 34 h 41"/>
                <a:gd name="T2" fmla="*/ 7 w 41"/>
                <a:gd name="T3" fmla="*/ 34 h 41"/>
                <a:gd name="T4" fmla="*/ 7 w 41"/>
                <a:gd name="T5" fmla="*/ 7 h 41"/>
                <a:gd name="T6" fmla="*/ 34 w 41"/>
                <a:gd name="T7" fmla="*/ 7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7" y="34"/>
                  </a:cubicBezTo>
                  <a:cubicBezTo>
                    <a:pt x="0" y="26"/>
                    <a:pt x="0" y="14"/>
                    <a:pt x="7" y="7"/>
                  </a:cubicBezTo>
                  <a:cubicBezTo>
                    <a:pt x="15" y="0"/>
                    <a:pt x="27" y="0"/>
                    <a:pt x="34" y="7"/>
                  </a:cubicBezTo>
                  <a:cubicBezTo>
                    <a:pt x="41" y="14"/>
                    <a:pt x="41" y="26"/>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41" name="Freeform 250"/>
            <p:cNvSpPr>
              <a:spLocks/>
            </p:cNvSpPr>
            <p:nvPr/>
          </p:nvSpPr>
          <p:spPr bwMode="auto">
            <a:xfrm rot="5400000" flipH="1" flipV="1">
              <a:off x="10663518" y="-650791"/>
              <a:ext cx="250825" cy="250825"/>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42" name="Freeform 251"/>
            <p:cNvSpPr>
              <a:spLocks/>
            </p:cNvSpPr>
            <p:nvPr/>
          </p:nvSpPr>
          <p:spPr bwMode="auto">
            <a:xfrm rot="5400000" flipH="1" flipV="1">
              <a:off x="10712731" y="-601579"/>
              <a:ext cx="153988" cy="153988"/>
            </a:xfrm>
            <a:custGeom>
              <a:avLst/>
              <a:gdLst>
                <a:gd name="T0" fmla="*/ 34 w 41"/>
                <a:gd name="T1" fmla="*/ 34 h 41"/>
                <a:gd name="T2" fmla="*/ 7 w 41"/>
                <a:gd name="T3" fmla="*/ 34 h 41"/>
                <a:gd name="T4" fmla="*/ 7 w 41"/>
                <a:gd name="T5" fmla="*/ 8 h 41"/>
                <a:gd name="T6" fmla="*/ 34 w 41"/>
                <a:gd name="T7" fmla="*/ 8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7" y="34"/>
                  </a:cubicBezTo>
                  <a:cubicBezTo>
                    <a:pt x="0" y="27"/>
                    <a:pt x="0" y="15"/>
                    <a:pt x="7" y="8"/>
                  </a:cubicBezTo>
                  <a:cubicBezTo>
                    <a:pt x="15" y="0"/>
                    <a:pt x="27" y="0"/>
                    <a:pt x="34" y="8"/>
                  </a:cubicBezTo>
                  <a:cubicBezTo>
                    <a:pt x="41" y="15"/>
                    <a:pt x="41" y="27"/>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43" name="Freeform 252"/>
            <p:cNvSpPr>
              <a:spLocks/>
            </p:cNvSpPr>
            <p:nvPr/>
          </p:nvSpPr>
          <p:spPr bwMode="auto">
            <a:xfrm rot="5400000" flipH="1" flipV="1">
              <a:off x="10048362" y="-1011947"/>
              <a:ext cx="250825" cy="252413"/>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44" name="Freeform 253"/>
            <p:cNvSpPr>
              <a:spLocks/>
            </p:cNvSpPr>
            <p:nvPr/>
          </p:nvSpPr>
          <p:spPr bwMode="auto">
            <a:xfrm rot="5400000" flipH="1" flipV="1">
              <a:off x="10096781" y="-961941"/>
              <a:ext cx="153988" cy="153988"/>
            </a:xfrm>
            <a:custGeom>
              <a:avLst/>
              <a:gdLst>
                <a:gd name="T0" fmla="*/ 34 w 41"/>
                <a:gd name="T1" fmla="*/ 34 h 41"/>
                <a:gd name="T2" fmla="*/ 7 w 41"/>
                <a:gd name="T3" fmla="*/ 34 h 41"/>
                <a:gd name="T4" fmla="*/ 7 w 41"/>
                <a:gd name="T5" fmla="*/ 8 h 41"/>
                <a:gd name="T6" fmla="*/ 34 w 41"/>
                <a:gd name="T7" fmla="*/ 8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7" y="34"/>
                  </a:cubicBezTo>
                  <a:cubicBezTo>
                    <a:pt x="0" y="27"/>
                    <a:pt x="0" y="15"/>
                    <a:pt x="7" y="8"/>
                  </a:cubicBezTo>
                  <a:cubicBezTo>
                    <a:pt x="15" y="0"/>
                    <a:pt x="27" y="0"/>
                    <a:pt x="34" y="8"/>
                  </a:cubicBezTo>
                  <a:cubicBezTo>
                    <a:pt x="41" y="15"/>
                    <a:pt x="41" y="27"/>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45" name="Freeform 254"/>
            <p:cNvSpPr>
              <a:spLocks/>
            </p:cNvSpPr>
            <p:nvPr/>
          </p:nvSpPr>
          <p:spPr bwMode="auto">
            <a:xfrm rot="5400000" flipH="1" flipV="1">
              <a:off x="11958918" y="749384"/>
              <a:ext cx="250825" cy="250825"/>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46" name="Freeform 255"/>
            <p:cNvSpPr>
              <a:spLocks/>
            </p:cNvSpPr>
            <p:nvPr/>
          </p:nvSpPr>
          <p:spPr bwMode="auto">
            <a:xfrm rot="5400000" flipH="1" flipV="1">
              <a:off x="12006543" y="798596"/>
              <a:ext cx="153988" cy="153988"/>
            </a:xfrm>
            <a:custGeom>
              <a:avLst/>
              <a:gdLst>
                <a:gd name="T0" fmla="*/ 34 w 41"/>
                <a:gd name="T1" fmla="*/ 34 h 41"/>
                <a:gd name="T2" fmla="*/ 7 w 41"/>
                <a:gd name="T3" fmla="*/ 34 h 41"/>
                <a:gd name="T4" fmla="*/ 7 w 41"/>
                <a:gd name="T5" fmla="*/ 8 h 41"/>
                <a:gd name="T6" fmla="*/ 34 w 41"/>
                <a:gd name="T7" fmla="*/ 8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6" y="41"/>
                    <a:pt x="14" y="41"/>
                    <a:pt x="7" y="34"/>
                  </a:cubicBezTo>
                  <a:cubicBezTo>
                    <a:pt x="0" y="27"/>
                    <a:pt x="0" y="15"/>
                    <a:pt x="7" y="8"/>
                  </a:cubicBezTo>
                  <a:cubicBezTo>
                    <a:pt x="14" y="0"/>
                    <a:pt x="26" y="0"/>
                    <a:pt x="34" y="8"/>
                  </a:cubicBezTo>
                  <a:cubicBezTo>
                    <a:pt x="41" y="15"/>
                    <a:pt x="41" y="27"/>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47" name="Freeform 256"/>
            <p:cNvSpPr>
              <a:spLocks/>
            </p:cNvSpPr>
            <p:nvPr/>
          </p:nvSpPr>
          <p:spPr bwMode="auto">
            <a:xfrm rot="5400000" flipH="1" flipV="1">
              <a:off x="12081949" y="3421941"/>
              <a:ext cx="252413" cy="250825"/>
            </a:xfrm>
            <a:custGeom>
              <a:avLst/>
              <a:gdLst>
                <a:gd name="T0" fmla="*/ 12 w 67"/>
                <a:gd name="T1" fmla="*/ 12 h 67"/>
                <a:gd name="T2" fmla="*/ 55 w 67"/>
                <a:gd name="T3" fmla="*/ 12 h 67"/>
                <a:gd name="T4" fmla="*/ 55 w 67"/>
                <a:gd name="T5" fmla="*/ 55 h 67"/>
                <a:gd name="T6" fmla="*/ 12 w 67"/>
                <a:gd name="T7" fmla="*/ 55 h 67"/>
                <a:gd name="T8" fmla="*/ 12 w 67"/>
                <a:gd name="T9" fmla="*/ 12 h 67"/>
              </a:gdLst>
              <a:ahLst/>
              <a:cxnLst>
                <a:cxn ang="0">
                  <a:pos x="T0" y="T1"/>
                </a:cxn>
                <a:cxn ang="0">
                  <a:pos x="T2" y="T3"/>
                </a:cxn>
                <a:cxn ang="0">
                  <a:pos x="T4" y="T5"/>
                </a:cxn>
                <a:cxn ang="0">
                  <a:pos x="T6" y="T7"/>
                </a:cxn>
                <a:cxn ang="0">
                  <a:pos x="T8" y="T9"/>
                </a:cxn>
              </a:cxnLst>
              <a:rect l="0" t="0" r="r" b="b"/>
              <a:pathLst>
                <a:path w="67" h="67">
                  <a:moveTo>
                    <a:pt x="12" y="12"/>
                  </a:moveTo>
                  <a:cubicBezTo>
                    <a:pt x="24" y="0"/>
                    <a:pt x="43" y="0"/>
                    <a:pt x="55" y="12"/>
                  </a:cubicBezTo>
                  <a:cubicBezTo>
                    <a:pt x="67" y="24"/>
                    <a:pt x="67" y="43"/>
                    <a:pt x="55" y="55"/>
                  </a:cubicBezTo>
                  <a:cubicBezTo>
                    <a:pt x="43" y="67"/>
                    <a:pt x="24"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48" name="Freeform 257"/>
            <p:cNvSpPr>
              <a:spLocks/>
            </p:cNvSpPr>
            <p:nvPr/>
          </p:nvSpPr>
          <p:spPr bwMode="auto">
            <a:xfrm rot="5400000" flipH="1" flipV="1">
              <a:off x="12130368" y="3470359"/>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49" name="Freeform 258"/>
            <p:cNvSpPr>
              <a:spLocks/>
            </p:cNvSpPr>
            <p:nvPr/>
          </p:nvSpPr>
          <p:spPr bwMode="auto">
            <a:xfrm rot="5400000" flipH="1" flipV="1">
              <a:off x="14353662" y="4845929"/>
              <a:ext cx="252413" cy="247650"/>
            </a:xfrm>
            <a:custGeom>
              <a:avLst/>
              <a:gdLst>
                <a:gd name="T0" fmla="*/ 12 w 67"/>
                <a:gd name="T1" fmla="*/ 11 h 66"/>
                <a:gd name="T2" fmla="*/ 55 w 67"/>
                <a:gd name="T3" fmla="*/ 11 h 66"/>
                <a:gd name="T4" fmla="*/ 55 w 67"/>
                <a:gd name="T5" fmla="*/ 54 h 66"/>
                <a:gd name="T6" fmla="*/ 12 w 67"/>
                <a:gd name="T7" fmla="*/ 54 h 66"/>
                <a:gd name="T8" fmla="*/ 12 w 67"/>
                <a:gd name="T9" fmla="*/ 11 h 66"/>
              </a:gdLst>
              <a:ahLst/>
              <a:cxnLst>
                <a:cxn ang="0">
                  <a:pos x="T0" y="T1"/>
                </a:cxn>
                <a:cxn ang="0">
                  <a:pos x="T2" y="T3"/>
                </a:cxn>
                <a:cxn ang="0">
                  <a:pos x="T4" y="T5"/>
                </a:cxn>
                <a:cxn ang="0">
                  <a:pos x="T6" y="T7"/>
                </a:cxn>
                <a:cxn ang="0">
                  <a:pos x="T8" y="T9"/>
                </a:cxn>
              </a:cxnLst>
              <a:rect l="0" t="0" r="r" b="b"/>
              <a:pathLst>
                <a:path w="67" h="66">
                  <a:moveTo>
                    <a:pt x="12" y="11"/>
                  </a:moveTo>
                  <a:cubicBezTo>
                    <a:pt x="24" y="0"/>
                    <a:pt x="43" y="0"/>
                    <a:pt x="55" y="11"/>
                  </a:cubicBezTo>
                  <a:cubicBezTo>
                    <a:pt x="66" y="23"/>
                    <a:pt x="67" y="42"/>
                    <a:pt x="55" y="54"/>
                  </a:cubicBezTo>
                  <a:cubicBezTo>
                    <a:pt x="43" y="66"/>
                    <a:pt x="24" y="66"/>
                    <a:pt x="12" y="54"/>
                  </a:cubicBezTo>
                  <a:cubicBezTo>
                    <a:pt x="0" y="42"/>
                    <a:pt x="0" y="23"/>
                    <a:pt x="12" y="11"/>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50" name="Freeform 259"/>
            <p:cNvSpPr>
              <a:spLocks/>
            </p:cNvSpPr>
            <p:nvPr/>
          </p:nvSpPr>
          <p:spPr bwMode="auto">
            <a:xfrm rot="5400000" flipH="1" flipV="1">
              <a:off x="14402081" y="4892759"/>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51" name="Freeform 260"/>
            <p:cNvSpPr>
              <a:spLocks/>
            </p:cNvSpPr>
            <p:nvPr/>
          </p:nvSpPr>
          <p:spPr bwMode="auto">
            <a:xfrm rot="5400000" flipH="1" flipV="1">
              <a:off x="11106431" y="2213059"/>
              <a:ext cx="250825" cy="250825"/>
            </a:xfrm>
            <a:custGeom>
              <a:avLst/>
              <a:gdLst>
                <a:gd name="T0" fmla="*/ 12 w 67"/>
                <a:gd name="T1" fmla="*/ 12 h 67"/>
                <a:gd name="T2" fmla="*/ 55 w 67"/>
                <a:gd name="T3" fmla="*/ 12 h 67"/>
                <a:gd name="T4" fmla="*/ 55 w 67"/>
                <a:gd name="T5" fmla="*/ 55 h 67"/>
                <a:gd name="T6" fmla="*/ 12 w 67"/>
                <a:gd name="T7" fmla="*/ 55 h 67"/>
                <a:gd name="T8" fmla="*/ 12 w 67"/>
                <a:gd name="T9" fmla="*/ 12 h 67"/>
              </a:gdLst>
              <a:ahLst/>
              <a:cxnLst>
                <a:cxn ang="0">
                  <a:pos x="T0" y="T1"/>
                </a:cxn>
                <a:cxn ang="0">
                  <a:pos x="T2" y="T3"/>
                </a:cxn>
                <a:cxn ang="0">
                  <a:pos x="T4" y="T5"/>
                </a:cxn>
                <a:cxn ang="0">
                  <a:pos x="T6" y="T7"/>
                </a:cxn>
                <a:cxn ang="0">
                  <a:pos x="T8" y="T9"/>
                </a:cxn>
              </a:cxnLst>
              <a:rect l="0" t="0" r="r" b="b"/>
              <a:pathLst>
                <a:path w="67" h="67">
                  <a:moveTo>
                    <a:pt x="12" y="12"/>
                  </a:moveTo>
                  <a:cubicBezTo>
                    <a:pt x="24" y="0"/>
                    <a:pt x="43" y="0"/>
                    <a:pt x="55" y="12"/>
                  </a:cubicBezTo>
                  <a:cubicBezTo>
                    <a:pt x="67" y="24"/>
                    <a:pt x="67" y="43"/>
                    <a:pt x="55" y="55"/>
                  </a:cubicBezTo>
                  <a:cubicBezTo>
                    <a:pt x="43" y="67"/>
                    <a:pt x="24"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52" name="Freeform 261"/>
            <p:cNvSpPr>
              <a:spLocks/>
            </p:cNvSpPr>
            <p:nvPr/>
          </p:nvSpPr>
          <p:spPr bwMode="auto">
            <a:xfrm rot="5400000" flipH="1" flipV="1">
              <a:off x="11155643" y="2262271"/>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7" y="0"/>
                    <a:pt x="34" y="7"/>
                  </a:cubicBezTo>
                  <a:cubicBezTo>
                    <a:pt x="41" y="14"/>
                    <a:pt x="41" y="26"/>
                    <a:pt x="34" y="34"/>
                  </a:cubicBezTo>
                  <a:cubicBezTo>
                    <a:pt x="27" y="41"/>
                    <a:pt x="15" y="41"/>
                    <a:pt x="7" y="34"/>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53" name="Freeform 262"/>
            <p:cNvSpPr>
              <a:spLocks/>
            </p:cNvSpPr>
            <p:nvPr/>
          </p:nvSpPr>
          <p:spPr bwMode="auto">
            <a:xfrm rot="5400000" flipH="1" flipV="1">
              <a:off x="6333612" y="-3385260"/>
              <a:ext cx="3719513" cy="4000500"/>
            </a:xfrm>
            <a:custGeom>
              <a:avLst/>
              <a:gdLst>
                <a:gd name="T0" fmla="*/ 0 w 2343"/>
                <a:gd name="T1" fmla="*/ 2431 h 2520"/>
                <a:gd name="T2" fmla="*/ 87 w 2343"/>
                <a:gd name="T3" fmla="*/ 2516 h 2520"/>
                <a:gd name="T4" fmla="*/ 198 w 2343"/>
                <a:gd name="T5" fmla="*/ 2520 h 2520"/>
                <a:gd name="T6" fmla="*/ 373 w 2343"/>
                <a:gd name="T7" fmla="*/ 2343 h 2520"/>
                <a:gd name="T8" fmla="*/ 373 w 2343"/>
                <a:gd name="T9" fmla="*/ 1970 h 2520"/>
                <a:gd name="T10" fmla="*/ 2343 w 2343"/>
                <a:gd name="T11" fmla="*/ 0 h 2520"/>
              </a:gdLst>
              <a:ahLst/>
              <a:cxnLst>
                <a:cxn ang="0">
                  <a:pos x="T0" y="T1"/>
                </a:cxn>
                <a:cxn ang="0">
                  <a:pos x="T2" y="T3"/>
                </a:cxn>
                <a:cxn ang="0">
                  <a:pos x="T4" y="T5"/>
                </a:cxn>
                <a:cxn ang="0">
                  <a:pos x="T6" y="T7"/>
                </a:cxn>
                <a:cxn ang="0">
                  <a:pos x="T8" y="T9"/>
                </a:cxn>
                <a:cxn ang="0">
                  <a:pos x="T10" y="T11"/>
                </a:cxn>
              </a:cxnLst>
              <a:rect l="0" t="0" r="r" b="b"/>
              <a:pathLst>
                <a:path w="2343" h="2520">
                  <a:moveTo>
                    <a:pt x="0" y="2431"/>
                  </a:moveTo>
                  <a:lnTo>
                    <a:pt x="87" y="2516"/>
                  </a:lnTo>
                  <a:lnTo>
                    <a:pt x="198" y="2520"/>
                  </a:lnTo>
                  <a:lnTo>
                    <a:pt x="373" y="2343"/>
                  </a:lnTo>
                  <a:lnTo>
                    <a:pt x="373" y="1970"/>
                  </a:lnTo>
                  <a:lnTo>
                    <a:pt x="234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54" name="Freeform 263"/>
            <p:cNvSpPr>
              <a:spLocks/>
            </p:cNvSpPr>
            <p:nvPr/>
          </p:nvSpPr>
          <p:spPr bwMode="auto">
            <a:xfrm rot="5400000" flipH="1" flipV="1">
              <a:off x="6155018" y="-3627354"/>
              <a:ext cx="3649663" cy="4129088"/>
            </a:xfrm>
            <a:custGeom>
              <a:avLst/>
              <a:gdLst>
                <a:gd name="T0" fmla="*/ 0 w 2299"/>
                <a:gd name="T1" fmla="*/ 2598 h 2601"/>
                <a:gd name="T2" fmla="*/ 78 w 2299"/>
                <a:gd name="T3" fmla="*/ 2601 h 2601"/>
                <a:gd name="T4" fmla="*/ 201 w 2299"/>
                <a:gd name="T5" fmla="*/ 2478 h 2601"/>
                <a:gd name="T6" fmla="*/ 201 w 2299"/>
                <a:gd name="T7" fmla="*/ 2097 h 2601"/>
                <a:gd name="T8" fmla="*/ 2299 w 2299"/>
                <a:gd name="T9" fmla="*/ 0 h 2601"/>
              </a:gdLst>
              <a:ahLst/>
              <a:cxnLst>
                <a:cxn ang="0">
                  <a:pos x="T0" y="T1"/>
                </a:cxn>
                <a:cxn ang="0">
                  <a:pos x="T2" y="T3"/>
                </a:cxn>
                <a:cxn ang="0">
                  <a:pos x="T4" y="T5"/>
                </a:cxn>
                <a:cxn ang="0">
                  <a:pos x="T6" y="T7"/>
                </a:cxn>
                <a:cxn ang="0">
                  <a:pos x="T8" y="T9"/>
                </a:cxn>
              </a:cxnLst>
              <a:rect l="0" t="0" r="r" b="b"/>
              <a:pathLst>
                <a:path w="2299" h="2601">
                  <a:moveTo>
                    <a:pt x="0" y="2598"/>
                  </a:moveTo>
                  <a:lnTo>
                    <a:pt x="78" y="2601"/>
                  </a:lnTo>
                  <a:lnTo>
                    <a:pt x="201" y="2478"/>
                  </a:lnTo>
                  <a:lnTo>
                    <a:pt x="201" y="2097"/>
                  </a:lnTo>
                  <a:lnTo>
                    <a:pt x="229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55" name="Freeform 264"/>
            <p:cNvSpPr>
              <a:spLocks/>
            </p:cNvSpPr>
            <p:nvPr/>
          </p:nvSpPr>
          <p:spPr bwMode="auto">
            <a:xfrm rot="5400000" flipH="1" flipV="1">
              <a:off x="9980893" y="196934"/>
              <a:ext cx="153988" cy="153988"/>
            </a:xfrm>
            <a:custGeom>
              <a:avLst/>
              <a:gdLst>
                <a:gd name="T0" fmla="*/ 8 w 41"/>
                <a:gd name="T1" fmla="*/ 8 h 41"/>
                <a:gd name="T2" fmla="*/ 8 w 41"/>
                <a:gd name="T3" fmla="*/ 34 h 41"/>
                <a:gd name="T4" fmla="*/ 34 w 41"/>
                <a:gd name="T5" fmla="*/ 34 h 41"/>
                <a:gd name="T6" fmla="*/ 34 w 41"/>
                <a:gd name="T7" fmla="*/ 8 h 41"/>
                <a:gd name="T8" fmla="*/ 8 w 41"/>
                <a:gd name="T9" fmla="*/ 8 h 41"/>
              </a:gdLst>
              <a:ahLst/>
              <a:cxnLst>
                <a:cxn ang="0">
                  <a:pos x="T0" y="T1"/>
                </a:cxn>
                <a:cxn ang="0">
                  <a:pos x="T2" y="T3"/>
                </a:cxn>
                <a:cxn ang="0">
                  <a:pos x="T4" y="T5"/>
                </a:cxn>
                <a:cxn ang="0">
                  <a:pos x="T6" y="T7"/>
                </a:cxn>
                <a:cxn ang="0">
                  <a:pos x="T8" y="T9"/>
                </a:cxn>
              </a:cxnLst>
              <a:rect l="0" t="0" r="r" b="b"/>
              <a:pathLst>
                <a:path w="41" h="41">
                  <a:moveTo>
                    <a:pt x="8" y="8"/>
                  </a:moveTo>
                  <a:cubicBezTo>
                    <a:pt x="0" y="15"/>
                    <a:pt x="0" y="27"/>
                    <a:pt x="8" y="34"/>
                  </a:cubicBezTo>
                  <a:cubicBezTo>
                    <a:pt x="15" y="41"/>
                    <a:pt x="27" y="41"/>
                    <a:pt x="34" y="34"/>
                  </a:cubicBezTo>
                  <a:cubicBezTo>
                    <a:pt x="41" y="27"/>
                    <a:pt x="41" y="15"/>
                    <a:pt x="34" y="8"/>
                  </a:cubicBezTo>
                  <a:cubicBezTo>
                    <a:pt x="27" y="0"/>
                    <a:pt x="15" y="0"/>
                    <a:pt x="8"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56" name="Freeform 135"/>
            <p:cNvSpPr>
              <a:spLocks/>
            </p:cNvSpPr>
            <p:nvPr/>
          </p:nvSpPr>
          <p:spPr bwMode="auto">
            <a:xfrm rot="5400000" flipH="1" flipV="1">
              <a:off x="10495212" y="4034717"/>
              <a:ext cx="152400"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7"/>
                    <a:pt x="33" y="34"/>
                  </a:cubicBezTo>
                  <a:cubicBezTo>
                    <a:pt x="26" y="41"/>
                    <a:pt x="14" y="41"/>
                    <a:pt x="7" y="34"/>
                  </a:cubicBezTo>
                  <a:cubicBezTo>
                    <a:pt x="0" y="27"/>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257" name="TextBox 256">
            <a:extLst>
              <a:ext uri="{FF2B5EF4-FFF2-40B4-BE49-F238E27FC236}">
                <a16:creationId xmlns="" xmlns:a16="http://schemas.microsoft.com/office/drawing/2014/main" id="{635ECD54-C6B9-57B7-3F40-50E2A8A4C05E}"/>
              </a:ext>
            </a:extLst>
          </p:cNvPr>
          <p:cNvSpPr txBox="1"/>
          <p:nvPr/>
        </p:nvSpPr>
        <p:spPr>
          <a:xfrm>
            <a:off x="6933412" y="3969569"/>
            <a:ext cx="574158" cy="384849"/>
          </a:xfrm>
          <a:prstGeom prst="rect">
            <a:avLst/>
          </a:prstGeom>
          <a:noFill/>
          <a:ln w="28575">
            <a:noFill/>
          </a:ln>
        </p:spPr>
        <p:txBody>
          <a:bodyPr wrap="square" rtlCol="0">
            <a:spAutoFit/>
          </a:bodyPr>
          <a:lstStyle/>
          <a:p>
            <a:pPr algn="ctr"/>
            <a:r>
              <a:rPr lang="en-US" sz="1901" dirty="0"/>
              <a:t>D</a:t>
            </a:r>
          </a:p>
        </p:txBody>
      </p:sp>
      <p:sp>
        <p:nvSpPr>
          <p:cNvPr id="258" name="TextBox 257">
            <a:extLst>
              <a:ext uri="{FF2B5EF4-FFF2-40B4-BE49-F238E27FC236}">
                <a16:creationId xmlns="" xmlns:a16="http://schemas.microsoft.com/office/drawing/2014/main" id="{C28D5D25-56EC-CF60-8AC9-6D13436A0B2C}"/>
              </a:ext>
            </a:extLst>
          </p:cNvPr>
          <p:cNvSpPr txBox="1"/>
          <p:nvPr/>
        </p:nvSpPr>
        <p:spPr>
          <a:xfrm>
            <a:off x="7120814" y="4122943"/>
            <a:ext cx="574158" cy="265457"/>
          </a:xfrm>
          <a:prstGeom prst="rect">
            <a:avLst/>
          </a:prstGeom>
          <a:noFill/>
          <a:ln w="28575">
            <a:noFill/>
          </a:ln>
        </p:spPr>
        <p:txBody>
          <a:bodyPr wrap="square" rtlCol="0">
            <a:spAutoFit/>
          </a:bodyPr>
          <a:lstStyle/>
          <a:p>
            <a:pPr algn="ctr"/>
            <a:r>
              <a:rPr lang="en-US" sz="1125" dirty="0"/>
              <a:t>OUT</a:t>
            </a:r>
          </a:p>
        </p:txBody>
      </p:sp>
    </p:spTree>
    <p:extLst>
      <p:ext uri="{BB962C8B-B14F-4D97-AF65-F5344CB8AC3E}">
        <p14:creationId xmlns:p14="http://schemas.microsoft.com/office/powerpoint/2010/main" val="2253354093"/>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9"/>
                                        </p:tgtEl>
                                        <p:attrNameLst>
                                          <p:attrName>style.visibility</p:attrName>
                                        </p:attrNameLst>
                                      </p:cBhvr>
                                      <p:to>
                                        <p:strVal val="visible"/>
                                      </p:to>
                                    </p:set>
                                    <p:anim calcmode="lin" valueType="num">
                                      <p:cBhvr additive="base">
                                        <p:cTn id="7" dur="500" fill="hold"/>
                                        <p:tgtEl>
                                          <p:spTgt spid="79"/>
                                        </p:tgtEl>
                                        <p:attrNameLst>
                                          <p:attrName>ppt_x</p:attrName>
                                        </p:attrNameLst>
                                      </p:cBhvr>
                                      <p:tavLst>
                                        <p:tav tm="0">
                                          <p:val>
                                            <p:strVal val="#ppt_x"/>
                                          </p:val>
                                        </p:tav>
                                        <p:tav tm="100000">
                                          <p:val>
                                            <p:strVal val="#ppt_x"/>
                                          </p:val>
                                        </p:tav>
                                      </p:tavLst>
                                    </p:anim>
                                    <p:anim calcmode="lin" valueType="num">
                                      <p:cBhvr additive="base">
                                        <p:cTn id="8" dur="500" fill="hold"/>
                                        <p:tgtEl>
                                          <p:spTgt spid="7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0"/>
                                        </p:tgtEl>
                                        <p:attrNameLst>
                                          <p:attrName>style.visibility</p:attrName>
                                        </p:attrNameLst>
                                      </p:cBhvr>
                                      <p:to>
                                        <p:strVal val="visible"/>
                                      </p:to>
                                    </p:set>
                                    <p:anim calcmode="lin" valueType="num">
                                      <p:cBhvr additive="base">
                                        <p:cTn id="11" dur="750" fill="hold"/>
                                        <p:tgtEl>
                                          <p:spTgt spid="90"/>
                                        </p:tgtEl>
                                        <p:attrNameLst>
                                          <p:attrName>ppt_x</p:attrName>
                                        </p:attrNameLst>
                                      </p:cBhvr>
                                      <p:tavLst>
                                        <p:tav tm="0">
                                          <p:val>
                                            <p:strVal val="#ppt_x"/>
                                          </p:val>
                                        </p:tav>
                                        <p:tav tm="100000">
                                          <p:val>
                                            <p:strVal val="#ppt_x"/>
                                          </p:val>
                                        </p:tav>
                                      </p:tavLst>
                                    </p:anim>
                                    <p:anim calcmode="lin" valueType="num">
                                      <p:cBhvr additive="base">
                                        <p:cTn id="12" dur="750" fill="hold"/>
                                        <p:tgtEl>
                                          <p:spTgt spid="90"/>
                                        </p:tgtEl>
                                        <p:attrNameLst>
                                          <p:attrName>ppt_y</p:attrName>
                                        </p:attrNameLst>
                                      </p:cBhvr>
                                      <p:tavLst>
                                        <p:tav tm="0">
                                          <p:val>
                                            <p:strVal val="1+#ppt_h/2"/>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49"/>
                                        </p:tgtEl>
                                        <p:attrNameLst>
                                          <p:attrName>style.visibility</p:attrName>
                                        </p:attrNameLst>
                                      </p:cBhvr>
                                      <p:to>
                                        <p:strVal val="visible"/>
                                      </p:to>
                                    </p:set>
                                    <p:anim calcmode="lin" valueType="num">
                                      <p:cBhvr additive="base">
                                        <p:cTn id="15" dur="500" fill="hold"/>
                                        <p:tgtEl>
                                          <p:spTgt spid="49"/>
                                        </p:tgtEl>
                                        <p:attrNameLst>
                                          <p:attrName>ppt_x</p:attrName>
                                        </p:attrNameLst>
                                      </p:cBhvr>
                                      <p:tavLst>
                                        <p:tav tm="0">
                                          <p:val>
                                            <p:strVal val="1+#ppt_w/2"/>
                                          </p:val>
                                        </p:tav>
                                        <p:tav tm="100000">
                                          <p:val>
                                            <p:strVal val="#ppt_x"/>
                                          </p:val>
                                        </p:tav>
                                      </p:tavLst>
                                    </p:anim>
                                    <p:anim calcmode="lin" valueType="num">
                                      <p:cBhvr additive="base">
                                        <p:cTn id="16" dur="500" fill="hold"/>
                                        <p:tgtEl>
                                          <p:spTgt spid="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5D2E0D8-39F0-293E-98A0-F7611E68ABCD}"/>
            </a:ext>
          </a:extLst>
        </p:cNvPr>
        <p:cNvGrpSpPr/>
        <p:nvPr/>
      </p:nvGrpSpPr>
      <p:grpSpPr>
        <a:xfrm>
          <a:off x="0" y="0"/>
          <a:ext cx="0" cy="0"/>
          <a:chOff x="0" y="0"/>
          <a:chExt cx="0" cy="0"/>
        </a:xfrm>
      </p:grpSpPr>
      <p:grpSp>
        <p:nvGrpSpPr>
          <p:cNvPr id="23" name="Group 22">
            <a:extLst>
              <a:ext uri="{FF2B5EF4-FFF2-40B4-BE49-F238E27FC236}">
                <a16:creationId xmlns="" xmlns:a16="http://schemas.microsoft.com/office/drawing/2014/main" id="{A6AF4898-9A3E-3CC0-147A-47F6F74D0F37}"/>
              </a:ext>
            </a:extLst>
          </p:cNvPr>
          <p:cNvGrpSpPr/>
          <p:nvPr/>
        </p:nvGrpSpPr>
        <p:grpSpPr>
          <a:xfrm>
            <a:off x="-372343" y="2738243"/>
            <a:ext cx="1314897" cy="1487188"/>
            <a:chOff x="-305647" y="2467262"/>
            <a:chExt cx="1314897" cy="1487188"/>
          </a:xfrm>
        </p:grpSpPr>
        <p:sp>
          <p:nvSpPr>
            <p:cNvPr id="30" name="KSO_Shape">
              <a:extLst>
                <a:ext uri="{FF2B5EF4-FFF2-40B4-BE49-F238E27FC236}">
                  <a16:creationId xmlns="" xmlns:a16="http://schemas.microsoft.com/office/drawing/2014/main" id="{001687EE-43C4-2AA2-5B73-20E20433233E}"/>
                </a:ext>
              </a:extLst>
            </p:cNvPr>
            <p:cNvSpPr>
              <a:spLocks/>
            </p:cNvSpPr>
            <p:nvPr/>
          </p:nvSpPr>
          <p:spPr bwMode="auto">
            <a:xfrm rot="69658">
              <a:off x="645262" y="2467262"/>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nvGrpSpPr>
            <p:cNvPr id="40" name="组合 39">
              <a:extLst>
                <a:ext uri="{FF2B5EF4-FFF2-40B4-BE49-F238E27FC236}">
                  <a16:creationId xmlns="" xmlns:a16="http://schemas.microsoft.com/office/drawing/2014/main" id="{66BAE30D-D981-8396-6809-5EFDB296DF67}"/>
                </a:ext>
              </a:extLst>
            </p:cNvPr>
            <p:cNvGrpSpPr/>
            <p:nvPr/>
          </p:nvGrpSpPr>
          <p:grpSpPr>
            <a:xfrm rot="18345">
              <a:off x="-289106" y="2535134"/>
              <a:ext cx="585587" cy="91143"/>
              <a:chOff x="8614611" y="410539"/>
              <a:chExt cx="585587" cy="91143"/>
            </a:xfrm>
          </p:grpSpPr>
          <p:sp>
            <p:nvSpPr>
              <p:cNvPr id="41" name="圆角矩形 40">
                <a:extLst>
                  <a:ext uri="{FF2B5EF4-FFF2-40B4-BE49-F238E27FC236}">
                    <a16:creationId xmlns="" xmlns:a16="http://schemas.microsoft.com/office/drawing/2014/main" id="{92FDF6F7-D143-5C8E-2D00-140A6AE281D5}"/>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42" name="圆角矩形 41">
                <a:extLst>
                  <a:ext uri="{FF2B5EF4-FFF2-40B4-BE49-F238E27FC236}">
                    <a16:creationId xmlns="" xmlns:a16="http://schemas.microsoft.com/office/drawing/2014/main" id="{6AA57341-91A3-2C5D-0890-3B82FAE74E35}"/>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43" name="圆角矩形 42">
                <a:extLst>
                  <a:ext uri="{FF2B5EF4-FFF2-40B4-BE49-F238E27FC236}">
                    <a16:creationId xmlns="" xmlns:a16="http://schemas.microsoft.com/office/drawing/2014/main" id="{DB17894B-C3BC-9E7C-9EAC-7D8B25465EA8}"/>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44" name="圆角矩形 43">
                <a:extLst>
                  <a:ext uri="{FF2B5EF4-FFF2-40B4-BE49-F238E27FC236}">
                    <a16:creationId xmlns="" xmlns:a16="http://schemas.microsoft.com/office/drawing/2014/main" id="{3D0CE183-6550-DC06-FBAB-56DFC282770F}"/>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grpSp>
        <p:sp>
          <p:nvSpPr>
            <p:cNvPr id="55" name="KSO_Shape">
              <a:extLst>
                <a:ext uri="{FF2B5EF4-FFF2-40B4-BE49-F238E27FC236}">
                  <a16:creationId xmlns="" xmlns:a16="http://schemas.microsoft.com/office/drawing/2014/main" id="{DF2918E6-D702-5B62-FBD7-BBA3956A842B}"/>
                </a:ext>
              </a:extLst>
            </p:cNvPr>
            <p:cNvSpPr>
              <a:spLocks/>
            </p:cNvSpPr>
            <p:nvPr/>
          </p:nvSpPr>
          <p:spPr bwMode="auto">
            <a:xfrm rot="69658">
              <a:off x="645263" y="3685705"/>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nvGrpSpPr>
            <p:cNvPr id="56" name="组合 55">
              <a:extLst>
                <a:ext uri="{FF2B5EF4-FFF2-40B4-BE49-F238E27FC236}">
                  <a16:creationId xmlns="" xmlns:a16="http://schemas.microsoft.com/office/drawing/2014/main" id="{CC0BA770-A18F-6621-6AA6-C197E8AC5F1D}"/>
                </a:ext>
              </a:extLst>
            </p:cNvPr>
            <p:cNvGrpSpPr/>
            <p:nvPr/>
          </p:nvGrpSpPr>
          <p:grpSpPr>
            <a:xfrm rot="18345">
              <a:off x="-289105" y="3753577"/>
              <a:ext cx="585587" cy="91143"/>
              <a:chOff x="8614611" y="410539"/>
              <a:chExt cx="585587" cy="91143"/>
            </a:xfrm>
          </p:grpSpPr>
          <p:sp>
            <p:nvSpPr>
              <p:cNvPr id="57" name="圆角矩形 56">
                <a:extLst>
                  <a:ext uri="{FF2B5EF4-FFF2-40B4-BE49-F238E27FC236}">
                    <a16:creationId xmlns="" xmlns:a16="http://schemas.microsoft.com/office/drawing/2014/main" id="{153A30DA-590E-6524-FC46-080875D19E65}"/>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58" name="圆角矩形 57">
                <a:extLst>
                  <a:ext uri="{FF2B5EF4-FFF2-40B4-BE49-F238E27FC236}">
                    <a16:creationId xmlns="" xmlns:a16="http://schemas.microsoft.com/office/drawing/2014/main" id="{1E6D74B5-E2C9-8E5B-3BF8-EEA68027766E}"/>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59" name="圆角矩形 58">
                <a:extLst>
                  <a:ext uri="{FF2B5EF4-FFF2-40B4-BE49-F238E27FC236}">
                    <a16:creationId xmlns="" xmlns:a16="http://schemas.microsoft.com/office/drawing/2014/main" id="{56F2CA02-4EBC-6154-B543-DE9355E6C6EA}"/>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60" name="圆角矩形 59">
                <a:extLst>
                  <a:ext uri="{FF2B5EF4-FFF2-40B4-BE49-F238E27FC236}">
                    <a16:creationId xmlns="" xmlns:a16="http://schemas.microsoft.com/office/drawing/2014/main" id="{25795025-361C-F028-D654-A183F8CB3687}"/>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grpSp>
        <p:grpSp>
          <p:nvGrpSpPr>
            <p:cNvPr id="62" name="组合 61">
              <a:extLst>
                <a:ext uri="{FF2B5EF4-FFF2-40B4-BE49-F238E27FC236}">
                  <a16:creationId xmlns="" xmlns:a16="http://schemas.microsoft.com/office/drawing/2014/main" id="{EB798261-43A5-7630-F5C7-564F87D142FB}"/>
                </a:ext>
              </a:extLst>
            </p:cNvPr>
            <p:cNvGrpSpPr/>
            <p:nvPr/>
          </p:nvGrpSpPr>
          <p:grpSpPr>
            <a:xfrm rot="18345">
              <a:off x="423663" y="3145565"/>
              <a:ext cx="585587" cy="91143"/>
              <a:chOff x="8614611" y="410539"/>
              <a:chExt cx="585587" cy="91143"/>
            </a:xfrm>
          </p:grpSpPr>
          <p:sp>
            <p:nvSpPr>
              <p:cNvPr id="63" name="圆角矩形 62">
                <a:extLst>
                  <a:ext uri="{FF2B5EF4-FFF2-40B4-BE49-F238E27FC236}">
                    <a16:creationId xmlns="" xmlns:a16="http://schemas.microsoft.com/office/drawing/2014/main" id="{8939C0E7-5823-A07F-FAC8-75A56D98F79E}"/>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64" name="圆角矩形 63">
                <a:extLst>
                  <a:ext uri="{FF2B5EF4-FFF2-40B4-BE49-F238E27FC236}">
                    <a16:creationId xmlns="" xmlns:a16="http://schemas.microsoft.com/office/drawing/2014/main" id="{F7F5BC4A-745A-7616-D528-34605044946E}"/>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65" name="圆角矩形 64">
                <a:extLst>
                  <a:ext uri="{FF2B5EF4-FFF2-40B4-BE49-F238E27FC236}">
                    <a16:creationId xmlns="" xmlns:a16="http://schemas.microsoft.com/office/drawing/2014/main" id="{53F9060E-694B-61CE-01D5-2CEB1DD6F69B}"/>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66" name="圆角矩形 65">
                <a:extLst>
                  <a:ext uri="{FF2B5EF4-FFF2-40B4-BE49-F238E27FC236}">
                    <a16:creationId xmlns="" xmlns:a16="http://schemas.microsoft.com/office/drawing/2014/main" id="{47D3113C-291F-1C8E-DC4D-4B02169BA3E3}"/>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grpSp>
        <p:sp>
          <p:nvSpPr>
            <p:cNvPr id="67" name="KSO_Shape">
              <a:extLst>
                <a:ext uri="{FF2B5EF4-FFF2-40B4-BE49-F238E27FC236}">
                  <a16:creationId xmlns="" xmlns:a16="http://schemas.microsoft.com/office/drawing/2014/main" id="{6125B240-34B4-D618-F27A-2110728BEC68}"/>
                </a:ext>
              </a:extLst>
            </p:cNvPr>
            <p:cNvSpPr>
              <a:spLocks/>
            </p:cNvSpPr>
            <p:nvPr/>
          </p:nvSpPr>
          <p:spPr bwMode="auto">
            <a:xfrm rot="69658">
              <a:off x="-305647" y="3055198"/>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grpSp>
        <p:nvGrpSpPr>
          <p:cNvPr id="21" name="Group 20">
            <a:extLst>
              <a:ext uri="{FF2B5EF4-FFF2-40B4-BE49-F238E27FC236}">
                <a16:creationId xmlns="" xmlns:a16="http://schemas.microsoft.com/office/drawing/2014/main" id="{A96A47A1-7929-04CA-B84F-B73B22AB3F0F}"/>
              </a:ext>
            </a:extLst>
          </p:cNvPr>
          <p:cNvGrpSpPr/>
          <p:nvPr/>
        </p:nvGrpSpPr>
        <p:grpSpPr>
          <a:xfrm rot="10800000">
            <a:off x="11298884" y="2578950"/>
            <a:ext cx="1314897" cy="1487188"/>
            <a:chOff x="11678273" y="2467261"/>
            <a:chExt cx="1314897" cy="1487188"/>
          </a:xfrm>
        </p:grpSpPr>
        <p:sp>
          <p:nvSpPr>
            <p:cNvPr id="49" name="KSO_Shape">
              <a:extLst>
                <a:ext uri="{FF2B5EF4-FFF2-40B4-BE49-F238E27FC236}">
                  <a16:creationId xmlns="" xmlns:a16="http://schemas.microsoft.com/office/drawing/2014/main" id="{1D3E01FF-6569-405C-D028-6ADBBD22A79C}"/>
                </a:ext>
              </a:extLst>
            </p:cNvPr>
            <p:cNvSpPr>
              <a:spLocks/>
            </p:cNvSpPr>
            <p:nvPr/>
          </p:nvSpPr>
          <p:spPr bwMode="auto">
            <a:xfrm rot="69658">
              <a:off x="12629182" y="2467261"/>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nvGrpSpPr>
            <p:cNvPr id="50" name="组合 39">
              <a:extLst>
                <a:ext uri="{FF2B5EF4-FFF2-40B4-BE49-F238E27FC236}">
                  <a16:creationId xmlns="" xmlns:a16="http://schemas.microsoft.com/office/drawing/2014/main" id="{64D1F69E-7E06-8D39-71A2-C2BDCD5962D8}"/>
                </a:ext>
              </a:extLst>
            </p:cNvPr>
            <p:cNvGrpSpPr/>
            <p:nvPr/>
          </p:nvGrpSpPr>
          <p:grpSpPr>
            <a:xfrm rot="18345">
              <a:off x="11694814" y="2535133"/>
              <a:ext cx="585587" cy="91143"/>
              <a:chOff x="8614611" y="410539"/>
              <a:chExt cx="585587" cy="91143"/>
            </a:xfrm>
          </p:grpSpPr>
          <p:sp>
            <p:nvSpPr>
              <p:cNvPr id="51" name="圆角矩形 40">
                <a:extLst>
                  <a:ext uri="{FF2B5EF4-FFF2-40B4-BE49-F238E27FC236}">
                    <a16:creationId xmlns="" xmlns:a16="http://schemas.microsoft.com/office/drawing/2014/main" id="{FD16CFAB-4083-503F-DFE7-6E55A3994C15}"/>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52" name="圆角矩形 41">
                <a:extLst>
                  <a:ext uri="{FF2B5EF4-FFF2-40B4-BE49-F238E27FC236}">
                    <a16:creationId xmlns="" xmlns:a16="http://schemas.microsoft.com/office/drawing/2014/main" id="{A6065522-0B22-F00A-676E-6CDE8C6C3DC8}"/>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53" name="圆角矩形 42">
                <a:extLst>
                  <a:ext uri="{FF2B5EF4-FFF2-40B4-BE49-F238E27FC236}">
                    <a16:creationId xmlns="" xmlns:a16="http://schemas.microsoft.com/office/drawing/2014/main" id="{B8461E07-FB1A-F67D-90B0-72FEC55E435B}"/>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54" name="圆角矩形 43">
                <a:extLst>
                  <a:ext uri="{FF2B5EF4-FFF2-40B4-BE49-F238E27FC236}">
                    <a16:creationId xmlns="" xmlns:a16="http://schemas.microsoft.com/office/drawing/2014/main" id="{4FA85C76-A0FC-FD78-5BDF-15A375389AC6}"/>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grpSp>
        <p:sp>
          <p:nvSpPr>
            <p:cNvPr id="61" name="KSO_Shape">
              <a:extLst>
                <a:ext uri="{FF2B5EF4-FFF2-40B4-BE49-F238E27FC236}">
                  <a16:creationId xmlns="" xmlns:a16="http://schemas.microsoft.com/office/drawing/2014/main" id="{579347E5-7F4A-7B14-DD57-B3A8FAE3CF56}"/>
                </a:ext>
              </a:extLst>
            </p:cNvPr>
            <p:cNvSpPr>
              <a:spLocks/>
            </p:cNvSpPr>
            <p:nvPr/>
          </p:nvSpPr>
          <p:spPr bwMode="auto">
            <a:xfrm rot="69658">
              <a:off x="12629183" y="3685704"/>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nvGrpSpPr>
            <p:cNvPr id="68" name="组合 55">
              <a:extLst>
                <a:ext uri="{FF2B5EF4-FFF2-40B4-BE49-F238E27FC236}">
                  <a16:creationId xmlns="" xmlns:a16="http://schemas.microsoft.com/office/drawing/2014/main" id="{F056C2DF-681B-7EE4-94BA-F680661478B0}"/>
                </a:ext>
              </a:extLst>
            </p:cNvPr>
            <p:cNvGrpSpPr/>
            <p:nvPr/>
          </p:nvGrpSpPr>
          <p:grpSpPr>
            <a:xfrm rot="18345">
              <a:off x="11694815" y="3753576"/>
              <a:ext cx="585587" cy="91143"/>
              <a:chOff x="8614611" y="410539"/>
              <a:chExt cx="585587" cy="91143"/>
            </a:xfrm>
          </p:grpSpPr>
          <p:sp>
            <p:nvSpPr>
              <p:cNvPr id="69" name="圆角矩形 56">
                <a:extLst>
                  <a:ext uri="{FF2B5EF4-FFF2-40B4-BE49-F238E27FC236}">
                    <a16:creationId xmlns="" xmlns:a16="http://schemas.microsoft.com/office/drawing/2014/main" id="{7CFBDBD3-7A35-4299-476E-37C80982B57F}"/>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0" name="圆角矩形 57">
                <a:extLst>
                  <a:ext uri="{FF2B5EF4-FFF2-40B4-BE49-F238E27FC236}">
                    <a16:creationId xmlns="" xmlns:a16="http://schemas.microsoft.com/office/drawing/2014/main" id="{1F9556D9-8A9F-66DA-8D0A-5E0D51A94A94}"/>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1" name="圆角矩形 58">
                <a:extLst>
                  <a:ext uri="{FF2B5EF4-FFF2-40B4-BE49-F238E27FC236}">
                    <a16:creationId xmlns="" xmlns:a16="http://schemas.microsoft.com/office/drawing/2014/main" id="{0ACCE6F1-B538-F074-34C5-D56C4889793E}"/>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2" name="圆角矩形 59">
                <a:extLst>
                  <a:ext uri="{FF2B5EF4-FFF2-40B4-BE49-F238E27FC236}">
                    <a16:creationId xmlns="" xmlns:a16="http://schemas.microsoft.com/office/drawing/2014/main" id="{A597C7B3-FADD-D9AA-38E8-3FB3AE21BAE9}"/>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dirty="0">
                  <a:latin typeface="+mj-lt"/>
                </a:endParaRPr>
              </a:p>
            </p:txBody>
          </p:sp>
        </p:grpSp>
        <p:grpSp>
          <p:nvGrpSpPr>
            <p:cNvPr id="73" name="组合 61">
              <a:extLst>
                <a:ext uri="{FF2B5EF4-FFF2-40B4-BE49-F238E27FC236}">
                  <a16:creationId xmlns="" xmlns:a16="http://schemas.microsoft.com/office/drawing/2014/main" id="{1586B4CD-0A09-6358-190E-C97633C1E02B}"/>
                </a:ext>
              </a:extLst>
            </p:cNvPr>
            <p:cNvGrpSpPr/>
            <p:nvPr/>
          </p:nvGrpSpPr>
          <p:grpSpPr>
            <a:xfrm rot="18345">
              <a:off x="12407583" y="3145564"/>
              <a:ext cx="585587" cy="91143"/>
              <a:chOff x="8614611" y="410539"/>
              <a:chExt cx="585587" cy="91143"/>
            </a:xfrm>
          </p:grpSpPr>
          <p:sp>
            <p:nvSpPr>
              <p:cNvPr id="74" name="圆角矩形 62">
                <a:extLst>
                  <a:ext uri="{FF2B5EF4-FFF2-40B4-BE49-F238E27FC236}">
                    <a16:creationId xmlns="" xmlns:a16="http://schemas.microsoft.com/office/drawing/2014/main" id="{6D978F2F-D824-A6F3-6529-36B2E2B56FE4}"/>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5" name="圆角矩形 63">
                <a:extLst>
                  <a:ext uri="{FF2B5EF4-FFF2-40B4-BE49-F238E27FC236}">
                    <a16:creationId xmlns="" xmlns:a16="http://schemas.microsoft.com/office/drawing/2014/main" id="{F1B468AD-7F00-0D78-5291-3CE6A754B90C}"/>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6" name="圆角矩形 64">
                <a:extLst>
                  <a:ext uri="{FF2B5EF4-FFF2-40B4-BE49-F238E27FC236}">
                    <a16:creationId xmlns="" xmlns:a16="http://schemas.microsoft.com/office/drawing/2014/main" id="{4C222CB6-27C4-D1D5-3AB9-606A5E7B9E0E}"/>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7" name="圆角矩形 65">
                <a:extLst>
                  <a:ext uri="{FF2B5EF4-FFF2-40B4-BE49-F238E27FC236}">
                    <a16:creationId xmlns="" xmlns:a16="http://schemas.microsoft.com/office/drawing/2014/main" id="{92AA1D5C-4F2A-7F09-4022-405D8258B77B}"/>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grpSp>
        <p:sp>
          <p:nvSpPr>
            <p:cNvPr id="78" name="KSO_Shape">
              <a:extLst>
                <a:ext uri="{FF2B5EF4-FFF2-40B4-BE49-F238E27FC236}">
                  <a16:creationId xmlns="" xmlns:a16="http://schemas.microsoft.com/office/drawing/2014/main" id="{95C99747-2A08-F3B1-3E16-8ADDC8957225}"/>
                </a:ext>
              </a:extLst>
            </p:cNvPr>
            <p:cNvSpPr>
              <a:spLocks/>
            </p:cNvSpPr>
            <p:nvPr/>
          </p:nvSpPr>
          <p:spPr bwMode="auto">
            <a:xfrm rot="69658">
              <a:off x="11678273" y="3055197"/>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grpSp>
        <p:nvGrpSpPr>
          <p:cNvPr id="79" name="组合 4">
            <a:extLst>
              <a:ext uri="{FF2B5EF4-FFF2-40B4-BE49-F238E27FC236}">
                <a16:creationId xmlns="" xmlns:a16="http://schemas.microsoft.com/office/drawing/2014/main" id="{3E32F614-1F44-C0F3-B006-EDF17941B4F5}"/>
              </a:ext>
            </a:extLst>
          </p:cNvPr>
          <p:cNvGrpSpPr/>
          <p:nvPr/>
        </p:nvGrpSpPr>
        <p:grpSpPr>
          <a:xfrm>
            <a:off x="-23313" y="757693"/>
            <a:ext cx="3395006" cy="431295"/>
            <a:chOff x="-22274" y="526055"/>
            <a:chExt cx="3395006" cy="431295"/>
          </a:xfrm>
        </p:grpSpPr>
        <p:grpSp>
          <p:nvGrpSpPr>
            <p:cNvPr id="80" name="组合 5">
              <a:extLst>
                <a:ext uri="{FF2B5EF4-FFF2-40B4-BE49-F238E27FC236}">
                  <a16:creationId xmlns="" xmlns:a16="http://schemas.microsoft.com/office/drawing/2014/main" id="{EA1E49F9-7BE1-31F0-1AA4-FC17D17BBCEE}"/>
                </a:ext>
              </a:extLst>
            </p:cNvPr>
            <p:cNvGrpSpPr/>
            <p:nvPr/>
          </p:nvGrpSpPr>
          <p:grpSpPr>
            <a:xfrm>
              <a:off x="-22274" y="526055"/>
              <a:ext cx="2726545" cy="431295"/>
              <a:chOff x="-22274" y="526055"/>
              <a:chExt cx="2726545" cy="431295"/>
            </a:xfrm>
          </p:grpSpPr>
          <p:sp>
            <p:nvSpPr>
              <p:cNvPr id="85" name="任意多边形 11">
                <a:extLst>
                  <a:ext uri="{FF2B5EF4-FFF2-40B4-BE49-F238E27FC236}">
                    <a16:creationId xmlns="" xmlns:a16="http://schemas.microsoft.com/office/drawing/2014/main" id="{70F00A70-44D9-5373-6142-2DA5ABAF3F7A}"/>
                  </a:ext>
                </a:extLst>
              </p:cNvPr>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86" name="组合 12">
                <a:extLst>
                  <a:ext uri="{FF2B5EF4-FFF2-40B4-BE49-F238E27FC236}">
                    <a16:creationId xmlns="" xmlns:a16="http://schemas.microsoft.com/office/drawing/2014/main" id="{A5379E43-D196-B15F-686A-9245D0C59E84}"/>
                  </a:ext>
                </a:extLst>
              </p:cNvPr>
              <p:cNvGrpSpPr/>
              <p:nvPr/>
            </p:nvGrpSpPr>
            <p:grpSpPr>
              <a:xfrm>
                <a:off x="206190" y="526055"/>
                <a:ext cx="276624" cy="276624"/>
                <a:chOff x="5216663" y="2206897"/>
                <a:chExt cx="276624" cy="276624"/>
              </a:xfrm>
            </p:grpSpPr>
            <p:sp>
              <p:nvSpPr>
                <p:cNvPr id="88" name="Oval 35">
                  <a:extLst>
                    <a:ext uri="{FF2B5EF4-FFF2-40B4-BE49-F238E27FC236}">
                      <a16:creationId xmlns="" xmlns:a16="http://schemas.microsoft.com/office/drawing/2014/main" id="{463EB779-AE73-888E-056D-0E24158FD853}"/>
                    </a:ext>
                  </a:extLst>
                </p:cNvPr>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9" name="Oval 35">
                  <a:extLst>
                    <a:ext uri="{FF2B5EF4-FFF2-40B4-BE49-F238E27FC236}">
                      <a16:creationId xmlns="" xmlns:a16="http://schemas.microsoft.com/office/drawing/2014/main" id="{48444000-2742-6295-79F1-DB03FEFA15B2}"/>
                    </a:ext>
                  </a:extLst>
                </p:cNvPr>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87" name="Oval 35">
                <a:extLst>
                  <a:ext uri="{FF2B5EF4-FFF2-40B4-BE49-F238E27FC236}">
                    <a16:creationId xmlns="" xmlns:a16="http://schemas.microsoft.com/office/drawing/2014/main" id="{68970CAF-DF70-D215-C4F4-9B7F11A05C83}"/>
                  </a:ext>
                </a:extLst>
              </p:cNvPr>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81" name="组合 7">
              <a:extLst>
                <a:ext uri="{FF2B5EF4-FFF2-40B4-BE49-F238E27FC236}">
                  <a16:creationId xmlns="" xmlns:a16="http://schemas.microsoft.com/office/drawing/2014/main" id="{1FA9F9ED-05F9-D9CF-A2D2-879851495A77}"/>
                </a:ext>
              </a:extLst>
            </p:cNvPr>
            <p:cNvGrpSpPr/>
            <p:nvPr/>
          </p:nvGrpSpPr>
          <p:grpSpPr>
            <a:xfrm>
              <a:off x="2909925" y="529575"/>
              <a:ext cx="462807" cy="427775"/>
              <a:chOff x="2909925" y="529575"/>
              <a:chExt cx="462807" cy="427775"/>
            </a:xfrm>
          </p:grpSpPr>
          <p:sp>
            <p:nvSpPr>
              <p:cNvPr id="82" name="任意多边形 8">
                <a:extLst>
                  <a:ext uri="{FF2B5EF4-FFF2-40B4-BE49-F238E27FC236}">
                    <a16:creationId xmlns="" xmlns:a16="http://schemas.microsoft.com/office/drawing/2014/main" id="{94272761-B250-DE62-294F-AC79B6123BFE}"/>
                  </a:ext>
                </a:extLst>
              </p:cNvPr>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83" name="Oval 35">
                <a:extLst>
                  <a:ext uri="{FF2B5EF4-FFF2-40B4-BE49-F238E27FC236}">
                    <a16:creationId xmlns="" xmlns:a16="http://schemas.microsoft.com/office/drawing/2014/main" id="{164CAED4-8BE4-07CB-82C4-2511A3F96A26}"/>
                  </a:ext>
                </a:extLst>
              </p:cNvPr>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4" name="Oval 35">
                <a:extLst>
                  <a:ext uri="{FF2B5EF4-FFF2-40B4-BE49-F238E27FC236}">
                    <a16:creationId xmlns="" xmlns:a16="http://schemas.microsoft.com/office/drawing/2014/main" id="{37DF0D37-27AF-208A-1536-BC89BFB15B65}"/>
                  </a:ext>
                </a:extLst>
              </p:cNvPr>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90" name="文本框 6">
            <a:extLst>
              <a:ext uri="{FF2B5EF4-FFF2-40B4-BE49-F238E27FC236}">
                <a16:creationId xmlns="" xmlns:a16="http://schemas.microsoft.com/office/drawing/2014/main" id="{887372B3-67A0-D46E-6A87-0421B414E18B}"/>
              </a:ext>
            </a:extLst>
          </p:cNvPr>
          <p:cNvSpPr txBox="1"/>
          <p:nvPr/>
        </p:nvSpPr>
        <p:spPr>
          <a:xfrm>
            <a:off x="497590" y="176501"/>
            <a:ext cx="8898202" cy="492443"/>
          </a:xfrm>
          <a:prstGeom prst="rect">
            <a:avLst/>
          </a:prstGeom>
          <a:noFill/>
        </p:spPr>
        <p:txBody>
          <a:bodyPr wrap="square" rtlCol="0">
            <a:spAutoFit/>
          </a:bodyPr>
          <a:lstStyle/>
          <a:p>
            <a:pPr algn="ctr"/>
            <a:r>
              <a:rPr lang="en-US" altLang="zh-CN" sz="2600" b="1" dirty="0">
                <a:latin typeface="+mj-lt"/>
                <a:ea typeface="方正清刻本悦宋简体" panose="02000000000000000000" pitchFamily="2" charset="-122"/>
              </a:rPr>
              <a:t>Architecture of SAR ADC with Low Dropout Regulator</a:t>
            </a:r>
            <a:endParaRPr lang="zh-CN" altLang="en-US" sz="2600" b="1" dirty="0">
              <a:latin typeface="+mj-lt"/>
              <a:ea typeface="方正清刻本悦宋简体" panose="02000000000000000000" pitchFamily="2" charset="-122"/>
            </a:endParaRPr>
          </a:p>
        </p:txBody>
      </p:sp>
      <p:sp>
        <p:nvSpPr>
          <p:cNvPr id="92" name="Isosceles Triangle 91">
            <a:extLst>
              <a:ext uri="{FF2B5EF4-FFF2-40B4-BE49-F238E27FC236}">
                <a16:creationId xmlns="" xmlns:a16="http://schemas.microsoft.com/office/drawing/2014/main" id="{AADFF2E4-300E-A97E-5600-50CF13BD8EA8}"/>
              </a:ext>
            </a:extLst>
          </p:cNvPr>
          <p:cNvSpPr/>
          <p:nvPr/>
        </p:nvSpPr>
        <p:spPr>
          <a:xfrm rot="5400000">
            <a:off x="5680300" y="3319439"/>
            <a:ext cx="798514" cy="944844"/>
          </a:xfrm>
          <a:prstGeom prst="triangl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grpSp>
        <p:nvGrpSpPr>
          <p:cNvPr id="93" name="Group 92">
            <a:extLst>
              <a:ext uri="{FF2B5EF4-FFF2-40B4-BE49-F238E27FC236}">
                <a16:creationId xmlns="" xmlns:a16="http://schemas.microsoft.com/office/drawing/2014/main" id="{D7AA9A06-7E7D-A7F6-5F3D-2C8843D1D7A7}"/>
              </a:ext>
            </a:extLst>
          </p:cNvPr>
          <p:cNvGrpSpPr/>
          <p:nvPr/>
        </p:nvGrpSpPr>
        <p:grpSpPr>
          <a:xfrm>
            <a:off x="5756532" y="3611898"/>
            <a:ext cx="224280" cy="360844"/>
            <a:chOff x="8452884" y="1637414"/>
            <a:chExt cx="398721" cy="641500"/>
          </a:xfrm>
        </p:grpSpPr>
        <p:cxnSp>
          <p:nvCxnSpPr>
            <p:cNvPr id="94" name="Straight Connector 93">
              <a:extLst>
                <a:ext uri="{FF2B5EF4-FFF2-40B4-BE49-F238E27FC236}">
                  <a16:creationId xmlns="" xmlns:a16="http://schemas.microsoft.com/office/drawing/2014/main" id="{39E5DB80-9143-E8DC-B235-41A753CFB54B}"/>
                </a:ext>
              </a:extLst>
            </p:cNvPr>
            <p:cNvCxnSpPr>
              <a:cxnSpLocks/>
            </p:cNvCxnSpPr>
            <p:nvPr/>
          </p:nvCxnSpPr>
          <p:spPr>
            <a:xfrm>
              <a:off x="8644270" y="1637414"/>
              <a:ext cx="20733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 xmlns:a16="http://schemas.microsoft.com/office/drawing/2014/main" id="{56E307D4-3822-EE9A-CC29-02AA8F9899C0}"/>
                </a:ext>
              </a:extLst>
            </p:cNvPr>
            <p:cNvCxnSpPr>
              <a:cxnSpLocks/>
            </p:cNvCxnSpPr>
            <p:nvPr/>
          </p:nvCxnSpPr>
          <p:spPr>
            <a:xfrm>
              <a:off x="8452884" y="2278912"/>
              <a:ext cx="1913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 xmlns:a16="http://schemas.microsoft.com/office/drawing/2014/main" id="{705DFEC3-2F25-012F-51CD-AFDAD89B5E59}"/>
                </a:ext>
              </a:extLst>
            </p:cNvPr>
            <p:cNvCxnSpPr>
              <a:cxnSpLocks/>
            </p:cNvCxnSpPr>
            <p:nvPr/>
          </p:nvCxnSpPr>
          <p:spPr>
            <a:xfrm flipV="1">
              <a:off x="8644270" y="1637414"/>
              <a:ext cx="0" cy="6415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 xmlns:a16="http://schemas.microsoft.com/office/drawing/2014/main" id="{7AC0A2AE-C709-6426-FB95-F28D97E65C09}"/>
                </a:ext>
              </a:extLst>
            </p:cNvPr>
            <p:cNvCxnSpPr>
              <a:cxnSpLocks/>
            </p:cNvCxnSpPr>
            <p:nvPr/>
          </p:nvCxnSpPr>
          <p:spPr>
            <a:xfrm>
              <a:off x="8452884" y="1949303"/>
              <a:ext cx="31897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8" name="Straight Arrow Connector 97">
            <a:extLst>
              <a:ext uri="{FF2B5EF4-FFF2-40B4-BE49-F238E27FC236}">
                <a16:creationId xmlns="" xmlns:a16="http://schemas.microsoft.com/office/drawing/2014/main" id="{3B8DA9D4-2255-CA73-9721-630CAD7506C7}"/>
              </a:ext>
            </a:extLst>
          </p:cNvPr>
          <p:cNvCxnSpPr>
            <a:cxnSpLocks/>
            <a:stCxn id="92" idx="0"/>
          </p:cNvCxnSpPr>
          <p:nvPr/>
        </p:nvCxnSpPr>
        <p:spPr>
          <a:xfrm flipV="1">
            <a:off x="6551982" y="3787993"/>
            <a:ext cx="326945" cy="3868"/>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99" name="Straight Arrow Connector 98">
            <a:extLst>
              <a:ext uri="{FF2B5EF4-FFF2-40B4-BE49-F238E27FC236}">
                <a16:creationId xmlns="" xmlns:a16="http://schemas.microsoft.com/office/drawing/2014/main" id="{D75A38E8-33C9-1117-94C6-B2919EB72435}"/>
              </a:ext>
            </a:extLst>
          </p:cNvPr>
          <p:cNvCxnSpPr>
            <a:cxnSpLocks/>
          </p:cNvCxnSpPr>
          <p:nvPr/>
        </p:nvCxnSpPr>
        <p:spPr>
          <a:xfrm>
            <a:off x="7941510" y="3787994"/>
            <a:ext cx="430641" cy="43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 xmlns:a16="http://schemas.microsoft.com/office/drawing/2014/main" id="{470E00F5-6EF0-22D7-3DE6-3D55E24C57ED}"/>
              </a:ext>
            </a:extLst>
          </p:cNvPr>
          <p:cNvCxnSpPr>
            <a:cxnSpLocks/>
          </p:cNvCxnSpPr>
          <p:nvPr/>
        </p:nvCxnSpPr>
        <p:spPr>
          <a:xfrm>
            <a:off x="8060342" y="3787336"/>
            <a:ext cx="0" cy="123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 xmlns:a16="http://schemas.microsoft.com/office/drawing/2014/main" id="{0F19C1E5-0D94-65FA-1861-270203C9D4FF}"/>
              </a:ext>
            </a:extLst>
          </p:cNvPr>
          <p:cNvCxnSpPr>
            <a:cxnSpLocks/>
          </p:cNvCxnSpPr>
          <p:nvPr/>
        </p:nvCxnSpPr>
        <p:spPr>
          <a:xfrm flipH="1">
            <a:off x="5676787" y="5014804"/>
            <a:ext cx="238355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2" name="Group 101">
            <a:extLst>
              <a:ext uri="{FF2B5EF4-FFF2-40B4-BE49-F238E27FC236}">
                <a16:creationId xmlns="" xmlns:a16="http://schemas.microsoft.com/office/drawing/2014/main" id="{782DC87F-7D7D-C513-F64B-4B9B3FA83757}"/>
              </a:ext>
            </a:extLst>
          </p:cNvPr>
          <p:cNvGrpSpPr/>
          <p:nvPr/>
        </p:nvGrpSpPr>
        <p:grpSpPr>
          <a:xfrm>
            <a:off x="4779665" y="4756232"/>
            <a:ext cx="897123" cy="538274"/>
            <a:chOff x="5185144" y="4986673"/>
            <a:chExt cx="1594885" cy="956931"/>
          </a:xfrm>
        </p:grpSpPr>
        <p:sp>
          <p:nvSpPr>
            <p:cNvPr id="103" name="Freeform: Shape 33">
              <a:extLst>
                <a:ext uri="{FF2B5EF4-FFF2-40B4-BE49-F238E27FC236}">
                  <a16:creationId xmlns="" xmlns:a16="http://schemas.microsoft.com/office/drawing/2014/main" id="{B5909D65-F4F9-A6A2-4086-A57C6A041855}"/>
                </a:ext>
              </a:extLst>
            </p:cNvPr>
            <p:cNvSpPr/>
            <p:nvPr/>
          </p:nvSpPr>
          <p:spPr>
            <a:xfrm>
              <a:off x="5185144" y="4986673"/>
              <a:ext cx="1594884" cy="956931"/>
            </a:xfrm>
            <a:custGeom>
              <a:avLst/>
              <a:gdLst>
                <a:gd name="connsiteX0" fmla="*/ 1584251 w 1594884"/>
                <a:gd name="connsiteY0" fmla="*/ 0 h 956931"/>
                <a:gd name="connsiteX1" fmla="*/ 1594884 w 1594884"/>
                <a:gd name="connsiteY1" fmla="*/ 946298 h 956931"/>
                <a:gd name="connsiteX2" fmla="*/ 520995 w 1594884"/>
                <a:gd name="connsiteY2" fmla="*/ 956931 h 956931"/>
                <a:gd name="connsiteX3" fmla="*/ 0 w 1594884"/>
                <a:gd name="connsiteY3" fmla="*/ 542261 h 956931"/>
                <a:gd name="connsiteX4" fmla="*/ 499730 w 1594884"/>
                <a:gd name="connsiteY4" fmla="*/ 21266 h 956931"/>
                <a:gd name="connsiteX5" fmla="*/ 1584251 w 1594884"/>
                <a:gd name="connsiteY5" fmla="*/ 0 h 95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4884" h="956931">
                  <a:moveTo>
                    <a:pt x="1584251" y="0"/>
                  </a:moveTo>
                  <a:lnTo>
                    <a:pt x="1594884" y="946298"/>
                  </a:lnTo>
                  <a:lnTo>
                    <a:pt x="520995" y="956931"/>
                  </a:lnTo>
                  <a:lnTo>
                    <a:pt x="0" y="542261"/>
                  </a:lnTo>
                  <a:lnTo>
                    <a:pt x="499730" y="21266"/>
                  </a:lnTo>
                  <a:lnTo>
                    <a:pt x="1584251" y="0"/>
                  </a:ln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sp>
          <p:nvSpPr>
            <p:cNvPr id="104" name="TextBox 103">
              <a:extLst>
                <a:ext uri="{FF2B5EF4-FFF2-40B4-BE49-F238E27FC236}">
                  <a16:creationId xmlns="" xmlns:a16="http://schemas.microsoft.com/office/drawing/2014/main" id="{0368FCBC-78D1-E7C4-DF84-85E439232BFB}"/>
                </a:ext>
              </a:extLst>
            </p:cNvPr>
            <p:cNvSpPr txBox="1"/>
            <p:nvPr/>
          </p:nvSpPr>
          <p:spPr>
            <a:xfrm>
              <a:off x="5472225" y="5111196"/>
              <a:ext cx="1307804" cy="779701"/>
            </a:xfrm>
            <a:prstGeom prst="rect">
              <a:avLst/>
            </a:prstGeom>
            <a:noFill/>
            <a:ln w="28575">
              <a:noFill/>
            </a:ln>
          </p:spPr>
          <p:txBody>
            <a:bodyPr wrap="square" rtlCol="0">
              <a:spAutoFit/>
            </a:bodyPr>
            <a:lstStyle/>
            <a:p>
              <a:pPr algn="ctr"/>
              <a:r>
                <a:rPr lang="en-US" sz="1125" b="1" dirty="0"/>
                <a:t>N-bit</a:t>
              </a:r>
            </a:p>
            <a:p>
              <a:pPr algn="ctr"/>
              <a:r>
                <a:rPr lang="en-US" sz="1125" b="1" dirty="0"/>
                <a:t>DAC</a:t>
              </a:r>
            </a:p>
          </p:txBody>
        </p:sp>
      </p:grpSp>
      <p:sp>
        <p:nvSpPr>
          <p:cNvPr id="105" name="TextBox 104">
            <a:extLst>
              <a:ext uri="{FF2B5EF4-FFF2-40B4-BE49-F238E27FC236}">
                <a16:creationId xmlns="" xmlns:a16="http://schemas.microsoft.com/office/drawing/2014/main" id="{72D30EC9-7DD9-13CB-F0DF-EB2080E7F176}"/>
              </a:ext>
            </a:extLst>
          </p:cNvPr>
          <p:cNvSpPr txBox="1"/>
          <p:nvPr/>
        </p:nvSpPr>
        <p:spPr>
          <a:xfrm>
            <a:off x="4135855" y="3376921"/>
            <a:ext cx="735640" cy="611706"/>
          </a:xfrm>
          <a:prstGeom prst="rect">
            <a:avLst/>
          </a:prstGeom>
          <a:noFill/>
          <a:ln w="28575">
            <a:solidFill>
              <a:schemeClr val="tx1"/>
            </a:solidFill>
          </a:ln>
        </p:spPr>
        <p:txBody>
          <a:bodyPr wrap="square" rtlCol="0">
            <a:spAutoFit/>
          </a:bodyPr>
          <a:lstStyle/>
          <a:p>
            <a:pPr algn="ctr"/>
            <a:r>
              <a:rPr lang="en-US" sz="1125" b="1" dirty="0" smtClean="0"/>
              <a:t>Sample</a:t>
            </a:r>
          </a:p>
          <a:p>
            <a:pPr algn="ctr"/>
            <a:r>
              <a:rPr lang="en-US" sz="1125" b="1" dirty="0" smtClean="0"/>
              <a:t>-And-Hold</a:t>
            </a:r>
            <a:endParaRPr lang="en-US" sz="1125" b="1" dirty="0"/>
          </a:p>
        </p:txBody>
      </p:sp>
      <p:cxnSp>
        <p:nvCxnSpPr>
          <p:cNvPr id="106" name="Straight Arrow Connector 105">
            <a:extLst>
              <a:ext uri="{FF2B5EF4-FFF2-40B4-BE49-F238E27FC236}">
                <a16:creationId xmlns="" xmlns:a16="http://schemas.microsoft.com/office/drawing/2014/main" id="{05F6ADA8-95C3-EB10-EE29-E3AF09A526E1}"/>
              </a:ext>
            </a:extLst>
          </p:cNvPr>
          <p:cNvCxnSpPr>
            <a:cxnSpLocks/>
          </p:cNvCxnSpPr>
          <p:nvPr/>
        </p:nvCxnSpPr>
        <p:spPr>
          <a:xfrm flipV="1">
            <a:off x="4367328" y="4113785"/>
            <a:ext cx="1255638" cy="17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 xmlns:a16="http://schemas.microsoft.com/office/drawing/2014/main" id="{22C1AA4B-F09E-B444-52C8-06E541761732}"/>
              </a:ext>
            </a:extLst>
          </p:cNvPr>
          <p:cNvCxnSpPr>
            <a:cxnSpLocks/>
          </p:cNvCxnSpPr>
          <p:nvPr/>
        </p:nvCxnSpPr>
        <p:spPr>
          <a:xfrm>
            <a:off x="4363572" y="4101546"/>
            <a:ext cx="3748" cy="96645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 xmlns:a16="http://schemas.microsoft.com/office/drawing/2014/main" id="{28FDBE15-6895-3F3F-76D7-3BFEDB248D13}"/>
              </a:ext>
            </a:extLst>
          </p:cNvPr>
          <p:cNvCxnSpPr>
            <a:cxnSpLocks/>
            <a:endCxn id="103" idx="3"/>
          </p:cNvCxnSpPr>
          <p:nvPr/>
        </p:nvCxnSpPr>
        <p:spPr>
          <a:xfrm>
            <a:off x="4367322" y="5061255"/>
            <a:ext cx="412343"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 xmlns:a16="http://schemas.microsoft.com/office/drawing/2014/main" id="{F143B542-3E8C-88BF-1D40-B33D1984FC08}"/>
              </a:ext>
            </a:extLst>
          </p:cNvPr>
          <p:cNvCxnSpPr>
            <a:cxnSpLocks/>
            <a:endCxn id="105" idx="1"/>
          </p:cNvCxnSpPr>
          <p:nvPr/>
        </p:nvCxnSpPr>
        <p:spPr>
          <a:xfrm flipV="1">
            <a:off x="2551241" y="3682774"/>
            <a:ext cx="1584614" cy="2"/>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 xmlns:a16="http://schemas.microsoft.com/office/drawing/2014/main" id="{E1FA0604-133E-01DC-3A0D-438260E4FA78}"/>
              </a:ext>
            </a:extLst>
          </p:cNvPr>
          <p:cNvSpPr txBox="1"/>
          <p:nvPr/>
        </p:nvSpPr>
        <p:spPr>
          <a:xfrm>
            <a:off x="5605807" y="4101098"/>
            <a:ext cx="1122392" cy="265457"/>
          </a:xfrm>
          <a:prstGeom prst="rect">
            <a:avLst/>
          </a:prstGeom>
          <a:noFill/>
          <a:ln w="28575">
            <a:noFill/>
          </a:ln>
        </p:spPr>
        <p:txBody>
          <a:bodyPr wrap="square" rtlCol="0">
            <a:spAutoFit/>
          </a:bodyPr>
          <a:lstStyle/>
          <a:p>
            <a:pPr algn="ctr"/>
            <a:r>
              <a:rPr lang="en-US" sz="1125" b="1" dirty="0"/>
              <a:t>Comparator</a:t>
            </a:r>
          </a:p>
        </p:txBody>
      </p:sp>
      <p:sp>
        <p:nvSpPr>
          <p:cNvPr id="115" name="Rectangle 114">
            <a:extLst>
              <a:ext uri="{FF2B5EF4-FFF2-40B4-BE49-F238E27FC236}">
                <a16:creationId xmlns="" xmlns:a16="http://schemas.microsoft.com/office/drawing/2014/main" id="{5707DFE1-CACD-F8E9-F78E-62D885922AD2}"/>
              </a:ext>
            </a:extLst>
          </p:cNvPr>
          <p:cNvSpPr/>
          <p:nvPr/>
        </p:nvSpPr>
        <p:spPr>
          <a:xfrm>
            <a:off x="3002857" y="2896182"/>
            <a:ext cx="5190858" cy="2488022"/>
          </a:xfrm>
          <a:prstGeom prst="rect">
            <a:avLst/>
          </a:prstGeom>
          <a:noFill/>
          <a:ln w="285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sp>
        <p:nvSpPr>
          <p:cNvPr id="123" name="TextBox 122">
            <a:extLst>
              <a:ext uri="{FF2B5EF4-FFF2-40B4-BE49-F238E27FC236}">
                <a16:creationId xmlns="" xmlns:a16="http://schemas.microsoft.com/office/drawing/2014/main" id="{F2821611-398A-9574-9F2F-D6637605EA40}"/>
              </a:ext>
            </a:extLst>
          </p:cNvPr>
          <p:cNvSpPr txBox="1"/>
          <p:nvPr/>
        </p:nvSpPr>
        <p:spPr>
          <a:xfrm>
            <a:off x="2264162" y="3226560"/>
            <a:ext cx="574158" cy="384849"/>
          </a:xfrm>
          <a:prstGeom prst="rect">
            <a:avLst/>
          </a:prstGeom>
          <a:noFill/>
          <a:ln w="28575">
            <a:noFill/>
          </a:ln>
        </p:spPr>
        <p:txBody>
          <a:bodyPr wrap="square" rtlCol="0">
            <a:spAutoFit/>
          </a:bodyPr>
          <a:lstStyle/>
          <a:p>
            <a:pPr algn="ctr"/>
            <a:r>
              <a:rPr lang="en-US" sz="1901" dirty="0">
                <a:solidFill>
                  <a:srgbClr val="00B0F0"/>
                </a:solidFill>
              </a:rPr>
              <a:t>V</a:t>
            </a:r>
          </a:p>
        </p:txBody>
      </p:sp>
      <p:sp>
        <p:nvSpPr>
          <p:cNvPr id="124" name="TextBox 123">
            <a:extLst>
              <a:ext uri="{FF2B5EF4-FFF2-40B4-BE49-F238E27FC236}">
                <a16:creationId xmlns="" xmlns:a16="http://schemas.microsoft.com/office/drawing/2014/main" id="{10FB2A2F-B0F7-09C0-BE29-0196DEEC9812}"/>
              </a:ext>
            </a:extLst>
          </p:cNvPr>
          <p:cNvSpPr txBox="1"/>
          <p:nvPr/>
        </p:nvSpPr>
        <p:spPr>
          <a:xfrm>
            <a:off x="2468107" y="3397767"/>
            <a:ext cx="429630" cy="265457"/>
          </a:xfrm>
          <a:prstGeom prst="rect">
            <a:avLst/>
          </a:prstGeom>
          <a:noFill/>
          <a:ln w="28575">
            <a:noFill/>
          </a:ln>
        </p:spPr>
        <p:txBody>
          <a:bodyPr wrap="square" rtlCol="0">
            <a:spAutoFit/>
          </a:bodyPr>
          <a:lstStyle/>
          <a:p>
            <a:pPr algn="ctr"/>
            <a:r>
              <a:rPr lang="en-US" sz="1125" b="1" dirty="0">
                <a:solidFill>
                  <a:srgbClr val="00B0F0"/>
                </a:solidFill>
              </a:rPr>
              <a:t>IN</a:t>
            </a:r>
          </a:p>
        </p:txBody>
      </p:sp>
      <p:sp>
        <p:nvSpPr>
          <p:cNvPr id="132" name="TextBox 131">
            <a:extLst>
              <a:ext uri="{FF2B5EF4-FFF2-40B4-BE49-F238E27FC236}">
                <a16:creationId xmlns="" xmlns:a16="http://schemas.microsoft.com/office/drawing/2014/main" id="{DB1E28FA-576B-6E9E-22EF-BA085B8B560B}"/>
              </a:ext>
            </a:extLst>
          </p:cNvPr>
          <p:cNvSpPr txBox="1"/>
          <p:nvPr/>
        </p:nvSpPr>
        <p:spPr>
          <a:xfrm>
            <a:off x="6878924" y="3593228"/>
            <a:ext cx="1062584" cy="415498"/>
          </a:xfrm>
          <a:prstGeom prst="rect">
            <a:avLst/>
          </a:prstGeom>
          <a:solidFill>
            <a:schemeClr val="bg1"/>
          </a:solidFill>
          <a:ln w="28575">
            <a:solidFill>
              <a:schemeClr val="tx1"/>
            </a:solidFill>
          </a:ln>
        </p:spPr>
        <p:txBody>
          <a:bodyPr wrap="square" rtlCol="0">
            <a:spAutoFit/>
          </a:bodyPr>
          <a:lstStyle/>
          <a:p>
            <a:pPr algn="ctr"/>
            <a:r>
              <a:rPr lang="en-US" sz="1050" b="1" dirty="0" smtClean="0"/>
              <a:t>synchronous </a:t>
            </a:r>
            <a:r>
              <a:rPr lang="en-US" sz="1050" b="1" dirty="0"/>
              <a:t>SAR Logic</a:t>
            </a:r>
          </a:p>
        </p:txBody>
      </p:sp>
      <p:cxnSp>
        <p:nvCxnSpPr>
          <p:cNvPr id="141" name="Straight Arrow Connector 140">
            <a:extLst>
              <a:ext uri="{FF2B5EF4-FFF2-40B4-BE49-F238E27FC236}">
                <a16:creationId xmlns="" xmlns:a16="http://schemas.microsoft.com/office/drawing/2014/main" id="{8475C85B-7A60-4272-9A43-0EC92076D805}"/>
              </a:ext>
            </a:extLst>
          </p:cNvPr>
          <p:cNvCxnSpPr>
            <a:cxnSpLocks/>
          </p:cNvCxnSpPr>
          <p:nvPr/>
        </p:nvCxnSpPr>
        <p:spPr>
          <a:xfrm flipV="1">
            <a:off x="4864191" y="3581229"/>
            <a:ext cx="713498" cy="3818"/>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46" name="Down Arrow 145"/>
          <p:cNvSpPr/>
          <p:nvPr/>
        </p:nvSpPr>
        <p:spPr>
          <a:xfrm rot="14950020">
            <a:off x="3302682" y="3744382"/>
            <a:ext cx="531493" cy="787369"/>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p:cNvSpPr/>
          <p:nvPr/>
        </p:nvSpPr>
        <p:spPr>
          <a:xfrm>
            <a:off x="3878816" y="3111374"/>
            <a:ext cx="1318700" cy="111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TextBox 110">
            <a:extLst>
              <a:ext uri="{FF2B5EF4-FFF2-40B4-BE49-F238E27FC236}">
                <a16:creationId xmlns="" xmlns:a16="http://schemas.microsoft.com/office/drawing/2014/main" id="{635ECD54-C6B9-57B7-3F40-50E2A8A4C05E}"/>
              </a:ext>
            </a:extLst>
          </p:cNvPr>
          <p:cNvSpPr txBox="1"/>
          <p:nvPr/>
        </p:nvSpPr>
        <p:spPr>
          <a:xfrm>
            <a:off x="8266897" y="3611409"/>
            <a:ext cx="574158" cy="384849"/>
          </a:xfrm>
          <a:prstGeom prst="rect">
            <a:avLst/>
          </a:prstGeom>
          <a:noFill/>
          <a:ln w="28575">
            <a:noFill/>
          </a:ln>
        </p:spPr>
        <p:txBody>
          <a:bodyPr wrap="square" rtlCol="0">
            <a:spAutoFit/>
          </a:bodyPr>
          <a:lstStyle/>
          <a:p>
            <a:pPr algn="ctr"/>
            <a:r>
              <a:rPr lang="en-US" sz="1901" dirty="0"/>
              <a:t>D</a:t>
            </a:r>
          </a:p>
        </p:txBody>
      </p:sp>
      <p:sp>
        <p:nvSpPr>
          <p:cNvPr id="112" name="TextBox 111">
            <a:extLst>
              <a:ext uri="{FF2B5EF4-FFF2-40B4-BE49-F238E27FC236}">
                <a16:creationId xmlns="" xmlns:a16="http://schemas.microsoft.com/office/drawing/2014/main" id="{C28D5D25-56EC-CF60-8AC9-6D13436A0B2C}"/>
              </a:ext>
            </a:extLst>
          </p:cNvPr>
          <p:cNvSpPr txBox="1"/>
          <p:nvPr/>
        </p:nvSpPr>
        <p:spPr>
          <a:xfrm>
            <a:off x="8454299" y="3764783"/>
            <a:ext cx="574158" cy="265457"/>
          </a:xfrm>
          <a:prstGeom prst="rect">
            <a:avLst/>
          </a:prstGeom>
          <a:noFill/>
          <a:ln w="28575">
            <a:noFill/>
          </a:ln>
        </p:spPr>
        <p:txBody>
          <a:bodyPr wrap="square" rtlCol="0">
            <a:spAutoFit/>
          </a:bodyPr>
          <a:lstStyle/>
          <a:p>
            <a:pPr algn="ctr"/>
            <a:r>
              <a:rPr lang="en-US" sz="1125" dirty="0"/>
              <a:t>OUT</a:t>
            </a:r>
          </a:p>
        </p:txBody>
      </p:sp>
    </p:spTree>
    <p:extLst>
      <p:ext uri="{BB962C8B-B14F-4D97-AF65-F5344CB8AC3E}">
        <p14:creationId xmlns:p14="http://schemas.microsoft.com/office/powerpoint/2010/main" val="2982684614"/>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9"/>
                                        </p:tgtEl>
                                        <p:attrNameLst>
                                          <p:attrName>style.visibility</p:attrName>
                                        </p:attrNameLst>
                                      </p:cBhvr>
                                      <p:to>
                                        <p:strVal val="visible"/>
                                      </p:to>
                                    </p:set>
                                    <p:anim calcmode="lin" valueType="num">
                                      <p:cBhvr additive="base">
                                        <p:cTn id="7" dur="500" fill="hold"/>
                                        <p:tgtEl>
                                          <p:spTgt spid="79"/>
                                        </p:tgtEl>
                                        <p:attrNameLst>
                                          <p:attrName>ppt_x</p:attrName>
                                        </p:attrNameLst>
                                      </p:cBhvr>
                                      <p:tavLst>
                                        <p:tav tm="0">
                                          <p:val>
                                            <p:strVal val="#ppt_x"/>
                                          </p:val>
                                        </p:tav>
                                        <p:tav tm="100000">
                                          <p:val>
                                            <p:strVal val="#ppt_x"/>
                                          </p:val>
                                        </p:tav>
                                      </p:tavLst>
                                    </p:anim>
                                    <p:anim calcmode="lin" valueType="num">
                                      <p:cBhvr additive="base">
                                        <p:cTn id="8" dur="500" fill="hold"/>
                                        <p:tgtEl>
                                          <p:spTgt spid="7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0"/>
                                        </p:tgtEl>
                                        <p:attrNameLst>
                                          <p:attrName>style.visibility</p:attrName>
                                        </p:attrNameLst>
                                      </p:cBhvr>
                                      <p:to>
                                        <p:strVal val="visible"/>
                                      </p:to>
                                    </p:set>
                                    <p:anim calcmode="lin" valueType="num">
                                      <p:cBhvr additive="base">
                                        <p:cTn id="11" dur="750" fill="hold"/>
                                        <p:tgtEl>
                                          <p:spTgt spid="90"/>
                                        </p:tgtEl>
                                        <p:attrNameLst>
                                          <p:attrName>ppt_x</p:attrName>
                                        </p:attrNameLst>
                                      </p:cBhvr>
                                      <p:tavLst>
                                        <p:tav tm="0">
                                          <p:val>
                                            <p:strVal val="#ppt_x"/>
                                          </p:val>
                                        </p:tav>
                                        <p:tav tm="100000">
                                          <p:val>
                                            <p:strVal val="#ppt_x"/>
                                          </p:val>
                                        </p:tav>
                                      </p:tavLst>
                                    </p:anim>
                                    <p:anim calcmode="lin" valueType="num">
                                      <p:cBhvr additive="base">
                                        <p:cTn id="12" dur="750" fill="hold"/>
                                        <p:tgtEl>
                                          <p:spTgt spid="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集成电路行业案例分析_深圳合伙人电子有限公司"/>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saturation sat="660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36" name="组合 35"/>
          <p:cNvGrpSpPr/>
          <p:nvPr/>
        </p:nvGrpSpPr>
        <p:grpSpPr>
          <a:xfrm>
            <a:off x="1137375" y="213578"/>
            <a:ext cx="3403617" cy="932406"/>
            <a:chOff x="7596572" y="1116941"/>
            <a:chExt cx="3216771" cy="932406"/>
          </a:xfrm>
        </p:grpSpPr>
        <p:sp>
          <p:nvSpPr>
            <p:cNvPr id="24" name="圆角矩形 23"/>
            <p:cNvSpPr/>
            <p:nvPr/>
          </p:nvSpPr>
          <p:spPr>
            <a:xfrm>
              <a:off x="7722775" y="1247161"/>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25" name="圆角矩形 24"/>
            <p:cNvSpPr/>
            <p:nvPr/>
          </p:nvSpPr>
          <p:spPr>
            <a:xfrm>
              <a:off x="7596572" y="1116941"/>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32" name="矩形 31"/>
            <p:cNvSpPr/>
            <p:nvPr/>
          </p:nvSpPr>
          <p:spPr>
            <a:xfrm>
              <a:off x="7802806" y="1371982"/>
              <a:ext cx="3010537" cy="677365"/>
            </a:xfrm>
            <a:prstGeom prst="rect">
              <a:avLst/>
            </a:prstGeom>
          </p:spPr>
          <p:txBody>
            <a:bodyPr wrap="square">
              <a:spAutoFit/>
            </a:bodyPr>
            <a:lstStyle/>
            <a:p>
              <a:r>
                <a:rPr lang="tr-TR" altLang="zh-CN" sz="1901" b="1" dirty="0">
                  <a:solidFill>
                    <a:schemeClr val="bg1"/>
                  </a:solidFill>
                  <a:latin typeface="+mj-lt"/>
                  <a:ea typeface="方正正黑简体" panose="02000000000000000000" pitchFamily="2" charset="-122"/>
                </a:rPr>
                <a:t>Technology</a:t>
              </a:r>
              <a:r>
                <a:rPr lang="en-US" altLang="zh-CN" sz="1901" b="1" dirty="0">
                  <a:solidFill>
                    <a:schemeClr val="bg1"/>
                  </a:solidFill>
                  <a:latin typeface="+mj-lt"/>
                  <a:ea typeface="方正正黑简体" panose="02000000000000000000" pitchFamily="2" charset="-122"/>
                </a:rPr>
                <a:t>: </a:t>
              </a:r>
              <a:r>
                <a:rPr lang="tr-TR" altLang="zh-CN" sz="1901" b="1" dirty="0">
                  <a:solidFill>
                    <a:schemeClr val="bg1"/>
                  </a:solidFill>
                  <a:latin typeface="+mj-lt"/>
                  <a:ea typeface="方正正黑简体" panose="02000000000000000000" pitchFamily="2" charset="-122"/>
                </a:rPr>
                <a:t>45 nm CMOS </a:t>
              </a:r>
              <a:endParaRPr lang="zh-CN" altLang="en-US" sz="1901" b="1" dirty="0">
                <a:solidFill>
                  <a:schemeClr val="bg1"/>
                </a:solidFill>
                <a:latin typeface="+mj-lt"/>
                <a:ea typeface="方正正黑简体" panose="02000000000000000000" pitchFamily="2" charset="-122"/>
              </a:endParaRPr>
            </a:p>
          </p:txBody>
        </p:sp>
      </p:grpSp>
      <p:grpSp>
        <p:nvGrpSpPr>
          <p:cNvPr id="38" name="组合 37"/>
          <p:cNvGrpSpPr/>
          <p:nvPr/>
        </p:nvGrpSpPr>
        <p:grpSpPr>
          <a:xfrm>
            <a:off x="1137374" y="1266582"/>
            <a:ext cx="3897763" cy="774378"/>
            <a:chOff x="7596572" y="1991273"/>
            <a:chExt cx="3179378" cy="774378"/>
          </a:xfrm>
        </p:grpSpPr>
        <p:sp>
          <p:nvSpPr>
            <p:cNvPr id="26" name="圆角矩形 25"/>
            <p:cNvSpPr/>
            <p:nvPr/>
          </p:nvSpPr>
          <p:spPr>
            <a:xfrm>
              <a:off x="7722775" y="2124328"/>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27" name="圆角矩形 26"/>
            <p:cNvSpPr/>
            <p:nvPr/>
          </p:nvSpPr>
          <p:spPr>
            <a:xfrm>
              <a:off x="7596572" y="1991273"/>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34" name="矩形 33"/>
            <p:cNvSpPr/>
            <p:nvPr/>
          </p:nvSpPr>
          <p:spPr>
            <a:xfrm>
              <a:off x="7891618" y="2244934"/>
              <a:ext cx="2717178" cy="400110"/>
            </a:xfrm>
            <a:prstGeom prst="rect">
              <a:avLst/>
            </a:prstGeom>
          </p:spPr>
          <p:txBody>
            <a:bodyPr wrap="square">
              <a:spAutoFit/>
            </a:bodyPr>
            <a:lstStyle/>
            <a:p>
              <a:r>
                <a:rPr lang="tr-TR" altLang="zh-CN" sz="2000" b="1" dirty="0">
                  <a:solidFill>
                    <a:schemeClr val="bg1"/>
                  </a:solidFill>
                  <a:latin typeface="+mj-lt"/>
                  <a:ea typeface="方正正黑简体" panose="02000000000000000000" pitchFamily="2" charset="-122"/>
                </a:rPr>
                <a:t>Power Supply</a:t>
              </a:r>
              <a:r>
                <a:rPr lang="en-US" altLang="zh-CN" sz="2000" b="1" dirty="0">
                  <a:solidFill>
                    <a:schemeClr val="bg1"/>
                  </a:solidFill>
                  <a:latin typeface="+mj-lt"/>
                  <a:ea typeface="方正正黑简体" panose="02000000000000000000" pitchFamily="2" charset="-122"/>
                </a:rPr>
                <a:t>: 1.2v</a:t>
              </a:r>
              <a:r>
                <a:rPr lang="tr-TR" altLang="zh-CN" sz="2000" b="1" dirty="0">
                  <a:solidFill>
                    <a:schemeClr val="bg1"/>
                  </a:solidFill>
                  <a:latin typeface="+mj-lt"/>
                  <a:ea typeface="方正正黑简体" panose="02000000000000000000" pitchFamily="2" charset="-122"/>
                </a:rPr>
                <a:t> </a:t>
              </a:r>
              <a:endParaRPr lang="zh-CN" altLang="en-US" sz="2000" b="1" dirty="0">
                <a:solidFill>
                  <a:schemeClr val="bg1"/>
                </a:solidFill>
                <a:latin typeface="+mj-lt"/>
              </a:endParaRPr>
            </a:p>
          </p:txBody>
        </p:sp>
      </p:grpSp>
      <p:grpSp>
        <p:nvGrpSpPr>
          <p:cNvPr id="43" name="组合 39"/>
          <p:cNvGrpSpPr/>
          <p:nvPr/>
        </p:nvGrpSpPr>
        <p:grpSpPr>
          <a:xfrm>
            <a:off x="1135204" y="2379424"/>
            <a:ext cx="4496858" cy="768635"/>
            <a:chOff x="7596572" y="3739865"/>
            <a:chExt cx="3179378" cy="768635"/>
          </a:xfrm>
        </p:grpSpPr>
        <p:sp>
          <p:nvSpPr>
            <p:cNvPr id="44"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45"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46" name="矩形 34"/>
            <p:cNvSpPr/>
            <p:nvPr/>
          </p:nvSpPr>
          <p:spPr>
            <a:xfrm>
              <a:off x="7722774" y="3987783"/>
              <a:ext cx="2701112" cy="400110"/>
            </a:xfrm>
            <a:prstGeom prst="rect">
              <a:avLst/>
            </a:prstGeom>
          </p:spPr>
          <p:txBody>
            <a:bodyPr wrap="square">
              <a:spAutoFit/>
            </a:bodyPr>
            <a:lstStyle/>
            <a:p>
              <a:r>
                <a:rPr lang="en-US" altLang="zh-CN" sz="2000" b="1" dirty="0">
                  <a:solidFill>
                    <a:schemeClr val="bg1"/>
                  </a:solidFill>
                  <a:latin typeface="+mj-lt"/>
                  <a:ea typeface="方正正黑简体" panose="02000000000000000000" pitchFamily="2" charset="-122"/>
                </a:rPr>
                <a:t>Ton = </a:t>
              </a:r>
              <a:r>
                <a:rPr lang="en-US" altLang="zh-CN" sz="2000" b="1" dirty="0" smtClean="0">
                  <a:solidFill>
                    <a:schemeClr val="bg1"/>
                  </a:solidFill>
                  <a:latin typeface="+mj-lt"/>
                  <a:ea typeface="方正正黑简体" panose="02000000000000000000" pitchFamily="2" charset="-122"/>
                </a:rPr>
                <a:t>1.66ns</a:t>
              </a:r>
              <a:r>
                <a:rPr lang="tr-TR" altLang="zh-CN" sz="2000" b="1" dirty="0" smtClean="0">
                  <a:solidFill>
                    <a:schemeClr val="bg1"/>
                  </a:solidFill>
                  <a:latin typeface="+mj-lt"/>
                  <a:ea typeface="方正正黑简体" panose="02000000000000000000" pitchFamily="2" charset="-122"/>
                </a:rPr>
                <a:t> </a:t>
              </a:r>
              <a:endParaRPr lang="zh-CN" altLang="en-US" sz="2000" b="1" dirty="0">
                <a:solidFill>
                  <a:schemeClr val="bg1"/>
                </a:solidFill>
                <a:latin typeface="+mj-lt"/>
                <a:ea typeface="方正正黑简体" panose="02000000000000000000" pitchFamily="2" charset="-122"/>
              </a:endParaRPr>
            </a:p>
          </p:txBody>
        </p:sp>
      </p:grpSp>
      <p:grpSp>
        <p:nvGrpSpPr>
          <p:cNvPr id="55" name="组合 39"/>
          <p:cNvGrpSpPr/>
          <p:nvPr/>
        </p:nvGrpSpPr>
        <p:grpSpPr>
          <a:xfrm>
            <a:off x="1135204" y="3613835"/>
            <a:ext cx="4980806" cy="768635"/>
            <a:chOff x="7596572" y="3739865"/>
            <a:chExt cx="3179378" cy="768635"/>
          </a:xfrm>
        </p:grpSpPr>
        <p:sp>
          <p:nvSpPr>
            <p:cNvPr id="56"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57"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58" name="矩形 34"/>
            <p:cNvSpPr/>
            <p:nvPr/>
          </p:nvSpPr>
          <p:spPr>
            <a:xfrm>
              <a:off x="7722774" y="3987783"/>
              <a:ext cx="2243274" cy="400110"/>
            </a:xfrm>
            <a:prstGeom prst="rect">
              <a:avLst/>
            </a:prstGeom>
          </p:spPr>
          <p:txBody>
            <a:bodyPr wrap="square">
              <a:spAutoFit/>
            </a:bodyPr>
            <a:lstStyle/>
            <a:p>
              <a:r>
                <a:rPr lang="en-US" altLang="zh-CN" sz="2000" b="1" dirty="0">
                  <a:solidFill>
                    <a:schemeClr val="bg1"/>
                  </a:solidFill>
                  <a:latin typeface="+mj-lt"/>
                  <a:ea typeface="方正正黑简体" panose="02000000000000000000" pitchFamily="2" charset="-122"/>
                </a:rPr>
                <a:t>ENOB </a:t>
              </a:r>
              <a:r>
                <a:rPr lang="en-US" altLang="zh-CN" sz="2000" b="1" dirty="0" smtClean="0">
                  <a:solidFill>
                    <a:schemeClr val="bg1"/>
                  </a:solidFill>
                  <a:latin typeface="+mj-lt"/>
                  <a:ea typeface="方正正黑简体" panose="02000000000000000000" pitchFamily="2" charset="-122"/>
                </a:rPr>
                <a:t>&gt; = 10</a:t>
              </a:r>
              <a:r>
                <a:rPr lang="tr-TR" altLang="zh-CN" sz="2000" b="1" dirty="0" smtClean="0">
                  <a:solidFill>
                    <a:schemeClr val="bg1"/>
                  </a:solidFill>
                  <a:latin typeface="+mj-lt"/>
                  <a:ea typeface="方正正黑简体" panose="02000000000000000000" pitchFamily="2" charset="-122"/>
                </a:rPr>
                <a:t> </a:t>
              </a:r>
              <a:endParaRPr lang="zh-CN" altLang="en-US" sz="2000" b="1" dirty="0">
                <a:solidFill>
                  <a:schemeClr val="bg1"/>
                </a:solidFill>
                <a:latin typeface="+mj-lt"/>
                <a:ea typeface="方正正黑简体" panose="02000000000000000000" pitchFamily="2" charset="-122"/>
              </a:endParaRPr>
            </a:p>
          </p:txBody>
        </p:sp>
      </p:grpSp>
      <p:grpSp>
        <p:nvGrpSpPr>
          <p:cNvPr id="63" name="组合 39"/>
          <p:cNvGrpSpPr/>
          <p:nvPr/>
        </p:nvGrpSpPr>
        <p:grpSpPr>
          <a:xfrm>
            <a:off x="1135204" y="4794267"/>
            <a:ext cx="6251248" cy="768635"/>
            <a:chOff x="7596572" y="3739865"/>
            <a:chExt cx="3669102" cy="768635"/>
          </a:xfrm>
        </p:grpSpPr>
        <p:sp>
          <p:nvSpPr>
            <p:cNvPr id="64"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65"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66" name="矩形 34"/>
            <p:cNvSpPr/>
            <p:nvPr/>
          </p:nvSpPr>
          <p:spPr>
            <a:xfrm>
              <a:off x="7722774" y="3987783"/>
              <a:ext cx="3542900" cy="400110"/>
            </a:xfrm>
            <a:prstGeom prst="rect">
              <a:avLst/>
            </a:prstGeom>
          </p:spPr>
          <p:txBody>
            <a:bodyPr wrap="square">
              <a:spAutoFit/>
            </a:bodyPr>
            <a:lstStyle/>
            <a:p>
              <a:r>
                <a:rPr lang="en-US" altLang="zh-CN" sz="2000" b="1" dirty="0">
                  <a:solidFill>
                    <a:schemeClr val="bg1"/>
                  </a:solidFill>
                  <a:latin typeface="+mj-lt"/>
                  <a:ea typeface="方正正黑简体" panose="02000000000000000000" pitchFamily="2" charset="-122"/>
                </a:rPr>
                <a:t>C </a:t>
              </a:r>
              <a:r>
                <a:rPr lang="en-US" altLang="zh-CN" sz="2000" b="1" dirty="0" smtClean="0">
                  <a:solidFill>
                    <a:schemeClr val="bg1"/>
                  </a:solidFill>
                  <a:latin typeface="+mj-lt"/>
                  <a:ea typeface="方正正黑简体" panose="02000000000000000000" pitchFamily="2" charset="-122"/>
                </a:rPr>
                <a:t>load = 1.95p</a:t>
              </a:r>
              <a:r>
                <a:rPr lang="tr-TR" altLang="zh-CN" sz="2000" b="1" dirty="0" smtClean="0">
                  <a:solidFill>
                    <a:schemeClr val="bg1"/>
                  </a:solidFill>
                  <a:latin typeface="+mj-lt"/>
                  <a:ea typeface="方正正黑简体" panose="02000000000000000000" pitchFamily="2" charset="-122"/>
                </a:rPr>
                <a:t> </a:t>
              </a:r>
              <a:endParaRPr lang="zh-CN" altLang="en-US" sz="2000" b="1" dirty="0">
                <a:solidFill>
                  <a:schemeClr val="bg1"/>
                </a:solidFill>
                <a:latin typeface="+mj-lt"/>
                <a:ea typeface="方正正黑简体" panose="02000000000000000000" pitchFamily="2" charset="-122"/>
              </a:endParaRPr>
            </a:p>
          </p:txBody>
        </p:sp>
      </p:grpSp>
      <p:grpSp>
        <p:nvGrpSpPr>
          <p:cNvPr id="51" name="组合 39"/>
          <p:cNvGrpSpPr/>
          <p:nvPr/>
        </p:nvGrpSpPr>
        <p:grpSpPr>
          <a:xfrm>
            <a:off x="1135203" y="5911598"/>
            <a:ext cx="6975643" cy="955804"/>
            <a:chOff x="7596572" y="3739865"/>
            <a:chExt cx="3669102" cy="955804"/>
          </a:xfrm>
        </p:grpSpPr>
        <p:sp>
          <p:nvSpPr>
            <p:cNvPr id="52"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53"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54" name="矩形 34"/>
            <p:cNvSpPr/>
            <p:nvPr/>
          </p:nvSpPr>
          <p:spPr>
            <a:xfrm>
              <a:off x="7722774" y="3987783"/>
              <a:ext cx="3542900" cy="707886"/>
            </a:xfrm>
            <a:prstGeom prst="rect">
              <a:avLst/>
            </a:prstGeom>
          </p:spPr>
          <p:txBody>
            <a:bodyPr wrap="square">
              <a:spAutoFit/>
            </a:bodyPr>
            <a:lstStyle/>
            <a:p>
              <a:r>
                <a:rPr lang="en-US" altLang="zh-CN" sz="2000" b="1" dirty="0">
                  <a:solidFill>
                    <a:schemeClr val="bg1"/>
                  </a:solidFill>
                  <a:latin typeface="+mj-lt"/>
                  <a:ea typeface="方正正黑简体" panose="02000000000000000000" pitchFamily="2" charset="-122"/>
                </a:rPr>
                <a:t>Power &lt; </a:t>
              </a:r>
              <a:r>
                <a:rPr lang="en-US" altLang="zh-CN" sz="2000" b="1" dirty="0" smtClean="0">
                  <a:solidFill>
                    <a:schemeClr val="bg1"/>
                  </a:solidFill>
                  <a:latin typeface="+mj-lt"/>
                  <a:ea typeface="方正正黑简体" panose="02000000000000000000" pitchFamily="2" charset="-122"/>
                </a:rPr>
                <a:t>5 </a:t>
              </a:r>
              <a:r>
                <a:rPr lang="en-US" altLang="zh-CN" sz="2000" b="1" dirty="0" err="1" smtClean="0">
                  <a:solidFill>
                    <a:schemeClr val="bg1"/>
                  </a:solidFill>
                  <a:latin typeface="+mj-lt"/>
                  <a:ea typeface="方正正黑简体" panose="02000000000000000000" pitchFamily="2" charset="-122"/>
                </a:rPr>
                <a:t>uwatt</a:t>
              </a:r>
              <a:endParaRPr lang="en-US" altLang="zh-CN" sz="2000" b="1" dirty="0">
                <a:solidFill>
                  <a:schemeClr val="bg1"/>
                </a:solidFill>
                <a:latin typeface="+mj-lt"/>
                <a:ea typeface="方正正黑简体" panose="02000000000000000000" pitchFamily="2" charset="-122"/>
              </a:endParaRPr>
            </a:p>
            <a:p>
              <a:endParaRPr lang="zh-CN" altLang="en-US" sz="2000" b="1" dirty="0">
                <a:solidFill>
                  <a:schemeClr val="bg1"/>
                </a:solidFill>
                <a:latin typeface="+mj-lt"/>
                <a:ea typeface="方正正黑简体" panose="02000000000000000000" pitchFamily="2" charset="-122"/>
              </a:endParaRPr>
            </a:p>
          </p:txBody>
        </p:sp>
      </p:grpSp>
    </p:spTree>
    <p:extLst>
      <p:ext uri="{BB962C8B-B14F-4D97-AF65-F5344CB8AC3E}">
        <p14:creationId xmlns:p14="http://schemas.microsoft.com/office/powerpoint/2010/main" val="3306469636"/>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strips(downRight)">
                                      <p:cBhvr>
                                        <p:cTn id="7" dur="500"/>
                                        <p:tgtEl>
                                          <p:spTgt spid="36"/>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strips(downRight)">
                                      <p:cBhvr>
                                        <p:cTn id="11" dur="500"/>
                                        <p:tgtEl>
                                          <p:spTgt spid="38"/>
                                        </p:tgtEl>
                                      </p:cBhvr>
                                    </p:animEffect>
                                  </p:child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strips(downRight)">
                                      <p:cBhvr>
                                        <p:cTn id="15" dur="500"/>
                                        <p:tgtEl>
                                          <p:spTgt spid="43"/>
                                        </p:tgtEl>
                                      </p:cBhvr>
                                    </p:animEffect>
                                  </p:childTnLst>
                                </p:cTn>
                              </p:par>
                            </p:childTnLst>
                          </p:cTn>
                        </p:par>
                        <p:par>
                          <p:cTn id="16" fill="hold">
                            <p:stCondLst>
                              <p:cond delay="1500"/>
                            </p:stCondLst>
                            <p:childTnLst>
                              <p:par>
                                <p:cTn id="17" presetID="18" presetClass="entr" presetSubtype="6"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strips(downRight)">
                                      <p:cBhvr>
                                        <p:cTn id="19" dur="500"/>
                                        <p:tgtEl>
                                          <p:spTgt spid="55"/>
                                        </p:tgtEl>
                                      </p:cBhvr>
                                    </p:animEffect>
                                  </p:childTnLst>
                                </p:cTn>
                              </p:par>
                            </p:childTnLst>
                          </p:cTn>
                        </p:par>
                        <p:par>
                          <p:cTn id="20" fill="hold">
                            <p:stCondLst>
                              <p:cond delay="2000"/>
                            </p:stCondLst>
                            <p:childTnLst>
                              <p:par>
                                <p:cTn id="21" presetID="18" presetClass="entr" presetSubtype="6"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trips(downRight)">
                                      <p:cBhvr>
                                        <p:cTn id="23" dur="500"/>
                                        <p:tgtEl>
                                          <p:spTgt spid="63"/>
                                        </p:tgtEl>
                                      </p:cBhvr>
                                    </p:animEffect>
                                  </p:childTnLst>
                                </p:cTn>
                              </p:par>
                            </p:childTnLst>
                          </p:cTn>
                        </p:par>
                        <p:par>
                          <p:cTn id="24" fill="hold">
                            <p:stCondLst>
                              <p:cond delay="2500"/>
                            </p:stCondLst>
                            <p:childTnLst>
                              <p:par>
                                <p:cTn id="25" presetID="18" presetClass="entr" presetSubtype="6" fill="hold" nodeType="after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strips(downRight)">
                                      <p:cBhvr>
                                        <p:cTn id="2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70528"/>
            <a:ext cx="8977745" cy="5687472"/>
          </a:xfrm>
          <a:prstGeom prst="rect">
            <a:avLst/>
          </a:prstGeom>
        </p:spPr>
      </p:pic>
      <p:grpSp>
        <p:nvGrpSpPr>
          <p:cNvPr id="3" name="组合 4">
            <a:extLst>
              <a:ext uri="{FF2B5EF4-FFF2-40B4-BE49-F238E27FC236}">
                <a16:creationId xmlns="" xmlns:a16="http://schemas.microsoft.com/office/drawing/2014/main" id="{3E32F614-1F44-C0F3-B006-EDF17941B4F5}"/>
              </a:ext>
            </a:extLst>
          </p:cNvPr>
          <p:cNvGrpSpPr/>
          <p:nvPr/>
        </p:nvGrpSpPr>
        <p:grpSpPr>
          <a:xfrm>
            <a:off x="0" y="523220"/>
            <a:ext cx="3395006" cy="431295"/>
            <a:chOff x="-22274" y="526055"/>
            <a:chExt cx="3395006" cy="431295"/>
          </a:xfrm>
        </p:grpSpPr>
        <p:grpSp>
          <p:nvGrpSpPr>
            <p:cNvPr id="4" name="组合 5">
              <a:extLst>
                <a:ext uri="{FF2B5EF4-FFF2-40B4-BE49-F238E27FC236}">
                  <a16:creationId xmlns="" xmlns:a16="http://schemas.microsoft.com/office/drawing/2014/main" id="{EA1E49F9-7BE1-31F0-1AA4-FC17D17BBCEE}"/>
                </a:ext>
              </a:extLst>
            </p:cNvPr>
            <p:cNvGrpSpPr/>
            <p:nvPr/>
          </p:nvGrpSpPr>
          <p:grpSpPr>
            <a:xfrm>
              <a:off x="-22274" y="526055"/>
              <a:ext cx="2726545" cy="431295"/>
              <a:chOff x="-22274" y="526055"/>
              <a:chExt cx="2726545" cy="431295"/>
            </a:xfrm>
          </p:grpSpPr>
          <p:sp>
            <p:nvSpPr>
              <p:cNvPr id="9" name="任意多边形 11">
                <a:extLst>
                  <a:ext uri="{FF2B5EF4-FFF2-40B4-BE49-F238E27FC236}">
                    <a16:creationId xmlns="" xmlns:a16="http://schemas.microsoft.com/office/drawing/2014/main" id="{70F00A70-44D9-5373-6142-2DA5ABAF3F7A}"/>
                  </a:ext>
                </a:extLst>
              </p:cNvPr>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0" name="组合 12">
                <a:extLst>
                  <a:ext uri="{FF2B5EF4-FFF2-40B4-BE49-F238E27FC236}">
                    <a16:creationId xmlns="" xmlns:a16="http://schemas.microsoft.com/office/drawing/2014/main" id="{A5379E43-D196-B15F-686A-9245D0C59E84}"/>
                  </a:ext>
                </a:extLst>
              </p:cNvPr>
              <p:cNvGrpSpPr/>
              <p:nvPr/>
            </p:nvGrpSpPr>
            <p:grpSpPr>
              <a:xfrm>
                <a:off x="206190" y="526055"/>
                <a:ext cx="276624" cy="276624"/>
                <a:chOff x="5216663" y="2206897"/>
                <a:chExt cx="276624" cy="276624"/>
              </a:xfrm>
            </p:grpSpPr>
            <p:sp>
              <p:nvSpPr>
                <p:cNvPr id="12" name="Oval 35">
                  <a:extLst>
                    <a:ext uri="{FF2B5EF4-FFF2-40B4-BE49-F238E27FC236}">
                      <a16:creationId xmlns="" xmlns:a16="http://schemas.microsoft.com/office/drawing/2014/main" id="{463EB779-AE73-888E-056D-0E24158FD853}"/>
                    </a:ext>
                  </a:extLst>
                </p:cNvPr>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 name="Oval 35">
                  <a:extLst>
                    <a:ext uri="{FF2B5EF4-FFF2-40B4-BE49-F238E27FC236}">
                      <a16:creationId xmlns="" xmlns:a16="http://schemas.microsoft.com/office/drawing/2014/main" id="{48444000-2742-6295-79F1-DB03FEFA15B2}"/>
                    </a:ext>
                  </a:extLst>
                </p:cNvPr>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1" name="Oval 35">
                <a:extLst>
                  <a:ext uri="{FF2B5EF4-FFF2-40B4-BE49-F238E27FC236}">
                    <a16:creationId xmlns="" xmlns:a16="http://schemas.microsoft.com/office/drawing/2014/main" id="{68970CAF-DF70-D215-C4F4-9B7F11A05C83}"/>
                  </a:ext>
                </a:extLst>
              </p:cNvPr>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 name="组合 7">
              <a:extLst>
                <a:ext uri="{FF2B5EF4-FFF2-40B4-BE49-F238E27FC236}">
                  <a16:creationId xmlns="" xmlns:a16="http://schemas.microsoft.com/office/drawing/2014/main" id="{1FA9F9ED-05F9-D9CF-A2D2-879851495A77}"/>
                </a:ext>
              </a:extLst>
            </p:cNvPr>
            <p:cNvGrpSpPr/>
            <p:nvPr/>
          </p:nvGrpSpPr>
          <p:grpSpPr>
            <a:xfrm>
              <a:off x="2909925" y="529575"/>
              <a:ext cx="462807" cy="427775"/>
              <a:chOff x="2909925" y="529575"/>
              <a:chExt cx="462807" cy="427775"/>
            </a:xfrm>
          </p:grpSpPr>
          <p:sp>
            <p:nvSpPr>
              <p:cNvPr id="6" name="任意多边形 8">
                <a:extLst>
                  <a:ext uri="{FF2B5EF4-FFF2-40B4-BE49-F238E27FC236}">
                    <a16:creationId xmlns="" xmlns:a16="http://schemas.microsoft.com/office/drawing/2014/main" id="{94272761-B250-DE62-294F-AC79B6123BFE}"/>
                  </a:ext>
                </a:extLst>
              </p:cNvPr>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7" name="Oval 35">
                <a:extLst>
                  <a:ext uri="{FF2B5EF4-FFF2-40B4-BE49-F238E27FC236}">
                    <a16:creationId xmlns="" xmlns:a16="http://schemas.microsoft.com/office/drawing/2014/main" id="{164CAED4-8BE4-07CB-82C4-2511A3F96A26}"/>
                  </a:ext>
                </a:extLst>
              </p:cNvPr>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 name="Oval 35">
                <a:extLst>
                  <a:ext uri="{FF2B5EF4-FFF2-40B4-BE49-F238E27FC236}">
                    <a16:creationId xmlns="" xmlns:a16="http://schemas.microsoft.com/office/drawing/2014/main" id="{37DF0D37-27AF-208A-1536-BC89BFB15B65}"/>
                  </a:ext>
                </a:extLst>
              </p:cNvPr>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4" name="文本框 6">
            <a:extLst>
              <a:ext uri="{FF2B5EF4-FFF2-40B4-BE49-F238E27FC236}">
                <a16:creationId xmlns="" xmlns:a16="http://schemas.microsoft.com/office/drawing/2014/main" id="{887372B3-67A0-D46E-6A87-0421B414E18B}"/>
              </a:ext>
            </a:extLst>
          </p:cNvPr>
          <p:cNvSpPr txBox="1"/>
          <p:nvPr/>
        </p:nvSpPr>
        <p:spPr>
          <a:xfrm>
            <a:off x="1077252" y="0"/>
            <a:ext cx="6772338" cy="523220"/>
          </a:xfrm>
          <a:prstGeom prst="rect">
            <a:avLst/>
          </a:prstGeom>
          <a:noFill/>
        </p:spPr>
        <p:txBody>
          <a:bodyPr wrap="square" rtlCol="0">
            <a:spAutoFit/>
          </a:bodyPr>
          <a:lstStyle/>
          <a:p>
            <a:pPr lvl="0" algn="ctr"/>
            <a:r>
              <a:rPr lang="en-US" sz="2800" b="1" dirty="0" smtClean="0">
                <a:latin typeface="Times New Roman"/>
                <a:ea typeface="Times New Roman"/>
                <a:cs typeface="Times New Roman"/>
                <a:sym typeface="Times New Roman"/>
              </a:rPr>
              <a:t>NMOS Track </a:t>
            </a:r>
            <a:r>
              <a:rPr lang="en-US" sz="2800" b="1" dirty="0">
                <a:latin typeface="Times New Roman"/>
                <a:ea typeface="Times New Roman"/>
                <a:cs typeface="Times New Roman"/>
                <a:sym typeface="Times New Roman"/>
              </a:rPr>
              <a:t>and Hold Transient Analysis  </a:t>
            </a:r>
            <a:endParaRPr lang="zh-CN" altLang="en-US" sz="2600" b="1" dirty="0">
              <a:latin typeface="+mj-lt"/>
              <a:ea typeface="方正清刻本悦宋简体" panose="02000000000000000000" pitchFamily="2" charset="-122"/>
            </a:endParaRPr>
          </a:p>
        </p:txBody>
      </p:sp>
      <p:pic>
        <p:nvPicPr>
          <p:cNvPr id="15" name="Picture 14">
            <a:extLst>
              <a:ext uri="{FF2B5EF4-FFF2-40B4-BE49-F238E27FC236}">
                <a16:creationId xmlns:a16="http://schemas.microsoft.com/office/drawing/2014/main" xmlns="" id="{5C465C42-F386-46E3-9F53-51A2C831AC21}"/>
              </a:ext>
            </a:extLst>
          </p:cNvPr>
          <p:cNvPicPr>
            <a:picLocks noChangeAspect="1"/>
          </p:cNvPicPr>
          <p:nvPr/>
        </p:nvPicPr>
        <p:blipFill>
          <a:blip r:embed="rId3"/>
          <a:stretch>
            <a:fillRect/>
          </a:stretch>
        </p:blipFill>
        <p:spPr>
          <a:xfrm>
            <a:off x="9187239" y="1170528"/>
            <a:ext cx="2842898" cy="2925701"/>
          </a:xfrm>
          <a:prstGeom prst="rect">
            <a:avLst/>
          </a:prstGeom>
        </p:spPr>
      </p:pic>
      <p:sp>
        <p:nvSpPr>
          <p:cNvPr id="16" name="TextBox 15">
            <a:extLst>
              <a:ext uri="{FF2B5EF4-FFF2-40B4-BE49-F238E27FC236}">
                <a16:creationId xmlns:a16="http://schemas.microsoft.com/office/drawing/2014/main" xmlns="" id="{E1BB0E2C-3CAA-4617-A552-8E7BFCCFC401}"/>
              </a:ext>
            </a:extLst>
          </p:cNvPr>
          <p:cNvSpPr txBox="1"/>
          <p:nvPr/>
        </p:nvSpPr>
        <p:spPr>
          <a:xfrm>
            <a:off x="9085464" y="2060958"/>
            <a:ext cx="687771" cy="438582"/>
          </a:xfrm>
          <a:prstGeom prst="rect">
            <a:avLst/>
          </a:prstGeom>
          <a:noFill/>
        </p:spPr>
        <p:txBody>
          <a:bodyPr wrap="square" rtlCol="0">
            <a:spAutoFit/>
          </a:bodyPr>
          <a:lstStyle/>
          <a:p>
            <a:r>
              <a:rPr lang="en-US" sz="2250" b="1" dirty="0">
                <a:solidFill>
                  <a:schemeClr val="tx1">
                    <a:lumMod val="95000"/>
                    <a:lumOff val="5000"/>
                  </a:schemeClr>
                </a:solidFill>
              </a:rPr>
              <a:t>Vin</a:t>
            </a:r>
          </a:p>
        </p:txBody>
      </p:sp>
      <p:sp>
        <p:nvSpPr>
          <p:cNvPr id="17" name="TextBox 16">
            <a:extLst>
              <a:ext uri="{FF2B5EF4-FFF2-40B4-BE49-F238E27FC236}">
                <a16:creationId xmlns:a16="http://schemas.microsoft.com/office/drawing/2014/main" xmlns="" id="{4CEEEA00-5B31-4166-8241-B5870DBCFB8E}"/>
              </a:ext>
            </a:extLst>
          </p:cNvPr>
          <p:cNvSpPr txBox="1"/>
          <p:nvPr/>
        </p:nvSpPr>
        <p:spPr>
          <a:xfrm>
            <a:off x="11115618" y="1964222"/>
            <a:ext cx="1124013" cy="438582"/>
          </a:xfrm>
          <a:prstGeom prst="rect">
            <a:avLst/>
          </a:prstGeom>
          <a:noFill/>
        </p:spPr>
        <p:txBody>
          <a:bodyPr wrap="square" rtlCol="0">
            <a:spAutoFit/>
          </a:bodyPr>
          <a:lstStyle/>
          <a:p>
            <a:r>
              <a:rPr lang="en-US" sz="2250" b="1" dirty="0" err="1">
                <a:solidFill>
                  <a:schemeClr val="tx1">
                    <a:lumMod val="95000"/>
                    <a:lumOff val="5000"/>
                  </a:schemeClr>
                </a:solidFill>
              </a:rPr>
              <a:t>Vout</a:t>
            </a:r>
            <a:endParaRPr lang="en-US" sz="2250" b="1" dirty="0">
              <a:solidFill>
                <a:schemeClr val="tx1">
                  <a:lumMod val="95000"/>
                  <a:lumOff val="5000"/>
                </a:schemeClr>
              </a:solidFill>
            </a:endParaRPr>
          </a:p>
        </p:txBody>
      </p:sp>
      <p:sp>
        <p:nvSpPr>
          <p:cNvPr id="18" name="Rounded Rectangle 17"/>
          <p:cNvSpPr/>
          <p:nvPr/>
        </p:nvSpPr>
        <p:spPr>
          <a:xfrm>
            <a:off x="5909094" y="1876300"/>
            <a:ext cx="1362974" cy="263052"/>
          </a:xfrm>
          <a:prstGeom prst="roundRect">
            <a:avLst/>
          </a:prstGeom>
          <a:noFill/>
          <a:ln w="38100">
            <a:solidFill>
              <a:srgbClr val="26D0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1" name="Table 20"/>
          <p:cNvGraphicFramePr>
            <a:graphicFrameLocks noGrp="1"/>
          </p:cNvGraphicFramePr>
          <p:nvPr>
            <p:extLst>
              <p:ext uri="{D42A27DB-BD31-4B8C-83A1-F6EECF244321}">
                <p14:modId xmlns:p14="http://schemas.microsoft.com/office/powerpoint/2010/main" val="1688177104"/>
              </p:ext>
            </p:extLst>
          </p:nvPr>
        </p:nvGraphicFramePr>
        <p:xfrm>
          <a:off x="8048107" y="5161862"/>
          <a:ext cx="4143893" cy="1381760"/>
        </p:xfrm>
        <a:graphic>
          <a:graphicData uri="http://schemas.openxmlformats.org/drawingml/2006/table">
            <a:tbl>
              <a:tblPr firstRow="1" bandRow="1">
                <a:tableStyleId>{073A0DAA-6AF3-43AB-8588-CEC1D06C72B9}</a:tableStyleId>
              </a:tblPr>
              <a:tblGrid>
                <a:gridCol w="1642555"/>
                <a:gridCol w="1052549"/>
                <a:gridCol w="1448789"/>
              </a:tblGrid>
              <a:tr h="370840">
                <a:tc>
                  <a:txBody>
                    <a:bodyPr/>
                    <a:lstStyle/>
                    <a:p>
                      <a:r>
                        <a:rPr lang="en-US" dirty="0" smtClean="0"/>
                        <a:t>PARAMETER</a:t>
                      </a:r>
                      <a:endParaRPr lang="en-US" dirty="0"/>
                    </a:p>
                  </a:txBody>
                  <a:tcPr/>
                </a:tc>
                <a:tc>
                  <a:txBody>
                    <a:bodyPr/>
                    <a:lstStyle/>
                    <a:p>
                      <a:pPr marL="0" marR="0" indent="0" algn="l" defTabSz="914418" rtl="0" eaLnBrk="1" fontAlgn="auto" latinLnBrk="0" hangingPunct="1">
                        <a:lnSpc>
                          <a:spcPct val="100000"/>
                        </a:lnSpc>
                        <a:spcBef>
                          <a:spcPts val="0"/>
                        </a:spcBef>
                        <a:spcAft>
                          <a:spcPts val="0"/>
                        </a:spcAft>
                        <a:buClrTx/>
                        <a:buSzTx/>
                        <a:buFontTx/>
                        <a:buNone/>
                        <a:tabLst/>
                        <a:defRPr/>
                      </a:pPr>
                      <a:r>
                        <a:rPr lang="en-US" dirty="0" smtClean="0"/>
                        <a:t>SPEC</a:t>
                      </a:r>
                    </a:p>
                    <a:p>
                      <a:endParaRPr lang="en-US" dirty="0"/>
                    </a:p>
                  </a:txBody>
                  <a:tcPr/>
                </a:tc>
                <a:tc>
                  <a:txBody>
                    <a:bodyPr/>
                    <a:lstStyle/>
                    <a:p>
                      <a:r>
                        <a:rPr lang="en-US" dirty="0" smtClean="0"/>
                        <a:t>ACHIEVED</a:t>
                      </a:r>
                      <a:endParaRPr lang="en-US" dirty="0"/>
                    </a:p>
                  </a:txBody>
                  <a:tcPr/>
                </a:tc>
              </a:tr>
              <a:tr h="370840">
                <a:tc>
                  <a:txBody>
                    <a:bodyPr/>
                    <a:lstStyle/>
                    <a:p>
                      <a:r>
                        <a:rPr lang="en-US" b="1" dirty="0" smtClean="0"/>
                        <a:t>ENOB</a:t>
                      </a:r>
                      <a:endParaRPr lang="en-US" b="1" dirty="0"/>
                    </a:p>
                  </a:txBody>
                  <a:tcPr/>
                </a:tc>
                <a:tc>
                  <a:txBody>
                    <a:bodyPr/>
                    <a:lstStyle/>
                    <a:p>
                      <a:r>
                        <a:rPr lang="en-US" b="1" dirty="0" smtClean="0"/>
                        <a:t>=10 bits</a:t>
                      </a:r>
                      <a:endParaRPr lang="en-US" b="1" dirty="0"/>
                    </a:p>
                  </a:txBody>
                  <a:tcPr/>
                </a:tc>
                <a:tc>
                  <a:txBody>
                    <a:bodyPr/>
                    <a:lstStyle/>
                    <a:p>
                      <a:r>
                        <a:rPr lang="en-US" b="1" dirty="0" smtClean="0"/>
                        <a:t>3bits</a:t>
                      </a:r>
                      <a:endParaRPr lang="en-US" b="1" dirty="0"/>
                    </a:p>
                  </a:txBody>
                  <a:tcPr/>
                </a:tc>
              </a:tr>
              <a:tr h="370840">
                <a:tc>
                  <a:txBody>
                    <a:bodyPr/>
                    <a:lstStyle/>
                    <a:p>
                      <a:r>
                        <a:rPr lang="en-US" b="1" dirty="0" smtClean="0"/>
                        <a:t>POWER</a:t>
                      </a:r>
                      <a:endParaRPr lang="en-US" b="1" dirty="0"/>
                    </a:p>
                  </a:txBody>
                  <a:tcPr/>
                </a:tc>
                <a:tc>
                  <a:txBody>
                    <a:bodyPr/>
                    <a:lstStyle/>
                    <a:p>
                      <a:r>
                        <a:rPr lang="en-US" b="1" dirty="0" smtClean="0"/>
                        <a:t>&lt;5uwatt</a:t>
                      </a:r>
                      <a:endParaRPr lang="en-US" b="1" dirty="0"/>
                    </a:p>
                  </a:txBody>
                  <a:tcPr/>
                </a:tc>
                <a:tc>
                  <a:txBody>
                    <a:bodyPr/>
                    <a:lstStyle/>
                    <a:p>
                      <a:r>
                        <a:rPr lang="en-US" b="1" dirty="0" smtClean="0"/>
                        <a:t>65.35nwatt</a:t>
                      </a:r>
                      <a:endParaRPr lang="en-US" b="1" dirty="0"/>
                    </a:p>
                  </a:txBody>
                  <a:tcPr/>
                </a:tc>
              </a:tr>
            </a:tbl>
          </a:graphicData>
        </a:graphic>
      </p:graphicFrame>
      <p:sp>
        <p:nvSpPr>
          <p:cNvPr id="22" name="Oval 21"/>
          <p:cNvSpPr/>
          <p:nvPr/>
        </p:nvSpPr>
        <p:spPr>
          <a:xfrm>
            <a:off x="2893524" y="3113376"/>
            <a:ext cx="1318700" cy="1119331"/>
          </a:xfrm>
          <a:prstGeom prst="ellipse">
            <a:avLst/>
          </a:prstGeom>
          <a:noFill/>
          <a:ln w="38100">
            <a:solidFill>
              <a:srgbClr val="26D0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5134031" y="5203758"/>
            <a:ext cx="1318700" cy="1119331"/>
          </a:xfrm>
          <a:prstGeom prst="ellipse">
            <a:avLst/>
          </a:prstGeom>
          <a:noFill/>
          <a:ln w="38100">
            <a:solidFill>
              <a:srgbClr val="26D0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p:cNvPicPr>
            <a:picLocks noChangeAspect="1"/>
          </p:cNvPicPr>
          <p:nvPr/>
        </p:nvPicPr>
        <p:blipFill rotWithShape="1">
          <a:blip r:embed="rId4">
            <a:extLst>
              <a:ext uri="{28A0092B-C50C-407E-A947-70E740481C1C}">
                <a14:useLocalDpi xmlns:a14="http://schemas.microsoft.com/office/drawing/2010/main" val="0"/>
              </a:ext>
            </a:extLst>
          </a:blip>
          <a:srcRect l="74783" t="19450" r="2930" b="76818"/>
          <a:stretch/>
        </p:blipFill>
        <p:spPr>
          <a:xfrm>
            <a:off x="5129275" y="2845124"/>
            <a:ext cx="2373083" cy="245655"/>
          </a:xfrm>
          <a:prstGeom prst="rect">
            <a:avLst/>
          </a:prstGeom>
        </p:spPr>
      </p:pic>
      <p:sp>
        <p:nvSpPr>
          <p:cNvPr id="25" name="Rounded Rectangle 24"/>
          <p:cNvSpPr/>
          <p:nvPr/>
        </p:nvSpPr>
        <p:spPr>
          <a:xfrm>
            <a:off x="5206754" y="2845124"/>
            <a:ext cx="2295525" cy="241795"/>
          </a:xfrm>
          <a:prstGeom prst="roundRect">
            <a:avLst/>
          </a:prstGeom>
          <a:noFill/>
          <a:ln w="38100">
            <a:solidFill>
              <a:srgbClr val="26D0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0882446"/>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750" fill="hold"/>
                                        <p:tgtEl>
                                          <p:spTgt spid="14"/>
                                        </p:tgtEl>
                                        <p:attrNameLst>
                                          <p:attrName>ppt_x</p:attrName>
                                        </p:attrNameLst>
                                      </p:cBhvr>
                                      <p:tavLst>
                                        <p:tav tm="0">
                                          <p:val>
                                            <p:strVal val="#ppt_x"/>
                                          </p:val>
                                        </p:tav>
                                        <p:tav tm="100000">
                                          <p:val>
                                            <p:strVal val="#ppt_x"/>
                                          </p:val>
                                        </p:tav>
                                      </p:tavLst>
                                    </p:anim>
                                    <p:anim calcmode="lin" valueType="num">
                                      <p:cBhvr additive="base">
                                        <p:cTn id="12" dur="750" fill="hold"/>
                                        <p:tgtEl>
                                          <p:spTgt spid="14"/>
                                        </p:tgtEl>
                                        <p:attrNameLst>
                                          <p:attrName>ppt_y</p:attrName>
                                        </p:attrNameLst>
                                      </p:cBhvr>
                                      <p:tavLst>
                                        <p:tav tm="0">
                                          <p:val>
                                            <p:strVal val="1+#ppt_h/2"/>
                                          </p:val>
                                        </p:tav>
                                        <p:tav tm="100000">
                                          <p:val>
                                            <p:strVal val="#ppt_y"/>
                                          </p:val>
                                        </p:tav>
                                      </p:tavLst>
                                    </p:anim>
                                  </p:childTnLst>
                                </p:cTn>
                              </p:par>
                              <p:par>
                                <p:cTn id="13" presetID="21" presetClass="entr" presetSubtype="1" fill="hold" nodeType="withEffect">
                                  <p:stCondLst>
                                    <p:cond delay="500"/>
                                  </p:stCondLst>
                                  <p:childTnLst>
                                    <p:set>
                                      <p:cBhvr>
                                        <p:cTn id="14" dur="1" fill="hold">
                                          <p:stCondLst>
                                            <p:cond delay="0"/>
                                          </p:stCondLst>
                                        </p:cTn>
                                        <p:tgtEl>
                                          <p:spTgt spid="15"/>
                                        </p:tgtEl>
                                        <p:attrNameLst>
                                          <p:attrName>style.visibility</p:attrName>
                                        </p:attrNameLst>
                                      </p:cBhvr>
                                      <p:to>
                                        <p:strVal val="visible"/>
                                      </p:to>
                                    </p:set>
                                    <p:animEffect transition="in" filter="wheel(1)">
                                      <p:cBhvr>
                                        <p:cTn id="15" dur="1000"/>
                                        <p:tgtEl>
                                          <p:spTgt spid="15"/>
                                        </p:tgtEl>
                                      </p:cBhvr>
                                    </p:animEffect>
                                  </p:childTnLst>
                                </p:cTn>
                              </p:par>
                              <p:par>
                                <p:cTn id="16" presetID="21" presetClass="entr" presetSubtype="1" fill="hold" grpId="0" nodeType="withEffect">
                                  <p:stCondLst>
                                    <p:cond delay="500"/>
                                  </p:stCondLst>
                                  <p:childTnLst>
                                    <p:set>
                                      <p:cBhvr>
                                        <p:cTn id="17" dur="1" fill="hold">
                                          <p:stCondLst>
                                            <p:cond delay="0"/>
                                          </p:stCondLst>
                                        </p:cTn>
                                        <p:tgtEl>
                                          <p:spTgt spid="16"/>
                                        </p:tgtEl>
                                        <p:attrNameLst>
                                          <p:attrName>style.visibility</p:attrName>
                                        </p:attrNameLst>
                                      </p:cBhvr>
                                      <p:to>
                                        <p:strVal val="visible"/>
                                      </p:to>
                                    </p:set>
                                    <p:animEffect transition="in" filter="wheel(1)">
                                      <p:cBhvr>
                                        <p:cTn id="18" dur="1000"/>
                                        <p:tgtEl>
                                          <p:spTgt spid="16"/>
                                        </p:tgtEl>
                                      </p:cBhvr>
                                    </p:animEffect>
                                  </p:childTnLst>
                                </p:cTn>
                              </p:par>
                              <p:par>
                                <p:cTn id="19" presetID="21" presetClass="entr" presetSubtype="1" fill="hold" grpId="0" nodeType="withEffect">
                                  <p:stCondLst>
                                    <p:cond delay="500"/>
                                  </p:stCondLst>
                                  <p:childTnLst>
                                    <p:set>
                                      <p:cBhvr>
                                        <p:cTn id="20" dur="1" fill="hold">
                                          <p:stCondLst>
                                            <p:cond delay="0"/>
                                          </p:stCondLst>
                                        </p:cTn>
                                        <p:tgtEl>
                                          <p:spTgt spid="17"/>
                                        </p:tgtEl>
                                        <p:attrNameLst>
                                          <p:attrName>style.visibility</p:attrName>
                                        </p:attrNameLst>
                                      </p:cBhvr>
                                      <p:to>
                                        <p:strVal val="visible"/>
                                      </p:to>
                                    </p:set>
                                    <p:animEffect transition="in" filter="wheel(1)">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115613"/>
            <a:ext cx="9105926" cy="5870763"/>
          </a:xfrm>
          <a:prstGeom prst="rect">
            <a:avLst/>
          </a:prstGeom>
        </p:spPr>
      </p:pic>
      <p:grpSp>
        <p:nvGrpSpPr>
          <p:cNvPr id="3" name="组合 4">
            <a:extLst>
              <a:ext uri="{FF2B5EF4-FFF2-40B4-BE49-F238E27FC236}">
                <a16:creationId xmlns="" xmlns:a16="http://schemas.microsoft.com/office/drawing/2014/main" id="{3E32F614-1F44-C0F3-B006-EDF17941B4F5}"/>
              </a:ext>
            </a:extLst>
          </p:cNvPr>
          <p:cNvGrpSpPr/>
          <p:nvPr/>
        </p:nvGrpSpPr>
        <p:grpSpPr>
          <a:xfrm>
            <a:off x="0" y="523220"/>
            <a:ext cx="3395006" cy="431295"/>
            <a:chOff x="-22274" y="526055"/>
            <a:chExt cx="3395006" cy="431295"/>
          </a:xfrm>
        </p:grpSpPr>
        <p:grpSp>
          <p:nvGrpSpPr>
            <p:cNvPr id="4" name="组合 5">
              <a:extLst>
                <a:ext uri="{FF2B5EF4-FFF2-40B4-BE49-F238E27FC236}">
                  <a16:creationId xmlns="" xmlns:a16="http://schemas.microsoft.com/office/drawing/2014/main" id="{EA1E49F9-7BE1-31F0-1AA4-FC17D17BBCEE}"/>
                </a:ext>
              </a:extLst>
            </p:cNvPr>
            <p:cNvGrpSpPr/>
            <p:nvPr/>
          </p:nvGrpSpPr>
          <p:grpSpPr>
            <a:xfrm>
              <a:off x="-22274" y="526055"/>
              <a:ext cx="2726545" cy="431295"/>
              <a:chOff x="-22274" y="526055"/>
              <a:chExt cx="2726545" cy="431295"/>
            </a:xfrm>
          </p:grpSpPr>
          <p:sp>
            <p:nvSpPr>
              <p:cNvPr id="9" name="任意多边形 11">
                <a:extLst>
                  <a:ext uri="{FF2B5EF4-FFF2-40B4-BE49-F238E27FC236}">
                    <a16:creationId xmlns="" xmlns:a16="http://schemas.microsoft.com/office/drawing/2014/main" id="{70F00A70-44D9-5373-6142-2DA5ABAF3F7A}"/>
                  </a:ext>
                </a:extLst>
              </p:cNvPr>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0" name="组合 12">
                <a:extLst>
                  <a:ext uri="{FF2B5EF4-FFF2-40B4-BE49-F238E27FC236}">
                    <a16:creationId xmlns="" xmlns:a16="http://schemas.microsoft.com/office/drawing/2014/main" id="{A5379E43-D196-B15F-686A-9245D0C59E84}"/>
                  </a:ext>
                </a:extLst>
              </p:cNvPr>
              <p:cNvGrpSpPr/>
              <p:nvPr/>
            </p:nvGrpSpPr>
            <p:grpSpPr>
              <a:xfrm>
                <a:off x="206190" y="526055"/>
                <a:ext cx="276624" cy="276624"/>
                <a:chOff x="5216663" y="2206897"/>
                <a:chExt cx="276624" cy="276624"/>
              </a:xfrm>
            </p:grpSpPr>
            <p:sp>
              <p:nvSpPr>
                <p:cNvPr id="12" name="Oval 35">
                  <a:extLst>
                    <a:ext uri="{FF2B5EF4-FFF2-40B4-BE49-F238E27FC236}">
                      <a16:creationId xmlns="" xmlns:a16="http://schemas.microsoft.com/office/drawing/2014/main" id="{463EB779-AE73-888E-056D-0E24158FD853}"/>
                    </a:ext>
                  </a:extLst>
                </p:cNvPr>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 name="Oval 35">
                  <a:extLst>
                    <a:ext uri="{FF2B5EF4-FFF2-40B4-BE49-F238E27FC236}">
                      <a16:creationId xmlns="" xmlns:a16="http://schemas.microsoft.com/office/drawing/2014/main" id="{48444000-2742-6295-79F1-DB03FEFA15B2}"/>
                    </a:ext>
                  </a:extLst>
                </p:cNvPr>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1" name="Oval 35">
                <a:extLst>
                  <a:ext uri="{FF2B5EF4-FFF2-40B4-BE49-F238E27FC236}">
                    <a16:creationId xmlns="" xmlns:a16="http://schemas.microsoft.com/office/drawing/2014/main" id="{68970CAF-DF70-D215-C4F4-9B7F11A05C83}"/>
                  </a:ext>
                </a:extLst>
              </p:cNvPr>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 name="组合 7">
              <a:extLst>
                <a:ext uri="{FF2B5EF4-FFF2-40B4-BE49-F238E27FC236}">
                  <a16:creationId xmlns="" xmlns:a16="http://schemas.microsoft.com/office/drawing/2014/main" id="{1FA9F9ED-05F9-D9CF-A2D2-879851495A77}"/>
                </a:ext>
              </a:extLst>
            </p:cNvPr>
            <p:cNvGrpSpPr/>
            <p:nvPr/>
          </p:nvGrpSpPr>
          <p:grpSpPr>
            <a:xfrm>
              <a:off x="2909925" y="529575"/>
              <a:ext cx="462807" cy="427775"/>
              <a:chOff x="2909925" y="529575"/>
              <a:chExt cx="462807" cy="427775"/>
            </a:xfrm>
          </p:grpSpPr>
          <p:sp>
            <p:nvSpPr>
              <p:cNvPr id="6" name="任意多边形 8">
                <a:extLst>
                  <a:ext uri="{FF2B5EF4-FFF2-40B4-BE49-F238E27FC236}">
                    <a16:creationId xmlns="" xmlns:a16="http://schemas.microsoft.com/office/drawing/2014/main" id="{94272761-B250-DE62-294F-AC79B6123BFE}"/>
                  </a:ext>
                </a:extLst>
              </p:cNvPr>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7" name="Oval 35">
                <a:extLst>
                  <a:ext uri="{FF2B5EF4-FFF2-40B4-BE49-F238E27FC236}">
                    <a16:creationId xmlns="" xmlns:a16="http://schemas.microsoft.com/office/drawing/2014/main" id="{164CAED4-8BE4-07CB-82C4-2511A3F96A26}"/>
                  </a:ext>
                </a:extLst>
              </p:cNvPr>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 name="Oval 35">
                <a:extLst>
                  <a:ext uri="{FF2B5EF4-FFF2-40B4-BE49-F238E27FC236}">
                    <a16:creationId xmlns="" xmlns:a16="http://schemas.microsoft.com/office/drawing/2014/main" id="{37DF0D37-27AF-208A-1536-BC89BFB15B65}"/>
                  </a:ext>
                </a:extLst>
              </p:cNvPr>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4" name="文本框 6">
            <a:extLst>
              <a:ext uri="{FF2B5EF4-FFF2-40B4-BE49-F238E27FC236}">
                <a16:creationId xmlns="" xmlns:a16="http://schemas.microsoft.com/office/drawing/2014/main" id="{887372B3-67A0-D46E-6A87-0421B414E18B}"/>
              </a:ext>
            </a:extLst>
          </p:cNvPr>
          <p:cNvSpPr txBox="1"/>
          <p:nvPr/>
        </p:nvSpPr>
        <p:spPr>
          <a:xfrm>
            <a:off x="1077251" y="0"/>
            <a:ext cx="7916623" cy="523220"/>
          </a:xfrm>
          <a:prstGeom prst="rect">
            <a:avLst/>
          </a:prstGeom>
          <a:noFill/>
        </p:spPr>
        <p:txBody>
          <a:bodyPr wrap="square" rtlCol="0">
            <a:spAutoFit/>
          </a:bodyPr>
          <a:lstStyle/>
          <a:p>
            <a:pPr lvl="0" algn="ctr"/>
            <a:r>
              <a:rPr lang="en-US" sz="2800" b="1" dirty="0" smtClean="0">
                <a:latin typeface="Times New Roman"/>
                <a:ea typeface="Times New Roman"/>
                <a:cs typeface="Times New Roman"/>
                <a:sym typeface="Times New Roman"/>
              </a:rPr>
              <a:t>Ron of NMOS Track </a:t>
            </a:r>
            <a:r>
              <a:rPr lang="en-US" sz="2800" b="1" dirty="0">
                <a:latin typeface="Times New Roman"/>
                <a:ea typeface="Times New Roman"/>
                <a:cs typeface="Times New Roman"/>
                <a:sym typeface="Times New Roman"/>
              </a:rPr>
              <a:t>and Hold Transient Analysis  </a:t>
            </a:r>
            <a:endParaRPr lang="zh-CN" altLang="en-US" sz="2600" b="1" dirty="0">
              <a:latin typeface="+mj-lt"/>
              <a:ea typeface="方正清刻本悦宋简体" panose="02000000000000000000" pitchFamily="2" charset="-122"/>
            </a:endParaRPr>
          </a:p>
        </p:txBody>
      </p:sp>
      <p:sp>
        <p:nvSpPr>
          <p:cNvPr id="15" name="Rounded Rectangle 14"/>
          <p:cNvSpPr/>
          <p:nvPr/>
        </p:nvSpPr>
        <p:spPr>
          <a:xfrm>
            <a:off x="562377" y="6059606"/>
            <a:ext cx="8313594" cy="286603"/>
          </a:xfrm>
          <a:prstGeom prst="roundRect">
            <a:avLst/>
          </a:prstGeom>
          <a:noFill/>
          <a:ln w="381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562375" y="2134743"/>
            <a:ext cx="8313595" cy="380661"/>
          </a:xfrm>
          <a:prstGeom prst="roundRect">
            <a:avLst/>
          </a:prstGeom>
          <a:no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xmlns="" id="{5C465C42-F386-46E3-9F53-51A2C831AC21}"/>
              </a:ext>
            </a:extLst>
          </p:cNvPr>
          <p:cNvPicPr>
            <a:picLocks noChangeAspect="1"/>
          </p:cNvPicPr>
          <p:nvPr/>
        </p:nvPicPr>
        <p:blipFill>
          <a:blip r:embed="rId3"/>
          <a:stretch>
            <a:fillRect/>
          </a:stretch>
        </p:blipFill>
        <p:spPr>
          <a:xfrm>
            <a:off x="9187239" y="1170528"/>
            <a:ext cx="2842898" cy="2925701"/>
          </a:xfrm>
          <a:prstGeom prst="rect">
            <a:avLst/>
          </a:prstGeom>
        </p:spPr>
      </p:pic>
      <p:sp>
        <p:nvSpPr>
          <p:cNvPr id="19" name="TextBox 18">
            <a:extLst>
              <a:ext uri="{FF2B5EF4-FFF2-40B4-BE49-F238E27FC236}">
                <a16:creationId xmlns:a16="http://schemas.microsoft.com/office/drawing/2014/main" xmlns="" id="{E1BB0E2C-3CAA-4617-A552-8E7BFCCFC401}"/>
              </a:ext>
            </a:extLst>
          </p:cNvPr>
          <p:cNvSpPr txBox="1"/>
          <p:nvPr/>
        </p:nvSpPr>
        <p:spPr>
          <a:xfrm>
            <a:off x="9085464" y="2060958"/>
            <a:ext cx="687771" cy="438582"/>
          </a:xfrm>
          <a:prstGeom prst="rect">
            <a:avLst/>
          </a:prstGeom>
          <a:noFill/>
        </p:spPr>
        <p:txBody>
          <a:bodyPr wrap="square" rtlCol="0">
            <a:spAutoFit/>
          </a:bodyPr>
          <a:lstStyle/>
          <a:p>
            <a:r>
              <a:rPr lang="en-US" sz="2250" b="1" dirty="0">
                <a:solidFill>
                  <a:schemeClr val="tx1">
                    <a:lumMod val="95000"/>
                    <a:lumOff val="5000"/>
                  </a:schemeClr>
                </a:solidFill>
              </a:rPr>
              <a:t>Vin</a:t>
            </a:r>
          </a:p>
        </p:txBody>
      </p:sp>
      <p:sp>
        <p:nvSpPr>
          <p:cNvPr id="20" name="TextBox 19">
            <a:extLst>
              <a:ext uri="{FF2B5EF4-FFF2-40B4-BE49-F238E27FC236}">
                <a16:creationId xmlns:a16="http://schemas.microsoft.com/office/drawing/2014/main" xmlns="" id="{4CEEEA00-5B31-4166-8241-B5870DBCFB8E}"/>
              </a:ext>
            </a:extLst>
          </p:cNvPr>
          <p:cNvSpPr txBox="1"/>
          <p:nvPr/>
        </p:nvSpPr>
        <p:spPr>
          <a:xfrm>
            <a:off x="11115618" y="1964222"/>
            <a:ext cx="1124013" cy="438582"/>
          </a:xfrm>
          <a:prstGeom prst="rect">
            <a:avLst/>
          </a:prstGeom>
          <a:noFill/>
        </p:spPr>
        <p:txBody>
          <a:bodyPr wrap="square" rtlCol="0">
            <a:spAutoFit/>
          </a:bodyPr>
          <a:lstStyle/>
          <a:p>
            <a:r>
              <a:rPr lang="en-US" sz="2250" b="1" dirty="0" err="1">
                <a:solidFill>
                  <a:schemeClr val="tx1">
                    <a:lumMod val="95000"/>
                    <a:lumOff val="5000"/>
                  </a:schemeClr>
                </a:solidFill>
              </a:rPr>
              <a:t>Vout</a:t>
            </a:r>
            <a:endParaRPr lang="en-US" sz="2250" b="1" dirty="0">
              <a:solidFill>
                <a:schemeClr val="tx1">
                  <a:lumMod val="95000"/>
                  <a:lumOff val="5000"/>
                </a:schemeClr>
              </a:solidFill>
            </a:endParaRPr>
          </a:p>
        </p:txBody>
      </p:sp>
      <p:sp>
        <p:nvSpPr>
          <p:cNvPr id="21" name="Rectangle 20"/>
          <p:cNvSpPr/>
          <p:nvPr/>
        </p:nvSpPr>
        <p:spPr>
          <a:xfrm>
            <a:off x="5470645" y="5279577"/>
            <a:ext cx="1223412" cy="923330"/>
          </a:xfrm>
          <a:prstGeom prst="rect">
            <a:avLst/>
          </a:prstGeom>
          <a:noFill/>
        </p:spPr>
        <p:txBody>
          <a:bodyPr wrap="none" lIns="91440" tIns="45720" rIns="91440" bIns="45720">
            <a:spAutoFit/>
          </a:bodyPr>
          <a:lstStyle/>
          <a:p>
            <a:pPr algn="ctr"/>
            <a:r>
              <a:rPr lang="en-US" sz="5400" b="0" cap="none" spc="0" dirty="0" smtClean="0">
                <a:ln w="0"/>
                <a:solidFill>
                  <a:schemeClr val="accent4">
                    <a:lumMod val="50000"/>
                  </a:schemeClr>
                </a:solidFill>
                <a:effectLst>
                  <a:outerShdw blurRad="38100" dist="19050" dir="2700000" algn="tl" rotWithShape="0">
                    <a:schemeClr val="dk1">
                      <a:alpha val="40000"/>
                    </a:schemeClr>
                  </a:outerShdw>
                </a:effectLst>
              </a:rPr>
              <a:t>ON</a:t>
            </a:r>
            <a:endParaRPr lang="en-US" sz="5400" b="0" cap="none" spc="0" dirty="0">
              <a:ln w="0"/>
              <a:solidFill>
                <a:schemeClr val="accent4">
                  <a:lumMod val="50000"/>
                </a:schemeClr>
              </a:solidFill>
              <a:effectLst>
                <a:outerShdw blurRad="38100" dist="19050" dir="2700000" algn="tl" rotWithShape="0">
                  <a:schemeClr val="dk1">
                    <a:alpha val="40000"/>
                  </a:schemeClr>
                </a:outerShdw>
              </a:effectLst>
            </a:endParaRPr>
          </a:p>
        </p:txBody>
      </p:sp>
      <p:sp>
        <p:nvSpPr>
          <p:cNvPr id="22" name="Rectangle 21"/>
          <p:cNvSpPr/>
          <p:nvPr/>
        </p:nvSpPr>
        <p:spPr>
          <a:xfrm>
            <a:off x="5124396" y="1371991"/>
            <a:ext cx="1569661" cy="923330"/>
          </a:xfrm>
          <a:prstGeom prst="rect">
            <a:avLst/>
          </a:prstGeom>
          <a:noFill/>
        </p:spPr>
        <p:txBody>
          <a:bodyPr wrap="none" lIns="91440" tIns="45720" rIns="91440" bIns="45720">
            <a:spAutoFit/>
          </a:bodyPr>
          <a:lstStyle/>
          <a:p>
            <a:pPr algn="ctr"/>
            <a:r>
              <a:rPr lang="en-US" sz="5400" b="0" cap="none" spc="0" dirty="0" smtClean="0">
                <a:ln w="0"/>
                <a:solidFill>
                  <a:schemeClr val="accent6">
                    <a:lumMod val="50000"/>
                  </a:schemeClr>
                </a:solidFill>
                <a:effectLst>
                  <a:outerShdw blurRad="38100" dist="19050" dir="2700000" algn="tl" rotWithShape="0">
                    <a:schemeClr val="dk1">
                      <a:alpha val="40000"/>
                    </a:schemeClr>
                  </a:outerShdw>
                </a:effectLst>
              </a:rPr>
              <a:t>OFF</a:t>
            </a:r>
            <a:endParaRPr lang="en-US" sz="5400" b="0" cap="none" spc="0" dirty="0">
              <a:ln w="0"/>
              <a:solidFill>
                <a:schemeClr val="accent6">
                  <a:lumMod val="50000"/>
                </a:schemeClr>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23" name="Rectangle 22"/>
              <p:cNvSpPr/>
              <p:nvPr/>
            </p:nvSpPr>
            <p:spPr>
              <a:xfrm>
                <a:off x="9187239" y="4424663"/>
                <a:ext cx="2792175" cy="1638205"/>
              </a:xfrm>
              <a:prstGeom prst="rect">
                <a:avLst/>
              </a:prstGeom>
            </p:spPr>
            <p:txBody>
              <a:bodyPr wrap="none">
                <a:spAutoFit/>
              </a:bodyPr>
              <a:lstStyle/>
              <a:p>
                <a:r>
                  <a:rPr lang="en-US" sz="2000" b="1" dirty="0" smtClean="0">
                    <a:solidFill>
                      <a:schemeClr val="tx1">
                        <a:lumMod val="85000"/>
                        <a:lumOff val="15000"/>
                      </a:schemeClr>
                    </a:solidFill>
                  </a:rPr>
                  <a:t>Ton = 5ns</a:t>
                </a:r>
              </a:p>
              <a:p>
                <a:r>
                  <a:rPr lang="en-US" sz="2000" b="1" dirty="0" err="1" smtClean="0">
                    <a:solidFill>
                      <a:schemeClr val="tx1">
                        <a:lumMod val="85000"/>
                        <a:lumOff val="15000"/>
                      </a:schemeClr>
                    </a:solidFill>
                  </a:rPr>
                  <a:t>Tacq</a:t>
                </a:r>
                <a:r>
                  <a:rPr lang="en-US" sz="2000" b="1" dirty="0" smtClean="0">
                    <a:solidFill>
                      <a:schemeClr val="tx1">
                        <a:lumMod val="85000"/>
                        <a:lumOff val="15000"/>
                      </a:schemeClr>
                    </a:solidFill>
                  </a:rPr>
                  <a:t>= 1.7ns</a:t>
                </a:r>
              </a:p>
              <a:p>
                <a:r>
                  <a:rPr lang="en-US" sz="2000" b="1" dirty="0" smtClean="0">
                    <a:solidFill>
                      <a:schemeClr val="tx1">
                        <a:lumMod val="85000"/>
                        <a:lumOff val="15000"/>
                      </a:schemeClr>
                    </a:solidFill>
                  </a:rPr>
                  <a:t>7 Tau &lt;= 1.7n</a:t>
                </a:r>
              </a:p>
              <a:p>
                <a:r>
                  <a:rPr lang="en-US" sz="2000" b="1" dirty="0" smtClean="0">
                    <a:solidFill>
                      <a:schemeClr val="tx1">
                        <a:lumMod val="85000"/>
                        <a:lumOff val="15000"/>
                      </a:schemeClr>
                    </a:solidFill>
                  </a:rPr>
                  <a:t>7*R*1.92*</a:t>
                </a:r>
                <a14:m>
                  <m:oMath xmlns:m="http://schemas.openxmlformats.org/officeDocument/2006/math">
                    <m:sSup>
                      <m:sSupPr>
                        <m:ctrlPr>
                          <a:rPr lang="en-US" sz="2000" b="1" i="1" smtClean="0">
                            <a:solidFill>
                              <a:schemeClr val="tx1">
                                <a:lumMod val="85000"/>
                                <a:lumOff val="15000"/>
                              </a:schemeClr>
                            </a:solidFill>
                            <a:latin typeface="Cambria Math" panose="02040503050406030204" pitchFamily="18" charset="0"/>
                          </a:rPr>
                        </m:ctrlPr>
                      </m:sSupPr>
                      <m:e>
                        <m:r>
                          <a:rPr lang="en-US" sz="2000" b="1" i="1" smtClean="0">
                            <a:solidFill>
                              <a:schemeClr val="tx1">
                                <a:lumMod val="85000"/>
                                <a:lumOff val="15000"/>
                              </a:schemeClr>
                            </a:solidFill>
                            <a:latin typeface="Cambria Math" panose="02040503050406030204" pitchFamily="18" charset="0"/>
                          </a:rPr>
                          <m:t>𝟏𝟎</m:t>
                        </m:r>
                      </m:e>
                      <m:sup>
                        <m:r>
                          <a:rPr lang="en-US" sz="2000" b="1" i="1" smtClean="0">
                            <a:solidFill>
                              <a:schemeClr val="tx1">
                                <a:lumMod val="85000"/>
                                <a:lumOff val="15000"/>
                              </a:schemeClr>
                            </a:solidFill>
                            <a:latin typeface="Cambria Math" panose="02040503050406030204" pitchFamily="18" charset="0"/>
                          </a:rPr>
                          <m:t>−</m:t>
                        </m:r>
                        <m:r>
                          <a:rPr lang="en-US" sz="2000" b="1" i="1" smtClean="0">
                            <a:solidFill>
                              <a:schemeClr val="tx1">
                                <a:lumMod val="85000"/>
                                <a:lumOff val="15000"/>
                              </a:schemeClr>
                            </a:solidFill>
                            <a:latin typeface="Cambria Math" panose="02040503050406030204" pitchFamily="18" charset="0"/>
                          </a:rPr>
                          <m:t>𝟏𝟐</m:t>
                        </m:r>
                      </m:sup>
                    </m:sSup>
                  </m:oMath>
                </a14:m>
                <a:r>
                  <a:rPr lang="en-US" sz="2000" b="1" dirty="0" smtClean="0">
                    <a:solidFill>
                      <a:schemeClr val="tx1">
                        <a:lumMod val="85000"/>
                        <a:lumOff val="15000"/>
                      </a:schemeClr>
                    </a:solidFill>
                  </a:rPr>
                  <a:t> = 1.7n</a:t>
                </a:r>
              </a:p>
              <a:p>
                <a:r>
                  <a:rPr lang="en-US" sz="2000" b="1" dirty="0" smtClean="0">
                    <a:solidFill>
                      <a:schemeClr val="tx1">
                        <a:lumMod val="85000"/>
                        <a:lumOff val="15000"/>
                      </a:schemeClr>
                    </a:solidFill>
                  </a:rPr>
                  <a:t>R = 126.5 ohm</a:t>
                </a:r>
                <a:endParaRPr lang="en-US" sz="2000" b="1" dirty="0">
                  <a:solidFill>
                    <a:schemeClr val="tx1">
                      <a:lumMod val="85000"/>
                      <a:lumOff val="15000"/>
                    </a:schemeClr>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9187239" y="4424663"/>
                <a:ext cx="2792175" cy="1638205"/>
              </a:xfrm>
              <a:prstGeom prst="rect">
                <a:avLst/>
              </a:prstGeom>
              <a:blipFill rotWithShape="0">
                <a:blip r:embed="rId4"/>
                <a:stretch>
                  <a:fillRect l="-2183" t="-1859" r="-1528" b="-5948"/>
                </a:stretch>
              </a:blipFill>
            </p:spPr>
            <p:txBody>
              <a:bodyPr/>
              <a:lstStyle/>
              <a:p>
                <a:r>
                  <a:rPr lang="en-US">
                    <a:noFill/>
                  </a:rPr>
                  <a:t> </a:t>
                </a:r>
              </a:p>
            </p:txBody>
          </p:sp>
        </mc:Fallback>
      </mc:AlternateContent>
      <p:sp>
        <p:nvSpPr>
          <p:cNvPr id="25" name="Rounded Rectangle 24"/>
          <p:cNvSpPr/>
          <p:nvPr/>
        </p:nvSpPr>
        <p:spPr>
          <a:xfrm>
            <a:off x="562375" y="4916192"/>
            <a:ext cx="1218924" cy="286603"/>
          </a:xfrm>
          <a:prstGeom prst="roundRect">
            <a:avLst/>
          </a:prstGeom>
          <a:noFill/>
          <a:ln w="38100">
            <a:solidFill>
              <a:srgbClr val="6000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4638425"/>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750" fill="hold"/>
                                        <p:tgtEl>
                                          <p:spTgt spid="14"/>
                                        </p:tgtEl>
                                        <p:attrNameLst>
                                          <p:attrName>ppt_x</p:attrName>
                                        </p:attrNameLst>
                                      </p:cBhvr>
                                      <p:tavLst>
                                        <p:tav tm="0">
                                          <p:val>
                                            <p:strVal val="#ppt_x"/>
                                          </p:val>
                                        </p:tav>
                                        <p:tav tm="100000">
                                          <p:val>
                                            <p:strVal val="#ppt_x"/>
                                          </p:val>
                                        </p:tav>
                                      </p:tavLst>
                                    </p:anim>
                                    <p:anim calcmode="lin" valueType="num">
                                      <p:cBhvr additive="base">
                                        <p:cTn id="12" dur="750" fill="hold"/>
                                        <p:tgtEl>
                                          <p:spTgt spid="14"/>
                                        </p:tgtEl>
                                        <p:attrNameLst>
                                          <p:attrName>ppt_y</p:attrName>
                                        </p:attrNameLst>
                                      </p:cBhvr>
                                      <p:tavLst>
                                        <p:tav tm="0">
                                          <p:val>
                                            <p:strVal val="1+#ppt_h/2"/>
                                          </p:val>
                                        </p:tav>
                                        <p:tav tm="100000">
                                          <p:val>
                                            <p:strVal val="#ppt_y"/>
                                          </p:val>
                                        </p:tav>
                                      </p:tavLst>
                                    </p:anim>
                                  </p:childTnLst>
                                </p:cTn>
                              </p:par>
                              <p:par>
                                <p:cTn id="13" presetID="21" presetClass="entr" presetSubtype="1" fill="hold" nodeType="withEffect">
                                  <p:stCondLst>
                                    <p:cond delay="500"/>
                                  </p:stCondLst>
                                  <p:childTnLst>
                                    <p:set>
                                      <p:cBhvr>
                                        <p:cTn id="14" dur="1" fill="hold">
                                          <p:stCondLst>
                                            <p:cond delay="0"/>
                                          </p:stCondLst>
                                        </p:cTn>
                                        <p:tgtEl>
                                          <p:spTgt spid="18"/>
                                        </p:tgtEl>
                                        <p:attrNameLst>
                                          <p:attrName>style.visibility</p:attrName>
                                        </p:attrNameLst>
                                      </p:cBhvr>
                                      <p:to>
                                        <p:strVal val="visible"/>
                                      </p:to>
                                    </p:set>
                                    <p:animEffect transition="in" filter="wheel(1)">
                                      <p:cBhvr>
                                        <p:cTn id="15" dur="1000"/>
                                        <p:tgtEl>
                                          <p:spTgt spid="18"/>
                                        </p:tgtEl>
                                      </p:cBhvr>
                                    </p:animEffect>
                                  </p:childTnLst>
                                </p:cTn>
                              </p:par>
                              <p:par>
                                <p:cTn id="16" presetID="21" presetClass="entr" presetSubtype="1" fill="hold" grpId="0" nodeType="withEffect">
                                  <p:stCondLst>
                                    <p:cond delay="500"/>
                                  </p:stCondLst>
                                  <p:childTnLst>
                                    <p:set>
                                      <p:cBhvr>
                                        <p:cTn id="17" dur="1" fill="hold">
                                          <p:stCondLst>
                                            <p:cond delay="0"/>
                                          </p:stCondLst>
                                        </p:cTn>
                                        <p:tgtEl>
                                          <p:spTgt spid="19"/>
                                        </p:tgtEl>
                                        <p:attrNameLst>
                                          <p:attrName>style.visibility</p:attrName>
                                        </p:attrNameLst>
                                      </p:cBhvr>
                                      <p:to>
                                        <p:strVal val="visible"/>
                                      </p:to>
                                    </p:set>
                                    <p:animEffect transition="in" filter="wheel(1)">
                                      <p:cBhvr>
                                        <p:cTn id="18" dur="1000"/>
                                        <p:tgtEl>
                                          <p:spTgt spid="19"/>
                                        </p:tgtEl>
                                      </p:cBhvr>
                                    </p:animEffect>
                                  </p:childTnLst>
                                </p:cTn>
                              </p:par>
                              <p:par>
                                <p:cTn id="19" presetID="21" presetClass="entr" presetSubtype="1" fill="hold" grpId="0" nodeType="withEffect">
                                  <p:stCondLst>
                                    <p:cond delay="500"/>
                                  </p:stCondLst>
                                  <p:childTnLst>
                                    <p:set>
                                      <p:cBhvr>
                                        <p:cTn id="20" dur="1" fill="hold">
                                          <p:stCondLst>
                                            <p:cond delay="0"/>
                                          </p:stCondLst>
                                        </p:cTn>
                                        <p:tgtEl>
                                          <p:spTgt spid="20"/>
                                        </p:tgtEl>
                                        <p:attrNameLst>
                                          <p:attrName>style.visibility</p:attrName>
                                        </p:attrNameLst>
                                      </p:cBhvr>
                                      <p:to>
                                        <p:strVal val="visible"/>
                                      </p:to>
                                    </p:set>
                                    <p:animEffect transition="in" filter="wheel(1)">
                                      <p:cBhvr>
                                        <p:cTn id="21"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70528"/>
            <a:ext cx="9171296" cy="5687472"/>
          </a:xfrm>
          <a:prstGeom prst="rect">
            <a:avLst/>
          </a:prstGeom>
        </p:spPr>
      </p:pic>
      <p:grpSp>
        <p:nvGrpSpPr>
          <p:cNvPr id="3" name="组合 4">
            <a:extLst>
              <a:ext uri="{FF2B5EF4-FFF2-40B4-BE49-F238E27FC236}">
                <a16:creationId xmlns="" xmlns:a16="http://schemas.microsoft.com/office/drawing/2014/main" id="{3E32F614-1F44-C0F3-B006-EDF17941B4F5}"/>
              </a:ext>
            </a:extLst>
          </p:cNvPr>
          <p:cNvGrpSpPr/>
          <p:nvPr/>
        </p:nvGrpSpPr>
        <p:grpSpPr>
          <a:xfrm>
            <a:off x="0" y="523220"/>
            <a:ext cx="3395006" cy="431295"/>
            <a:chOff x="-22274" y="526055"/>
            <a:chExt cx="3395006" cy="431295"/>
          </a:xfrm>
        </p:grpSpPr>
        <p:grpSp>
          <p:nvGrpSpPr>
            <p:cNvPr id="4" name="组合 5">
              <a:extLst>
                <a:ext uri="{FF2B5EF4-FFF2-40B4-BE49-F238E27FC236}">
                  <a16:creationId xmlns="" xmlns:a16="http://schemas.microsoft.com/office/drawing/2014/main" id="{EA1E49F9-7BE1-31F0-1AA4-FC17D17BBCEE}"/>
                </a:ext>
              </a:extLst>
            </p:cNvPr>
            <p:cNvGrpSpPr/>
            <p:nvPr/>
          </p:nvGrpSpPr>
          <p:grpSpPr>
            <a:xfrm>
              <a:off x="-22274" y="526055"/>
              <a:ext cx="2726545" cy="431295"/>
              <a:chOff x="-22274" y="526055"/>
              <a:chExt cx="2726545" cy="431295"/>
            </a:xfrm>
          </p:grpSpPr>
          <p:sp>
            <p:nvSpPr>
              <p:cNvPr id="9" name="任意多边形 11">
                <a:extLst>
                  <a:ext uri="{FF2B5EF4-FFF2-40B4-BE49-F238E27FC236}">
                    <a16:creationId xmlns="" xmlns:a16="http://schemas.microsoft.com/office/drawing/2014/main" id="{70F00A70-44D9-5373-6142-2DA5ABAF3F7A}"/>
                  </a:ext>
                </a:extLst>
              </p:cNvPr>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0" name="组合 12">
                <a:extLst>
                  <a:ext uri="{FF2B5EF4-FFF2-40B4-BE49-F238E27FC236}">
                    <a16:creationId xmlns="" xmlns:a16="http://schemas.microsoft.com/office/drawing/2014/main" id="{A5379E43-D196-B15F-686A-9245D0C59E84}"/>
                  </a:ext>
                </a:extLst>
              </p:cNvPr>
              <p:cNvGrpSpPr/>
              <p:nvPr/>
            </p:nvGrpSpPr>
            <p:grpSpPr>
              <a:xfrm>
                <a:off x="206190" y="526055"/>
                <a:ext cx="276624" cy="276624"/>
                <a:chOff x="5216663" y="2206897"/>
                <a:chExt cx="276624" cy="276624"/>
              </a:xfrm>
            </p:grpSpPr>
            <p:sp>
              <p:nvSpPr>
                <p:cNvPr id="12" name="Oval 35">
                  <a:extLst>
                    <a:ext uri="{FF2B5EF4-FFF2-40B4-BE49-F238E27FC236}">
                      <a16:creationId xmlns="" xmlns:a16="http://schemas.microsoft.com/office/drawing/2014/main" id="{463EB779-AE73-888E-056D-0E24158FD853}"/>
                    </a:ext>
                  </a:extLst>
                </p:cNvPr>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 name="Oval 35">
                  <a:extLst>
                    <a:ext uri="{FF2B5EF4-FFF2-40B4-BE49-F238E27FC236}">
                      <a16:creationId xmlns="" xmlns:a16="http://schemas.microsoft.com/office/drawing/2014/main" id="{48444000-2742-6295-79F1-DB03FEFA15B2}"/>
                    </a:ext>
                  </a:extLst>
                </p:cNvPr>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1" name="Oval 35">
                <a:extLst>
                  <a:ext uri="{FF2B5EF4-FFF2-40B4-BE49-F238E27FC236}">
                    <a16:creationId xmlns="" xmlns:a16="http://schemas.microsoft.com/office/drawing/2014/main" id="{68970CAF-DF70-D215-C4F4-9B7F11A05C83}"/>
                  </a:ext>
                </a:extLst>
              </p:cNvPr>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 name="组合 7">
              <a:extLst>
                <a:ext uri="{FF2B5EF4-FFF2-40B4-BE49-F238E27FC236}">
                  <a16:creationId xmlns="" xmlns:a16="http://schemas.microsoft.com/office/drawing/2014/main" id="{1FA9F9ED-05F9-D9CF-A2D2-879851495A77}"/>
                </a:ext>
              </a:extLst>
            </p:cNvPr>
            <p:cNvGrpSpPr/>
            <p:nvPr/>
          </p:nvGrpSpPr>
          <p:grpSpPr>
            <a:xfrm>
              <a:off x="2909925" y="529575"/>
              <a:ext cx="462807" cy="427775"/>
              <a:chOff x="2909925" y="529575"/>
              <a:chExt cx="462807" cy="427775"/>
            </a:xfrm>
          </p:grpSpPr>
          <p:sp>
            <p:nvSpPr>
              <p:cNvPr id="6" name="任意多边形 8">
                <a:extLst>
                  <a:ext uri="{FF2B5EF4-FFF2-40B4-BE49-F238E27FC236}">
                    <a16:creationId xmlns="" xmlns:a16="http://schemas.microsoft.com/office/drawing/2014/main" id="{94272761-B250-DE62-294F-AC79B6123BFE}"/>
                  </a:ext>
                </a:extLst>
              </p:cNvPr>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7" name="Oval 35">
                <a:extLst>
                  <a:ext uri="{FF2B5EF4-FFF2-40B4-BE49-F238E27FC236}">
                    <a16:creationId xmlns="" xmlns:a16="http://schemas.microsoft.com/office/drawing/2014/main" id="{164CAED4-8BE4-07CB-82C4-2511A3F96A26}"/>
                  </a:ext>
                </a:extLst>
              </p:cNvPr>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 name="Oval 35">
                <a:extLst>
                  <a:ext uri="{FF2B5EF4-FFF2-40B4-BE49-F238E27FC236}">
                    <a16:creationId xmlns="" xmlns:a16="http://schemas.microsoft.com/office/drawing/2014/main" id="{37DF0D37-27AF-208A-1536-BC89BFB15B65}"/>
                  </a:ext>
                </a:extLst>
              </p:cNvPr>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4" name="文本框 6">
            <a:extLst>
              <a:ext uri="{FF2B5EF4-FFF2-40B4-BE49-F238E27FC236}">
                <a16:creationId xmlns="" xmlns:a16="http://schemas.microsoft.com/office/drawing/2014/main" id="{887372B3-67A0-D46E-6A87-0421B414E18B}"/>
              </a:ext>
            </a:extLst>
          </p:cNvPr>
          <p:cNvSpPr txBox="1"/>
          <p:nvPr/>
        </p:nvSpPr>
        <p:spPr>
          <a:xfrm>
            <a:off x="1077252" y="0"/>
            <a:ext cx="8735488" cy="523220"/>
          </a:xfrm>
          <a:prstGeom prst="rect">
            <a:avLst/>
          </a:prstGeom>
          <a:noFill/>
        </p:spPr>
        <p:txBody>
          <a:bodyPr wrap="square" rtlCol="0">
            <a:spAutoFit/>
          </a:bodyPr>
          <a:lstStyle/>
          <a:p>
            <a:pPr lvl="0" algn="ctr"/>
            <a:r>
              <a:rPr lang="en-US" sz="2800" b="1" dirty="0" smtClean="0">
                <a:latin typeface="Times New Roman"/>
                <a:ea typeface="Times New Roman"/>
                <a:cs typeface="Times New Roman"/>
                <a:sym typeface="Times New Roman"/>
              </a:rPr>
              <a:t>NMOS Differential Sample </a:t>
            </a:r>
            <a:r>
              <a:rPr lang="en-US" sz="2800" b="1" dirty="0">
                <a:latin typeface="Times New Roman"/>
                <a:ea typeface="Times New Roman"/>
                <a:cs typeface="Times New Roman"/>
                <a:sym typeface="Times New Roman"/>
              </a:rPr>
              <a:t>and Hold </a:t>
            </a:r>
            <a:r>
              <a:rPr lang="en-US" sz="2800" b="1" dirty="0" smtClean="0">
                <a:latin typeface="Times New Roman"/>
                <a:ea typeface="Times New Roman"/>
                <a:cs typeface="Times New Roman"/>
                <a:sym typeface="Times New Roman"/>
              </a:rPr>
              <a:t>Transient Analysis </a:t>
            </a:r>
            <a:endParaRPr lang="zh-CN" altLang="en-US" sz="2600" b="1" dirty="0">
              <a:latin typeface="+mj-lt"/>
              <a:ea typeface="方正清刻本悦宋简体" panose="02000000000000000000" pitchFamily="2" charset="-122"/>
            </a:endParaRPr>
          </a:p>
        </p:txBody>
      </p:sp>
      <p:graphicFrame>
        <p:nvGraphicFramePr>
          <p:cNvPr id="15" name="Table 14"/>
          <p:cNvGraphicFramePr>
            <a:graphicFrameLocks noGrp="1"/>
          </p:cNvGraphicFramePr>
          <p:nvPr>
            <p:extLst>
              <p:ext uri="{D42A27DB-BD31-4B8C-83A1-F6EECF244321}">
                <p14:modId xmlns:p14="http://schemas.microsoft.com/office/powerpoint/2010/main" val="1963707261"/>
              </p:ext>
            </p:extLst>
          </p:nvPr>
        </p:nvGraphicFramePr>
        <p:xfrm>
          <a:off x="8048107" y="4793727"/>
          <a:ext cx="4143893" cy="1010920"/>
        </p:xfrm>
        <a:graphic>
          <a:graphicData uri="http://schemas.openxmlformats.org/drawingml/2006/table">
            <a:tbl>
              <a:tblPr firstRow="1" bandRow="1">
                <a:tableStyleId>{073A0DAA-6AF3-43AB-8588-CEC1D06C72B9}</a:tableStyleId>
              </a:tblPr>
              <a:tblGrid>
                <a:gridCol w="1642555"/>
                <a:gridCol w="1052549"/>
                <a:gridCol w="1448789"/>
              </a:tblGrid>
              <a:tr h="370840">
                <a:tc>
                  <a:txBody>
                    <a:bodyPr/>
                    <a:lstStyle/>
                    <a:p>
                      <a:r>
                        <a:rPr lang="en-US" dirty="0" smtClean="0"/>
                        <a:t>PARAMETER</a:t>
                      </a:r>
                      <a:endParaRPr lang="en-US" dirty="0"/>
                    </a:p>
                  </a:txBody>
                  <a:tcPr/>
                </a:tc>
                <a:tc>
                  <a:txBody>
                    <a:bodyPr/>
                    <a:lstStyle/>
                    <a:p>
                      <a:pPr marL="0" marR="0" indent="0" algn="l" defTabSz="914418" rtl="0" eaLnBrk="1" fontAlgn="auto" latinLnBrk="0" hangingPunct="1">
                        <a:lnSpc>
                          <a:spcPct val="100000"/>
                        </a:lnSpc>
                        <a:spcBef>
                          <a:spcPts val="0"/>
                        </a:spcBef>
                        <a:spcAft>
                          <a:spcPts val="0"/>
                        </a:spcAft>
                        <a:buClrTx/>
                        <a:buSzTx/>
                        <a:buFontTx/>
                        <a:buNone/>
                        <a:tabLst/>
                        <a:defRPr/>
                      </a:pPr>
                      <a:r>
                        <a:rPr lang="en-US" dirty="0" smtClean="0"/>
                        <a:t>SPEC</a:t>
                      </a:r>
                    </a:p>
                    <a:p>
                      <a:endParaRPr lang="en-US" dirty="0"/>
                    </a:p>
                  </a:txBody>
                  <a:tcPr/>
                </a:tc>
                <a:tc>
                  <a:txBody>
                    <a:bodyPr/>
                    <a:lstStyle/>
                    <a:p>
                      <a:r>
                        <a:rPr lang="en-US" dirty="0" smtClean="0"/>
                        <a:t>ACHIEVED</a:t>
                      </a:r>
                      <a:endParaRPr lang="en-US" dirty="0"/>
                    </a:p>
                  </a:txBody>
                  <a:tcPr/>
                </a:tc>
              </a:tr>
              <a:tr h="370840">
                <a:tc>
                  <a:txBody>
                    <a:bodyPr/>
                    <a:lstStyle/>
                    <a:p>
                      <a:r>
                        <a:rPr lang="en-US" b="1" dirty="0" smtClean="0"/>
                        <a:t>ENOB</a:t>
                      </a:r>
                      <a:endParaRPr lang="en-US" b="1" dirty="0"/>
                    </a:p>
                  </a:txBody>
                  <a:tcPr/>
                </a:tc>
                <a:tc>
                  <a:txBody>
                    <a:bodyPr/>
                    <a:lstStyle/>
                    <a:p>
                      <a:r>
                        <a:rPr lang="en-US" b="1" dirty="0" smtClean="0"/>
                        <a:t>=10 bits</a:t>
                      </a:r>
                      <a:endParaRPr lang="en-US" b="1" dirty="0"/>
                    </a:p>
                  </a:txBody>
                  <a:tcPr/>
                </a:tc>
                <a:tc>
                  <a:txBody>
                    <a:bodyPr/>
                    <a:lstStyle/>
                    <a:p>
                      <a:r>
                        <a:rPr lang="en-US" b="1" dirty="0" smtClean="0"/>
                        <a:t>7bits</a:t>
                      </a:r>
                      <a:endParaRPr lang="en-US" b="1" dirty="0"/>
                    </a:p>
                  </a:txBody>
                  <a:tcPr/>
                </a:tc>
              </a:tr>
            </a:tbl>
          </a:graphicData>
        </a:graphic>
      </p:graphicFrame>
      <p:sp>
        <p:nvSpPr>
          <p:cNvPr id="16" name="Rounded Rectangle 15"/>
          <p:cNvSpPr/>
          <p:nvPr/>
        </p:nvSpPr>
        <p:spPr>
          <a:xfrm>
            <a:off x="7383052" y="2360907"/>
            <a:ext cx="1362974" cy="201525"/>
          </a:xfrm>
          <a:prstGeom prst="roundRect">
            <a:avLst/>
          </a:prstGeom>
          <a:noFill/>
          <a:ln w="38100">
            <a:solidFill>
              <a:srgbClr val="26D0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3019648" y="1775637"/>
            <a:ext cx="244991" cy="447630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6067876"/>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750" fill="hold"/>
                                        <p:tgtEl>
                                          <p:spTgt spid="14"/>
                                        </p:tgtEl>
                                        <p:attrNameLst>
                                          <p:attrName>ppt_x</p:attrName>
                                        </p:attrNameLst>
                                      </p:cBhvr>
                                      <p:tavLst>
                                        <p:tav tm="0">
                                          <p:val>
                                            <p:strVal val="#ppt_x"/>
                                          </p:val>
                                        </p:tav>
                                        <p:tav tm="100000">
                                          <p:val>
                                            <p:strVal val="#ppt_x"/>
                                          </p:val>
                                        </p:tav>
                                      </p:tavLst>
                                    </p:anim>
                                    <p:anim calcmode="lin" valueType="num">
                                      <p:cBhvr additive="base">
                                        <p:cTn id="12" dur="75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77238"/>
            <a:ext cx="12192000" cy="5780762"/>
          </a:xfrm>
          <a:prstGeom prst="rect">
            <a:avLst/>
          </a:prstGeom>
        </p:spPr>
      </p:pic>
      <p:grpSp>
        <p:nvGrpSpPr>
          <p:cNvPr id="3" name="组合 4"/>
          <p:cNvGrpSpPr/>
          <p:nvPr/>
        </p:nvGrpSpPr>
        <p:grpSpPr>
          <a:xfrm>
            <a:off x="0" y="544774"/>
            <a:ext cx="3395006" cy="431295"/>
            <a:chOff x="-22274" y="526055"/>
            <a:chExt cx="3395006" cy="431295"/>
          </a:xfrm>
        </p:grpSpPr>
        <p:grpSp>
          <p:nvGrpSpPr>
            <p:cNvPr id="4" name="组合 5"/>
            <p:cNvGrpSpPr/>
            <p:nvPr/>
          </p:nvGrpSpPr>
          <p:grpSpPr>
            <a:xfrm>
              <a:off x="-22274" y="526055"/>
              <a:ext cx="2726545" cy="431295"/>
              <a:chOff x="-22274" y="526055"/>
              <a:chExt cx="2726545" cy="431295"/>
            </a:xfrm>
          </p:grpSpPr>
          <p:sp>
            <p:nvSpPr>
              <p:cNvPr id="9"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0" name="组合 12"/>
              <p:cNvGrpSpPr/>
              <p:nvPr/>
            </p:nvGrpSpPr>
            <p:grpSpPr>
              <a:xfrm>
                <a:off x="206190" y="526055"/>
                <a:ext cx="276624" cy="276624"/>
                <a:chOff x="5216663" y="2206897"/>
                <a:chExt cx="276624" cy="276624"/>
              </a:xfrm>
            </p:grpSpPr>
            <p:sp>
              <p:nvSpPr>
                <p:cNvPr id="12"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1"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 name="组合 7"/>
            <p:cNvGrpSpPr/>
            <p:nvPr/>
          </p:nvGrpSpPr>
          <p:grpSpPr>
            <a:xfrm>
              <a:off x="2909925" y="529575"/>
              <a:ext cx="462807" cy="427775"/>
              <a:chOff x="2909925" y="529575"/>
              <a:chExt cx="462807" cy="427775"/>
            </a:xfrm>
          </p:grpSpPr>
          <p:sp>
            <p:nvSpPr>
              <p:cNvPr id="6"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7"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4" name="文本框 6"/>
          <p:cNvSpPr txBox="1"/>
          <p:nvPr/>
        </p:nvSpPr>
        <p:spPr>
          <a:xfrm>
            <a:off x="591591" y="80251"/>
            <a:ext cx="5504409"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Monte Carlo simulation for ENOB </a:t>
            </a:r>
            <a:endParaRPr lang="zh-CN" altLang="en-US" sz="2600" b="1" dirty="0">
              <a:latin typeface="+mj-lt"/>
              <a:ea typeface="方正清刻本悦宋简体" panose="02000000000000000000" pitchFamily="2" charset="-122"/>
            </a:endParaRPr>
          </a:p>
        </p:txBody>
      </p:sp>
    </p:spTree>
    <p:extLst>
      <p:ext uri="{BB962C8B-B14F-4D97-AF65-F5344CB8AC3E}">
        <p14:creationId xmlns:p14="http://schemas.microsoft.com/office/powerpoint/2010/main" val="1805826398"/>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heel(1)">
                                      <p:cBhvr>
                                        <p:cTn id="10"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8CD9ADB9-80AB-4D89-BE3D-0DC7DD0662E7}"/>
              </a:ext>
            </a:extLst>
          </p:cNvPr>
          <p:cNvPicPr>
            <a:picLocks noChangeAspect="1"/>
          </p:cNvPicPr>
          <p:nvPr/>
        </p:nvPicPr>
        <p:blipFill>
          <a:blip r:embed="rId3"/>
          <a:stretch>
            <a:fillRect/>
          </a:stretch>
        </p:blipFill>
        <p:spPr>
          <a:xfrm>
            <a:off x="765715" y="999269"/>
            <a:ext cx="2671672" cy="2808833"/>
          </a:xfrm>
          <a:prstGeom prst="rect">
            <a:avLst/>
          </a:prstGeom>
        </p:spPr>
      </p:pic>
      <p:sp>
        <p:nvSpPr>
          <p:cNvPr id="6" name="Oval 5">
            <a:extLst>
              <a:ext uri="{FF2B5EF4-FFF2-40B4-BE49-F238E27FC236}">
                <a16:creationId xmlns:a16="http://schemas.microsoft.com/office/drawing/2014/main" xmlns="" id="{E5A4278B-D0BA-4C73-BF1B-202DB22DB70D}"/>
              </a:ext>
            </a:extLst>
          </p:cNvPr>
          <p:cNvSpPr/>
          <p:nvPr/>
        </p:nvSpPr>
        <p:spPr>
          <a:xfrm>
            <a:off x="3210171" y="2156299"/>
            <a:ext cx="155034" cy="173274"/>
          </a:xfrm>
          <a:prstGeom prst="ellipse">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44"/>
          </a:p>
        </p:txBody>
      </p:sp>
      <p:sp>
        <p:nvSpPr>
          <p:cNvPr id="7" name="Oval 6">
            <a:extLst>
              <a:ext uri="{FF2B5EF4-FFF2-40B4-BE49-F238E27FC236}">
                <a16:creationId xmlns:a16="http://schemas.microsoft.com/office/drawing/2014/main" xmlns="" id="{122349F2-2622-4D7B-9269-051402EBA3C0}"/>
              </a:ext>
            </a:extLst>
          </p:cNvPr>
          <p:cNvSpPr/>
          <p:nvPr/>
        </p:nvSpPr>
        <p:spPr>
          <a:xfrm>
            <a:off x="614854" y="2156299"/>
            <a:ext cx="155034" cy="173274"/>
          </a:xfrm>
          <a:prstGeom prst="ellipse">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44"/>
          </a:p>
        </p:txBody>
      </p:sp>
      <p:sp>
        <p:nvSpPr>
          <p:cNvPr id="8" name="TextBox 7">
            <a:extLst>
              <a:ext uri="{FF2B5EF4-FFF2-40B4-BE49-F238E27FC236}">
                <a16:creationId xmlns:a16="http://schemas.microsoft.com/office/drawing/2014/main" xmlns="" id="{DE978A41-384F-4714-ADEC-7808061CF31D}"/>
              </a:ext>
            </a:extLst>
          </p:cNvPr>
          <p:cNvSpPr txBox="1"/>
          <p:nvPr/>
        </p:nvSpPr>
        <p:spPr>
          <a:xfrm>
            <a:off x="426003" y="2311332"/>
            <a:ext cx="687771" cy="438582"/>
          </a:xfrm>
          <a:prstGeom prst="rect">
            <a:avLst/>
          </a:prstGeom>
          <a:noFill/>
        </p:spPr>
        <p:txBody>
          <a:bodyPr wrap="square" rtlCol="0">
            <a:spAutoFit/>
          </a:bodyPr>
          <a:lstStyle/>
          <a:p>
            <a:r>
              <a:rPr lang="en-US" sz="2250" dirty="0">
                <a:solidFill>
                  <a:srgbClr val="FF0000"/>
                </a:solidFill>
              </a:rPr>
              <a:t>Vin</a:t>
            </a:r>
          </a:p>
        </p:txBody>
      </p:sp>
      <p:sp>
        <p:nvSpPr>
          <p:cNvPr id="9" name="TextBox 8">
            <a:extLst>
              <a:ext uri="{FF2B5EF4-FFF2-40B4-BE49-F238E27FC236}">
                <a16:creationId xmlns:a16="http://schemas.microsoft.com/office/drawing/2014/main" xmlns="" id="{D2CCE355-F8BD-4C19-95C6-4D8BA6634D77}"/>
              </a:ext>
            </a:extLst>
          </p:cNvPr>
          <p:cNvSpPr txBox="1"/>
          <p:nvPr/>
        </p:nvSpPr>
        <p:spPr>
          <a:xfrm>
            <a:off x="2986665" y="2311331"/>
            <a:ext cx="837674" cy="438582"/>
          </a:xfrm>
          <a:prstGeom prst="rect">
            <a:avLst/>
          </a:prstGeom>
          <a:noFill/>
        </p:spPr>
        <p:txBody>
          <a:bodyPr wrap="square" rtlCol="0">
            <a:spAutoFit/>
          </a:bodyPr>
          <a:lstStyle/>
          <a:p>
            <a:r>
              <a:rPr lang="en-US" sz="2250" dirty="0" err="1">
                <a:solidFill>
                  <a:srgbClr val="FF0000"/>
                </a:solidFill>
              </a:rPr>
              <a:t>Vout</a:t>
            </a:r>
            <a:endParaRPr lang="en-US" sz="2250" dirty="0">
              <a:solidFill>
                <a:srgbClr val="FF0000"/>
              </a:solidFill>
            </a:endParaRPr>
          </a:p>
        </p:txBody>
      </p:sp>
      <p:sp>
        <p:nvSpPr>
          <p:cNvPr id="10" name="Rectangle 9">
            <a:extLst>
              <a:ext uri="{FF2B5EF4-FFF2-40B4-BE49-F238E27FC236}">
                <a16:creationId xmlns:a16="http://schemas.microsoft.com/office/drawing/2014/main" xmlns="" id="{84E0F5E4-2811-44F9-B528-0535CC1FCD55}"/>
              </a:ext>
            </a:extLst>
          </p:cNvPr>
          <p:cNvSpPr/>
          <p:nvPr/>
        </p:nvSpPr>
        <p:spPr>
          <a:xfrm>
            <a:off x="993395" y="999269"/>
            <a:ext cx="938195" cy="14479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44"/>
          </a:p>
        </p:txBody>
      </p:sp>
      <p:cxnSp>
        <p:nvCxnSpPr>
          <p:cNvPr id="12" name="Straight Connector 11">
            <a:extLst>
              <a:ext uri="{FF2B5EF4-FFF2-40B4-BE49-F238E27FC236}">
                <a16:creationId xmlns:a16="http://schemas.microsoft.com/office/drawing/2014/main" xmlns="" id="{C9706814-B42C-47A0-A2B6-22910AA84447}"/>
              </a:ext>
            </a:extLst>
          </p:cNvPr>
          <p:cNvCxnSpPr>
            <a:cxnSpLocks/>
          </p:cNvCxnSpPr>
          <p:nvPr/>
        </p:nvCxnSpPr>
        <p:spPr>
          <a:xfrm flipV="1">
            <a:off x="1380348" y="1980242"/>
            <a:ext cx="0" cy="29326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xmlns="" id="{82508FEF-1F53-4329-996C-A2F7BD0A4351}"/>
              </a:ext>
            </a:extLst>
          </p:cNvPr>
          <p:cNvCxnSpPr>
            <a:cxnSpLocks/>
          </p:cNvCxnSpPr>
          <p:nvPr/>
        </p:nvCxnSpPr>
        <p:spPr>
          <a:xfrm flipH="1" flipV="1">
            <a:off x="1380347" y="1980242"/>
            <a:ext cx="189230" cy="5639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xmlns="" id="{EEFDC90D-B776-4374-8369-138EB5E40835}"/>
              </a:ext>
            </a:extLst>
          </p:cNvPr>
          <p:cNvCxnSpPr>
            <a:cxnSpLocks/>
          </p:cNvCxnSpPr>
          <p:nvPr/>
        </p:nvCxnSpPr>
        <p:spPr>
          <a:xfrm flipV="1">
            <a:off x="1569577" y="1980242"/>
            <a:ext cx="0" cy="56398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xmlns="" id="{594F6267-6E29-4FC4-95FD-C3C4F99968CD}"/>
              </a:ext>
            </a:extLst>
          </p:cNvPr>
          <p:cNvCxnSpPr>
            <a:cxnSpLocks/>
          </p:cNvCxnSpPr>
          <p:nvPr/>
        </p:nvCxnSpPr>
        <p:spPr>
          <a:xfrm flipH="1" flipV="1">
            <a:off x="1569577" y="1980242"/>
            <a:ext cx="189230" cy="5639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xmlns="" id="{2322BEC5-C158-4E5E-BFEE-098580513FEC}"/>
              </a:ext>
            </a:extLst>
          </p:cNvPr>
          <p:cNvCxnSpPr>
            <a:cxnSpLocks/>
          </p:cNvCxnSpPr>
          <p:nvPr/>
        </p:nvCxnSpPr>
        <p:spPr>
          <a:xfrm flipV="1">
            <a:off x="1758806" y="1980241"/>
            <a:ext cx="0" cy="56398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3637DC31-259F-40D7-82F2-08C2CFD58610}"/>
              </a:ext>
            </a:extLst>
          </p:cNvPr>
          <p:cNvCxnSpPr>
            <a:cxnSpLocks/>
          </p:cNvCxnSpPr>
          <p:nvPr/>
        </p:nvCxnSpPr>
        <p:spPr>
          <a:xfrm flipH="1" flipV="1">
            <a:off x="1758806" y="1980242"/>
            <a:ext cx="189230" cy="5639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xmlns="" id="{639D3F26-4AF6-41DF-AB11-4441ECF72021}"/>
              </a:ext>
            </a:extLst>
          </p:cNvPr>
          <p:cNvCxnSpPr>
            <a:cxnSpLocks/>
          </p:cNvCxnSpPr>
          <p:nvPr/>
        </p:nvCxnSpPr>
        <p:spPr>
          <a:xfrm flipV="1">
            <a:off x="1948036" y="2250953"/>
            <a:ext cx="0" cy="29326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xmlns="" id="{42A7130E-3996-44CE-A2C9-A2F3524DA81C}"/>
              </a:ext>
            </a:extLst>
          </p:cNvPr>
          <p:cNvCxnSpPr>
            <a:cxnSpLocks/>
          </p:cNvCxnSpPr>
          <p:nvPr/>
        </p:nvCxnSpPr>
        <p:spPr>
          <a:xfrm flipH="1">
            <a:off x="775927" y="2242935"/>
            <a:ext cx="604421"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xmlns="" id="{09D6E520-3D75-49F7-AF02-3057DF2057A6}"/>
              </a:ext>
            </a:extLst>
          </p:cNvPr>
          <p:cNvCxnSpPr>
            <a:cxnSpLocks/>
          </p:cNvCxnSpPr>
          <p:nvPr/>
        </p:nvCxnSpPr>
        <p:spPr>
          <a:xfrm flipH="1">
            <a:off x="789817" y="2260753"/>
            <a:ext cx="604421"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xmlns="" id="{8C9235B7-54B7-4720-9CBD-B09FD0557FF1}"/>
              </a:ext>
            </a:extLst>
          </p:cNvPr>
          <p:cNvSpPr txBox="1"/>
          <p:nvPr/>
        </p:nvSpPr>
        <p:spPr>
          <a:xfrm>
            <a:off x="1342627" y="1534140"/>
            <a:ext cx="687771" cy="438582"/>
          </a:xfrm>
          <a:prstGeom prst="rect">
            <a:avLst/>
          </a:prstGeom>
          <a:noFill/>
        </p:spPr>
        <p:txBody>
          <a:bodyPr wrap="square" rtlCol="0">
            <a:spAutoFit/>
          </a:bodyPr>
          <a:lstStyle/>
          <a:p>
            <a:r>
              <a:rPr lang="en-US" sz="2250" b="1" dirty="0">
                <a:solidFill>
                  <a:srgbClr val="00B050"/>
                </a:solidFill>
              </a:rPr>
              <a:t>R</a:t>
            </a:r>
          </a:p>
        </p:txBody>
      </p:sp>
      <p:sp>
        <p:nvSpPr>
          <p:cNvPr id="29" name="TextBox 28">
            <a:extLst>
              <a:ext uri="{FF2B5EF4-FFF2-40B4-BE49-F238E27FC236}">
                <a16:creationId xmlns:a16="http://schemas.microsoft.com/office/drawing/2014/main" xmlns="" id="{9042DB74-AAAF-4847-B26A-4547660F0EF3}"/>
              </a:ext>
            </a:extLst>
          </p:cNvPr>
          <p:cNvSpPr txBox="1"/>
          <p:nvPr/>
        </p:nvSpPr>
        <p:spPr>
          <a:xfrm>
            <a:off x="1511494" y="1669204"/>
            <a:ext cx="687771" cy="352084"/>
          </a:xfrm>
          <a:prstGeom prst="rect">
            <a:avLst/>
          </a:prstGeom>
          <a:noFill/>
        </p:spPr>
        <p:txBody>
          <a:bodyPr wrap="square" rtlCol="0">
            <a:spAutoFit/>
          </a:bodyPr>
          <a:lstStyle/>
          <a:p>
            <a:r>
              <a:rPr lang="en-US" sz="1688" b="1" dirty="0">
                <a:solidFill>
                  <a:srgbClr val="00B050"/>
                </a:solidFill>
              </a:rPr>
              <a:t>ON</a:t>
            </a:r>
          </a:p>
        </p:txBody>
      </p:sp>
      <p:pic>
        <p:nvPicPr>
          <p:cNvPr id="58" name="Picture 57">
            <a:extLst>
              <a:ext uri="{FF2B5EF4-FFF2-40B4-BE49-F238E27FC236}">
                <a16:creationId xmlns:a16="http://schemas.microsoft.com/office/drawing/2014/main" xmlns="" id="{5C465C42-F386-46E3-9F53-51A2C831AC21}"/>
              </a:ext>
            </a:extLst>
          </p:cNvPr>
          <p:cNvPicPr>
            <a:picLocks noChangeAspect="1"/>
          </p:cNvPicPr>
          <p:nvPr/>
        </p:nvPicPr>
        <p:blipFill>
          <a:blip r:embed="rId4"/>
          <a:stretch>
            <a:fillRect/>
          </a:stretch>
        </p:blipFill>
        <p:spPr>
          <a:xfrm>
            <a:off x="4923998" y="1264466"/>
            <a:ext cx="2842898" cy="2925701"/>
          </a:xfrm>
          <a:prstGeom prst="rect">
            <a:avLst/>
          </a:prstGeom>
        </p:spPr>
      </p:pic>
      <p:sp>
        <p:nvSpPr>
          <p:cNvPr id="59" name="Oval 58">
            <a:extLst>
              <a:ext uri="{FF2B5EF4-FFF2-40B4-BE49-F238E27FC236}">
                <a16:creationId xmlns:a16="http://schemas.microsoft.com/office/drawing/2014/main" xmlns="" id="{BD5B74EE-5107-448C-A19C-FA0D5FD1644B}"/>
              </a:ext>
            </a:extLst>
          </p:cNvPr>
          <p:cNvSpPr/>
          <p:nvPr/>
        </p:nvSpPr>
        <p:spPr>
          <a:xfrm>
            <a:off x="7452012" y="2464066"/>
            <a:ext cx="155034" cy="173274"/>
          </a:xfrm>
          <a:prstGeom prst="ellipse">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44"/>
          </a:p>
        </p:txBody>
      </p:sp>
      <p:sp>
        <p:nvSpPr>
          <p:cNvPr id="60" name="Oval 59">
            <a:extLst>
              <a:ext uri="{FF2B5EF4-FFF2-40B4-BE49-F238E27FC236}">
                <a16:creationId xmlns:a16="http://schemas.microsoft.com/office/drawing/2014/main" xmlns="" id="{7E1016B7-FF32-442D-A639-4FBB27A7BA77}"/>
              </a:ext>
            </a:extLst>
          </p:cNvPr>
          <p:cNvSpPr/>
          <p:nvPr/>
        </p:nvSpPr>
        <p:spPr>
          <a:xfrm>
            <a:off x="4856695" y="2464065"/>
            <a:ext cx="155034" cy="173274"/>
          </a:xfrm>
          <a:prstGeom prst="ellipse">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44"/>
          </a:p>
        </p:txBody>
      </p:sp>
      <p:sp>
        <p:nvSpPr>
          <p:cNvPr id="61" name="TextBox 60">
            <a:extLst>
              <a:ext uri="{FF2B5EF4-FFF2-40B4-BE49-F238E27FC236}">
                <a16:creationId xmlns:a16="http://schemas.microsoft.com/office/drawing/2014/main" xmlns="" id="{E1BB0E2C-3CAA-4617-A552-8E7BFCCFC401}"/>
              </a:ext>
            </a:extLst>
          </p:cNvPr>
          <p:cNvSpPr txBox="1"/>
          <p:nvPr/>
        </p:nvSpPr>
        <p:spPr>
          <a:xfrm>
            <a:off x="4667843" y="2619098"/>
            <a:ext cx="687771" cy="438582"/>
          </a:xfrm>
          <a:prstGeom prst="rect">
            <a:avLst/>
          </a:prstGeom>
          <a:noFill/>
        </p:spPr>
        <p:txBody>
          <a:bodyPr wrap="square" rtlCol="0">
            <a:spAutoFit/>
          </a:bodyPr>
          <a:lstStyle/>
          <a:p>
            <a:r>
              <a:rPr lang="en-US" sz="2250" dirty="0">
                <a:solidFill>
                  <a:srgbClr val="FF0000"/>
                </a:solidFill>
              </a:rPr>
              <a:t>Vin</a:t>
            </a:r>
          </a:p>
        </p:txBody>
      </p:sp>
      <p:sp>
        <p:nvSpPr>
          <p:cNvPr id="62" name="TextBox 61">
            <a:extLst>
              <a:ext uri="{FF2B5EF4-FFF2-40B4-BE49-F238E27FC236}">
                <a16:creationId xmlns:a16="http://schemas.microsoft.com/office/drawing/2014/main" xmlns="" id="{4CEEEA00-5B31-4166-8241-B5870DBCFB8E}"/>
              </a:ext>
            </a:extLst>
          </p:cNvPr>
          <p:cNvSpPr txBox="1"/>
          <p:nvPr/>
        </p:nvSpPr>
        <p:spPr>
          <a:xfrm>
            <a:off x="6895451" y="2546112"/>
            <a:ext cx="1124013" cy="438582"/>
          </a:xfrm>
          <a:prstGeom prst="rect">
            <a:avLst/>
          </a:prstGeom>
          <a:noFill/>
        </p:spPr>
        <p:txBody>
          <a:bodyPr wrap="square" rtlCol="0">
            <a:spAutoFit/>
          </a:bodyPr>
          <a:lstStyle/>
          <a:p>
            <a:r>
              <a:rPr lang="en-US" sz="2250" dirty="0" err="1">
                <a:solidFill>
                  <a:srgbClr val="FF0000"/>
                </a:solidFill>
              </a:rPr>
              <a:t>Vout</a:t>
            </a:r>
            <a:endParaRPr lang="en-US" sz="2250" dirty="0">
              <a:solidFill>
                <a:srgbClr val="FF0000"/>
              </a:solidFill>
            </a:endParaRPr>
          </a:p>
        </p:txBody>
      </p:sp>
      <p:cxnSp>
        <p:nvCxnSpPr>
          <p:cNvPr id="63" name="Straight Connector 62">
            <a:extLst>
              <a:ext uri="{FF2B5EF4-FFF2-40B4-BE49-F238E27FC236}">
                <a16:creationId xmlns:a16="http://schemas.microsoft.com/office/drawing/2014/main" xmlns="" id="{238ECF35-FBA5-428F-8DF1-32D1593BB982}"/>
              </a:ext>
            </a:extLst>
          </p:cNvPr>
          <p:cNvCxnSpPr/>
          <p:nvPr/>
        </p:nvCxnSpPr>
        <p:spPr>
          <a:xfrm flipH="1">
            <a:off x="6381860" y="2042976"/>
            <a:ext cx="240441" cy="25446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xmlns="" id="{F024F1A2-8B31-4400-A837-E39ABC2CD52C}"/>
              </a:ext>
            </a:extLst>
          </p:cNvPr>
          <p:cNvCxnSpPr/>
          <p:nvPr/>
        </p:nvCxnSpPr>
        <p:spPr>
          <a:xfrm flipH="1">
            <a:off x="6469933" y="2099548"/>
            <a:ext cx="240441" cy="25446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Freeform: Shape 67">
            <a:extLst>
              <a:ext uri="{FF2B5EF4-FFF2-40B4-BE49-F238E27FC236}">
                <a16:creationId xmlns:a16="http://schemas.microsoft.com/office/drawing/2014/main" xmlns="" id="{8D430238-ED33-429B-AE33-EEF365C3A28A}"/>
              </a:ext>
            </a:extLst>
          </p:cNvPr>
          <p:cNvSpPr/>
          <p:nvPr/>
        </p:nvSpPr>
        <p:spPr>
          <a:xfrm>
            <a:off x="5991278" y="1963740"/>
            <a:ext cx="545943" cy="155972"/>
          </a:xfrm>
          <a:custGeom>
            <a:avLst/>
            <a:gdLst>
              <a:gd name="connsiteX0" fmla="*/ 0 w 1097280"/>
              <a:gd name="connsiteY0" fmla="*/ 0 h 342900"/>
              <a:gd name="connsiteX1" fmla="*/ 777240 w 1097280"/>
              <a:gd name="connsiteY1" fmla="*/ 91440 h 342900"/>
              <a:gd name="connsiteX2" fmla="*/ 1097280 w 1097280"/>
              <a:gd name="connsiteY2" fmla="*/ 342900 h 342900"/>
            </a:gdLst>
            <a:ahLst/>
            <a:cxnLst>
              <a:cxn ang="0">
                <a:pos x="connsiteX0" y="connsiteY0"/>
              </a:cxn>
              <a:cxn ang="0">
                <a:pos x="connsiteX1" y="connsiteY1"/>
              </a:cxn>
              <a:cxn ang="0">
                <a:pos x="connsiteX2" y="connsiteY2"/>
              </a:cxn>
            </a:cxnLst>
            <a:rect l="l" t="t" r="r" b="b"/>
            <a:pathLst>
              <a:path w="1097280" h="342900">
                <a:moveTo>
                  <a:pt x="0" y="0"/>
                </a:moveTo>
                <a:cubicBezTo>
                  <a:pt x="297180" y="17145"/>
                  <a:pt x="594360" y="34290"/>
                  <a:pt x="777240" y="91440"/>
                </a:cubicBezTo>
                <a:cubicBezTo>
                  <a:pt x="960120" y="148590"/>
                  <a:pt x="1028700" y="245745"/>
                  <a:pt x="1097280" y="342900"/>
                </a:cubicBezTo>
              </a:path>
            </a:pathLst>
          </a:custGeom>
          <a:noFill/>
          <a:ln w="571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44"/>
          </a:p>
        </p:txBody>
      </p:sp>
      <p:sp>
        <p:nvSpPr>
          <p:cNvPr id="71" name="Freeform: Shape 70">
            <a:extLst>
              <a:ext uri="{FF2B5EF4-FFF2-40B4-BE49-F238E27FC236}">
                <a16:creationId xmlns:a16="http://schemas.microsoft.com/office/drawing/2014/main" xmlns="" id="{4F7DE94C-85EE-4257-8865-ACCF9744998F}"/>
              </a:ext>
            </a:extLst>
          </p:cNvPr>
          <p:cNvSpPr/>
          <p:nvPr/>
        </p:nvSpPr>
        <p:spPr>
          <a:xfrm flipH="1">
            <a:off x="6624797" y="2208962"/>
            <a:ext cx="85577" cy="351234"/>
          </a:xfrm>
          <a:custGeom>
            <a:avLst/>
            <a:gdLst>
              <a:gd name="connsiteX0" fmla="*/ 279400 w 279400"/>
              <a:gd name="connsiteY0" fmla="*/ 0 h 749300"/>
              <a:gd name="connsiteX1" fmla="*/ 101600 w 279400"/>
              <a:gd name="connsiteY1" fmla="*/ 215900 h 749300"/>
              <a:gd name="connsiteX2" fmla="*/ 0 w 279400"/>
              <a:gd name="connsiteY2" fmla="*/ 749300 h 749300"/>
            </a:gdLst>
            <a:ahLst/>
            <a:cxnLst>
              <a:cxn ang="0">
                <a:pos x="connsiteX0" y="connsiteY0"/>
              </a:cxn>
              <a:cxn ang="0">
                <a:pos x="connsiteX1" y="connsiteY1"/>
              </a:cxn>
              <a:cxn ang="0">
                <a:pos x="connsiteX2" y="connsiteY2"/>
              </a:cxn>
            </a:cxnLst>
            <a:rect l="l" t="t" r="r" b="b"/>
            <a:pathLst>
              <a:path w="279400" h="749300">
                <a:moveTo>
                  <a:pt x="279400" y="0"/>
                </a:moveTo>
                <a:cubicBezTo>
                  <a:pt x="213783" y="45508"/>
                  <a:pt x="148167" y="91017"/>
                  <a:pt x="101600" y="215900"/>
                </a:cubicBezTo>
                <a:cubicBezTo>
                  <a:pt x="55033" y="340783"/>
                  <a:pt x="27516" y="545041"/>
                  <a:pt x="0" y="749300"/>
                </a:cubicBezTo>
              </a:path>
            </a:pathLst>
          </a:custGeom>
          <a:noFill/>
          <a:ln w="571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44"/>
          </a:p>
        </p:txBody>
      </p:sp>
      <p:sp>
        <p:nvSpPr>
          <p:cNvPr id="74" name="TextBox 73">
            <a:extLst>
              <a:ext uri="{FF2B5EF4-FFF2-40B4-BE49-F238E27FC236}">
                <a16:creationId xmlns:a16="http://schemas.microsoft.com/office/drawing/2014/main" xmlns="" id="{F8E20885-BF90-417E-A035-5F61BE2122E6}"/>
              </a:ext>
            </a:extLst>
          </p:cNvPr>
          <p:cNvSpPr txBox="1"/>
          <p:nvPr/>
        </p:nvSpPr>
        <p:spPr>
          <a:xfrm>
            <a:off x="6687364" y="1791880"/>
            <a:ext cx="687771" cy="438582"/>
          </a:xfrm>
          <a:prstGeom prst="rect">
            <a:avLst/>
          </a:prstGeom>
          <a:noFill/>
        </p:spPr>
        <p:txBody>
          <a:bodyPr wrap="square" rtlCol="0">
            <a:spAutoFit/>
          </a:bodyPr>
          <a:lstStyle/>
          <a:p>
            <a:r>
              <a:rPr lang="en-US" sz="2250" b="1" dirty="0">
                <a:solidFill>
                  <a:srgbClr val="00B050"/>
                </a:solidFill>
              </a:rPr>
              <a:t>C</a:t>
            </a:r>
          </a:p>
        </p:txBody>
      </p:sp>
      <p:sp>
        <p:nvSpPr>
          <p:cNvPr id="75" name="TextBox 74">
            <a:extLst>
              <a:ext uri="{FF2B5EF4-FFF2-40B4-BE49-F238E27FC236}">
                <a16:creationId xmlns:a16="http://schemas.microsoft.com/office/drawing/2014/main" xmlns="" id="{B7302532-F4A8-4CEE-A2AE-F8A7BADE43AF}"/>
              </a:ext>
            </a:extLst>
          </p:cNvPr>
          <p:cNvSpPr txBox="1"/>
          <p:nvPr/>
        </p:nvSpPr>
        <p:spPr>
          <a:xfrm>
            <a:off x="6907287" y="1968447"/>
            <a:ext cx="687771" cy="352084"/>
          </a:xfrm>
          <a:prstGeom prst="rect">
            <a:avLst/>
          </a:prstGeom>
          <a:noFill/>
        </p:spPr>
        <p:txBody>
          <a:bodyPr wrap="square" rtlCol="0">
            <a:spAutoFit/>
          </a:bodyPr>
          <a:lstStyle/>
          <a:p>
            <a:r>
              <a:rPr lang="en-US" sz="1688" b="1" dirty="0">
                <a:solidFill>
                  <a:srgbClr val="00B050"/>
                </a:solidFill>
              </a:rPr>
              <a:t>GD</a:t>
            </a:r>
          </a:p>
        </p:txBody>
      </p:sp>
      <p:cxnSp>
        <p:nvCxnSpPr>
          <p:cNvPr id="76" name="Straight Connector 75">
            <a:extLst>
              <a:ext uri="{FF2B5EF4-FFF2-40B4-BE49-F238E27FC236}">
                <a16:creationId xmlns:a16="http://schemas.microsoft.com/office/drawing/2014/main" xmlns="" id="{C5BAC228-AC56-43DD-959D-47455FA2907A}"/>
              </a:ext>
            </a:extLst>
          </p:cNvPr>
          <p:cNvCxnSpPr>
            <a:cxnSpLocks/>
          </p:cNvCxnSpPr>
          <p:nvPr/>
        </p:nvCxnSpPr>
        <p:spPr>
          <a:xfrm>
            <a:off x="5875920" y="1211686"/>
            <a:ext cx="300633"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xmlns="" id="{16139E46-1022-489C-B4E8-E488F2DA50C3}"/>
              </a:ext>
            </a:extLst>
          </p:cNvPr>
          <p:cNvCxnSpPr>
            <a:cxnSpLocks/>
          </p:cNvCxnSpPr>
          <p:nvPr/>
        </p:nvCxnSpPr>
        <p:spPr>
          <a:xfrm>
            <a:off x="6161670" y="1211686"/>
            <a:ext cx="171698" cy="63817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xmlns="" id="{218D7902-F87C-4025-BB6A-EE34D5D02B7D}"/>
              </a:ext>
            </a:extLst>
          </p:cNvPr>
          <p:cNvCxnSpPr>
            <a:cxnSpLocks/>
          </p:cNvCxnSpPr>
          <p:nvPr/>
        </p:nvCxnSpPr>
        <p:spPr>
          <a:xfrm>
            <a:off x="6319428" y="1846884"/>
            <a:ext cx="300633"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xmlns="" id="{D603DF16-BCAE-4243-B4DA-DF6FA7CD415F}"/>
              </a:ext>
            </a:extLst>
          </p:cNvPr>
          <p:cNvSpPr txBox="1"/>
          <p:nvPr/>
        </p:nvSpPr>
        <p:spPr>
          <a:xfrm>
            <a:off x="5515868" y="714677"/>
            <a:ext cx="687771" cy="438582"/>
          </a:xfrm>
          <a:prstGeom prst="rect">
            <a:avLst/>
          </a:prstGeom>
          <a:noFill/>
        </p:spPr>
        <p:txBody>
          <a:bodyPr wrap="square" rtlCol="0">
            <a:spAutoFit/>
          </a:bodyPr>
          <a:lstStyle/>
          <a:p>
            <a:r>
              <a:rPr lang="en-US" sz="2250" b="1" dirty="0"/>
              <a:t>V</a:t>
            </a:r>
          </a:p>
        </p:txBody>
      </p:sp>
      <p:sp>
        <p:nvSpPr>
          <p:cNvPr id="80" name="TextBox 79">
            <a:extLst>
              <a:ext uri="{FF2B5EF4-FFF2-40B4-BE49-F238E27FC236}">
                <a16:creationId xmlns:a16="http://schemas.microsoft.com/office/drawing/2014/main" xmlns="" id="{A7D890C4-008B-4B66-A5E3-20CFA3CB0C33}"/>
              </a:ext>
            </a:extLst>
          </p:cNvPr>
          <p:cNvSpPr txBox="1"/>
          <p:nvPr/>
        </p:nvSpPr>
        <p:spPr>
          <a:xfrm>
            <a:off x="5697564" y="782589"/>
            <a:ext cx="687771" cy="352084"/>
          </a:xfrm>
          <a:prstGeom prst="rect">
            <a:avLst/>
          </a:prstGeom>
          <a:noFill/>
        </p:spPr>
        <p:txBody>
          <a:bodyPr wrap="square" rtlCol="0">
            <a:spAutoFit/>
          </a:bodyPr>
          <a:lstStyle/>
          <a:p>
            <a:r>
              <a:rPr lang="en-US" sz="1688" b="1" dirty="0"/>
              <a:t>CLK</a:t>
            </a:r>
          </a:p>
        </p:txBody>
      </p:sp>
      <p:sp>
        <p:nvSpPr>
          <p:cNvPr id="81" name="TextBox 80">
            <a:extLst>
              <a:ext uri="{FF2B5EF4-FFF2-40B4-BE49-F238E27FC236}">
                <a16:creationId xmlns:a16="http://schemas.microsoft.com/office/drawing/2014/main" xmlns="" id="{250930A7-E806-4EB1-9DAF-C78E76F1CF77}"/>
              </a:ext>
            </a:extLst>
          </p:cNvPr>
          <p:cNvSpPr txBox="1"/>
          <p:nvPr/>
        </p:nvSpPr>
        <p:spPr>
          <a:xfrm>
            <a:off x="6340822" y="1388060"/>
            <a:ext cx="687771" cy="438582"/>
          </a:xfrm>
          <a:prstGeom prst="rect">
            <a:avLst/>
          </a:prstGeom>
          <a:noFill/>
        </p:spPr>
        <p:txBody>
          <a:bodyPr wrap="square" rtlCol="0">
            <a:spAutoFit/>
          </a:bodyPr>
          <a:lstStyle/>
          <a:p>
            <a:r>
              <a:rPr lang="en-US" sz="2250" b="1" dirty="0"/>
              <a:t>0</a:t>
            </a:r>
          </a:p>
        </p:txBody>
      </p:sp>
      <p:grpSp>
        <p:nvGrpSpPr>
          <p:cNvPr id="54" name="组合 4">
            <a:extLst>
              <a:ext uri="{FF2B5EF4-FFF2-40B4-BE49-F238E27FC236}">
                <a16:creationId xmlns:a16="http://schemas.microsoft.com/office/drawing/2014/main" xmlns="" id="{3E32F614-1F44-C0F3-B006-EDF17941B4F5}"/>
              </a:ext>
            </a:extLst>
          </p:cNvPr>
          <p:cNvGrpSpPr/>
          <p:nvPr/>
        </p:nvGrpSpPr>
        <p:grpSpPr>
          <a:xfrm>
            <a:off x="0" y="625549"/>
            <a:ext cx="3395006" cy="431295"/>
            <a:chOff x="-22274" y="526055"/>
            <a:chExt cx="3395006" cy="431295"/>
          </a:xfrm>
        </p:grpSpPr>
        <p:grpSp>
          <p:nvGrpSpPr>
            <p:cNvPr id="55" name="组合 5">
              <a:extLst>
                <a:ext uri="{FF2B5EF4-FFF2-40B4-BE49-F238E27FC236}">
                  <a16:creationId xmlns:a16="http://schemas.microsoft.com/office/drawing/2014/main" xmlns="" id="{EA1E49F9-7BE1-31F0-1AA4-FC17D17BBCEE}"/>
                </a:ext>
              </a:extLst>
            </p:cNvPr>
            <p:cNvGrpSpPr/>
            <p:nvPr/>
          </p:nvGrpSpPr>
          <p:grpSpPr>
            <a:xfrm>
              <a:off x="-22274" y="526055"/>
              <a:ext cx="2726545" cy="431295"/>
              <a:chOff x="-22274" y="526055"/>
              <a:chExt cx="2726545" cy="431295"/>
            </a:xfrm>
          </p:grpSpPr>
          <p:sp>
            <p:nvSpPr>
              <p:cNvPr id="84" name="任意多边形 11">
                <a:extLst>
                  <a:ext uri="{FF2B5EF4-FFF2-40B4-BE49-F238E27FC236}">
                    <a16:creationId xmlns:a16="http://schemas.microsoft.com/office/drawing/2014/main" xmlns="" id="{70F00A70-44D9-5373-6142-2DA5ABAF3F7A}"/>
                  </a:ext>
                </a:extLst>
              </p:cNvPr>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85" name="组合 12">
                <a:extLst>
                  <a:ext uri="{FF2B5EF4-FFF2-40B4-BE49-F238E27FC236}">
                    <a16:creationId xmlns:a16="http://schemas.microsoft.com/office/drawing/2014/main" xmlns="" id="{A5379E43-D196-B15F-686A-9245D0C59E84}"/>
                  </a:ext>
                </a:extLst>
              </p:cNvPr>
              <p:cNvGrpSpPr/>
              <p:nvPr/>
            </p:nvGrpSpPr>
            <p:grpSpPr>
              <a:xfrm>
                <a:off x="206190" y="526055"/>
                <a:ext cx="276624" cy="276624"/>
                <a:chOff x="5216663" y="2206897"/>
                <a:chExt cx="276624" cy="276624"/>
              </a:xfrm>
            </p:grpSpPr>
            <p:sp>
              <p:nvSpPr>
                <p:cNvPr id="87" name="Oval 35">
                  <a:extLst>
                    <a:ext uri="{FF2B5EF4-FFF2-40B4-BE49-F238E27FC236}">
                      <a16:creationId xmlns:a16="http://schemas.microsoft.com/office/drawing/2014/main" xmlns="" id="{463EB779-AE73-888E-056D-0E24158FD853}"/>
                    </a:ext>
                  </a:extLst>
                </p:cNvPr>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8" name="Oval 35">
                  <a:extLst>
                    <a:ext uri="{FF2B5EF4-FFF2-40B4-BE49-F238E27FC236}">
                      <a16:creationId xmlns:a16="http://schemas.microsoft.com/office/drawing/2014/main" xmlns="" id="{48444000-2742-6295-79F1-DB03FEFA15B2}"/>
                    </a:ext>
                  </a:extLst>
                </p:cNvPr>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86" name="Oval 35">
                <a:extLst>
                  <a:ext uri="{FF2B5EF4-FFF2-40B4-BE49-F238E27FC236}">
                    <a16:creationId xmlns:a16="http://schemas.microsoft.com/office/drawing/2014/main" xmlns="" id="{68970CAF-DF70-D215-C4F4-9B7F11A05C83}"/>
                  </a:ext>
                </a:extLst>
              </p:cNvPr>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6" name="组合 7">
              <a:extLst>
                <a:ext uri="{FF2B5EF4-FFF2-40B4-BE49-F238E27FC236}">
                  <a16:creationId xmlns:a16="http://schemas.microsoft.com/office/drawing/2014/main" xmlns="" id="{1FA9F9ED-05F9-D9CF-A2D2-879851495A77}"/>
                </a:ext>
              </a:extLst>
            </p:cNvPr>
            <p:cNvGrpSpPr/>
            <p:nvPr/>
          </p:nvGrpSpPr>
          <p:grpSpPr>
            <a:xfrm>
              <a:off x="2909925" y="529575"/>
              <a:ext cx="462807" cy="427775"/>
              <a:chOff x="2909925" y="529575"/>
              <a:chExt cx="462807" cy="427775"/>
            </a:xfrm>
          </p:grpSpPr>
          <p:sp>
            <p:nvSpPr>
              <p:cNvPr id="57" name="任意多边形 8">
                <a:extLst>
                  <a:ext uri="{FF2B5EF4-FFF2-40B4-BE49-F238E27FC236}">
                    <a16:creationId xmlns:a16="http://schemas.microsoft.com/office/drawing/2014/main" xmlns="" id="{94272761-B250-DE62-294F-AC79B6123BFE}"/>
                  </a:ext>
                </a:extLst>
              </p:cNvPr>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82" name="Oval 35">
                <a:extLst>
                  <a:ext uri="{FF2B5EF4-FFF2-40B4-BE49-F238E27FC236}">
                    <a16:creationId xmlns:a16="http://schemas.microsoft.com/office/drawing/2014/main" xmlns="" id="{164CAED4-8BE4-07CB-82C4-2511A3F96A26}"/>
                  </a:ext>
                </a:extLst>
              </p:cNvPr>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3" name="Oval 35">
                <a:extLst>
                  <a:ext uri="{FF2B5EF4-FFF2-40B4-BE49-F238E27FC236}">
                    <a16:creationId xmlns:a16="http://schemas.microsoft.com/office/drawing/2014/main" xmlns="" id="{37DF0D37-27AF-208A-1536-BC89BFB15B65}"/>
                  </a:ext>
                </a:extLst>
              </p:cNvPr>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89" name="文本框 6">
            <a:extLst>
              <a:ext uri="{FF2B5EF4-FFF2-40B4-BE49-F238E27FC236}">
                <a16:creationId xmlns:a16="http://schemas.microsoft.com/office/drawing/2014/main" xmlns="" id="{887372B3-67A0-D46E-6A87-0421B414E18B}"/>
              </a:ext>
            </a:extLst>
          </p:cNvPr>
          <p:cNvSpPr txBox="1"/>
          <p:nvPr/>
        </p:nvSpPr>
        <p:spPr>
          <a:xfrm>
            <a:off x="718569" y="37947"/>
            <a:ext cx="8289793" cy="954107"/>
          </a:xfrm>
          <a:prstGeom prst="rect">
            <a:avLst/>
          </a:prstGeom>
          <a:noFill/>
        </p:spPr>
        <p:txBody>
          <a:bodyPr wrap="square" rtlCol="0">
            <a:spAutoFit/>
          </a:bodyPr>
          <a:lstStyle/>
          <a:p>
            <a:pPr lvl="0" algn="ctr"/>
            <a:r>
              <a:rPr lang="en-US" sz="2800" b="1" dirty="0" smtClean="0">
                <a:latin typeface="Times New Roman"/>
                <a:ea typeface="Times New Roman"/>
                <a:cs typeface="Times New Roman"/>
                <a:sym typeface="Times New Roman"/>
              </a:rPr>
              <a:t>Bootstrapped </a:t>
            </a:r>
            <a:r>
              <a:rPr lang="en-US" sz="2800" b="1" dirty="0">
                <a:latin typeface="Times New Roman"/>
                <a:ea typeface="Times New Roman"/>
                <a:cs typeface="Times New Roman"/>
                <a:sym typeface="Times New Roman"/>
              </a:rPr>
              <a:t>Switch (non-idealities</a:t>
            </a:r>
            <a:r>
              <a:rPr lang="en-US" sz="2800" b="1" dirty="0" smtClean="0">
                <a:latin typeface="Times New Roman"/>
                <a:ea typeface="Times New Roman"/>
                <a:cs typeface="Times New Roman"/>
                <a:sym typeface="Times New Roman"/>
              </a:rPr>
              <a:t>) and its solutions </a:t>
            </a:r>
            <a:endParaRPr lang="en-US" sz="2800" b="1" dirty="0">
              <a:latin typeface="Times New Roman"/>
              <a:ea typeface="Times New Roman"/>
              <a:cs typeface="Times New Roman"/>
              <a:sym typeface="Times New Roman"/>
            </a:endParaRPr>
          </a:p>
          <a:p>
            <a:pPr lvl="0" algn="ctr"/>
            <a:r>
              <a:rPr lang="en-US" sz="2800" b="1" dirty="0" smtClean="0">
                <a:latin typeface="Times New Roman"/>
                <a:ea typeface="Times New Roman"/>
                <a:cs typeface="Times New Roman"/>
                <a:sym typeface="Times New Roman"/>
              </a:rPr>
              <a:t>  </a:t>
            </a:r>
            <a:endParaRPr lang="zh-CN" altLang="en-US" sz="2600" b="1" dirty="0">
              <a:latin typeface="+mj-lt"/>
              <a:ea typeface="方正清刻本悦宋简体" panose="02000000000000000000" pitchFamily="2" charset="-122"/>
            </a:endParaRPr>
          </a:p>
        </p:txBody>
      </p:sp>
      <p:sp>
        <p:nvSpPr>
          <p:cNvPr id="44" name="Freeform: Shape 43">
            <a:extLst>
              <a:ext uri="{FF2B5EF4-FFF2-40B4-BE49-F238E27FC236}">
                <a16:creationId xmlns:a16="http://schemas.microsoft.com/office/drawing/2014/main" xmlns="" id="{2541FA52-FA90-4F5C-8183-33AC4A9093D9}"/>
              </a:ext>
            </a:extLst>
          </p:cNvPr>
          <p:cNvSpPr/>
          <p:nvPr/>
        </p:nvSpPr>
        <p:spPr>
          <a:xfrm flipH="1">
            <a:off x="6011195" y="2538033"/>
            <a:ext cx="422421" cy="320702"/>
          </a:xfrm>
          <a:custGeom>
            <a:avLst/>
            <a:gdLst>
              <a:gd name="connsiteX0" fmla="*/ 1143000 w 1164997"/>
              <a:gd name="connsiteY0" fmla="*/ 0 h 822960"/>
              <a:gd name="connsiteX1" fmla="*/ 1143000 w 1164997"/>
              <a:gd name="connsiteY1" fmla="*/ 457200 h 822960"/>
              <a:gd name="connsiteX2" fmla="*/ 914400 w 1164997"/>
              <a:gd name="connsiteY2" fmla="*/ 685800 h 822960"/>
              <a:gd name="connsiteX3" fmla="*/ 0 w 1164997"/>
              <a:gd name="connsiteY3" fmla="*/ 822960 h 822960"/>
            </a:gdLst>
            <a:ahLst/>
            <a:cxnLst>
              <a:cxn ang="0">
                <a:pos x="connsiteX0" y="connsiteY0"/>
              </a:cxn>
              <a:cxn ang="0">
                <a:pos x="connsiteX1" y="connsiteY1"/>
              </a:cxn>
              <a:cxn ang="0">
                <a:pos x="connsiteX2" y="connsiteY2"/>
              </a:cxn>
              <a:cxn ang="0">
                <a:pos x="connsiteX3" y="connsiteY3"/>
              </a:cxn>
            </a:cxnLst>
            <a:rect l="l" t="t" r="r" b="b"/>
            <a:pathLst>
              <a:path w="1164997" h="822960">
                <a:moveTo>
                  <a:pt x="1143000" y="0"/>
                </a:moveTo>
                <a:cubicBezTo>
                  <a:pt x="1162050" y="171450"/>
                  <a:pt x="1181100" y="342900"/>
                  <a:pt x="1143000" y="457200"/>
                </a:cubicBezTo>
                <a:cubicBezTo>
                  <a:pt x="1104900" y="571500"/>
                  <a:pt x="1104900" y="624840"/>
                  <a:pt x="914400" y="685800"/>
                </a:cubicBezTo>
                <a:cubicBezTo>
                  <a:pt x="723900" y="746760"/>
                  <a:pt x="361950" y="784860"/>
                  <a:pt x="0" y="822960"/>
                </a:cubicBezTo>
              </a:path>
            </a:pathLst>
          </a:custGeom>
          <a:noFill/>
          <a:ln w="5715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44">
              <a:solidFill>
                <a:srgbClr val="FF0000"/>
              </a:solidFill>
            </a:endParaRPr>
          </a:p>
        </p:txBody>
      </p:sp>
      <p:sp>
        <p:nvSpPr>
          <p:cNvPr id="43" name="Freeform: Shape 42">
            <a:extLst>
              <a:ext uri="{FF2B5EF4-FFF2-40B4-BE49-F238E27FC236}">
                <a16:creationId xmlns:a16="http://schemas.microsoft.com/office/drawing/2014/main" xmlns="" id="{60915DAB-6BBE-45A0-A9B2-5E6B31D74A67}"/>
              </a:ext>
            </a:extLst>
          </p:cNvPr>
          <p:cNvSpPr/>
          <p:nvPr/>
        </p:nvSpPr>
        <p:spPr>
          <a:xfrm>
            <a:off x="5663908" y="2538530"/>
            <a:ext cx="307323" cy="302294"/>
          </a:xfrm>
          <a:custGeom>
            <a:avLst/>
            <a:gdLst>
              <a:gd name="connsiteX0" fmla="*/ 1143000 w 1164997"/>
              <a:gd name="connsiteY0" fmla="*/ 0 h 822960"/>
              <a:gd name="connsiteX1" fmla="*/ 1143000 w 1164997"/>
              <a:gd name="connsiteY1" fmla="*/ 457200 h 822960"/>
              <a:gd name="connsiteX2" fmla="*/ 914400 w 1164997"/>
              <a:gd name="connsiteY2" fmla="*/ 685800 h 822960"/>
              <a:gd name="connsiteX3" fmla="*/ 0 w 1164997"/>
              <a:gd name="connsiteY3" fmla="*/ 822960 h 822960"/>
            </a:gdLst>
            <a:ahLst/>
            <a:cxnLst>
              <a:cxn ang="0">
                <a:pos x="connsiteX0" y="connsiteY0"/>
              </a:cxn>
              <a:cxn ang="0">
                <a:pos x="connsiteX1" y="connsiteY1"/>
              </a:cxn>
              <a:cxn ang="0">
                <a:pos x="connsiteX2" y="connsiteY2"/>
              </a:cxn>
              <a:cxn ang="0">
                <a:pos x="connsiteX3" y="connsiteY3"/>
              </a:cxn>
            </a:cxnLst>
            <a:rect l="l" t="t" r="r" b="b"/>
            <a:pathLst>
              <a:path w="1164997" h="822960">
                <a:moveTo>
                  <a:pt x="1143000" y="0"/>
                </a:moveTo>
                <a:cubicBezTo>
                  <a:pt x="1162050" y="171450"/>
                  <a:pt x="1181100" y="342900"/>
                  <a:pt x="1143000" y="457200"/>
                </a:cubicBezTo>
                <a:cubicBezTo>
                  <a:pt x="1104900" y="571500"/>
                  <a:pt x="1104900" y="624840"/>
                  <a:pt x="914400" y="685800"/>
                </a:cubicBezTo>
                <a:cubicBezTo>
                  <a:pt x="723900" y="746760"/>
                  <a:pt x="361950" y="784860"/>
                  <a:pt x="0" y="822960"/>
                </a:cubicBezTo>
              </a:path>
            </a:pathLst>
          </a:custGeom>
          <a:noFill/>
          <a:ln w="5715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44"/>
          </a:p>
        </p:txBody>
      </p:sp>
      <p:pic>
        <p:nvPicPr>
          <p:cNvPr id="211" name="Picture 210"/>
          <p:cNvPicPr>
            <a:picLocks noChangeAspect="1"/>
          </p:cNvPicPr>
          <p:nvPr/>
        </p:nvPicPr>
        <p:blipFill rotWithShape="1">
          <a:blip r:embed="rId5"/>
          <a:srcRect l="9284" t="11368" r="3713"/>
          <a:stretch/>
        </p:blipFill>
        <p:spPr>
          <a:xfrm>
            <a:off x="0" y="3831168"/>
            <a:ext cx="4711999" cy="3010175"/>
          </a:xfrm>
          <a:prstGeom prst="rect">
            <a:avLst/>
          </a:prstGeom>
        </p:spPr>
      </p:pic>
      <p:pic>
        <p:nvPicPr>
          <p:cNvPr id="212" name="Picture 211"/>
          <p:cNvPicPr>
            <a:picLocks noChangeAspect="1"/>
          </p:cNvPicPr>
          <p:nvPr/>
        </p:nvPicPr>
        <p:blipFill rotWithShape="1">
          <a:blip r:embed="rId6"/>
          <a:srcRect l="4253" r="59030"/>
          <a:stretch/>
        </p:blipFill>
        <p:spPr>
          <a:xfrm>
            <a:off x="4964384" y="4079835"/>
            <a:ext cx="3751538" cy="2676805"/>
          </a:xfrm>
          <a:prstGeom prst="rect">
            <a:avLst/>
          </a:prstGeom>
        </p:spPr>
      </p:pic>
      <p:grpSp>
        <p:nvGrpSpPr>
          <p:cNvPr id="213" name="组合 1"/>
          <p:cNvGrpSpPr/>
          <p:nvPr/>
        </p:nvGrpSpPr>
        <p:grpSpPr>
          <a:xfrm rot="2615140">
            <a:off x="5403992" y="-1935117"/>
            <a:ext cx="11510963" cy="11653838"/>
            <a:chOff x="5915306" y="-3855953"/>
            <a:chExt cx="11510963" cy="11653838"/>
          </a:xfrm>
        </p:grpSpPr>
        <p:sp>
          <p:nvSpPr>
            <p:cNvPr id="214" name="Freeform 41"/>
            <p:cNvSpPr>
              <a:spLocks/>
            </p:cNvSpPr>
            <p:nvPr/>
          </p:nvSpPr>
          <p:spPr bwMode="auto">
            <a:xfrm rot="5400000" flipH="1" flipV="1">
              <a:off x="10765913" y="3279861"/>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15" name="Freeform 129"/>
            <p:cNvSpPr>
              <a:spLocks/>
            </p:cNvSpPr>
            <p:nvPr/>
          </p:nvSpPr>
          <p:spPr bwMode="auto">
            <a:xfrm rot="5400000" flipH="1" flipV="1">
              <a:off x="10911963" y="3284623"/>
              <a:ext cx="2582863" cy="2716213"/>
            </a:xfrm>
            <a:custGeom>
              <a:avLst/>
              <a:gdLst>
                <a:gd name="T0" fmla="*/ 1627 w 1627"/>
                <a:gd name="T1" fmla="*/ 0 h 1711"/>
                <a:gd name="T2" fmla="*/ 1539 w 1627"/>
                <a:gd name="T3" fmla="*/ 0 h 1711"/>
                <a:gd name="T4" fmla="*/ 1289 w 1627"/>
                <a:gd name="T5" fmla="*/ 250 h 1711"/>
                <a:gd name="T6" fmla="*/ 1286 w 1627"/>
                <a:gd name="T7" fmla="*/ 425 h 1711"/>
                <a:gd name="T8" fmla="*/ 0 w 1627"/>
                <a:gd name="T9" fmla="*/ 1711 h 1711"/>
              </a:gdLst>
              <a:ahLst/>
              <a:cxnLst>
                <a:cxn ang="0">
                  <a:pos x="T0" y="T1"/>
                </a:cxn>
                <a:cxn ang="0">
                  <a:pos x="T2" y="T3"/>
                </a:cxn>
                <a:cxn ang="0">
                  <a:pos x="T4" y="T5"/>
                </a:cxn>
                <a:cxn ang="0">
                  <a:pos x="T6" y="T7"/>
                </a:cxn>
                <a:cxn ang="0">
                  <a:pos x="T8" y="T9"/>
                </a:cxn>
              </a:cxnLst>
              <a:rect l="0" t="0" r="r" b="b"/>
              <a:pathLst>
                <a:path w="1627" h="1711">
                  <a:moveTo>
                    <a:pt x="1627" y="0"/>
                  </a:moveTo>
                  <a:lnTo>
                    <a:pt x="1539" y="0"/>
                  </a:lnTo>
                  <a:lnTo>
                    <a:pt x="1289" y="250"/>
                  </a:lnTo>
                  <a:lnTo>
                    <a:pt x="1286" y="425"/>
                  </a:lnTo>
                  <a:lnTo>
                    <a:pt x="0" y="1711"/>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16" name="Freeform 130"/>
            <p:cNvSpPr>
              <a:spLocks/>
            </p:cNvSpPr>
            <p:nvPr/>
          </p:nvSpPr>
          <p:spPr bwMode="auto">
            <a:xfrm rot="5400000" flipH="1" flipV="1">
              <a:off x="11011975" y="3575136"/>
              <a:ext cx="2060575" cy="2911475"/>
            </a:xfrm>
            <a:custGeom>
              <a:avLst/>
              <a:gdLst>
                <a:gd name="T0" fmla="*/ 1224 w 1298"/>
                <a:gd name="T1" fmla="*/ 0 h 1834"/>
                <a:gd name="T2" fmla="*/ 1224 w 1298"/>
                <a:gd name="T3" fmla="*/ 293 h 1834"/>
                <a:gd name="T4" fmla="*/ 1298 w 1298"/>
                <a:gd name="T5" fmla="*/ 364 h 1834"/>
                <a:gd name="T6" fmla="*/ 1298 w 1298"/>
                <a:gd name="T7" fmla="*/ 536 h 1834"/>
                <a:gd name="T8" fmla="*/ 0 w 1298"/>
                <a:gd name="T9" fmla="*/ 1834 h 1834"/>
              </a:gdLst>
              <a:ahLst/>
              <a:cxnLst>
                <a:cxn ang="0">
                  <a:pos x="T0" y="T1"/>
                </a:cxn>
                <a:cxn ang="0">
                  <a:pos x="T2" y="T3"/>
                </a:cxn>
                <a:cxn ang="0">
                  <a:pos x="T4" y="T5"/>
                </a:cxn>
                <a:cxn ang="0">
                  <a:pos x="T6" y="T7"/>
                </a:cxn>
                <a:cxn ang="0">
                  <a:pos x="T8" y="T9"/>
                </a:cxn>
              </a:cxnLst>
              <a:rect l="0" t="0" r="r" b="b"/>
              <a:pathLst>
                <a:path w="1298" h="1834">
                  <a:moveTo>
                    <a:pt x="1224" y="0"/>
                  </a:moveTo>
                  <a:lnTo>
                    <a:pt x="1224" y="293"/>
                  </a:lnTo>
                  <a:lnTo>
                    <a:pt x="1298" y="364"/>
                  </a:lnTo>
                  <a:lnTo>
                    <a:pt x="1298" y="536"/>
                  </a:lnTo>
                  <a:lnTo>
                    <a:pt x="0" y="1834"/>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17" name="Freeform 162"/>
            <p:cNvSpPr>
              <a:spLocks/>
            </p:cNvSpPr>
            <p:nvPr/>
          </p:nvSpPr>
          <p:spPr bwMode="auto">
            <a:xfrm rot="5400000" flipH="1" flipV="1">
              <a:off x="11285819" y="4017255"/>
              <a:ext cx="2349500" cy="2668588"/>
            </a:xfrm>
            <a:custGeom>
              <a:avLst/>
              <a:gdLst>
                <a:gd name="T0" fmla="*/ 0 w 1480"/>
                <a:gd name="T1" fmla="*/ 1681 h 1681"/>
                <a:gd name="T2" fmla="*/ 1480 w 1480"/>
                <a:gd name="T3" fmla="*/ 201 h 1681"/>
                <a:gd name="T4" fmla="*/ 1477 w 1480"/>
                <a:gd name="T5" fmla="*/ 85 h 1681"/>
                <a:gd name="T6" fmla="*/ 1392 w 1480"/>
                <a:gd name="T7" fmla="*/ 0 h 1681"/>
              </a:gdLst>
              <a:ahLst/>
              <a:cxnLst>
                <a:cxn ang="0">
                  <a:pos x="T0" y="T1"/>
                </a:cxn>
                <a:cxn ang="0">
                  <a:pos x="T2" y="T3"/>
                </a:cxn>
                <a:cxn ang="0">
                  <a:pos x="T4" y="T5"/>
                </a:cxn>
                <a:cxn ang="0">
                  <a:pos x="T6" y="T7"/>
                </a:cxn>
              </a:cxnLst>
              <a:rect l="0" t="0" r="r" b="b"/>
              <a:pathLst>
                <a:path w="1480" h="1681">
                  <a:moveTo>
                    <a:pt x="0" y="1681"/>
                  </a:moveTo>
                  <a:lnTo>
                    <a:pt x="1480" y="201"/>
                  </a:lnTo>
                  <a:lnTo>
                    <a:pt x="1477" y="85"/>
                  </a:lnTo>
                  <a:lnTo>
                    <a:pt x="139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18" name="Freeform 164"/>
            <p:cNvSpPr>
              <a:spLocks/>
            </p:cNvSpPr>
            <p:nvPr/>
          </p:nvSpPr>
          <p:spPr bwMode="auto">
            <a:xfrm rot="5400000" flipH="1" flipV="1">
              <a:off x="11410438" y="4268874"/>
              <a:ext cx="2000250" cy="2124075"/>
            </a:xfrm>
            <a:custGeom>
              <a:avLst/>
              <a:gdLst>
                <a:gd name="T0" fmla="*/ 0 w 1260"/>
                <a:gd name="T1" fmla="*/ 1338 h 1338"/>
                <a:gd name="T2" fmla="*/ 1260 w 1260"/>
                <a:gd name="T3" fmla="*/ 75 h 1338"/>
                <a:gd name="T4" fmla="*/ 1260 w 1260"/>
                <a:gd name="T5" fmla="*/ 0 h 1338"/>
              </a:gdLst>
              <a:ahLst/>
              <a:cxnLst>
                <a:cxn ang="0">
                  <a:pos x="T0" y="T1"/>
                </a:cxn>
                <a:cxn ang="0">
                  <a:pos x="T2" y="T3"/>
                </a:cxn>
                <a:cxn ang="0">
                  <a:pos x="T4" y="T5"/>
                </a:cxn>
              </a:cxnLst>
              <a:rect l="0" t="0" r="r" b="b"/>
              <a:pathLst>
                <a:path w="1260" h="1338">
                  <a:moveTo>
                    <a:pt x="0" y="1338"/>
                  </a:moveTo>
                  <a:lnTo>
                    <a:pt x="1260" y="75"/>
                  </a:lnTo>
                  <a:lnTo>
                    <a:pt x="126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19" name="Freeform 170"/>
            <p:cNvSpPr>
              <a:spLocks/>
            </p:cNvSpPr>
            <p:nvPr/>
          </p:nvSpPr>
          <p:spPr bwMode="auto">
            <a:xfrm rot="5400000" flipH="1" flipV="1">
              <a:off x="11253275" y="4237123"/>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20" name="Freeform 171"/>
            <p:cNvSpPr>
              <a:spLocks/>
            </p:cNvSpPr>
            <p:nvPr/>
          </p:nvSpPr>
          <p:spPr bwMode="auto">
            <a:xfrm rot="5400000" flipH="1" flipV="1">
              <a:off x="12845538" y="3951373"/>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21" name="Freeform 174"/>
            <p:cNvSpPr>
              <a:spLocks/>
            </p:cNvSpPr>
            <p:nvPr/>
          </p:nvSpPr>
          <p:spPr bwMode="auto">
            <a:xfrm rot="5400000" flipH="1" flipV="1">
              <a:off x="11794613" y="4146636"/>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22" name="Freeform 177"/>
            <p:cNvSpPr>
              <a:spLocks/>
            </p:cNvSpPr>
            <p:nvPr/>
          </p:nvSpPr>
          <p:spPr bwMode="auto">
            <a:xfrm rot="5400000" flipH="1" flipV="1">
              <a:off x="11051663" y="4248236"/>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7" y="0"/>
                    <a:pt x="34" y="8"/>
                  </a:cubicBezTo>
                  <a:cubicBezTo>
                    <a:pt x="41" y="15"/>
                    <a:pt x="41" y="27"/>
                    <a:pt x="34" y="34"/>
                  </a:cubicBezTo>
                  <a:cubicBezTo>
                    <a:pt x="27"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23" name="Freeform 123"/>
            <p:cNvSpPr>
              <a:spLocks/>
            </p:cNvSpPr>
            <p:nvPr/>
          </p:nvSpPr>
          <p:spPr bwMode="auto">
            <a:xfrm rot="5400000" flipH="1" flipV="1">
              <a:off x="11890656" y="3849773"/>
              <a:ext cx="3990975" cy="3441700"/>
            </a:xfrm>
            <a:custGeom>
              <a:avLst/>
              <a:gdLst>
                <a:gd name="T0" fmla="*/ 0 w 2514"/>
                <a:gd name="T1" fmla="*/ 2168 h 2168"/>
                <a:gd name="T2" fmla="*/ 1684 w 2514"/>
                <a:gd name="T3" fmla="*/ 484 h 2168"/>
                <a:gd name="T4" fmla="*/ 1788 w 2514"/>
                <a:gd name="T5" fmla="*/ 487 h 2168"/>
                <a:gd name="T6" fmla="*/ 1871 w 2514"/>
                <a:gd name="T7" fmla="*/ 404 h 2168"/>
                <a:gd name="T8" fmla="*/ 2088 w 2514"/>
                <a:gd name="T9" fmla="*/ 399 h 2168"/>
                <a:gd name="T10" fmla="*/ 2204 w 2514"/>
                <a:gd name="T11" fmla="*/ 286 h 2168"/>
                <a:gd name="T12" fmla="*/ 2206 w 2514"/>
                <a:gd name="T13" fmla="*/ 189 h 2168"/>
                <a:gd name="T14" fmla="*/ 2393 w 2514"/>
                <a:gd name="T15" fmla="*/ 2 h 2168"/>
                <a:gd name="T16" fmla="*/ 2514 w 2514"/>
                <a:gd name="T17" fmla="*/ 0 h 2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14" h="2168">
                  <a:moveTo>
                    <a:pt x="0" y="2168"/>
                  </a:moveTo>
                  <a:lnTo>
                    <a:pt x="1684" y="484"/>
                  </a:lnTo>
                  <a:lnTo>
                    <a:pt x="1788" y="487"/>
                  </a:lnTo>
                  <a:lnTo>
                    <a:pt x="1871" y="404"/>
                  </a:lnTo>
                  <a:lnTo>
                    <a:pt x="2088" y="399"/>
                  </a:lnTo>
                  <a:lnTo>
                    <a:pt x="2204" y="286"/>
                  </a:lnTo>
                  <a:lnTo>
                    <a:pt x="2206" y="189"/>
                  </a:lnTo>
                  <a:lnTo>
                    <a:pt x="2393" y="2"/>
                  </a:lnTo>
                  <a:lnTo>
                    <a:pt x="251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24" name="Freeform 124"/>
            <p:cNvSpPr>
              <a:spLocks/>
            </p:cNvSpPr>
            <p:nvPr/>
          </p:nvSpPr>
          <p:spPr bwMode="auto">
            <a:xfrm rot="5400000" flipH="1" flipV="1">
              <a:off x="10606368" y="2670259"/>
              <a:ext cx="5160963" cy="4913313"/>
            </a:xfrm>
            <a:custGeom>
              <a:avLst/>
              <a:gdLst>
                <a:gd name="T0" fmla="*/ 0 w 3251"/>
                <a:gd name="T1" fmla="*/ 3095 h 3095"/>
                <a:gd name="T2" fmla="*/ 1737 w 3251"/>
                <a:gd name="T3" fmla="*/ 1355 h 3095"/>
                <a:gd name="T4" fmla="*/ 1844 w 3251"/>
                <a:gd name="T5" fmla="*/ 1357 h 3095"/>
                <a:gd name="T6" fmla="*/ 2449 w 3251"/>
                <a:gd name="T7" fmla="*/ 750 h 3095"/>
                <a:gd name="T8" fmla="*/ 2735 w 3251"/>
                <a:gd name="T9" fmla="*/ 748 h 3095"/>
                <a:gd name="T10" fmla="*/ 3248 w 3251"/>
                <a:gd name="T11" fmla="*/ 232 h 3095"/>
                <a:gd name="T12" fmla="*/ 3251 w 3251"/>
                <a:gd name="T13" fmla="*/ 0 h 3095"/>
              </a:gdLst>
              <a:ahLst/>
              <a:cxnLst>
                <a:cxn ang="0">
                  <a:pos x="T0" y="T1"/>
                </a:cxn>
                <a:cxn ang="0">
                  <a:pos x="T2" y="T3"/>
                </a:cxn>
                <a:cxn ang="0">
                  <a:pos x="T4" y="T5"/>
                </a:cxn>
                <a:cxn ang="0">
                  <a:pos x="T6" y="T7"/>
                </a:cxn>
                <a:cxn ang="0">
                  <a:pos x="T8" y="T9"/>
                </a:cxn>
                <a:cxn ang="0">
                  <a:pos x="T10" y="T11"/>
                </a:cxn>
                <a:cxn ang="0">
                  <a:pos x="T12" y="T13"/>
                </a:cxn>
              </a:cxnLst>
              <a:rect l="0" t="0" r="r" b="b"/>
              <a:pathLst>
                <a:path w="3251" h="3095">
                  <a:moveTo>
                    <a:pt x="0" y="3095"/>
                  </a:moveTo>
                  <a:lnTo>
                    <a:pt x="1737" y="1355"/>
                  </a:lnTo>
                  <a:lnTo>
                    <a:pt x="1844" y="1357"/>
                  </a:lnTo>
                  <a:lnTo>
                    <a:pt x="2449" y="750"/>
                  </a:lnTo>
                  <a:lnTo>
                    <a:pt x="2735" y="748"/>
                  </a:lnTo>
                  <a:lnTo>
                    <a:pt x="3248" y="232"/>
                  </a:lnTo>
                  <a:lnTo>
                    <a:pt x="3251"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25" name="Freeform 125"/>
            <p:cNvSpPr>
              <a:spLocks/>
            </p:cNvSpPr>
            <p:nvPr/>
          </p:nvSpPr>
          <p:spPr bwMode="auto">
            <a:xfrm rot="5400000" flipH="1" flipV="1">
              <a:off x="10888150" y="3039353"/>
              <a:ext cx="4987925" cy="4506913"/>
            </a:xfrm>
            <a:custGeom>
              <a:avLst/>
              <a:gdLst>
                <a:gd name="T0" fmla="*/ 0 w 3142"/>
                <a:gd name="T1" fmla="*/ 2839 h 2839"/>
                <a:gd name="T2" fmla="*/ 1771 w 3142"/>
                <a:gd name="T3" fmla="*/ 1066 h 2839"/>
                <a:gd name="T4" fmla="*/ 1870 w 3142"/>
                <a:gd name="T5" fmla="*/ 1062 h 2839"/>
                <a:gd name="T6" fmla="*/ 2478 w 3142"/>
                <a:gd name="T7" fmla="*/ 456 h 2839"/>
                <a:gd name="T8" fmla="*/ 2769 w 3142"/>
                <a:gd name="T9" fmla="*/ 459 h 2839"/>
                <a:gd name="T10" fmla="*/ 3137 w 3142"/>
                <a:gd name="T11" fmla="*/ 90 h 2839"/>
                <a:gd name="T12" fmla="*/ 3142 w 3142"/>
                <a:gd name="T13" fmla="*/ 0 h 2839"/>
              </a:gdLst>
              <a:ahLst/>
              <a:cxnLst>
                <a:cxn ang="0">
                  <a:pos x="T0" y="T1"/>
                </a:cxn>
                <a:cxn ang="0">
                  <a:pos x="T2" y="T3"/>
                </a:cxn>
                <a:cxn ang="0">
                  <a:pos x="T4" y="T5"/>
                </a:cxn>
                <a:cxn ang="0">
                  <a:pos x="T6" y="T7"/>
                </a:cxn>
                <a:cxn ang="0">
                  <a:pos x="T8" y="T9"/>
                </a:cxn>
                <a:cxn ang="0">
                  <a:pos x="T10" y="T11"/>
                </a:cxn>
                <a:cxn ang="0">
                  <a:pos x="T12" y="T13"/>
                </a:cxn>
              </a:cxnLst>
              <a:rect l="0" t="0" r="r" b="b"/>
              <a:pathLst>
                <a:path w="3142" h="2839">
                  <a:moveTo>
                    <a:pt x="0" y="2839"/>
                  </a:moveTo>
                  <a:lnTo>
                    <a:pt x="1771" y="1066"/>
                  </a:lnTo>
                  <a:lnTo>
                    <a:pt x="1870" y="1062"/>
                  </a:lnTo>
                  <a:lnTo>
                    <a:pt x="2478" y="456"/>
                  </a:lnTo>
                  <a:lnTo>
                    <a:pt x="2769" y="459"/>
                  </a:lnTo>
                  <a:lnTo>
                    <a:pt x="3137" y="90"/>
                  </a:lnTo>
                  <a:lnTo>
                    <a:pt x="314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26" name="Freeform 126"/>
            <p:cNvSpPr>
              <a:spLocks/>
            </p:cNvSpPr>
            <p:nvPr/>
          </p:nvSpPr>
          <p:spPr bwMode="auto">
            <a:xfrm rot="5400000" flipH="1" flipV="1">
              <a:off x="11933518" y="3810085"/>
              <a:ext cx="3975100" cy="3422650"/>
            </a:xfrm>
            <a:custGeom>
              <a:avLst/>
              <a:gdLst>
                <a:gd name="T0" fmla="*/ 0 w 2504"/>
                <a:gd name="T1" fmla="*/ 2156 h 2156"/>
                <a:gd name="T2" fmla="*/ 1664 w 2504"/>
                <a:gd name="T3" fmla="*/ 494 h 2156"/>
                <a:gd name="T4" fmla="*/ 1768 w 2504"/>
                <a:gd name="T5" fmla="*/ 494 h 2156"/>
                <a:gd name="T6" fmla="*/ 1851 w 2504"/>
                <a:gd name="T7" fmla="*/ 414 h 2156"/>
                <a:gd name="T8" fmla="*/ 2076 w 2504"/>
                <a:gd name="T9" fmla="*/ 416 h 2156"/>
                <a:gd name="T10" fmla="*/ 2201 w 2504"/>
                <a:gd name="T11" fmla="*/ 291 h 2156"/>
                <a:gd name="T12" fmla="*/ 2196 w 2504"/>
                <a:gd name="T13" fmla="*/ 189 h 2156"/>
                <a:gd name="T14" fmla="*/ 2383 w 2504"/>
                <a:gd name="T15" fmla="*/ 0 h 2156"/>
                <a:gd name="T16" fmla="*/ 2504 w 2504"/>
                <a:gd name="T17" fmla="*/ 0 h 2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4" h="2156">
                  <a:moveTo>
                    <a:pt x="0" y="2156"/>
                  </a:moveTo>
                  <a:lnTo>
                    <a:pt x="1664" y="494"/>
                  </a:lnTo>
                  <a:lnTo>
                    <a:pt x="1768" y="494"/>
                  </a:lnTo>
                  <a:lnTo>
                    <a:pt x="1851" y="414"/>
                  </a:lnTo>
                  <a:lnTo>
                    <a:pt x="2076" y="416"/>
                  </a:lnTo>
                  <a:lnTo>
                    <a:pt x="2201" y="291"/>
                  </a:lnTo>
                  <a:lnTo>
                    <a:pt x="2196" y="189"/>
                  </a:lnTo>
                  <a:lnTo>
                    <a:pt x="2383" y="0"/>
                  </a:lnTo>
                  <a:lnTo>
                    <a:pt x="250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27" name="Freeform 127"/>
            <p:cNvSpPr>
              <a:spLocks/>
            </p:cNvSpPr>
            <p:nvPr/>
          </p:nvSpPr>
          <p:spPr bwMode="auto">
            <a:xfrm rot="5400000" flipH="1" flipV="1">
              <a:off x="10923869" y="3183023"/>
              <a:ext cx="4860925" cy="4368800"/>
            </a:xfrm>
            <a:custGeom>
              <a:avLst/>
              <a:gdLst>
                <a:gd name="T0" fmla="*/ 0 w 3062"/>
                <a:gd name="T1" fmla="*/ 2752 h 2752"/>
                <a:gd name="T2" fmla="*/ 1806 w 3062"/>
                <a:gd name="T3" fmla="*/ 946 h 2752"/>
                <a:gd name="T4" fmla="*/ 1891 w 3062"/>
                <a:gd name="T5" fmla="*/ 943 h 2752"/>
                <a:gd name="T6" fmla="*/ 2537 w 3062"/>
                <a:gd name="T7" fmla="*/ 298 h 2752"/>
                <a:gd name="T8" fmla="*/ 2844 w 3062"/>
                <a:gd name="T9" fmla="*/ 296 h 2752"/>
                <a:gd name="T10" fmla="*/ 3059 w 3062"/>
                <a:gd name="T11" fmla="*/ 80 h 2752"/>
                <a:gd name="T12" fmla="*/ 3062 w 3062"/>
                <a:gd name="T13" fmla="*/ 0 h 2752"/>
              </a:gdLst>
              <a:ahLst/>
              <a:cxnLst>
                <a:cxn ang="0">
                  <a:pos x="T0" y="T1"/>
                </a:cxn>
                <a:cxn ang="0">
                  <a:pos x="T2" y="T3"/>
                </a:cxn>
                <a:cxn ang="0">
                  <a:pos x="T4" y="T5"/>
                </a:cxn>
                <a:cxn ang="0">
                  <a:pos x="T6" y="T7"/>
                </a:cxn>
                <a:cxn ang="0">
                  <a:pos x="T8" y="T9"/>
                </a:cxn>
                <a:cxn ang="0">
                  <a:pos x="T10" y="T11"/>
                </a:cxn>
                <a:cxn ang="0">
                  <a:pos x="T12" y="T13"/>
                </a:cxn>
              </a:cxnLst>
              <a:rect l="0" t="0" r="r" b="b"/>
              <a:pathLst>
                <a:path w="3062" h="2752">
                  <a:moveTo>
                    <a:pt x="0" y="2752"/>
                  </a:moveTo>
                  <a:lnTo>
                    <a:pt x="1806" y="946"/>
                  </a:lnTo>
                  <a:lnTo>
                    <a:pt x="1891" y="943"/>
                  </a:lnTo>
                  <a:lnTo>
                    <a:pt x="2537" y="298"/>
                  </a:lnTo>
                  <a:lnTo>
                    <a:pt x="2844" y="296"/>
                  </a:lnTo>
                  <a:lnTo>
                    <a:pt x="3059" y="80"/>
                  </a:lnTo>
                  <a:lnTo>
                    <a:pt x="306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28" name="Freeform 128"/>
            <p:cNvSpPr>
              <a:spLocks/>
            </p:cNvSpPr>
            <p:nvPr/>
          </p:nvSpPr>
          <p:spPr bwMode="auto">
            <a:xfrm rot="5400000" flipH="1" flipV="1">
              <a:off x="12667737" y="5053891"/>
              <a:ext cx="2649538" cy="2755900"/>
            </a:xfrm>
            <a:custGeom>
              <a:avLst/>
              <a:gdLst>
                <a:gd name="T0" fmla="*/ 0 w 1669"/>
                <a:gd name="T1" fmla="*/ 1736 h 1736"/>
                <a:gd name="T2" fmla="*/ 1669 w 1669"/>
                <a:gd name="T3" fmla="*/ 69 h 1736"/>
                <a:gd name="T4" fmla="*/ 1667 w 1669"/>
                <a:gd name="T5" fmla="*/ 0 h 1736"/>
              </a:gdLst>
              <a:ahLst/>
              <a:cxnLst>
                <a:cxn ang="0">
                  <a:pos x="T0" y="T1"/>
                </a:cxn>
                <a:cxn ang="0">
                  <a:pos x="T2" y="T3"/>
                </a:cxn>
                <a:cxn ang="0">
                  <a:pos x="T4" y="T5"/>
                </a:cxn>
              </a:cxnLst>
              <a:rect l="0" t="0" r="r" b="b"/>
              <a:pathLst>
                <a:path w="1669" h="1736">
                  <a:moveTo>
                    <a:pt x="0" y="1736"/>
                  </a:moveTo>
                  <a:lnTo>
                    <a:pt x="1669" y="69"/>
                  </a:lnTo>
                  <a:lnTo>
                    <a:pt x="166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29" name="Freeform 43"/>
            <p:cNvSpPr>
              <a:spLocks/>
            </p:cNvSpPr>
            <p:nvPr/>
          </p:nvSpPr>
          <p:spPr bwMode="auto">
            <a:xfrm rot="5400000" flipH="1" flipV="1">
              <a:off x="12512956" y="5019759"/>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4"/>
                    <a:pt x="41" y="26"/>
                    <a:pt x="33" y="34"/>
                  </a:cubicBezTo>
                  <a:cubicBezTo>
                    <a:pt x="26" y="41"/>
                    <a:pt x="14" y="41"/>
                    <a:pt x="7" y="34"/>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30" name="Freeform 45"/>
            <p:cNvSpPr>
              <a:spLocks/>
            </p:cNvSpPr>
            <p:nvPr/>
          </p:nvSpPr>
          <p:spPr bwMode="auto">
            <a:xfrm rot="5400000" flipH="1" flipV="1">
              <a:off x="11643006" y="1665372"/>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31" name="Freeform 47"/>
            <p:cNvSpPr>
              <a:spLocks/>
            </p:cNvSpPr>
            <p:nvPr/>
          </p:nvSpPr>
          <p:spPr bwMode="auto">
            <a:xfrm rot="5400000" flipH="1" flipV="1">
              <a:off x="11101668" y="2865522"/>
              <a:ext cx="153988"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3"/>
                  </a:cubicBezTo>
                  <a:cubicBezTo>
                    <a:pt x="26" y="41"/>
                    <a:pt x="15"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32" name="Freeform 48"/>
            <p:cNvSpPr>
              <a:spLocks/>
            </p:cNvSpPr>
            <p:nvPr/>
          </p:nvSpPr>
          <p:spPr bwMode="auto">
            <a:xfrm rot="5400000" flipH="1" flipV="1">
              <a:off x="9953906" y="403309"/>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7" y="0"/>
                    <a:pt x="34" y="8"/>
                  </a:cubicBezTo>
                  <a:cubicBezTo>
                    <a:pt x="41" y="15"/>
                    <a:pt x="41" y="27"/>
                    <a:pt x="34" y="34"/>
                  </a:cubicBezTo>
                  <a:cubicBezTo>
                    <a:pt x="27"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33" name="Freeform 49"/>
            <p:cNvSpPr>
              <a:spLocks/>
            </p:cNvSpPr>
            <p:nvPr/>
          </p:nvSpPr>
          <p:spPr bwMode="auto">
            <a:xfrm rot="5400000" flipH="1" flipV="1">
              <a:off x="10974668" y="2738522"/>
              <a:ext cx="153988"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4" y="7"/>
                  </a:cubicBezTo>
                  <a:cubicBezTo>
                    <a:pt x="41" y="14"/>
                    <a:pt x="41" y="26"/>
                    <a:pt x="34" y="33"/>
                  </a:cubicBezTo>
                  <a:cubicBezTo>
                    <a:pt x="26" y="41"/>
                    <a:pt x="14" y="41"/>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34" name="Freeform 52"/>
            <p:cNvSpPr>
              <a:spLocks/>
            </p:cNvSpPr>
            <p:nvPr/>
          </p:nvSpPr>
          <p:spPr bwMode="auto">
            <a:xfrm rot="5400000" flipH="1" flipV="1">
              <a:off x="10760356" y="2697247"/>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7" y="0"/>
                    <a:pt x="34" y="8"/>
                  </a:cubicBezTo>
                  <a:cubicBezTo>
                    <a:pt x="41" y="15"/>
                    <a:pt x="41" y="27"/>
                    <a:pt x="34" y="34"/>
                  </a:cubicBezTo>
                  <a:cubicBezTo>
                    <a:pt x="27"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35" name="Freeform 57"/>
            <p:cNvSpPr>
              <a:spLocks/>
            </p:cNvSpPr>
            <p:nvPr/>
          </p:nvSpPr>
          <p:spPr bwMode="auto">
            <a:xfrm rot="5400000" flipH="1" flipV="1">
              <a:off x="14212375" y="1035928"/>
              <a:ext cx="1222375" cy="2189163"/>
            </a:xfrm>
            <a:custGeom>
              <a:avLst/>
              <a:gdLst>
                <a:gd name="T0" fmla="*/ 768 w 770"/>
                <a:gd name="T1" fmla="*/ 0 h 1379"/>
                <a:gd name="T2" fmla="*/ 770 w 770"/>
                <a:gd name="T3" fmla="*/ 104 h 1379"/>
                <a:gd name="T4" fmla="*/ 503 w 770"/>
                <a:gd name="T5" fmla="*/ 369 h 1379"/>
                <a:gd name="T6" fmla="*/ 508 w 770"/>
                <a:gd name="T7" fmla="*/ 499 h 1379"/>
                <a:gd name="T8" fmla="*/ 385 w 770"/>
                <a:gd name="T9" fmla="*/ 620 h 1379"/>
                <a:gd name="T10" fmla="*/ 380 w 770"/>
                <a:gd name="T11" fmla="*/ 826 h 1379"/>
                <a:gd name="T12" fmla="*/ 191 w 770"/>
                <a:gd name="T13" fmla="*/ 1015 h 1379"/>
                <a:gd name="T14" fmla="*/ 182 w 770"/>
                <a:gd name="T15" fmla="*/ 1268 h 1379"/>
                <a:gd name="T16" fmla="*/ 73 w 770"/>
                <a:gd name="T17" fmla="*/ 1379 h 1379"/>
                <a:gd name="T18" fmla="*/ 0 w 770"/>
                <a:gd name="T19" fmla="*/ 1379 h 1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70" h="1379">
                  <a:moveTo>
                    <a:pt x="768" y="0"/>
                  </a:moveTo>
                  <a:lnTo>
                    <a:pt x="770" y="104"/>
                  </a:lnTo>
                  <a:lnTo>
                    <a:pt x="503" y="369"/>
                  </a:lnTo>
                  <a:lnTo>
                    <a:pt x="508" y="499"/>
                  </a:lnTo>
                  <a:lnTo>
                    <a:pt x="385" y="620"/>
                  </a:lnTo>
                  <a:lnTo>
                    <a:pt x="380" y="826"/>
                  </a:lnTo>
                  <a:lnTo>
                    <a:pt x="191" y="1015"/>
                  </a:lnTo>
                  <a:lnTo>
                    <a:pt x="182" y="1268"/>
                  </a:lnTo>
                  <a:lnTo>
                    <a:pt x="73" y="1379"/>
                  </a:lnTo>
                  <a:lnTo>
                    <a:pt x="0" y="1379"/>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36" name="Freeform 58"/>
            <p:cNvSpPr>
              <a:spLocks/>
            </p:cNvSpPr>
            <p:nvPr/>
          </p:nvSpPr>
          <p:spPr bwMode="auto">
            <a:xfrm rot="5400000" flipH="1" flipV="1">
              <a:off x="10124562" y="-3759910"/>
              <a:ext cx="6742113" cy="7194550"/>
            </a:xfrm>
            <a:custGeom>
              <a:avLst/>
              <a:gdLst>
                <a:gd name="T0" fmla="*/ 0 w 4247"/>
                <a:gd name="T1" fmla="*/ 4532 h 4532"/>
                <a:gd name="T2" fmla="*/ 755 w 4247"/>
                <a:gd name="T3" fmla="*/ 3775 h 4532"/>
                <a:gd name="T4" fmla="*/ 757 w 4247"/>
                <a:gd name="T5" fmla="*/ 3503 h 4532"/>
                <a:gd name="T6" fmla="*/ 1053 w 4247"/>
                <a:gd name="T7" fmla="*/ 3208 h 4532"/>
                <a:gd name="T8" fmla="*/ 1055 w 4247"/>
                <a:gd name="T9" fmla="*/ 2979 h 4532"/>
                <a:gd name="T10" fmla="*/ 1329 w 4247"/>
                <a:gd name="T11" fmla="*/ 2704 h 4532"/>
                <a:gd name="T12" fmla="*/ 1327 w 4247"/>
                <a:gd name="T13" fmla="*/ 2640 h 4532"/>
                <a:gd name="T14" fmla="*/ 1502 w 4247"/>
                <a:gd name="T15" fmla="*/ 2465 h 4532"/>
                <a:gd name="T16" fmla="*/ 1511 w 4247"/>
                <a:gd name="T17" fmla="*/ 1948 h 4532"/>
                <a:gd name="T18" fmla="*/ 1814 w 4247"/>
                <a:gd name="T19" fmla="*/ 1645 h 4532"/>
                <a:gd name="T20" fmla="*/ 1814 w 4247"/>
                <a:gd name="T21" fmla="*/ 1539 h 4532"/>
                <a:gd name="T22" fmla="*/ 2391 w 4247"/>
                <a:gd name="T23" fmla="*/ 962 h 4532"/>
                <a:gd name="T24" fmla="*/ 2563 w 4247"/>
                <a:gd name="T25" fmla="*/ 964 h 4532"/>
                <a:gd name="T26" fmla="*/ 3530 w 4247"/>
                <a:gd name="T27" fmla="*/ 0 h 4532"/>
                <a:gd name="T28" fmla="*/ 4247 w 4247"/>
                <a:gd name="T29" fmla="*/ 0 h 4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247" h="4532">
                  <a:moveTo>
                    <a:pt x="0" y="4532"/>
                  </a:moveTo>
                  <a:lnTo>
                    <a:pt x="755" y="3775"/>
                  </a:lnTo>
                  <a:lnTo>
                    <a:pt x="757" y="3503"/>
                  </a:lnTo>
                  <a:lnTo>
                    <a:pt x="1053" y="3208"/>
                  </a:lnTo>
                  <a:lnTo>
                    <a:pt x="1055" y="2979"/>
                  </a:lnTo>
                  <a:lnTo>
                    <a:pt x="1329" y="2704"/>
                  </a:lnTo>
                  <a:lnTo>
                    <a:pt x="1327" y="2640"/>
                  </a:lnTo>
                  <a:lnTo>
                    <a:pt x="1502" y="2465"/>
                  </a:lnTo>
                  <a:lnTo>
                    <a:pt x="1511" y="1948"/>
                  </a:lnTo>
                  <a:lnTo>
                    <a:pt x="1814" y="1645"/>
                  </a:lnTo>
                  <a:lnTo>
                    <a:pt x="1814" y="1539"/>
                  </a:lnTo>
                  <a:lnTo>
                    <a:pt x="2391" y="962"/>
                  </a:lnTo>
                  <a:lnTo>
                    <a:pt x="2563" y="964"/>
                  </a:lnTo>
                  <a:lnTo>
                    <a:pt x="3530" y="0"/>
                  </a:lnTo>
                  <a:lnTo>
                    <a:pt x="424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37" name="Freeform 59"/>
            <p:cNvSpPr>
              <a:spLocks/>
            </p:cNvSpPr>
            <p:nvPr/>
          </p:nvSpPr>
          <p:spPr bwMode="auto">
            <a:xfrm rot="5400000" flipH="1" flipV="1">
              <a:off x="10118212" y="-3844047"/>
              <a:ext cx="6835775" cy="7186613"/>
            </a:xfrm>
            <a:custGeom>
              <a:avLst/>
              <a:gdLst>
                <a:gd name="T0" fmla="*/ 0 w 4306"/>
                <a:gd name="T1" fmla="*/ 4527 h 4527"/>
                <a:gd name="T2" fmla="*/ 774 w 4306"/>
                <a:gd name="T3" fmla="*/ 3754 h 4527"/>
                <a:gd name="T4" fmla="*/ 776 w 4306"/>
                <a:gd name="T5" fmla="*/ 3485 h 4527"/>
                <a:gd name="T6" fmla="*/ 1072 w 4306"/>
                <a:gd name="T7" fmla="*/ 3189 h 4527"/>
                <a:gd name="T8" fmla="*/ 1079 w 4306"/>
                <a:gd name="T9" fmla="*/ 2967 h 4527"/>
                <a:gd name="T10" fmla="*/ 1355 w 4306"/>
                <a:gd name="T11" fmla="*/ 2693 h 4527"/>
                <a:gd name="T12" fmla="*/ 1353 w 4306"/>
                <a:gd name="T13" fmla="*/ 2629 h 4527"/>
                <a:gd name="T14" fmla="*/ 1525 w 4306"/>
                <a:gd name="T15" fmla="*/ 2454 h 4527"/>
                <a:gd name="T16" fmla="*/ 1535 w 4306"/>
                <a:gd name="T17" fmla="*/ 1936 h 4527"/>
                <a:gd name="T18" fmla="*/ 1838 w 4306"/>
                <a:gd name="T19" fmla="*/ 1634 h 4527"/>
                <a:gd name="T20" fmla="*/ 1838 w 4306"/>
                <a:gd name="T21" fmla="*/ 1527 h 4527"/>
                <a:gd name="T22" fmla="*/ 2400 w 4306"/>
                <a:gd name="T23" fmla="*/ 965 h 4527"/>
                <a:gd name="T24" fmla="*/ 2575 w 4306"/>
                <a:gd name="T25" fmla="*/ 965 h 4527"/>
                <a:gd name="T26" fmla="*/ 3538 w 4306"/>
                <a:gd name="T27" fmla="*/ 0 h 4527"/>
                <a:gd name="T28" fmla="*/ 4306 w 4306"/>
                <a:gd name="T29" fmla="*/ 0 h 4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06" h="4527">
                  <a:moveTo>
                    <a:pt x="0" y="4527"/>
                  </a:moveTo>
                  <a:lnTo>
                    <a:pt x="774" y="3754"/>
                  </a:lnTo>
                  <a:lnTo>
                    <a:pt x="776" y="3485"/>
                  </a:lnTo>
                  <a:lnTo>
                    <a:pt x="1072" y="3189"/>
                  </a:lnTo>
                  <a:lnTo>
                    <a:pt x="1079" y="2967"/>
                  </a:lnTo>
                  <a:lnTo>
                    <a:pt x="1355" y="2693"/>
                  </a:lnTo>
                  <a:lnTo>
                    <a:pt x="1353" y="2629"/>
                  </a:lnTo>
                  <a:lnTo>
                    <a:pt x="1525" y="2454"/>
                  </a:lnTo>
                  <a:lnTo>
                    <a:pt x="1535" y="1936"/>
                  </a:lnTo>
                  <a:lnTo>
                    <a:pt x="1838" y="1634"/>
                  </a:lnTo>
                  <a:lnTo>
                    <a:pt x="1838" y="1527"/>
                  </a:lnTo>
                  <a:lnTo>
                    <a:pt x="2400" y="965"/>
                  </a:lnTo>
                  <a:lnTo>
                    <a:pt x="2575" y="965"/>
                  </a:lnTo>
                  <a:lnTo>
                    <a:pt x="3538" y="0"/>
                  </a:lnTo>
                  <a:lnTo>
                    <a:pt x="4306"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38" name="Freeform 60"/>
            <p:cNvSpPr>
              <a:spLocks/>
            </p:cNvSpPr>
            <p:nvPr/>
          </p:nvSpPr>
          <p:spPr bwMode="auto">
            <a:xfrm rot="5400000" flipH="1" flipV="1">
              <a:off x="10119006" y="-3949616"/>
              <a:ext cx="6951663" cy="7183438"/>
            </a:xfrm>
            <a:custGeom>
              <a:avLst/>
              <a:gdLst>
                <a:gd name="T0" fmla="*/ 0 w 4379"/>
                <a:gd name="T1" fmla="*/ 4525 h 4525"/>
                <a:gd name="T2" fmla="*/ 790 w 4379"/>
                <a:gd name="T3" fmla="*/ 3735 h 4525"/>
                <a:gd name="T4" fmla="*/ 795 w 4379"/>
                <a:gd name="T5" fmla="*/ 3466 h 4525"/>
                <a:gd name="T6" fmla="*/ 1090 w 4379"/>
                <a:gd name="T7" fmla="*/ 3168 h 4525"/>
                <a:gd name="T8" fmla="*/ 1093 w 4379"/>
                <a:gd name="T9" fmla="*/ 2939 h 4525"/>
                <a:gd name="T10" fmla="*/ 1367 w 4379"/>
                <a:gd name="T11" fmla="*/ 2664 h 4525"/>
                <a:gd name="T12" fmla="*/ 1372 w 4379"/>
                <a:gd name="T13" fmla="*/ 2608 h 4525"/>
                <a:gd name="T14" fmla="*/ 1546 w 4379"/>
                <a:gd name="T15" fmla="*/ 2433 h 4525"/>
                <a:gd name="T16" fmla="*/ 1546 w 4379"/>
                <a:gd name="T17" fmla="*/ 1908 h 4525"/>
                <a:gd name="T18" fmla="*/ 1851 w 4379"/>
                <a:gd name="T19" fmla="*/ 1605 h 4525"/>
                <a:gd name="T20" fmla="*/ 1851 w 4379"/>
                <a:gd name="T21" fmla="*/ 1499 h 4525"/>
                <a:gd name="T22" fmla="*/ 2398 w 4379"/>
                <a:gd name="T23" fmla="*/ 950 h 4525"/>
                <a:gd name="T24" fmla="*/ 2580 w 4379"/>
                <a:gd name="T25" fmla="*/ 957 h 4525"/>
                <a:gd name="T26" fmla="*/ 3540 w 4379"/>
                <a:gd name="T27" fmla="*/ 0 h 4525"/>
                <a:gd name="T28" fmla="*/ 4379 w 4379"/>
                <a:gd name="T29" fmla="*/ 0 h 4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79" h="4525">
                  <a:moveTo>
                    <a:pt x="0" y="4525"/>
                  </a:moveTo>
                  <a:lnTo>
                    <a:pt x="790" y="3735"/>
                  </a:lnTo>
                  <a:lnTo>
                    <a:pt x="795" y="3466"/>
                  </a:lnTo>
                  <a:lnTo>
                    <a:pt x="1090" y="3168"/>
                  </a:lnTo>
                  <a:lnTo>
                    <a:pt x="1093" y="2939"/>
                  </a:lnTo>
                  <a:lnTo>
                    <a:pt x="1367" y="2664"/>
                  </a:lnTo>
                  <a:lnTo>
                    <a:pt x="1372" y="2608"/>
                  </a:lnTo>
                  <a:lnTo>
                    <a:pt x="1546" y="2433"/>
                  </a:lnTo>
                  <a:lnTo>
                    <a:pt x="1546" y="1908"/>
                  </a:lnTo>
                  <a:lnTo>
                    <a:pt x="1851" y="1605"/>
                  </a:lnTo>
                  <a:lnTo>
                    <a:pt x="1851" y="1499"/>
                  </a:lnTo>
                  <a:lnTo>
                    <a:pt x="2398" y="950"/>
                  </a:lnTo>
                  <a:lnTo>
                    <a:pt x="2580" y="957"/>
                  </a:lnTo>
                  <a:lnTo>
                    <a:pt x="3540" y="0"/>
                  </a:lnTo>
                  <a:lnTo>
                    <a:pt x="437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39" name="Freeform 61"/>
            <p:cNvSpPr>
              <a:spLocks/>
            </p:cNvSpPr>
            <p:nvPr/>
          </p:nvSpPr>
          <p:spPr bwMode="auto">
            <a:xfrm rot="5400000" flipH="1" flipV="1">
              <a:off x="10207112" y="-3963110"/>
              <a:ext cx="6869113" cy="7188200"/>
            </a:xfrm>
            <a:custGeom>
              <a:avLst/>
              <a:gdLst>
                <a:gd name="T0" fmla="*/ 0 w 4327"/>
                <a:gd name="T1" fmla="*/ 4528 h 4528"/>
                <a:gd name="T2" fmla="*/ 809 w 4327"/>
                <a:gd name="T3" fmla="*/ 3721 h 4528"/>
                <a:gd name="T4" fmla="*/ 811 w 4327"/>
                <a:gd name="T5" fmla="*/ 3452 h 4528"/>
                <a:gd name="T6" fmla="*/ 1107 w 4327"/>
                <a:gd name="T7" fmla="*/ 3156 h 4528"/>
                <a:gd name="T8" fmla="*/ 1109 w 4327"/>
                <a:gd name="T9" fmla="*/ 2927 h 4528"/>
                <a:gd name="T10" fmla="*/ 1383 w 4327"/>
                <a:gd name="T11" fmla="*/ 2653 h 4528"/>
                <a:gd name="T12" fmla="*/ 1381 w 4327"/>
                <a:gd name="T13" fmla="*/ 2589 h 4528"/>
                <a:gd name="T14" fmla="*/ 1556 w 4327"/>
                <a:gd name="T15" fmla="*/ 2414 h 4528"/>
                <a:gd name="T16" fmla="*/ 1566 w 4327"/>
                <a:gd name="T17" fmla="*/ 1896 h 4528"/>
                <a:gd name="T18" fmla="*/ 1868 w 4327"/>
                <a:gd name="T19" fmla="*/ 1594 h 4528"/>
                <a:gd name="T20" fmla="*/ 1868 w 4327"/>
                <a:gd name="T21" fmla="*/ 1487 h 4528"/>
                <a:gd name="T22" fmla="*/ 2402 w 4327"/>
                <a:gd name="T23" fmla="*/ 953 h 4528"/>
                <a:gd name="T24" fmla="*/ 2585 w 4327"/>
                <a:gd name="T25" fmla="*/ 955 h 4528"/>
                <a:gd name="T26" fmla="*/ 3540 w 4327"/>
                <a:gd name="T27" fmla="*/ 0 h 4528"/>
                <a:gd name="T28" fmla="*/ 4327 w 4327"/>
                <a:gd name="T29" fmla="*/ 0 h 4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27" h="4528">
                  <a:moveTo>
                    <a:pt x="0" y="4528"/>
                  </a:moveTo>
                  <a:lnTo>
                    <a:pt x="809" y="3721"/>
                  </a:lnTo>
                  <a:lnTo>
                    <a:pt x="811" y="3452"/>
                  </a:lnTo>
                  <a:lnTo>
                    <a:pt x="1107" y="3156"/>
                  </a:lnTo>
                  <a:lnTo>
                    <a:pt x="1109" y="2927"/>
                  </a:lnTo>
                  <a:lnTo>
                    <a:pt x="1383" y="2653"/>
                  </a:lnTo>
                  <a:lnTo>
                    <a:pt x="1381" y="2589"/>
                  </a:lnTo>
                  <a:lnTo>
                    <a:pt x="1556" y="2414"/>
                  </a:lnTo>
                  <a:lnTo>
                    <a:pt x="1566" y="1896"/>
                  </a:lnTo>
                  <a:lnTo>
                    <a:pt x="1868" y="1594"/>
                  </a:lnTo>
                  <a:lnTo>
                    <a:pt x="1868" y="1487"/>
                  </a:lnTo>
                  <a:lnTo>
                    <a:pt x="2402" y="953"/>
                  </a:lnTo>
                  <a:lnTo>
                    <a:pt x="2585" y="955"/>
                  </a:lnTo>
                  <a:lnTo>
                    <a:pt x="3540" y="0"/>
                  </a:lnTo>
                  <a:lnTo>
                    <a:pt x="432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40" name="Freeform 62"/>
            <p:cNvSpPr>
              <a:spLocks/>
            </p:cNvSpPr>
            <p:nvPr/>
          </p:nvSpPr>
          <p:spPr bwMode="auto">
            <a:xfrm rot="5400000" flipH="1" flipV="1">
              <a:off x="10306331" y="-3957553"/>
              <a:ext cx="6778625" cy="7175500"/>
            </a:xfrm>
            <a:custGeom>
              <a:avLst/>
              <a:gdLst>
                <a:gd name="T0" fmla="*/ 0 w 4270"/>
                <a:gd name="T1" fmla="*/ 4520 h 4520"/>
                <a:gd name="T2" fmla="*/ 822 w 4270"/>
                <a:gd name="T3" fmla="*/ 3695 h 4520"/>
                <a:gd name="T4" fmla="*/ 825 w 4270"/>
                <a:gd name="T5" fmla="*/ 3426 h 4520"/>
                <a:gd name="T6" fmla="*/ 1123 w 4270"/>
                <a:gd name="T7" fmla="*/ 3130 h 4520"/>
                <a:gd name="T8" fmla="*/ 1130 w 4270"/>
                <a:gd name="T9" fmla="*/ 2906 h 4520"/>
                <a:gd name="T10" fmla="*/ 1406 w 4270"/>
                <a:gd name="T11" fmla="*/ 2631 h 4520"/>
                <a:gd name="T12" fmla="*/ 1404 w 4270"/>
                <a:gd name="T13" fmla="*/ 2568 h 4520"/>
                <a:gd name="T14" fmla="*/ 1579 w 4270"/>
                <a:gd name="T15" fmla="*/ 2393 h 4520"/>
                <a:gd name="T16" fmla="*/ 1579 w 4270"/>
                <a:gd name="T17" fmla="*/ 1870 h 4520"/>
                <a:gd name="T18" fmla="*/ 1882 w 4270"/>
                <a:gd name="T19" fmla="*/ 1565 h 4520"/>
                <a:gd name="T20" fmla="*/ 1891 w 4270"/>
                <a:gd name="T21" fmla="*/ 1466 h 4520"/>
                <a:gd name="T22" fmla="*/ 2409 w 4270"/>
                <a:gd name="T23" fmla="*/ 946 h 4520"/>
                <a:gd name="T24" fmla="*/ 2593 w 4270"/>
                <a:gd name="T25" fmla="*/ 950 h 4520"/>
                <a:gd name="T26" fmla="*/ 3544 w 4270"/>
                <a:gd name="T27" fmla="*/ 0 h 4520"/>
                <a:gd name="T28" fmla="*/ 4270 w 4270"/>
                <a:gd name="T29" fmla="*/ 0 h 4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270" h="4520">
                  <a:moveTo>
                    <a:pt x="0" y="4520"/>
                  </a:moveTo>
                  <a:lnTo>
                    <a:pt x="822" y="3695"/>
                  </a:lnTo>
                  <a:lnTo>
                    <a:pt x="825" y="3426"/>
                  </a:lnTo>
                  <a:lnTo>
                    <a:pt x="1123" y="3130"/>
                  </a:lnTo>
                  <a:lnTo>
                    <a:pt x="1130" y="2906"/>
                  </a:lnTo>
                  <a:lnTo>
                    <a:pt x="1406" y="2631"/>
                  </a:lnTo>
                  <a:lnTo>
                    <a:pt x="1404" y="2568"/>
                  </a:lnTo>
                  <a:lnTo>
                    <a:pt x="1579" y="2393"/>
                  </a:lnTo>
                  <a:lnTo>
                    <a:pt x="1579" y="1870"/>
                  </a:lnTo>
                  <a:lnTo>
                    <a:pt x="1882" y="1565"/>
                  </a:lnTo>
                  <a:lnTo>
                    <a:pt x="1891" y="1466"/>
                  </a:lnTo>
                  <a:lnTo>
                    <a:pt x="2409" y="946"/>
                  </a:lnTo>
                  <a:lnTo>
                    <a:pt x="2593" y="950"/>
                  </a:lnTo>
                  <a:lnTo>
                    <a:pt x="3544" y="0"/>
                  </a:lnTo>
                  <a:lnTo>
                    <a:pt x="427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41" name="Freeform 63"/>
            <p:cNvSpPr>
              <a:spLocks/>
            </p:cNvSpPr>
            <p:nvPr/>
          </p:nvSpPr>
          <p:spPr bwMode="auto">
            <a:xfrm rot="5400000" flipH="1" flipV="1">
              <a:off x="10526200" y="-3951997"/>
              <a:ext cx="6550025" cy="7177088"/>
            </a:xfrm>
            <a:custGeom>
              <a:avLst/>
              <a:gdLst>
                <a:gd name="T0" fmla="*/ 0 w 4126"/>
                <a:gd name="T1" fmla="*/ 4521 h 4521"/>
                <a:gd name="T2" fmla="*/ 856 w 4126"/>
                <a:gd name="T3" fmla="*/ 3662 h 4521"/>
                <a:gd name="T4" fmla="*/ 859 w 4126"/>
                <a:gd name="T5" fmla="*/ 3393 h 4521"/>
                <a:gd name="T6" fmla="*/ 1154 w 4126"/>
                <a:gd name="T7" fmla="*/ 3097 h 4521"/>
                <a:gd name="T8" fmla="*/ 1156 w 4126"/>
                <a:gd name="T9" fmla="*/ 2866 h 4521"/>
                <a:gd name="T10" fmla="*/ 1431 w 4126"/>
                <a:gd name="T11" fmla="*/ 2591 h 4521"/>
                <a:gd name="T12" fmla="*/ 1428 w 4126"/>
                <a:gd name="T13" fmla="*/ 2528 h 4521"/>
                <a:gd name="T14" fmla="*/ 1603 w 4126"/>
                <a:gd name="T15" fmla="*/ 2353 h 4521"/>
                <a:gd name="T16" fmla="*/ 1613 w 4126"/>
                <a:gd name="T17" fmla="*/ 1837 h 4521"/>
                <a:gd name="T18" fmla="*/ 1915 w 4126"/>
                <a:gd name="T19" fmla="*/ 1532 h 4521"/>
                <a:gd name="T20" fmla="*/ 1915 w 4126"/>
                <a:gd name="T21" fmla="*/ 1426 h 4521"/>
                <a:gd name="T22" fmla="*/ 2405 w 4126"/>
                <a:gd name="T23" fmla="*/ 936 h 4521"/>
                <a:gd name="T24" fmla="*/ 2601 w 4126"/>
                <a:gd name="T25" fmla="*/ 941 h 4521"/>
                <a:gd name="T26" fmla="*/ 3544 w 4126"/>
                <a:gd name="T27" fmla="*/ 0 h 4521"/>
                <a:gd name="T28" fmla="*/ 4126 w 4126"/>
                <a:gd name="T29" fmla="*/ 0 h 4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26" h="4521">
                  <a:moveTo>
                    <a:pt x="0" y="4521"/>
                  </a:moveTo>
                  <a:lnTo>
                    <a:pt x="856" y="3662"/>
                  </a:lnTo>
                  <a:lnTo>
                    <a:pt x="859" y="3393"/>
                  </a:lnTo>
                  <a:lnTo>
                    <a:pt x="1154" y="3097"/>
                  </a:lnTo>
                  <a:lnTo>
                    <a:pt x="1156" y="2866"/>
                  </a:lnTo>
                  <a:lnTo>
                    <a:pt x="1431" y="2591"/>
                  </a:lnTo>
                  <a:lnTo>
                    <a:pt x="1428" y="2528"/>
                  </a:lnTo>
                  <a:lnTo>
                    <a:pt x="1603" y="2353"/>
                  </a:lnTo>
                  <a:lnTo>
                    <a:pt x="1613" y="1837"/>
                  </a:lnTo>
                  <a:lnTo>
                    <a:pt x="1915" y="1532"/>
                  </a:lnTo>
                  <a:lnTo>
                    <a:pt x="1915" y="1426"/>
                  </a:lnTo>
                  <a:lnTo>
                    <a:pt x="2405" y="936"/>
                  </a:lnTo>
                  <a:lnTo>
                    <a:pt x="2601" y="941"/>
                  </a:lnTo>
                  <a:lnTo>
                    <a:pt x="3544" y="0"/>
                  </a:lnTo>
                  <a:lnTo>
                    <a:pt x="4126"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42" name="Freeform 64"/>
            <p:cNvSpPr>
              <a:spLocks/>
            </p:cNvSpPr>
            <p:nvPr/>
          </p:nvSpPr>
          <p:spPr bwMode="auto">
            <a:xfrm rot="5400000" flipH="1" flipV="1">
              <a:off x="10631769" y="-3921041"/>
              <a:ext cx="6421438" cy="7167563"/>
            </a:xfrm>
            <a:custGeom>
              <a:avLst/>
              <a:gdLst>
                <a:gd name="T0" fmla="*/ 0 w 4045"/>
                <a:gd name="T1" fmla="*/ 4515 h 4515"/>
                <a:gd name="T2" fmla="*/ 875 w 4045"/>
                <a:gd name="T3" fmla="*/ 3643 h 4515"/>
                <a:gd name="T4" fmla="*/ 879 w 4045"/>
                <a:gd name="T5" fmla="*/ 3373 h 4515"/>
                <a:gd name="T6" fmla="*/ 1175 w 4045"/>
                <a:gd name="T7" fmla="*/ 3078 h 4515"/>
                <a:gd name="T8" fmla="*/ 1177 w 4045"/>
                <a:gd name="T9" fmla="*/ 2848 h 4515"/>
                <a:gd name="T10" fmla="*/ 1452 w 4045"/>
                <a:gd name="T11" fmla="*/ 2572 h 4515"/>
                <a:gd name="T12" fmla="*/ 1456 w 4045"/>
                <a:gd name="T13" fmla="*/ 2515 h 4515"/>
                <a:gd name="T14" fmla="*/ 1631 w 4045"/>
                <a:gd name="T15" fmla="*/ 2340 h 4515"/>
                <a:gd name="T16" fmla="*/ 1631 w 4045"/>
                <a:gd name="T17" fmla="*/ 1818 h 4515"/>
                <a:gd name="T18" fmla="*/ 1936 w 4045"/>
                <a:gd name="T19" fmla="*/ 1513 h 4515"/>
                <a:gd name="T20" fmla="*/ 1943 w 4045"/>
                <a:gd name="T21" fmla="*/ 1413 h 4515"/>
                <a:gd name="T22" fmla="*/ 2416 w 4045"/>
                <a:gd name="T23" fmla="*/ 938 h 4515"/>
                <a:gd name="T24" fmla="*/ 2615 w 4045"/>
                <a:gd name="T25" fmla="*/ 940 h 4515"/>
                <a:gd name="T26" fmla="*/ 3553 w 4045"/>
                <a:gd name="T27" fmla="*/ 0 h 4515"/>
                <a:gd name="T28" fmla="*/ 4045 w 4045"/>
                <a:gd name="T29" fmla="*/ 0 h 45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045" h="4515">
                  <a:moveTo>
                    <a:pt x="0" y="4515"/>
                  </a:moveTo>
                  <a:lnTo>
                    <a:pt x="875" y="3643"/>
                  </a:lnTo>
                  <a:lnTo>
                    <a:pt x="879" y="3373"/>
                  </a:lnTo>
                  <a:lnTo>
                    <a:pt x="1175" y="3078"/>
                  </a:lnTo>
                  <a:lnTo>
                    <a:pt x="1177" y="2848"/>
                  </a:lnTo>
                  <a:lnTo>
                    <a:pt x="1452" y="2572"/>
                  </a:lnTo>
                  <a:lnTo>
                    <a:pt x="1456" y="2515"/>
                  </a:lnTo>
                  <a:lnTo>
                    <a:pt x="1631" y="2340"/>
                  </a:lnTo>
                  <a:lnTo>
                    <a:pt x="1631" y="1818"/>
                  </a:lnTo>
                  <a:lnTo>
                    <a:pt x="1936" y="1513"/>
                  </a:lnTo>
                  <a:lnTo>
                    <a:pt x="1943" y="1413"/>
                  </a:lnTo>
                  <a:lnTo>
                    <a:pt x="2416" y="938"/>
                  </a:lnTo>
                  <a:lnTo>
                    <a:pt x="2615" y="940"/>
                  </a:lnTo>
                  <a:lnTo>
                    <a:pt x="3553" y="0"/>
                  </a:lnTo>
                  <a:lnTo>
                    <a:pt x="4045"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43" name="Freeform 65"/>
            <p:cNvSpPr>
              <a:spLocks/>
            </p:cNvSpPr>
            <p:nvPr/>
          </p:nvSpPr>
          <p:spPr bwMode="auto">
            <a:xfrm rot="5400000" flipH="1" flipV="1">
              <a:off x="10687331" y="-3738478"/>
              <a:ext cx="4635500" cy="5375275"/>
            </a:xfrm>
            <a:custGeom>
              <a:avLst/>
              <a:gdLst>
                <a:gd name="T0" fmla="*/ 2 w 2920"/>
                <a:gd name="T1" fmla="*/ 3386 h 3386"/>
                <a:gd name="T2" fmla="*/ 0 w 2920"/>
                <a:gd name="T3" fmla="*/ 3270 h 3386"/>
                <a:gd name="T4" fmla="*/ 213 w 2920"/>
                <a:gd name="T5" fmla="*/ 3057 h 3386"/>
                <a:gd name="T6" fmla="*/ 215 w 2920"/>
                <a:gd name="T7" fmla="*/ 2828 h 3386"/>
                <a:gd name="T8" fmla="*/ 489 w 2920"/>
                <a:gd name="T9" fmla="*/ 2551 h 3386"/>
                <a:gd name="T10" fmla="*/ 487 w 2920"/>
                <a:gd name="T11" fmla="*/ 2488 h 3386"/>
                <a:gd name="T12" fmla="*/ 662 w 2920"/>
                <a:gd name="T13" fmla="*/ 2313 h 3386"/>
                <a:gd name="T14" fmla="*/ 671 w 2920"/>
                <a:gd name="T15" fmla="*/ 1797 h 3386"/>
                <a:gd name="T16" fmla="*/ 974 w 2920"/>
                <a:gd name="T17" fmla="*/ 1492 h 3386"/>
                <a:gd name="T18" fmla="*/ 974 w 2920"/>
                <a:gd name="T19" fmla="*/ 1386 h 3386"/>
                <a:gd name="T20" fmla="*/ 1435 w 2920"/>
                <a:gd name="T21" fmla="*/ 925 h 3386"/>
                <a:gd name="T22" fmla="*/ 1641 w 2920"/>
                <a:gd name="T23" fmla="*/ 934 h 3386"/>
                <a:gd name="T24" fmla="*/ 2575 w 2920"/>
                <a:gd name="T25" fmla="*/ 0 h 3386"/>
                <a:gd name="T26" fmla="*/ 2920 w 2920"/>
                <a:gd name="T27" fmla="*/ 0 h 3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20" h="3386">
                  <a:moveTo>
                    <a:pt x="2" y="3386"/>
                  </a:moveTo>
                  <a:lnTo>
                    <a:pt x="0" y="3270"/>
                  </a:lnTo>
                  <a:lnTo>
                    <a:pt x="213" y="3057"/>
                  </a:lnTo>
                  <a:lnTo>
                    <a:pt x="215" y="2828"/>
                  </a:lnTo>
                  <a:lnTo>
                    <a:pt x="489" y="2551"/>
                  </a:lnTo>
                  <a:lnTo>
                    <a:pt x="487" y="2488"/>
                  </a:lnTo>
                  <a:lnTo>
                    <a:pt x="662" y="2313"/>
                  </a:lnTo>
                  <a:lnTo>
                    <a:pt x="671" y="1797"/>
                  </a:lnTo>
                  <a:lnTo>
                    <a:pt x="974" y="1492"/>
                  </a:lnTo>
                  <a:lnTo>
                    <a:pt x="974" y="1386"/>
                  </a:lnTo>
                  <a:lnTo>
                    <a:pt x="1435" y="925"/>
                  </a:lnTo>
                  <a:lnTo>
                    <a:pt x="1641" y="934"/>
                  </a:lnTo>
                  <a:lnTo>
                    <a:pt x="2575" y="0"/>
                  </a:lnTo>
                  <a:lnTo>
                    <a:pt x="292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44" name="Freeform 66"/>
            <p:cNvSpPr>
              <a:spLocks/>
            </p:cNvSpPr>
            <p:nvPr/>
          </p:nvSpPr>
          <p:spPr bwMode="auto">
            <a:xfrm rot="5400000" flipH="1" flipV="1">
              <a:off x="13213838" y="-175335"/>
              <a:ext cx="2209800" cy="4075113"/>
            </a:xfrm>
            <a:custGeom>
              <a:avLst/>
              <a:gdLst>
                <a:gd name="T0" fmla="*/ 0 w 1392"/>
                <a:gd name="T1" fmla="*/ 2567 h 2567"/>
                <a:gd name="T2" fmla="*/ 369 w 1392"/>
                <a:gd name="T3" fmla="*/ 2201 h 2567"/>
                <a:gd name="T4" fmla="*/ 371 w 1392"/>
                <a:gd name="T5" fmla="*/ 1929 h 2567"/>
                <a:gd name="T6" fmla="*/ 697 w 1392"/>
                <a:gd name="T7" fmla="*/ 1603 h 2567"/>
                <a:gd name="T8" fmla="*/ 693 w 1392"/>
                <a:gd name="T9" fmla="*/ 1300 h 2567"/>
                <a:gd name="T10" fmla="*/ 894 w 1392"/>
                <a:gd name="T11" fmla="*/ 1099 h 2567"/>
                <a:gd name="T12" fmla="*/ 962 w 1392"/>
                <a:gd name="T13" fmla="*/ 1099 h 2567"/>
                <a:gd name="T14" fmla="*/ 1040 w 1392"/>
                <a:gd name="T15" fmla="*/ 1021 h 2567"/>
                <a:gd name="T16" fmla="*/ 1035 w 1392"/>
                <a:gd name="T17" fmla="*/ 931 h 2567"/>
                <a:gd name="T18" fmla="*/ 1199 w 1392"/>
                <a:gd name="T19" fmla="*/ 768 h 2567"/>
                <a:gd name="T20" fmla="*/ 1201 w 1392"/>
                <a:gd name="T21" fmla="*/ 378 h 2567"/>
                <a:gd name="T22" fmla="*/ 1262 w 1392"/>
                <a:gd name="T23" fmla="*/ 317 h 2567"/>
                <a:gd name="T24" fmla="*/ 1262 w 1392"/>
                <a:gd name="T25" fmla="*/ 128 h 2567"/>
                <a:gd name="T26" fmla="*/ 1392 w 1392"/>
                <a:gd name="T27" fmla="*/ 0 h 2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2" h="2567">
                  <a:moveTo>
                    <a:pt x="0" y="2567"/>
                  </a:moveTo>
                  <a:lnTo>
                    <a:pt x="369" y="2201"/>
                  </a:lnTo>
                  <a:lnTo>
                    <a:pt x="371" y="1929"/>
                  </a:lnTo>
                  <a:lnTo>
                    <a:pt x="697" y="1603"/>
                  </a:lnTo>
                  <a:lnTo>
                    <a:pt x="693" y="1300"/>
                  </a:lnTo>
                  <a:lnTo>
                    <a:pt x="894" y="1099"/>
                  </a:lnTo>
                  <a:lnTo>
                    <a:pt x="962" y="1099"/>
                  </a:lnTo>
                  <a:lnTo>
                    <a:pt x="1040" y="1021"/>
                  </a:lnTo>
                  <a:lnTo>
                    <a:pt x="1035" y="931"/>
                  </a:lnTo>
                  <a:lnTo>
                    <a:pt x="1199" y="768"/>
                  </a:lnTo>
                  <a:lnTo>
                    <a:pt x="1201" y="378"/>
                  </a:lnTo>
                  <a:lnTo>
                    <a:pt x="1262" y="317"/>
                  </a:lnTo>
                  <a:lnTo>
                    <a:pt x="1262" y="128"/>
                  </a:lnTo>
                  <a:lnTo>
                    <a:pt x="139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45" name="Freeform 67"/>
            <p:cNvSpPr>
              <a:spLocks/>
            </p:cNvSpPr>
            <p:nvPr/>
          </p:nvSpPr>
          <p:spPr bwMode="auto">
            <a:xfrm rot="5400000" flipH="1" flipV="1">
              <a:off x="13020162" y="-473785"/>
              <a:ext cx="2382838" cy="4371975"/>
            </a:xfrm>
            <a:custGeom>
              <a:avLst/>
              <a:gdLst>
                <a:gd name="T0" fmla="*/ 0 w 1501"/>
                <a:gd name="T1" fmla="*/ 2754 h 2754"/>
                <a:gd name="T2" fmla="*/ 371 w 1501"/>
                <a:gd name="T3" fmla="*/ 2383 h 2754"/>
                <a:gd name="T4" fmla="*/ 374 w 1501"/>
                <a:gd name="T5" fmla="*/ 2114 h 2754"/>
                <a:gd name="T6" fmla="*/ 702 w 1501"/>
                <a:gd name="T7" fmla="*/ 1787 h 2754"/>
                <a:gd name="T8" fmla="*/ 697 w 1501"/>
                <a:gd name="T9" fmla="*/ 1485 h 2754"/>
                <a:gd name="T10" fmla="*/ 896 w 1501"/>
                <a:gd name="T11" fmla="*/ 1284 h 2754"/>
                <a:gd name="T12" fmla="*/ 958 w 1501"/>
                <a:gd name="T13" fmla="*/ 1277 h 2754"/>
                <a:gd name="T14" fmla="*/ 1038 w 1501"/>
                <a:gd name="T15" fmla="*/ 1199 h 2754"/>
                <a:gd name="T16" fmla="*/ 1038 w 1501"/>
                <a:gd name="T17" fmla="*/ 1116 h 2754"/>
                <a:gd name="T18" fmla="*/ 1203 w 1501"/>
                <a:gd name="T19" fmla="*/ 953 h 2754"/>
                <a:gd name="T20" fmla="*/ 1206 w 1501"/>
                <a:gd name="T21" fmla="*/ 563 h 2754"/>
                <a:gd name="T22" fmla="*/ 1265 w 1501"/>
                <a:gd name="T23" fmla="*/ 501 h 2754"/>
                <a:gd name="T24" fmla="*/ 1267 w 1501"/>
                <a:gd name="T25" fmla="*/ 312 h 2754"/>
                <a:gd name="T26" fmla="*/ 1501 w 1501"/>
                <a:gd name="T27" fmla="*/ 78 h 2754"/>
                <a:gd name="T28" fmla="*/ 1501 w 1501"/>
                <a:gd name="T29" fmla="*/ 0 h 2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01" h="2754">
                  <a:moveTo>
                    <a:pt x="0" y="2754"/>
                  </a:moveTo>
                  <a:lnTo>
                    <a:pt x="371" y="2383"/>
                  </a:lnTo>
                  <a:lnTo>
                    <a:pt x="374" y="2114"/>
                  </a:lnTo>
                  <a:lnTo>
                    <a:pt x="702" y="1787"/>
                  </a:lnTo>
                  <a:lnTo>
                    <a:pt x="697" y="1485"/>
                  </a:lnTo>
                  <a:lnTo>
                    <a:pt x="896" y="1284"/>
                  </a:lnTo>
                  <a:lnTo>
                    <a:pt x="958" y="1277"/>
                  </a:lnTo>
                  <a:lnTo>
                    <a:pt x="1038" y="1199"/>
                  </a:lnTo>
                  <a:lnTo>
                    <a:pt x="1038" y="1116"/>
                  </a:lnTo>
                  <a:lnTo>
                    <a:pt x="1203" y="953"/>
                  </a:lnTo>
                  <a:lnTo>
                    <a:pt x="1206" y="563"/>
                  </a:lnTo>
                  <a:lnTo>
                    <a:pt x="1265" y="501"/>
                  </a:lnTo>
                  <a:lnTo>
                    <a:pt x="1267" y="312"/>
                  </a:lnTo>
                  <a:lnTo>
                    <a:pt x="1501" y="78"/>
                  </a:lnTo>
                  <a:lnTo>
                    <a:pt x="1501"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46" name="Freeform 68"/>
            <p:cNvSpPr>
              <a:spLocks/>
            </p:cNvSpPr>
            <p:nvPr/>
          </p:nvSpPr>
          <p:spPr bwMode="auto">
            <a:xfrm rot="5400000" flipH="1" flipV="1">
              <a:off x="10569856" y="-3071728"/>
              <a:ext cx="2679700" cy="2717800"/>
            </a:xfrm>
            <a:custGeom>
              <a:avLst/>
              <a:gdLst>
                <a:gd name="T0" fmla="*/ 1688 w 1688"/>
                <a:gd name="T1" fmla="*/ 0 h 1712"/>
                <a:gd name="T2" fmla="*/ 759 w 1688"/>
                <a:gd name="T3" fmla="*/ 929 h 1712"/>
                <a:gd name="T4" fmla="*/ 560 w 1688"/>
                <a:gd name="T5" fmla="*/ 927 h 1712"/>
                <a:gd name="T6" fmla="*/ 102 w 1688"/>
                <a:gd name="T7" fmla="*/ 1385 h 1712"/>
                <a:gd name="T8" fmla="*/ 104 w 1688"/>
                <a:gd name="T9" fmla="*/ 1489 h 1712"/>
                <a:gd name="T10" fmla="*/ 2 w 1688"/>
                <a:gd name="T11" fmla="*/ 1593 h 1712"/>
                <a:gd name="T12" fmla="*/ 0 w 1688"/>
                <a:gd name="T13" fmla="*/ 1662 h 1712"/>
                <a:gd name="T14" fmla="*/ 50 w 1688"/>
                <a:gd name="T15" fmla="*/ 1712 h 17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88" h="1712">
                  <a:moveTo>
                    <a:pt x="1688" y="0"/>
                  </a:moveTo>
                  <a:lnTo>
                    <a:pt x="759" y="929"/>
                  </a:lnTo>
                  <a:lnTo>
                    <a:pt x="560" y="927"/>
                  </a:lnTo>
                  <a:lnTo>
                    <a:pt x="102" y="1385"/>
                  </a:lnTo>
                  <a:lnTo>
                    <a:pt x="104" y="1489"/>
                  </a:lnTo>
                  <a:lnTo>
                    <a:pt x="2" y="1593"/>
                  </a:lnTo>
                  <a:lnTo>
                    <a:pt x="0" y="1662"/>
                  </a:lnTo>
                  <a:lnTo>
                    <a:pt x="50" y="1712"/>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47" name="Freeform 69"/>
            <p:cNvSpPr>
              <a:spLocks/>
            </p:cNvSpPr>
            <p:nvPr/>
          </p:nvSpPr>
          <p:spPr bwMode="auto">
            <a:xfrm rot="5400000" flipH="1" flipV="1">
              <a:off x="10633356" y="-3135229"/>
              <a:ext cx="2443163" cy="2503488"/>
            </a:xfrm>
            <a:custGeom>
              <a:avLst/>
              <a:gdLst>
                <a:gd name="T0" fmla="*/ 47 w 1539"/>
                <a:gd name="T1" fmla="*/ 1577 h 1577"/>
                <a:gd name="T2" fmla="*/ 0 w 1539"/>
                <a:gd name="T3" fmla="*/ 1530 h 1577"/>
                <a:gd name="T4" fmla="*/ 5 w 1539"/>
                <a:gd name="T5" fmla="*/ 1348 h 1577"/>
                <a:gd name="T6" fmla="*/ 218 w 1539"/>
                <a:gd name="T7" fmla="*/ 1135 h 1577"/>
                <a:gd name="T8" fmla="*/ 464 w 1539"/>
                <a:gd name="T9" fmla="*/ 1142 h 1577"/>
                <a:gd name="T10" fmla="*/ 508 w 1539"/>
                <a:gd name="T11" fmla="*/ 1097 h 1577"/>
                <a:gd name="T12" fmla="*/ 508 w 1539"/>
                <a:gd name="T13" fmla="*/ 1031 h 1577"/>
                <a:gd name="T14" fmla="*/ 1539 w 1539"/>
                <a:gd name="T15" fmla="*/ 0 h 15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39" h="1577">
                  <a:moveTo>
                    <a:pt x="47" y="1577"/>
                  </a:moveTo>
                  <a:lnTo>
                    <a:pt x="0" y="1530"/>
                  </a:lnTo>
                  <a:lnTo>
                    <a:pt x="5" y="1348"/>
                  </a:lnTo>
                  <a:lnTo>
                    <a:pt x="218" y="1135"/>
                  </a:lnTo>
                  <a:lnTo>
                    <a:pt x="464" y="1142"/>
                  </a:lnTo>
                  <a:lnTo>
                    <a:pt x="508" y="1097"/>
                  </a:lnTo>
                  <a:lnTo>
                    <a:pt x="508" y="1031"/>
                  </a:lnTo>
                  <a:lnTo>
                    <a:pt x="153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48" name="Freeform 70"/>
            <p:cNvSpPr>
              <a:spLocks/>
            </p:cNvSpPr>
            <p:nvPr/>
          </p:nvSpPr>
          <p:spPr bwMode="auto">
            <a:xfrm rot="5400000" flipH="1" flipV="1">
              <a:off x="10721462" y="-3223334"/>
              <a:ext cx="2259013" cy="2390775"/>
            </a:xfrm>
            <a:custGeom>
              <a:avLst/>
              <a:gdLst>
                <a:gd name="T0" fmla="*/ 0 w 1423"/>
                <a:gd name="T1" fmla="*/ 1506 h 1506"/>
                <a:gd name="T2" fmla="*/ 400 w 1423"/>
                <a:gd name="T3" fmla="*/ 1104 h 1506"/>
                <a:gd name="T4" fmla="*/ 397 w 1423"/>
                <a:gd name="T5" fmla="*/ 1026 h 1506"/>
                <a:gd name="T6" fmla="*/ 1423 w 1423"/>
                <a:gd name="T7" fmla="*/ 0 h 1506"/>
              </a:gdLst>
              <a:ahLst/>
              <a:cxnLst>
                <a:cxn ang="0">
                  <a:pos x="T0" y="T1"/>
                </a:cxn>
                <a:cxn ang="0">
                  <a:pos x="T2" y="T3"/>
                </a:cxn>
                <a:cxn ang="0">
                  <a:pos x="T4" y="T5"/>
                </a:cxn>
                <a:cxn ang="0">
                  <a:pos x="T6" y="T7"/>
                </a:cxn>
              </a:cxnLst>
              <a:rect l="0" t="0" r="r" b="b"/>
              <a:pathLst>
                <a:path w="1423" h="1506">
                  <a:moveTo>
                    <a:pt x="0" y="1506"/>
                  </a:moveTo>
                  <a:lnTo>
                    <a:pt x="400" y="1104"/>
                  </a:lnTo>
                  <a:lnTo>
                    <a:pt x="397" y="1026"/>
                  </a:lnTo>
                  <a:lnTo>
                    <a:pt x="142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49" name="Freeform 71"/>
            <p:cNvSpPr>
              <a:spLocks/>
            </p:cNvSpPr>
            <p:nvPr/>
          </p:nvSpPr>
          <p:spPr bwMode="auto">
            <a:xfrm rot="5400000" flipH="1" flipV="1">
              <a:off x="10715112" y="-3218572"/>
              <a:ext cx="2744788" cy="2797175"/>
            </a:xfrm>
            <a:custGeom>
              <a:avLst/>
              <a:gdLst>
                <a:gd name="T0" fmla="*/ 0 w 1729"/>
                <a:gd name="T1" fmla="*/ 1762 h 1762"/>
                <a:gd name="T2" fmla="*/ 128 w 1729"/>
                <a:gd name="T3" fmla="*/ 1762 h 1762"/>
                <a:gd name="T4" fmla="*/ 745 w 1729"/>
                <a:gd name="T5" fmla="*/ 1142 h 1762"/>
                <a:gd name="T6" fmla="*/ 743 w 1729"/>
                <a:gd name="T7" fmla="*/ 986 h 1762"/>
                <a:gd name="T8" fmla="*/ 1729 w 1729"/>
                <a:gd name="T9" fmla="*/ 0 h 1762"/>
              </a:gdLst>
              <a:ahLst/>
              <a:cxnLst>
                <a:cxn ang="0">
                  <a:pos x="T0" y="T1"/>
                </a:cxn>
                <a:cxn ang="0">
                  <a:pos x="T2" y="T3"/>
                </a:cxn>
                <a:cxn ang="0">
                  <a:pos x="T4" y="T5"/>
                </a:cxn>
                <a:cxn ang="0">
                  <a:pos x="T6" y="T7"/>
                </a:cxn>
                <a:cxn ang="0">
                  <a:pos x="T8" y="T9"/>
                </a:cxn>
              </a:cxnLst>
              <a:rect l="0" t="0" r="r" b="b"/>
              <a:pathLst>
                <a:path w="1729" h="1762">
                  <a:moveTo>
                    <a:pt x="0" y="1762"/>
                  </a:moveTo>
                  <a:lnTo>
                    <a:pt x="128" y="1762"/>
                  </a:lnTo>
                  <a:lnTo>
                    <a:pt x="745" y="1142"/>
                  </a:lnTo>
                  <a:lnTo>
                    <a:pt x="743" y="986"/>
                  </a:lnTo>
                  <a:lnTo>
                    <a:pt x="172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250" name="Freeform 72"/>
            <p:cNvSpPr>
              <a:spLocks/>
            </p:cNvSpPr>
            <p:nvPr/>
          </p:nvSpPr>
          <p:spPr bwMode="auto">
            <a:xfrm rot="5400000" flipH="1" flipV="1">
              <a:off x="10893706" y="-3365416"/>
              <a:ext cx="3344863" cy="3662363"/>
            </a:xfrm>
            <a:custGeom>
              <a:avLst/>
              <a:gdLst>
                <a:gd name="T0" fmla="*/ 0 w 2107"/>
                <a:gd name="T1" fmla="*/ 2307 h 2307"/>
                <a:gd name="T2" fmla="*/ 157 w 2107"/>
                <a:gd name="T3" fmla="*/ 2151 h 2307"/>
                <a:gd name="T4" fmla="*/ 161 w 2107"/>
                <a:gd name="T5" fmla="*/ 1960 h 2307"/>
                <a:gd name="T6" fmla="*/ 279 w 2107"/>
                <a:gd name="T7" fmla="*/ 1842 h 2307"/>
                <a:gd name="T8" fmla="*/ 445 w 2107"/>
                <a:gd name="T9" fmla="*/ 1851 h 2307"/>
                <a:gd name="T10" fmla="*/ 1147 w 2107"/>
                <a:gd name="T11" fmla="*/ 1146 h 2307"/>
                <a:gd name="T12" fmla="*/ 1145 w 2107"/>
                <a:gd name="T13" fmla="*/ 964 h 2307"/>
                <a:gd name="T14" fmla="*/ 2107 w 2107"/>
                <a:gd name="T15" fmla="*/ 0 h 23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07" h="2307">
                  <a:moveTo>
                    <a:pt x="0" y="2307"/>
                  </a:moveTo>
                  <a:lnTo>
                    <a:pt x="157" y="2151"/>
                  </a:lnTo>
                  <a:lnTo>
                    <a:pt x="161" y="1960"/>
                  </a:lnTo>
                  <a:lnTo>
                    <a:pt x="279" y="1842"/>
                  </a:lnTo>
                  <a:lnTo>
                    <a:pt x="445" y="1851"/>
                  </a:lnTo>
                  <a:lnTo>
                    <a:pt x="1147" y="1146"/>
                  </a:lnTo>
                  <a:lnTo>
                    <a:pt x="1145" y="964"/>
                  </a:lnTo>
                  <a:lnTo>
                    <a:pt x="210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12" name="Freeform 73"/>
            <p:cNvSpPr>
              <a:spLocks/>
            </p:cNvSpPr>
            <p:nvPr/>
          </p:nvSpPr>
          <p:spPr bwMode="auto">
            <a:xfrm rot="5400000" flipH="1" flipV="1">
              <a:off x="10931806" y="-3438440"/>
              <a:ext cx="3524250" cy="3867150"/>
            </a:xfrm>
            <a:custGeom>
              <a:avLst/>
              <a:gdLst>
                <a:gd name="T0" fmla="*/ 2220 w 2220"/>
                <a:gd name="T1" fmla="*/ 0 h 2436"/>
                <a:gd name="T2" fmla="*/ 1255 w 2220"/>
                <a:gd name="T3" fmla="*/ 965 h 2436"/>
                <a:gd name="T4" fmla="*/ 1260 w 2220"/>
                <a:gd name="T5" fmla="*/ 1149 h 2436"/>
                <a:gd name="T6" fmla="*/ 555 w 2220"/>
                <a:gd name="T7" fmla="*/ 1852 h 2436"/>
                <a:gd name="T8" fmla="*/ 397 w 2220"/>
                <a:gd name="T9" fmla="*/ 1849 h 2436"/>
                <a:gd name="T10" fmla="*/ 279 w 2220"/>
                <a:gd name="T11" fmla="*/ 1970 h 2436"/>
                <a:gd name="T12" fmla="*/ 274 w 2220"/>
                <a:gd name="T13" fmla="*/ 2159 h 2436"/>
                <a:gd name="T14" fmla="*/ 0 w 2220"/>
                <a:gd name="T15" fmla="*/ 2436 h 24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0" h="2436">
                  <a:moveTo>
                    <a:pt x="2220" y="0"/>
                  </a:moveTo>
                  <a:lnTo>
                    <a:pt x="1255" y="965"/>
                  </a:lnTo>
                  <a:lnTo>
                    <a:pt x="1260" y="1149"/>
                  </a:lnTo>
                  <a:lnTo>
                    <a:pt x="555" y="1852"/>
                  </a:lnTo>
                  <a:lnTo>
                    <a:pt x="397" y="1849"/>
                  </a:lnTo>
                  <a:lnTo>
                    <a:pt x="279" y="1970"/>
                  </a:lnTo>
                  <a:lnTo>
                    <a:pt x="274" y="2159"/>
                  </a:lnTo>
                  <a:lnTo>
                    <a:pt x="0" y="2436"/>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13" name="Freeform 74"/>
            <p:cNvSpPr>
              <a:spLocks/>
            </p:cNvSpPr>
            <p:nvPr/>
          </p:nvSpPr>
          <p:spPr bwMode="auto">
            <a:xfrm rot="5400000" flipH="1" flipV="1">
              <a:off x="10945300" y="-3447172"/>
              <a:ext cx="2968625" cy="3119438"/>
            </a:xfrm>
            <a:custGeom>
              <a:avLst/>
              <a:gdLst>
                <a:gd name="T0" fmla="*/ 1870 w 1870"/>
                <a:gd name="T1" fmla="*/ 0 h 1965"/>
                <a:gd name="T2" fmla="*/ 905 w 1870"/>
                <a:gd name="T3" fmla="*/ 962 h 1965"/>
                <a:gd name="T4" fmla="*/ 903 w 1870"/>
                <a:gd name="T5" fmla="*/ 1139 h 1965"/>
                <a:gd name="T6" fmla="*/ 80 w 1870"/>
                <a:gd name="T7" fmla="*/ 1962 h 1965"/>
                <a:gd name="T8" fmla="*/ 0 w 1870"/>
                <a:gd name="T9" fmla="*/ 1965 h 1965"/>
              </a:gdLst>
              <a:ahLst/>
              <a:cxnLst>
                <a:cxn ang="0">
                  <a:pos x="T0" y="T1"/>
                </a:cxn>
                <a:cxn ang="0">
                  <a:pos x="T2" y="T3"/>
                </a:cxn>
                <a:cxn ang="0">
                  <a:pos x="T4" y="T5"/>
                </a:cxn>
                <a:cxn ang="0">
                  <a:pos x="T6" y="T7"/>
                </a:cxn>
                <a:cxn ang="0">
                  <a:pos x="T8" y="T9"/>
                </a:cxn>
              </a:cxnLst>
              <a:rect l="0" t="0" r="r" b="b"/>
              <a:pathLst>
                <a:path w="1870" h="1965">
                  <a:moveTo>
                    <a:pt x="1870" y="0"/>
                  </a:moveTo>
                  <a:lnTo>
                    <a:pt x="905" y="962"/>
                  </a:lnTo>
                  <a:lnTo>
                    <a:pt x="903" y="1139"/>
                  </a:lnTo>
                  <a:lnTo>
                    <a:pt x="80" y="1962"/>
                  </a:lnTo>
                  <a:lnTo>
                    <a:pt x="0" y="1965"/>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14" name="Freeform 75"/>
            <p:cNvSpPr>
              <a:spLocks/>
            </p:cNvSpPr>
            <p:nvPr/>
          </p:nvSpPr>
          <p:spPr bwMode="auto">
            <a:xfrm rot="5400000" flipH="1" flipV="1">
              <a:off x="9085543" y="-2916153"/>
              <a:ext cx="3948113" cy="2773363"/>
            </a:xfrm>
            <a:custGeom>
              <a:avLst/>
              <a:gdLst>
                <a:gd name="T0" fmla="*/ 4 w 2487"/>
                <a:gd name="T1" fmla="*/ 1747 h 1747"/>
                <a:gd name="T2" fmla="*/ 0 w 2487"/>
                <a:gd name="T3" fmla="*/ 1657 h 1747"/>
                <a:gd name="T4" fmla="*/ 1655 w 2487"/>
                <a:gd name="T5" fmla="*/ 0 h 1747"/>
                <a:gd name="T6" fmla="*/ 2487 w 2487"/>
                <a:gd name="T7" fmla="*/ 0 h 1747"/>
              </a:gdLst>
              <a:ahLst/>
              <a:cxnLst>
                <a:cxn ang="0">
                  <a:pos x="T0" y="T1"/>
                </a:cxn>
                <a:cxn ang="0">
                  <a:pos x="T2" y="T3"/>
                </a:cxn>
                <a:cxn ang="0">
                  <a:pos x="T4" y="T5"/>
                </a:cxn>
                <a:cxn ang="0">
                  <a:pos x="T6" y="T7"/>
                </a:cxn>
              </a:cxnLst>
              <a:rect l="0" t="0" r="r" b="b"/>
              <a:pathLst>
                <a:path w="2487" h="1747">
                  <a:moveTo>
                    <a:pt x="4" y="1747"/>
                  </a:moveTo>
                  <a:lnTo>
                    <a:pt x="0" y="1657"/>
                  </a:lnTo>
                  <a:lnTo>
                    <a:pt x="1655" y="0"/>
                  </a:lnTo>
                  <a:lnTo>
                    <a:pt x="248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15" name="Freeform 76"/>
            <p:cNvSpPr>
              <a:spLocks/>
            </p:cNvSpPr>
            <p:nvPr/>
          </p:nvSpPr>
          <p:spPr bwMode="auto">
            <a:xfrm rot="5400000" flipH="1" flipV="1">
              <a:off x="8906156" y="-2722478"/>
              <a:ext cx="3606800" cy="2165350"/>
            </a:xfrm>
            <a:custGeom>
              <a:avLst/>
              <a:gdLst>
                <a:gd name="T0" fmla="*/ 0 w 2272"/>
                <a:gd name="T1" fmla="*/ 1364 h 1364"/>
                <a:gd name="T2" fmla="*/ 64 w 2272"/>
                <a:gd name="T3" fmla="*/ 1301 h 1364"/>
                <a:gd name="T4" fmla="*/ 147 w 2272"/>
                <a:gd name="T5" fmla="*/ 1298 h 1364"/>
                <a:gd name="T6" fmla="*/ 1445 w 2272"/>
                <a:gd name="T7" fmla="*/ 0 h 1364"/>
                <a:gd name="T8" fmla="*/ 2272 w 2272"/>
                <a:gd name="T9" fmla="*/ 0 h 1364"/>
              </a:gdLst>
              <a:ahLst/>
              <a:cxnLst>
                <a:cxn ang="0">
                  <a:pos x="T0" y="T1"/>
                </a:cxn>
                <a:cxn ang="0">
                  <a:pos x="T2" y="T3"/>
                </a:cxn>
                <a:cxn ang="0">
                  <a:pos x="T4" y="T5"/>
                </a:cxn>
                <a:cxn ang="0">
                  <a:pos x="T6" y="T7"/>
                </a:cxn>
                <a:cxn ang="0">
                  <a:pos x="T8" y="T9"/>
                </a:cxn>
              </a:cxnLst>
              <a:rect l="0" t="0" r="r" b="b"/>
              <a:pathLst>
                <a:path w="2272" h="1364">
                  <a:moveTo>
                    <a:pt x="0" y="1364"/>
                  </a:moveTo>
                  <a:lnTo>
                    <a:pt x="64" y="1301"/>
                  </a:lnTo>
                  <a:lnTo>
                    <a:pt x="147" y="1298"/>
                  </a:lnTo>
                  <a:lnTo>
                    <a:pt x="1445" y="0"/>
                  </a:lnTo>
                  <a:lnTo>
                    <a:pt x="227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16" name="Freeform 77"/>
            <p:cNvSpPr>
              <a:spLocks/>
            </p:cNvSpPr>
            <p:nvPr/>
          </p:nvSpPr>
          <p:spPr bwMode="auto">
            <a:xfrm rot="5400000" flipH="1" flipV="1">
              <a:off x="9380025" y="-3375735"/>
              <a:ext cx="4500563" cy="4635500"/>
            </a:xfrm>
            <a:custGeom>
              <a:avLst/>
              <a:gdLst>
                <a:gd name="T0" fmla="*/ 0 w 2835"/>
                <a:gd name="T1" fmla="*/ 2920 h 2920"/>
                <a:gd name="T2" fmla="*/ 2 w 2835"/>
                <a:gd name="T3" fmla="*/ 2849 h 2920"/>
                <a:gd name="T4" fmla="*/ 177 w 2835"/>
                <a:gd name="T5" fmla="*/ 2674 h 2920"/>
                <a:gd name="T6" fmla="*/ 175 w 2835"/>
                <a:gd name="T7" fmla="*/ 2276 h 2920"/>
                <a:gd name="T8" fmla="*/ 234 w 2835"/>
                <a:gd name="T9" fmla="*/ 2215 h 2920"/>
                <a:gd name="T10" fmla="*/ 234 w 2835"/>
                <a:gd name="T11" fmla="*/ 2016 h 2920"/>
                <a:gd name="T12" fmla="*/ 423 w 2835"/>
                <a:gd name="T13" fmla="*/ 1827 h 2920"/>
                <a:gd name="T14" fmla="*/ 487 w 2835"/>
                <a:gd name="T15" fmla="*/ 1830 h 2920"/>
                <a:gd name="T16" fmla="*/ 589 w 2835"/>
                <a:gd name="T17" fmla="*/ 1728 h 2920"/>
                <a:gd name="T18" fmla="*/ 586 w 2835"/>
                <a:gd name="T19" fmla="*/ 1652 h 2920"/>
                <a:gd name="T20" fmla="*/ 518 w 2835"/>
                <a:gd name="T21" fmla="*/ 1586 h 2920"/>
                <a:gd name="T22" fmla="*/ 667 w 2835"/>
                <a:gd name="T23" fmla="*/ 1435 h 2920"/>
                <a:gd name="T24" fmla="*/ 771 w 2835"/>
                <a:gd name="T25" fmla="*/ 1437 h 2920"/>
                <a:gd name="T26" fmla="*/ 2206 w 2835"/>
                <a:gd name="T27" fmla="*/ 0 h 2920"/>
                <a:gd name="T28" fmla="*/ 2835 w 2835"/>
                <a:gd name="T29" fmla="*/ 0 h 2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35" h="2920">
                  <a:moveTo>
                    <a:pt x="0" y="2920"/>
                  </a:moveTo>
                  <a:lnTo>
                    <a:pt x="2" y="2849"/>
                  </a:lnTo>
                  <a:lnTo>
                    <a:pt x="177" y="2674"/>
                  </a:lnTo>
                  <a:lnTo>
                    <a:pt x="175" y="2276"/>
                  </a:lnTo>
                  <a:lnTo>
                    <a:pt x="234" y="2215"/>
                  </a:lnTo>
                  <a:lnTo>
                    <a:pt x="234" y="2016"/>
                  </a:lnTo>
                  <a:lnTo>
                    <a:pt x="423" y="1827"/>
                  </a:lnTo>
                  <a:lnTo>
                    <a:pt x="487" y="1830"/>
                  </a:lnTo>
                  <a:lnTo>
                    <a:pt x="589" y="1728"/>
                  </a:lnTo>
                  <a:lnTo>
                    <a:pt x="586" y="1652"/>
                  </a:lnTo>
                  <a:lnTo>
                    <a:pt x="518" y="1586"/>
                  </a:lnTo>
                  <a:lnTo>
                    <a:pt x="667" y="1435"/>
                  </a:lnTo>
                  <a:lnTo>
                    <a:pt x="771" y="1437"/>
                  </a:lnTo>
                  <a:lnTo>
                    <a:pt x="2206" y="0"/>
                  </a:lnTo>
                  <a:lnTo>
                    <a:pt x="2835"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17" name="Freeform 78"/>
            <p:cNvSpPr>
              <a:spLocks/>
            </p:cNvSpPr>
            <p:nvPr/>
          </p:nvSpPr>
          <p:spPr bwMode="auto">
            <a:xfrm rot="5400000" flipH="1" flipV="1">
              <a:off x="13035244" y="1935247"/>
              <a:ext cx="2079625" cy="3251200"/>
            </a:xfrm>
            <a:custGeom>
              <a:avLst/>
              <a:gdLst>
                <a:gd name="T0" fmla="*/ 0 w 1310"/>
                <a:gd name="T1" fmla="*/ 2048 h 2048"/>
                <a:gd name="T2" fmla="*/ 892 w 1310"/>
                <a:gd name="T3" fmla="*/ 1156 h 2048"/>
                <a:gd name="T4" fmla="*/ 889 w 1310"/>
                <a:gd name="T5" fmla="*/ 915 h 2048"/>
                <a:gd name="T6" fmla="*/ 1305 w 1310"/>
                <a:gd name="T7" fmla="*/ 501 h 2048"/>
                <a:gd name="T8" fmla="*/ 1310 w 1310"/>
                <a:gd name="T9" fmla="*/ 59 h 2048"/>
                <a:gd name="T10" fmla="*/ 1251 w 1310"/>
                <a:gd name="T11" fmla="*/ 0 h 2048"/>
              </a:gdLst>
              <a:ahLst/>
              <a:cxnLst>
                <a:cxn ang="0">
                  <a:pos x="T0" y="T1"/>
                </a:cxn>
                <a:cxn ang="0">
                  <a:pos x="T2" y="T3"/>
                </a:cxn>
                <a:cxn ang="0">
                  <a:pos x="T4" y="T5"/>
                </a:cxn>
                <a:cxn ang="0">
                  <a:pos x="T6" y="T7"/>
                </a:cxn>
                <a:cxn ang="0">
                  <a:pos x="T8" y="T9"/>
                </a:cxn>
                <a:cxn ang="0">
                  <a:pos x="T10" y="T11"/>
                </a:cxn>
              </a:cxnLst>
              <a:rect l="0" t="0" r="r" b="b"/>
              <a:pathLst>
                <a:path w="1310" h="2048">
                  <a:moveTo>
                    <a:pt x="0" y="2048"/>
                  </a:moveTo>
                  <a:lnTo>
                    <a:pt x="892" y="1156"/>
                  </a:lnTo>
                  <a:lnTo>
                    <a:pt x="889" y="915"/>
                  </a:lnTo>
                  <a:lnTo>
                    <a:pt x="1305" y="501"/>
                  </a:lnTo>
                  <a:lnTo>
                    <a:pt x="1310" y="59"/>
                  </a:lnTo>
                  <a:lnTo>
                    <a:pt x="1251"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18" name="Freeform 79"/>
            <p:cNvSpPr>
              <a:spLocks/>
            </p:cNvSpPr>
            <p:nvPr/>
          </p:nvSpPr>
          <p:spPr bwMode="auto">
            <a:xfrm rot="5400000" flipH="1" flipV="1">
              <a:off x="12897925" y="1693153"/>
              <a:ext cx="2197100" cy="3513138"/>
            </a:xfrm>
            <a:custGeom>
              <a:avLst/>
              <a:gdLst>
                <a:gd name="T0" fmla="*/ 0 w 1384"/>
                <a:gd name="T1" fmla="*/ 2213 h 2213"/>
                <a:gd name="T2" fmla="*/ 892 w 1384"/>
                <a:gd name="T3" fmla="*/ 1321 h 2213"/>
                <a:gd name="T4" fmla="*/ 889 w 1384"/>
                <a:gd name="T5" fmla="*/ 1083 h 2213"/>
                <a:gd name="T6" fmla="*/ 1306 w 1384"/>
                <a:gd name="T7" fmla="*/ 667 h 2213"/>
                <a:gd name="T8" fmla="*/ 1301 w 1384"/>
                <a:gd name="T9" fmla="*/ 83 h 2213"/>
                <a:gd name="T10" fmla="*/ 1384 w 1384"/>
                <a:gd name="T11" fmla="*/ 0 h 2213"/>
              </a:gdLst>
              <a:ahLst/>
              <a:cxnLst>
                <a:cxn ang="0">
                  <a:pos x="T0" y="T1"/>
                </a:cxn>
                <a:cxn ang="0">
                  <a:pos x="T2" y="T3"/>
                </a:cxn>
                <a:cxn ang="0">
                  <a:pos x="T4" y="T5"/>
                </a:cxn>
                <a:cxn ang="0">
                  <a:pos x="T6" y="T7"/>
                </a:cxn>
                <a:cxn ang="0">
                  <a:pos x="T8" y="T9"/>
                </a:cxn>
                <a:cxn ang="0">
                  <a:pos x="T10" y="T11"/>
                </a:cxn>
              </a:cxnLst>
              <a:rect l="0" t="0" r="r" b="b"/>
              <a:pathLst>
                <a:path w="1384" h="2213">
                  <a:moveTo>
                    <a:pt x="0" y="2213"/>
                  </a:moveTo>
                  <a:lnTo>
                    <a:pt x="892" y="1321"/>
                  </a:lnTo>
                  <a:lnTo>
                    <a:pt x="889" y="1083"/>
                  </a:lnTo>
                  <a:lnTo>
                    <a:pt x="1306" y="667"/>
                  </a:lnTo>
                  <a:lnTo>
                    <a:pt x="1301" y="83"/>
                  </a:lnTo>
                  <a:lnTo>
                    <a:pt x="138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19" name="Freeform 80"/>
            <p:cNvSpPr>
              <a:spLocks/>
            </p:cNvSpPr>
            <p:nvPr/>
          </p:nvSpPr>
          <p:spPr bwMode="auto">
            <a:xfrm rot="5400000" flipH="1" flipV="1">
              <a:off x="13066200" y="1755065"/>
              <a:ext cx="2355850" cy="3122613"/>
            </a:xfrm>
            <a:custGeom>
              <a:avLst/>
              <a:gdLst>
                <a:gd name="T0" fmla="*/ 0 w 1484"/>
                <a:gd name="T1" fmla="*/ 1967 h 1967"/>
                <a:gd name="T2" fmla="*/ 891 w 1484"/>
                <a:gd name="T3" fmla="*/ 1076 h 1967"/>
                <a:gd name="T4" fmla="*/ 884 w 1484"/>
                <a:gd name="T5" fmla="*/ 830 h 1967"/>
                <a:gd name="T6" fmla="*/ 1392 w 1484"/>
                <a:gd name="T7" fmla="*/ 321 h 1967"/>
                <a:gd name="T8" fmla="*/ 1394 w 1484"/>
                <a:gd name="T9" fmla="*/ 90 h 1967"/>
                <a:gd name="T10" fmla="*/ 1484 w 1484"/>
                <a:gd name="T11" fmla="*/ 0 h 1967"/>
              </a:gdLst>
              <a:ahLst/>
              <a:cxnLst>
                <a:cxn ang="0">
                  <a:pos x="T0" y="T1"/>
                </a:cxn>
                <a:cxn ang="0">
                  <a:pos x="T2" y="T3"/>
                </a:cxn>
                <a:cxn ang="0">
                  <a:pos x="T4" y="T5"/>
                </a:cxn>
                <a:cxn ang="0">
                  <a:pos x="T6" y="T7"/>
                </a:cxn>
                <a:cxn ang="0">
                  <a:pos x="T8" y="T9"/>
                </a:cxn>
                <a:cxn ang="0">
                  <a:pos x="T10" y="T11"/>
                </a:cxn>
              </a:cxnLst>
              <a:rect l="0" t="0" r="r" b="b"/>
              <a:pathLst>
                <a:path w="1484" h="1967">
                  <a:moveTo>
                    <a:pt x="0" y="1967"/>
                  </a:moveTo>
                  <a:lnTo>
                    <a:pt x="891" y="1076"/>
                  </a:lnTo>
                  <a:lnTo>
                    <a:pt x="884" y="830"/>
                  </a:lnTo>
                  <a:lnTo>
                    <a:pt x="1392" y="321"/>
                  </a:lnTo>
                  <a:lnTo>
                    <a:pt x="1394" y="90"/>
                  </a:lnTo>
                  <a:lnTo>
                    <a:pt x="148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20" name="Freeform 81"/>
            <p:cNvSpPr>
              <a:spLocks/>
            </p:cNvSpPr>
            <p:nvPr/>
          </p:nvSpPr>
          <p:spPr bwMode="auto">
            <a:xfrm rot="5400000" flipH="1" flipV="1">
              <a:off x="12335156" y="852572"/>
              <a:ext cx="2630488" cy="4481513"/>
            </a:xfrm>
            <a:custGeom>
              <a:avLst/>
              <a:gdLst>
                <a:gd name="T0" fmla="*/ 1657 w 1657"/>
                <a:gd name="T1" fmla="*/ 0 h 2823"/>
                <a:gd name="T2" fmla="*/ 1567 w 1657"/>
                <a:gd name="T3" fmla="*/ 90 h 2823"/>
                <a:gd name="T4" fmla="*/ 1565 w 1657"/>
                <a:gd name="T5" fmla="*/ 159 h 2823"/>
                <a:gd name="T6" fmla="*/ 1418 w 1657"/>
                <a:gd name="T7" fmla="*/ 308 h 2823"/>
                <a:gd name="T8" fmla="*/ 1421 w 1657"/>
                <a:gd name="T9" fmla="*/ 414 h 2823"/>
                <a:gd name="T10" fmla="*/ 1489 w 1657"/>
                <a:gd name="T11" fmla="*/ 480 h 2823"/>
                <a:gd name="T12" fmla="*/ 1489 w 1657"/>
                <a:gd name="T13" fmla="*/ 695 h 2823"/>
                <a:gd name="T14" fmla="*/ 1575 w 1657"/>
                <a:gd name="T15" fmla="*/ 781 h 2823"/>
                <a:gd name="T16" fmla="*/ 1572 w 1657"/>
                <a:gd name="T17" fmla="*/ 967 h 2823"/>
                <a:gd name="T18" fmla="*/ 903 w 1657"/>
                <a:gd name="T19" fmla="*/ 1636 h 2823"/>
                <a:gd name="T20" fmla="*/ 905 w 1657"/>
                <a:gd name="T21" fmla="*/ 2131 h 2823"/>
                <a:gd name="T22" fmla="*/ 624 w 1657"/>
                <a:gd name="T23" fmla="*/ 2410 h 2823"/>
                <a:gd name="T24" fmla="*/ 404 w 1657"/>
                <a:gd name="T25" fmla="*/ 2417 h 2823"/>
                <a:gd name="T26" fmla="*/ 0 w 1657"/>
                <a:gd name="T27" fmla="*/ 2823 h 2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57" h="2823">
                  <a:moveTo>
                    <a:pt x="1657" y="0"/>
                  </a:moveTo>
                  <a:lnTo>
                    <a:pt x="1567" y="90"/>
                  </a:lnTo>
                  <a:lnTo>
                    <a:pt x="1565" y="159"/>
                  </a:lnTo>
                  <a:lnTo>
                    <a:pt x="1418" y="308"/>
                  </a:lnTo>
                  <a:lnTo>
                    <a:pt x="1421" y="414"/>
                  </a:lnTo>
                  <a:lnTo>
                    <a:pt x="1489" y="480"/>
                  </a:lnTo>
                  <a:lnTo>
                    <a:pt x="1489" y="695"/>
                  </a:lnTo>
                  <a:lnTo>
                    <a:pt x="1575" y="781"/>
                  </a:lnTo>
                  <a:lnTo>
                    <a:pt x="1572" y="967"/>
                  </a:lnTo>
                  <a:lnTo>
                    <a:pt x="903" y="1636"/>
                  </a:lnTo>
                  <a:lnTo>
                    <a:pt x="905" y="2131"/>
                  </a:lnTo>
                  <a:lnTo>
                    <a:pt x="624" y="2410"/>
                  </a:lnTo>
                  <a:lnTo>
                    <a:pt x="404" y="2417"/>
                  </a:lnTo>
                  <a:lnTo>
                    <a:pt x="0" y="2823"/>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21" name="Freeform 82"/>
            <p:cNvSpPr>
              <a:spLocks/>
            </p:cNvSpPr>
            <p:nvPr/>
          </p:nvSpPr>
          <p:spPr bwMode="auto">
            <a:xfrm rot="5400000" flipH="1" flipV="1">
              <a:off x="12528038" y="940678"/>
              <a:ext cx="2597150" cy="4233863"/>
            </a:xfrm>
            <a:custGeom>
              <a:avLst/>
              <a:gdLst>
                <a:gd name="T0" fmla="*/ 1636 w 1636"/>
                <a:gd name="T1" fmla="*/ 3 h 2667"/>
                <a:gd name="T2" fmla="*/ 1542 w 1636"/>
                <a:gd name="T3" fmla="*/ 0 h 2667"/>
                <a:gd name="T4" fmla="*/ 1414 w 1636"/>
                <a:gd name="T5" fmla="*/ 128 h 2667"/>
                <a:gd name="T6" fmla="*/ 1419 w 1636"/>
                <a:gd name="T7" fmla="*/ 213 h 2667"/>
                <a:gd name="T8" fmla="*/ 1490 w 1636"/>
                <a:gd name="T9" fmla="*/ 287 h 2667"/>
                <a:gd name="T10" fmla="*/ 1487 w 1636"/>
                <a:gd name="T11" fmla="*/ 497 h 2667"/>
                <a:gd name="T12" fmla="*/ 1570 w 1636"/>
                <a:gd name="T13" fmla="*/ 580 h 2667"/>
                <a:gd name="T14" fmla="*/ 1572 w 1636"/>
                <a:gd name="T15" fmla="*/ 811 h 2667"/>
                <a:gd name="T16" fmla="*/ 903 w 1636"/>
                <a:gd name="T17" fmla="*/ 1481 h 2667"/>
                <a:gd name="T18" fmla="*/ 906 w 1636"/>
                <a:gd name="T19" fmla="*/ 1975 h 2667"/>
                <a:gd name="T20" fmla="*/ 612 w 1636"/>
                <a:gd name="T21" fmla="*/ 2268 h 2667"/>
                <a:gd name="T22" fmla="*/ 390 w 1636"/>
                <a:gd name="T23" fmla="*/ 2277 h 2667"/>
                <a:gd name="T24" fmla="*/ 0 w 1636"/>
                <a:gd name="T25" fmla="*/ 2667 h 2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36" h="2667">
                  <a:moveTo>
                    <a:pt x="1636" y="3"/>
                  </a:moveTo>
                  <a:lnTo>
                    <a:pt x="1542" y="0"/>
                  </a:lnTo>
                  <a:lnTo>
                    <a:pt x="1414" y="128"/>
                  </a:lnTo>
                  <a:lnTo>
                    <a:pt x="1419" y="213"/>
                  </a:lnTo>
                  <a:lnTo>
                    <a:pt x="1490" y="287"/>
                  </a:lnTo>
                  <a:lnTo>
                    <a:pt x="1487" y="497"/>
                  </a:lnTo>
                  <a:lnTo>
                    <a:pt x="1570" y="580"/>
                  </a:lnTo>
                  <a:lnTo>
                    <a:pt x="1572" y="811"/>
                  </a:lnTo>
                  <a:lnTo>
                    <a:pt x="903" y="1481"/>
                  </a:lnTo>
                  <a:lnTo>
                    <a:pt x="906" y="1975"/>
                  </a:lnTo>
                  <a:lnTo>
                    <a:pt x="612" y="2268"/>
                  </a:lnTo>
                  <a:lnTo>
                    <a:pt x="390" y="2277"/>
                  </a:lnTo>
                  <a:lnTo>
                    <a:pt x="0" y="2667"/>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22" name="Freeform 83"/>
            <p:cNvSpPr>
              <a:spLocks/>
            </p:cNvSpPr>
            <p:nvPr/>
          </p:nvSpPr>
          <p:spPr bwMode="auto">
            <a:xfrm rot="5400000" flipH="1" flipV="1">
              <a:off x="12751875" y="743828"/>
              <a:ext cx="2703513" cy="4102100"/>
            </a:xfrm>
            <a:custGeom>
              <a:avLst/>
              <a:gdLst>
                <a:gd name="T0" fmla="*/ 0 w 1703"/>
                <a:gd name="T1" fmla="*/ 2584 h 2584"/>
                <a:gd name="T2" fmla="*/ 811 w 1703"/>
                <a:gd name="T3" fmla="*/ 1775 h 2584"/>
                <a:gd name="T4" fmla="*/ 821 w 1703"/>
                <a:gd name="T5" fmla="*/ 1283 h 2584"/>
                <a:gd name="T6" fmla="*/ 1393 w 1703"/>
                <a:gd name="T7" fmla="*/ 711 h 2584"/>
                <a:gd name="T8" fmla="*/ 1558 w 1703"/>
                <a:gd name="T9" fmla="*/ 707 h 2584"/>
                <a:gd name="T10" fmla="*/ 1698 w 1703"/>
                <a:gd name="T11" fmla="*/ 567 h 2584"/>
                <a:gd name="T12" fmla="*/ 1703 w 1703"/>
                <a:gd name="T13" fmla="*/ 494 h 2584"/>
                <a:gd name="T14" fmla="*/ 1464 w 1703"/>
                <a:gd name="T15" fmla="*/ 255 h 2584"/>
                <a:gd name="T16" fmla="*/ 1459 w 1703"/>
                <a:gd name="T17" fmla="*/ 0 h 2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3" h="2584">
                  <a:moveTo>
                    <a:pt x="0" y="2584"/>
                  </a:moveTo>
                  <a:lnTo>
                    <a:pt x="811" y="1775"/>
                  </a:lnTo>
                  <a:lnTo>
                    <a:pt x="821" y="1283"/>
                  </a:lnTo>
                  <a:lnTo>
                    <a:pt x="1393" y="711"/>
                  </a:lnTo>
                  <a:lnTo>
                    <a:pt x="1558" y="707"/>
                  </a:lnTo>
                  <a:lnTo>
                    <a:pt x="1698" y="567"/>
                  </a:lnTo>
                  <a:lnTo>
                    <a:pt x="1703" y="494"/>
                  </a:lnTo>
                  <a:lnTo>
                    <a:pt x="1464" y="255"/>
                  </a:lnTo>
                  <a:lnTo>
                    <a:pt x="145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23" name="Freeform 84"/>
            <p:cNvSpPr>
              <a:spLocks/>
            </p:cNvSpPr>
            <p:nvPr/>
          </p:nvSpPr>
          <p:spPr bwMode="auto">
            <a:xfrm rot="5400000" flipH="1" flipV="1">
              <a:off x="12722506" y="604922"/>
              <a:ext cx="2735263" cy="4233863"/>
            </a:xfrm>
            <a:custGeom>
              <a:avLst/>
              <a:gdLst>
                <a:gd name="T0" fmla="*/ 0 w 1723"/>
                <a:gd name="T1" fmla="*/ 2667 h 2667"/>
                <a:gd name="T2" fmla="*/ 827 w 1723"/>
                <a:gd name="T3" fmla="*/ 1839 h 2667"/>
                <a:gd name="T4" fmla="*/ 832 w 1723"/>
                <a:gd name="T5" fmla="*/ 1341 h 2667"/>
                <a:gd name="T6" fmla="*/ 1362 w 1723"/>
                <a:gd name="T7" fmla="*/ 809 h 2667"/>
                <a:gd name="T8" fmla="*/ 1530 w 1723"/>
                <a:gd name="T9" fmla="*/ 804 h 2667"/>
                <a:gd name="T10" fmla="*/ 1721 w 1723"/>
                <a:gd name="T11" fmla="*/ 612 h 2667"/>
                <a:gd name="T12" fmla="*/ 1723 w 1723"/>
                <a:gd name="T13" fmla="*/ 548 h 2667"/>
                <a:gd name="T14" fmla="*/ 1485 w 1723"/>
                <a:gd name="T15" fmla="*/ 307 h 2667"/>
                <a:gd name="T16" fmla="*/ 1487 w 1723"/>
                <a:gd name="T17" fmla="*/ 71 h 2667"/>
                <a:gd name="T18" fmla="*/ 1558 w 1723"/>
                <a:gd name="T19" fmla="*/ 0 h 2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23" h="2667">
                  <a:moveTo>
                    <a:pt x="0" y="2667"/>
                  </a:moveTo>
                  <a:lnTo>
                    <a:pt x="827" y="1839"/>
                  </a:lnTo>
                  <a:lnTo>
                    <a:pt x="832" y="1341"/>
                  </a:lnTo>
                  <a:lnTo>
                    <a:pt x="1362" y="809"/>
                  </a:lnTo>
                  <a:lnTo>
                    <a:pt x="1530" y="804"/>
                  </a:lnTo>
                  <a:lnTo>
                    <a:pt x="1721" y="612"/>
                  </a:lnTo>
                  <a:lnTo>
                    <a:pt x="1723" y="548"/>
                  </a:lnTo>
                  <a:lnTo>
                    <a:pt x="1485" y="307"/>
                  </a:lnTo>
                  <a:lnTo>
                    <a:pt x="1487" y="71"/>
                  </a:lnTo>
                  <a:lnTo>
                    <a:pt x="1558"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24" name="Freeform 85"/>
            <p:cNvSpPr>
              <a:spLocks/>
            </p:cNvSpPr>
            <p:nvPr/>
          </p:nvSpPr>
          <p:spPr bwMode="auto">
            <a:xfrm rot="5400000" flipH="1" flipV="1">
              <a:off x="14288575" y="2063040"/>
              <a:ext cx="1579563" cy="2368550"/>
            </a:xfrm>
            <a:custGeom>
              <a:avLst/>
              <a:gdLst>
                <a:gd name="T0" fmla="*/ 0 w 995"/>
                <a:gd name="T1" fmla="*/ 1492 h 1492"/>
                <a:gd name="T2" fmla="*/ 839 w 995"/>
                <a:gd name="T3" fmla="*/ 651 h 1492"/>
                <a:gd name="T4" fmla="*/ 835 w 995"/>
                <a:gd name="T5" fmla="*/ 161 h 1492"/>
                <a:gd name="T6" fmla="*/ 995 w 995"/>
                <a:gd name="T7" fmla="*/ 0 h 1492"/>
              </a:gdLst>
              <a:ahLst/>
              <a:cxnLst>
                <a:cxn ang="0">
                  <a:pos x="T0" y="T1"/>
                </a:cxn>
                <a:cxn ang="0">
                  <a:pos x="T2" y="T3"/>
                </a:cxn>
                <a:cxn ang="0">
                  <a:pos x="T4" y="T5"/>
                </a:cxn>
                <a:cxn ang="0">
                  <a:pos x="T6" y="T7"/>
                </a:cxn>
              </a:cxnLst>
              <a:rect l="0" t="0" r="r" b="b"/>
              <a:pathLst>
                <a:path w="995" h="1492">
                  <a:moveTo>
                    <a:pt x="0" y="1492"/>
                  </a:moveTo>
                  <a:lnTo>
                    <a:pt x="839" y="651"/>
                  </a:lnTo>
                  <a:lnTo>
                    <a:pt x="835" y="161"/>
                  </a:lnTo>
                  <a:lnTo>
                    <a:pt x="995"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25" name="Freeform 86"/>
            <p:cNvSpPr>
              <a:spLocks/>
            </p:cNvSpPr>
            <p:nvPr/>
          </p:nvSpPr>
          <p:spPr bwMode="auto">
            <a:xfrm rot="5400000" flipH="1" flipV="1">
              <a:off x="13736918" y="1451060"/>
              <a:ext cx="2247900" cy="2863850"/>
            </a:xfrm>
            <a:custGeom>
              <a:avLst/>
              <a:gdLst>
                <a:gd name="T0" fmla="*/ 1220 w 1416"/>
                <a:gd name="T1" fmla="*/ 315 h 1804"/>
                <a:gd name="T2" fmla="*/ 1222 w 1416"/>
                <a:gd name="T3" fmla="*/ 194 h 1804"/>
                <a:gd name="T4" fmla="*/ 1416 w 1416"/>
                <a:gd name="T5" fmla="*/ 0 h 1804"/>
                <a:gd name="T6" fmla="*/ 1336 w 1416"/>
                <a:gd name="T7" fmla="*/ 0 h 1804"/>
                <a:gd name="T8" fmla="*/ 1102 w 1416"/>
                <a:gd name="T9" fmla="*/ 234 h 1804"/>
                <a:gd name="T10" fmla="*/ 1102 w 1416"/>
                <a:gd name="T11" fmla="*/ 383 h 1804"/>
                <a:gd name="T12" fmla="*/ 1052 w 1416"/>
                <a:gd name="T13" fmla="*/ 431 h 1804"/>
                <a:gd name="T14" fmla="*/ 960 w 1416"/>
                <a:gd name="T15" fmla="*/ 459 h 1804"/>
                <a:gd name="T16" fmla="*/ 863 w 1416"/>
                <a:gd name="T17" fmla="*/ 554 h 1804"/>
                <a:gd name="T18" fmla="*/ 860 w 1416"/>
                <a:gd name="T19" fmla="*/ 944 h 1804"/>
                <a:gd name="T20" fmla="*/ 0 w 1416"/>
                <a:gd name="T21" fmla="*/ 1804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16" h="1804">
                  <a:moveTo>
                    <a:pt x="1220" y="315"/>
                  </a:moveTo>
                  <a:lnTo>
                    <a:pt x="1222" y="194"/>
                  </a:lnTo>
                  <a:lnTo>
                    <a:pt x="1416" y="0"/>
                  </a:lnTo>
                  <a:lnTo>
                    <a:pt x="1336" y="0"/>
                  </a:lnTo>
                  <a:lnTo>
                    <a:pt x="1102" y="234"/>
                  </a:lnTo>
                  <a:lnTo>
                    <a:pt x="1102" y="383"/>
                  </a:lnTo>
                  <a:lnTo>
                    <a:pt x="1052" y="431"/>
                  </a:lnTo>
                  <a:lnTo>
                    <a:pt x="960" y="459"/>
                  </a:lnTo>
                  <a:lnTo>
                    <a:pt x="863" y="554"/>
                  </a:lnTo>
                  <a:lnTo>
                    <a:pt x="860" y="944"/>
                  </a:lnTo>
                  <a:lnTo>
                    <a:pt x="0" y="1804"/>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26" name="Freeform 87"/>
            <p:cNvSpPr>
              <a:spLocks/>
            </p:cNvSpPr>
            <p:nvPr/>
          </p:nvSpPr>
          <p:spPr bwMode="auto">
            <a:xfrm rot="5400000" flipH="1" flipV="1">
              <a:off x="14743393" y="1054185"/>
              <a:ext cx="1857375" cy="2644775"/>
            </a:xfrm>
            <a:custGeom>
              <a:avLst/>
              <a:gdLst>
                <a:gd name="T0" fmla="*/ 0 w 1170"/>
                <a:gd name="T1" fmla="*/ 1666 h 1666"/>
                <a:gd name="T2" fmla="*/ 723 w 1170"/>
                <a:gd name="T3" fmla="*/ 941 h 1666"/>
                <a:gd name="T4" fmla="*/ 728 w 1170"/>
                <a:gd name="T5" fmla="*/ 671 h 1666"/>
                <a:gd name="T6" fmla="*/ 1024 w 1170"/>
                <a:gd name="T7" fmla="*/ 375 h 1666"/>
                <a:gd name="T8" fmla="*/ 1024 w 1170"/>
                <a:gd name="T9" fmla="*/ 146 h 1666"/>
                <a:gd name="T10" fmla="*/ 1170 w 1170"/>
                <a:gd name="T11" fmla="*/ 0 h 1666"/>
              </a:gdLst>
              <a:ahLst/>
              <a:cxnLst>
                <a:cxn ang="0">
                  <a:pos x="T0" y="T1"/>
                </a:cxn>
                <a:cxn ang="0">
                  <a:pos x="T2" y="T3"/>
                </a:cxn>
                <a:cxn ang="0">
                  <a:pos x="T4" y="T5"/>
                </a:cxn>
                <a:cxn ang="0">
                  <a:pos x="T6" y="T7"/>
                </a:cxn>
                <a:cxn ang="0">
                  <a:pos x="T8" y="T9"/>
                </a:cxn>
                <a:cxn ang="0">
                  <a:pos x="T10" y="T11"/>
                </a:cxn>
              </a:cxnLst>
              <a:rect l="0" t="0" r="r" b="b"/>
              <a:pathLst>
                <a:path w="1170" h="1666">
                  <a:moveTo>
                    <a:pt x="0" y="1666"/>
                  </a:moveTo>
                  <a:lnTo>
                    <a:pt x="723" y="941"/>
                  </a:lnTo>
                  <a:lnTo>
                    <a:pt x="728" y="671"/>
                  </a:lnTo>
                  <a:lnTo>
                    <a:pt x="1024" y="375"/>
                  </a:lnTo>
                  <a:lnTo>
                    <a:pt x="1024" y="146"/>
                  </a:lnTo>
                  <a:lnTo>
                    <a:pt x="117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27" name="Freeform 88"/>
            <p:cNvSpPr>
              <a:spLocks/>
            </p:cNvSpPr>
            <p:nvPr/>
          </p:nvSpPr>
          <p:spPr bwMode="auto">
            <a:xfrm rot="5400000" flipH="1" flipV="1">
              <a:off x="14722756" y="2203534"/>
              <a:ext cx="1397000" cy="1978025"/>
            </a:xfrm>
            <a:custGeom>
              <a:avLst/>
              <a:gdLst>
                <a:gd name="T0" fmla="*/ 0 w 880"/>
                <a:gd name="T1" fmla="*/ 1246 h 1246"/>
                <a:gd name="T2" fmla="*/ 686 w 880"/>
                <a:gd name="T3" fmla="*/ 560 h 1246"/>
                <a:gd name="T4" fmla="*/ 681 w 880"/>
                <a:gd name="T5" fmla="*/ 498 h 1246"/>
                <a:gd name="T6" fmla="*/ 880 w 880"/>
                <a:gd name="T7" fmla="*/ 300 h 1246"/>
                <a:gd name="T8" fmla="*/ 877 w 880"/>
                <a:gd name="T9" fmla="*/ 0 h 1246"/>
              </a:gdLst>
              <a:ahLst/>
              <a:cxnLst>
                <a:cxn ang="0">
                  <a:pos x="T0" y="T1"/>
                </a:cxn>
                <a:cxn ang="0">
                  <a:pos x="T2" y="T3"/>
                </a:cxn>
                <a:cxn ang="0">
                  <a:pos x="T4" y="T5"/>
                </a:cxn>
                <a:cxn ang="0">
                  <a:pos x="T6" y="T7"/>
                </a:cxn>
                <a:cxn ang="0">
                  <a:pos x="T8" y="T9"/>
                </a:cxn>
              </a:cxnLst>
              <a:rect l="0" t="0" r="r" b="b"/>
              <a:pathLst>
                <a:path w="880" h="1246">
                  <a:moveTo>
                    <a:pt x="0" y="1246"/>
                  </a:moveTo>
                  <a:lnTo>
                    <a:pt x="686" y="560"/>
                  </a:lnTo>
                  <a:lnTo>
                    <a:pt x="681" y="498"/>
                  </a:lnTo>
                  <a:lnTo>
                    <a:pt x="880" y="300"/>
                  </a:lnTo>
                  <a:lnTo>
                    <a:pt x="87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28" name="Freeform 89"/>
            <p:cNvSpPr>
              <a:spLocks/>
            </p:cNvSpPr>
            <p:nvPr/>
          </p:nvSpPr>
          <p:spPr bwMode="auto">
            <a:xfrm rot="5400000" flipH="1" flipV="1">
              <a:off x="12896338" y="35803"/>
              <a:ext cx="2886075" cy="4478338"/>
            </a:xfrm>
            <a:custGeom>
              <a:avLst/>
              <a:gdLst>
                <a:gd name="T0" fmla="*/ 0 w 1818"/>
                <a:gd name="T1" fmla="*/ 2821 h 2821"/>
                <a:gd name="T2" fmla="*/ 735 w 1818"/>
                <a:gd name="T3" fmla="*/ 2086 h 2821"/>
                <a:gd name="T4" fmla="*/ 740 w 1818"/>
                <a:gd name="T5" fmla="*/ 2001 h 2821"/>
                <a:gd name="T6" fmla="*/ 943 w 1818"/>
                <a:gd name="T7" fmla="*/ 1797 h 2821"/>
                <a:gd name="T8" fmla="*/ 948 w 1818"/>
                <a:gd name="T9" fmla="*/ 1634 h 2821"/>
                <a:gd name="T10" fmla="*/ 1078 w 1818"/>
                <a:gd name="T11" fmla="*/ 1502 h 2821"/>
                <a:gd name="T12" fmla="*/ 1080 w 1818"/>
                <a:gd name="T13" fmla="*/ 1379 h 2821"/>
                <a:gd name="T14" fmla="*/ 1286 w 1818"/>
                <a:gd name="T15" fmla="*/ 1173 h 2821"/>
                <a:gd name="T16" fmla="*/ 1284 w 1818"/>
                <a:gd name="T17" fmla="*/ 908 h 2821"/>
                <a:gd name="T18" fmla="*/ 1593 w 1818"/>
                <a:gd name="T19" fmla="*/ 599 h 2821"/>
                <a:gd name="T20" fmla="*/ 1596 w 1818"/>
                <a:gd name="T21" fmla="*/ 450 h 2821"/>
                <a:gd name="T22" fmla="*/ 1655 w 1818"/>
                <a:gd name="T23" fmla="*/ 390 h 2821"/>
                <a:gd name="T24" fmla="*/ 1650 w 1818"/>
                <a:gd name="T25" fmla="*/ 166 h 2821"/>
                <a:gd name="T26" fmla="*/ 1818 w 1818"/>
                <a:gd name="T27" fmla="*/ 0 h 28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18" h="2821">
                  <a:moveTo>
                    <a:pt x="0" y="2821"/>
                  </a:moveTo>
                  <a:lnTo>
                    <a:pt x="735" y="2086"/>
                  </a:lnTo>
                  <a:lnTo>
                    <a:pt x="740" y="2001"/>
                  </a:lnTo>
                  <a:lnTo>
                    <a:pt x="943" y="1797"/>
                  </a:lnTo>
                  <a:lnTo>
                    <a:pt x="948" y="1634"/>
                  </a:lnTo>
                  <a:lnTo>
                    <a:pt x="1078" y="1502"/>
                  </a:lnTo>
                  <a:lnTo>
                    <a:pt x="1080" y="1379"/>
                  </a:lnTo>
                  <a:lnTo>
                    <a:pt x="1286" y="1173"/>
                  </a:lnTo>
                  <a:lnTo>
                    <a:pt x="1284" y="908"/>
                  </a:lnTo>
                  <a:lnTo>
                    <a:pt x="1593" y="599"/>
                  </a:lnTo>
                  <a:lnTo>
                    <a:pt x="1596" y="450"/>
                  </a:lnTo>
                  <a:lnTo>
                    <a:pt x="1655" y="390"/>
                  </a:lnTo>
                  <a:lnTo>
                    <a:pt x="1650" y="166"/>
                  </a:lnTo>
                  <a:lnTo>
                    <a:pt x="1818"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29" name="Freeform 90"/>
            <p:cNvSpPr>
              <a:spLocks/>
            </p:cNvSpPr>
            <p:nvPr/>
          </p:nvSpPr>
          <p:spPr bwMode="auto">
            <a:xfrm rot="5400000" flipH="1" flipV="1">
              <a:off x="12874112" y="99303"/>
              <a:ext cx="2855913" cy="4470400"/>
            </a:xfrm>
            <a:custGeom>
              <a:avLst/>
              <a:gdLst>
                <a:gd name="T0" fmla="*/ 0 w 1799"/>
                <a:gd name="T1" fmla="*/ 2816 h 2816"/>
                <a:gd name="T2" fmla="*/ 728 w 1799"/>
                <a:gd name="T3" fmla="*/ 2090 h 2816"/>
                <a:gd name="T4" fmla="*/ 730 w 1799"/>
                <a:gd name="T5" fmla="*/ 2005 h 2816"/>
                <a:gd name="T6" fmla="*/ 933 w 1799"/>
                <a:gd name="T7" fmla="*/ 1802 h 2816"/>
                <a:gd name="T8" fmla="*/ 931 w 1799"/>
                <a:gd name="T9" fmla="*/ 1631 h 2816"/>
                <a:gd name="T10" fmla="*/ 1064 w 1799"/>
                <a:gd name="T11" fmla="*/ 1499 h 2816"/>
                <a:gd name="T12" fmla="*/ 1066 w 1799"/>
                <a:gd name="T13" fmla="*/ 1376 h 2816"/>
                <a:gd name="T14" fmla="*/ 1269 w 1799"/>
                <a:gd name="T15" fmla="*/ 1173 h 2816"/>
                <a:gd name="T16" fmla="*/ 1267 w 1799"/>
                <a:gd name="T17" fmla="*/ 908 h 2816"/>
                <a:gd name="T18" fmla="*/ 1579 w 1799"/>
                <a:gd name="T19" fmla="*/ 596 h 2816"/>
                <a:gd name="T20" fmla="*/ 1581 w 1799"/>
                <a:gd name="T21" fmla="*/ 447 h 2816"/>
                <a:gd name="T22" fmla="*/ 1638 w 1799"/>
                <a:gd name="T23" fmla="*/ 388 h 2816"/>
                <a:gd name="T24" fmla="*/ 1636 w 1799"/>
                <a:gd name="T25" fmla="*/ 166 h 2816"/>
                <a:gd name="T26" fmla="*/ 1799 w 1799"/>
                <a:gd name="T27" fmla="*/ 0 h 28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99" h="2816">
                  <a:moveTo>
                    <a:pt x="0" y="2816"/>
                  </a:moveTo>
                  <a:lnTo>
                    <a:pt x="728" y="2090"/>
                  </a:lnTo>
                  <a:lnTo>
                    <a:pt x="730" y="2005"/>
                  </a:lnTo>
                  <a:lnTo>
                    <a:pt x="933" y="1802"/>
                  </a:lnTo>
                  <a:lnTo>
                    <a:pt x="931" y="1631"/>
                  </a:lnTo>
                  <a:lnTo>
                    <a:pt x="1064" y="1499"/>
                  </a:lnTo>
                  <a:lnTo>
                    <a:pt x="1066" y="1376"/>
                  </a:lnTo>
                  <a:lnTo>
                    <a:pt x="1269" y="1173"/>
                  </a:lnTo>
                  <a:lnTo>
                    <a:pt x="1267" y="908"/>
                  </a:lnTo>
                  <a:lnTo>
                    <a:pt x="1579" y="596"/>
                  </a:lnTo>
                  <a:lnTo>
                    <a:pt x="1581" y="447"/>
                  </a:lnTo>
                  <a:lnTo>
                    <a:pt x="1638" y="388"/>
                  </a:lnTo>
                  <a:lnTo>
                    <a:pt x="1636" y="166"/>
                  </a:lnTo>
                  <a:lnTo>
                    <a:pt x="179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30" name="Freeform 110"/>
            <p:cNvSpPr>
              <a:spLocks/>
            </p:cNvSpPr>
            <p:nvPr/>
          </p:nvSpPr>
          <p:spPr bwMode="auto">
            <a:xfrm rot="5400000" flipH="1" flipV="1">
              <a:off x="13646431" y="2851234"/>
              <a:ext cx="935038" cy="1249363"/>
            </a:xfrm>
            <a:custGeom>
              <a:avLst/>
              <a:gdLst>
                <a:gd name="T0" fmla="*/ 0 w 589"/>
                <a:gd name="T1" fmla="*/ 787 h 787"/>
                <a:gd name="T2" fmla="*/ 2 w 589"/>
                <a:gd name="T3" fmla="*/ 693 h 787"/>
                <a:gd name="T4" fmla="*/ 419 w 589"/>
                <a:gd name="T5" fmla="*/ 277 h 787"/>
                <a:gd name="T6" fmla="*/ 419 w 589"/>
                <a:gd name="T7" fmla="*/ 170 h 787"/>
                <a:gd name="T8" fmla="*/ 589 w 589"/>
                <a:gd name="T9" fmla="*/ 0 h 787"/>
              </a:gdLst>
              <a:ahLst/>
              <a:cxnLst>
                <a:cxn ang="0">
                  <a:pos x="T0" y="T1"/>
                </a:cxn>
                <a:cxn ang="0">
                  <a:pos x="T2" y="T3"/>
                </a:cxn>
                <a:cxn ang="0">
                  <a:pos x="T4" y="T5"/>
                </a:cxn>
                <a:cxn ang="0">
                  <a:pos x="T6" y="T7"/>
                </a:cxn>
                <a:cxn ang="0">
                  <a:pos x="T8" y="T9"/>
                </a:cxn>
              </a:cxnLst>
              <a:rect l="0" t="0" r="r" b="b"/>
              <a:pathLst>
                <a:path w="589" h="787">
                  <a:moveTo>
                    <a:pt x="0" y="787"/>
                  </a:moveTo>
                  <a:lnTo>
                    <a:pt x="2" y="693"/>
                  </a:lnTo>
                  <a:lnTo>
                    <a:pt x="419" y="277"/>
                  </a:lnTo>
                  <a:lnTo>
                    <a:pt x="419" y="170"/>
                  </a:lnTo>
                  <a:lnTo>
                    <a:pt x="58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31" name="Freeform 111"/>
            <p:cNvSpPr>
              <a:spLocks/>
            </p:cNvSpPr>
            <p:nvPr/>
          </p:nvSpPr>
          <p:spPr bwMode="auto">
            <a:xfrm rot="5400000" flipH="1" flipV="1">
              <a:off x="12920943" y="2398797"/>
              <a:ext cx="2274888" cy="2706688"/>
            </a:xfrm>
            <a:custGeom>
              <a:avLst/>
              <a:gdLst>
                <a:gd name="T0" fmla="*/ 0 w 1433"/>
                <a:gd name="T1" fmla="*/ 1705 h 1705"/>
                <a:gd name="T2" fmla="*/ 965 w 1433"/>
                <a:gd name="T3" fmla="*/ 742 h 1705"/>
                <a:gd name="T4" fmla="*/ 963 w 1433"/>
                <a:gd name="T5" fmla="*/ 610 h 1705"/>
                <a:gd name="T6" fmla="*/ 1145 w 1433"/>
                <a:gd name="T7" fmla="*/ 428 h 1705"/>
                <a:gd name="T8" fmla="*/ 1327 w 1433"/>
                <a:gd name="T9" fmla="*/ 433 h 1705"/>
                <a:gd name="T10" fmla="*/ 1433 w 1433"/>
                <a:gd name="T11" fmla="*/ 326 h 1705"/>
                <a:gd name="T12" fmla="*/ 1433 w 1433"/>
                <a:gd name="T13" fmla="*/ 147 h 1705"/>
                <a:gd name="T14" fmla="*/ 1286 w 1433"/>
                <a:gd name="T15" fmla="*/ 0 h 1705"/>
                <a:gd name="T16" fmla="*/ 1161 w 1433"/>
                <a:gd name="T17" fmla="*/ 7 h 17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33" h="1705">
                  <a:moveTo>
                    <a:pt x="0" y="1705"/>
                  </a:moveTo>
                  <a:lnTo>
                    <a:pt x="965" y="742"/>
                  </a:lnTo>
                  <a:lnTo>
                    <a:pt x="963" y="610"/>
                  </a:lnTo>
                  <a:lnTo>
                    <a:pt x="1145" y="428"/>
                  </a:lnTo>
                  <a:lnTo>
                    <a:pt x="1327" y="433"/>
                  </a:lnTo>
                  <a:lnTo>
                    <a:pt x="1433" y="326"/>
                  </a:lnTo>
                  <a:lnTo>
                    <a:pt x="1433" y="147"/>
                  </a:lnTo>
                  <a:lnTo>
                    <a:pt x="1286" y="0"/>
                  </a:lnTo>
                  <a:lnTo>
                    <a:pt x="1161" y="7"/>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32" name="Freeform 112"/>
            <p:cNvSpPr>
              <a:spLocks/>
            </p:cNvSpPr>
            <p:nvPr/>
          </p:nvSpPr>
          <p:spPr bwMode="auto">
            <a:xfrm rot="5400000" flipH="1" flipV="1">
              <a:off x="12928087" y="2894890"/>
              <a:ext cx="2401888" cy="2517775"/>
            </a:xfrm>
            <a:custGeom>
              <a:avLst/>
              <a:gdLst>
                <a:gd name="T0" fmla="*/ 0 w 1513"/>
                <a:gd name="T1" fmla="*/ 1586 h 1586"/>
                <a:gd name="T2" fmla="*/ 939 w 1513"/>
                <a:gd name="T3" fmla="*/ 648 h 1586"/>
                <a:gd name="T4" fmla="*/ 1057 w 1513"/>
                <a:gd name="T5" fmla="*/ 653 h 1586"/>
                <a:gd name="T6" fmla="*/ 1513 w 1513"/>
                <a:gd name="T7" fmla="*/ 194 h 1586"/>
                <a:gd name="T8" fmla="*/ 1513 w 1513"/>
                <a:gd name="T9" fmla="*/ 0 h 1586"/>
              </a:gdLst>
              <a:ahLst/>
              <a:cxnLst>
                <a:cxn ang="0">
                  <a:pos x="T0" y="T1"/>
                </a:cxn>
                <a:cxn ang="0">
                  <a:pos x="T2" y="T3"/>
                </a:cxn>
                <a:cxn ang="0">
                  <a:pos x="T4" y="T5"/>
                </a:cxn>
                <a:cxn ang="0">
                  <a:pos x="T6" y="T7"/>
                </a:cxn>
                <a:cxn ang="0">
                  <a:pos x="T8" y="T9"/>
                </a:cxn>
              </a:cxnLst>
              <a:rect l="0" t="0" r="r" b="b"/>
              <a:pathLst>
                <a:path w="1513" h="1586">
                  <a:moveTo>
                    <a:pt x="0" y="1586"/>
                  </a:moveTo>
                  <a:lnTo>
                    <a:pt x="939" y="648"/>
                  </a:lnTo>
                  <a:lnTo>
                    <a:pt x="1057" y="653"/>
                  </a:lnTo>
                  <a:lnTo>
                    <a:pt x="1513" y="194"/>
                  </a:lnTo>
                  <a:lnTo>
                    <a:pt x="151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33" name="Freeform 113"/>
            <p:cNvSpPr>
              <a:spLocks/>
            </p:cNvSpPr>
            <p:nvPr/>
          </p:nvSpPr>
          <p:spPr bwMode="auto">
            <a:xfrm rot="5400000" flipH="1" flipV="1">
              <a:off x="11389006" y="1482810"/>
              <a:ext cx="3787775" cy="4241800"/>
            </a:xfrm>
            <a:custGeom>
              <a:avLst/>
              <a:gdLst>
                <a:gd name="T0" fmla="*/ 0 w 2386"/>
                <a:gd name="T1" fmla="*/ 2672 h 2672"/>
                <a:gd name="T2" fmla="*/ 989 w 2386"/>
                <a:gd name="T3" fmla="*/ 1684 h 2672"/>
                <a:gd name="T4" fmla="*/ 1133 w 2386"/>
                <a:gd name="T5" fmla="*/ 1688 h 2672"/>
                <a:gd name="T6" fmla="*/ 1556 w 2386"/>
                <a:gd name="T7" fmla="*/ 1265 h 2672"/>
                <a:gd name="T8" fmla="*/ 1563 w 2386"/>
                <a:gd name="T9" fmla="*/ 1173 h 2672"/>
                <a:gd name="T10" fmla="*/ 1405 w 2386"/>
                <a:gd name="T11" fmla="*/ 1017 h 2672"/>
                <a:gd name="T12" fmla="*/ 1407 w 2386"/>
                <a:gd name="T13" fmla="*/ 960 h 2672"/>
                <a:gd name="T14" fmla="*/ 1494 w 2386"/>
                <a:gd name="T15" fmla="*/ 873 h 2672"/>
                <a:gd name="T16" fmla="*/ 1596 w 2386"/>
                <a:gd name="T17" fmla="*/ 877 h 2672"/>
                <a:gd name="T18" fmla="*/ 1979 w 2386"/>
                <a:gd name="T19" fmla="*/ 494 h 2672"/>
                <a:gd name="T20" fmla="*/ 1977 w 2386"/>
                <a:gd name="T21" fmla="*/ 374 h 2672"/>
                <a:gd name="T22" fmla="*/ 2062 w 2386"/>
                <a:gd name="T23" fmla="*/ 291 h 2672"/>
                <a:gd name="T24" fmla="*/ 2067 w 2386"/>
                <a:gd name="T25" fmla="*/ 100 h 2672"/>
                <a:gd name="T26" fmla="*/ 2164 w 2386"/>
                <a:gd name="T27" fmla="*/ 0 h 2672"/>
                <a:gd name="T28" fmla="*/ 2386 w 2386"/>
                <a:gd name="T29" fmla="*/ 0 h 2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86" h="2672">
                  <a:moveTo>
                    <a:pt x="0" y="2672"/>
                  </a:moveTo>
                  <a:lnTo>
                    <a:pt x="989" y="1684"/>
                  </a:lnTo>
                  <a:lnTo>
                    <a:pt x="1133" y="1688"/>
                  </a:lnTo>
                  <a:lnTo>
                    <a:pt x="1556" y="1265"/>
                  </a:lnTo>
                  <a:lnTo>
                    <a:pt x="1563" y="1173"/>
                  </a:lnTo>
                  <a:lnTo>
                    <a:pt x="1405" y="1017"/>
                  </a:lnTo>
                  <a:lnTo>
                    <a:pt x="1407" y="960"/>
                  </a:lnTo>
                  <a:lnTo>
                    <a:pt x="1494" y="873"/>
                  </a:lnTo>
                  <a:lnTo>
                    <a:pt x="1596" y="877"/>
                  </a:lnTo>
                  <a:lnTo>
                    <a:pt x="1979" y="494"/>
                  </a:lnTo>
                  <a:lnTo>
                    <a:pt x="1977" y="374"/>
                  </a:lnTo>
                  <a:lnTo>
                    <a:pt x="2062" y="291"/>
                  </a:lnTo>
                  <a:lnTo>
                    <a:pt x="2067" y="100"/>
                  </a:lnTo>
                  <a:lnTo>
                    <a:pt x="2164" y="0"/>
                  </a:lnTo>
                  <a:lnTo>
                    <a:pt x="2386"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34" name="Freeform 114"/>
            <p:cNvSpPr>
              <a:spLocks/>
            </p:cNvSpPr>
            <p:nvPr/>
          </p:nvSpPr>
          <p:spPr bwMode="auto">
            <a:xfrm rot="5400000" flipH="1" flipV="1">
              <a:off x="12992381" y="3232234"/>
              <a:ext cx="2589213" cy="2481263"/>
            </a:xfrm>
            <a:custGeom>
              <a:avLst/>
              <a:gdLst>
                <a:gd name="T0" fmla="*/ 0 w 1631"/>
                <a:gd name="T1" fmla="*/ 1563 h 1563"/>
                <a:gd name="T2" fmla="*/ 1111 w 1631"/>
                <a:gd name="T3" fmla="*/ 452 h 1563"/>
                <a:gd name="T4" fmla="*/ 1279 w 1631"/>
                <a:gd name="T5" fmla="*/ 456 h 1563"/>
                <a:gd name="T6" fmla="*/ 1631 w 1631"/>
                <a:gd name="T7" fmla="*/ 107 h 1563"/>
                <a:gd name="T8" fmla="*/ 1629 w 1631"/>
                <a:gd name="T9" fmla="*/ 0 h 1563"/>
              </a:gdLst>
              <a:ahLst/>
              <a:cxnLst>
                <a:cxn ang="0">
                  <a:pos x="T0" y="T1"/>
                </a:cxn>
                <a:cxn ang="0">
                  <a:pos x="T2" y="T3"/>
                </a:cxn>
                <a:cxn ang="0">
                  <a:pos x="T4" y="T5"/>
                </a:cxn>
                <a:cxn ang="0">
                  <a:pos x="T6" y="T7"/>
                </a:cxn>
                <a:cxn ang="0">
                  <a:pos x="T8" y="T9"/>
                </a:cxn>
              </a:cxnLst>
              <a:rect l="0" t="0" r="r" b="b"/>
              <a:pathLst>
                <a:path w="1631" h="1563">
                  <a:moveTo>
                    <a:pt x="0" y="1563"/>
                  </a:moveTo>
                  <a:lnTo>
                    <a:pt x="1111" y="452"/>
                  </a:lnTo>
                  <a:lnTo>
                    <a:pt x="1279" y="456"/>
                  </a:lnTo>
                  <a:lnTo>
                    <a:pt x="1631" y="107"/>
                  </a:lnTo>
                  <a:lnTo>
                    <a:pt x="162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35" name="Freeform 115"/>
            <p:cNvSpPr>
              <a:spLocks/>
            </p:cNvSpPr>
            <p:nvPr/>
          </p:nvSpPr>
          <p:spPr bwMode="auto">
            <a:xfrm rot="5400000" flipH="1" flipV="1">
              <a:off x="6469343" y="-4281403"/>
              <a:ext cx="5276850" cy="6127750"/>
            </a:xfrm>
            <a:custGeom>
              <a:avLst/>
              <a:gdLst>
                <a:gd name="T0" fmla="*/ 0 w 3324"/>
                <a:gd name="T1" fmla="*/ 3860 h 3860"/>
                <a:gd name="T2" fmla="*/ 0 w 3324"/>
                <a:gd name="T3" fmla="*/ 3678 h 3860"/>
                <a:gd name="T4" fmla="*/ 45 w 3324"/>
                <a:gd name="T5" fmla="*/ 3633 h 3860"/>
                <a:gd name="T6" fmla="*/ 42 w 3324"/>
                <a:gd name="T7" fmla="*/ 3343 h 3860"/>
                <a:gd name="T8" fmla="*/ 156 w 3324"/>
                <a:gd name="T9" fmla="*/ 3229 h 3860"/>
                <a:gd name="T10" fmla="*/ 461 w 3324"/>
                <a:gd name="T11" fmla="*/ 3229 h 3860"/>
                <a:gd name="T12" fmla="*/ 782 w 3324"/>
                <a:gd name="T13" fmla="*/ 2910 h 3860"/>
                <a:gd name="T14" fmla="*/ 882 w 3324"/>
                <a:gd name="T15" fmla="*/ 2915 h 3860"/>
                <a:gd name="T16" fmla="*/ 1132 w 3324"/>
                <a:gd name="T17" fmla="*/ 2664 h 3860"/>
                <a:gd name="T18" fmla="*/ 1135 w 3324"/>
                <a:gd name="T19" fmla="*/ 2189 h 3860"/>
                <a:gd name="T20" fmla="*/ 3324 w 3324"/>
                <a:gd name="T21" fmla="*/ 0 h 3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24" h="3860">
                  <a:moveTo>
                    <a:pt x="0" y="3860"/>
                  </a:moveTo>
                  <a:lnTo>
                    <a:pt x="0" y="3678"/>
                  </a:lnTo>
                  <a:lnTo>
                    <a:pt x="45" y="3633"/>
                  </a:lnTo>
                  <a:lnTo>
                    <a:pt x="42" y="3343"/>
                  </a:lnTo>
                  <a:lnTo>
                    <a:pt x="156" y="3229"/>
                  </a:lnTo>
                  <a:lnTo>
                    <a:pt x="461" y="3229"/>
                  </a:lnTo>
                  <a:lnTo>
                    <a:pt x="782" y="2910"/>
                  </a:lnTo>
                  <a:lnTo>
                    <a:pt x="882" y="2915"/>
                  </a:lnTo>
                  <a:lnTo>
                    <a:pt x="1132" y="2664"/>
                  </a:lnTo>
                  <a:lnTo>
                    <a:pt x="1135" y="2189"/>
                  </a:lnTo>
                  <a:lnTo>
                    <a:pt x="332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36" name="Freeform 116"/>
            <p:cNvSpPr>
              <a:spLocks/>
            </p:cNvSpPr>
            <p:nvPr/>
          </p:nvSpPr>
          <p:spPr bwMode="auto">
            <a:xfrm rot="5400000" flipH="1" flipV="1">
              <a:off x="7229756" y="-3349540"/>
              <a:ext cx="4413250" cy="4864100"/>
            </a:xfrm>
            <a:custGeom>
              <a:avLst/>
              <a:gdLst>
                <a:gd name="T0" fmla="*/ 2 w 2780"/>
                <a:gd name="T1" fmla="*/ 3064 h 3064"/>
                <a:gd name="T2" fmla="*/ 0 w 2780"/>
                <a:gd name="T3" fmla="*/ 2775 h 3064"/>
                <a:gd name="T4" fmla="*/ 113 w 2780"/>
                <a:gd name="T5" fmla="*/ 2662 h 3064"/>
                <a:gd name="T6" fmla="*/ 418 w 2780"/>
                <a:gd name="T7" fmla="*/ 2664 h 3064"/>
                <a:gd name="T8" fmla="*/ 740 w 2780"/>
                <a:gd name="T9" fmla="*/ 2345 h 3064"/>
                <a:gd name="T10" fmla="*/ 841 w 2780"/>
                <a:gd name="T11" fmla="*/ 2350 h 3064"/>
                <a:gd name="T12" fmla="*/ 1094 w 2780"/>
                <a:gd name="T13" fmla="*/ 2099 h 3064"/>
                <a:gd name="T14" fmla="*/ 1094 w 2780"/>
                <a:gd name="T15" fmla="*/ 1685 h 3064"/>
                <a:gd name="T16" fmla="*/ 2780 w 2780"/>
                <a:gd name="T17" fmla="*/ 0 h 3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0" h="3064">
                  <a:moveTo>
                    <a:pt x="2" y="3064"/>
                  </a:moveTo>
                  <a:lnTo>
                    <a:pt x="0" y="2775"/>
                  </a:lnTo>
                  <a:lnTo>
                    <a:pt x="113" y="2662"/>
                  </a:lnTo>
                  <a:lnTo>
                    <a:pt x="418" y="2664"/>
                  </a:lnTo>
                  <a:lnTo>
                    <a:pt x="740" y="2345"/>
                  </a:lnTo>
                  <a:lnTo>
                    <a:pt x="841" y="2350"/>
                  </a:lnTo>
                  <a:lnTo>
                    <a:pt x="1094" y="2099"/>
                  </a:lnTo>
                  <a:lnTo>
                    <a:pt x="1094" y="1685"/>
                  </a:lnTo>
                  <a:lnTo>
                    <a:pt x="278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37" name="Freeform 117"/>
            <p:cNvSpPr>
              <a:spLocks/>
            </p:cNvSpPr>
            <p:nvPr/>
          </p:nvSpPr>
          <p:spPr bwMode="auto">
            <a:xfrm rot="5400000" flipH="1" flipV="1">
              <a:off x="7317863" y="-3280485"/>
              <a:ext cx="4292600" cy="4538663"/>
            </a:xfrm>
            <a:custGeom>
              <a:avLst/>
              <a:gdLst>
                <a:gd name="T0" fmla="*/ 0 w 2704"/>
                <a:gd name="T1" fmla="*/ 2859 h 2859"/>
                <a:gd name="T2" fmla="*/ 0 w 2704"/>
                <a:gd name="T3" fmla="*/ 2733 h 2859"/>
                <a:gd name="T4" fmla="*/ 92 w 2704"/>
                <a:gd name="T5" fmla="*/ 2639 h 2859"/>
                <a:gd name="T6" fmla="*/ 309 w 2704"/>
                <a:gd name="T7" fmla="*/ 2636 h 2859"/>
                <a:gd name="T8" fmla="*/ 683 w 2704"/>
                <a:gd name="T9" fmla="*/ 2265 h 2859"/>
                <a:gd name="T10" fmla="*/ 785 w 2704"/>
                <a:gd name="T11" fmla="*/ 2270 h 2859"/>
                <a:gd name="T12" fmla="*/ 1035 w 2704"/>
                <a:gd name="T13" fmla="*/ 2019 h 2859"/>
                <a:gd name="T14" fmla="*/ 1035 w 2704"/>
                <a:gd name="T15" fmla="*/ 1670 h 2859"/>
                <a:gd name="T16" fmla="*/ 2704 w 2704"/>
                <a:gd name="T17" fmla="*/ 0 h 2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04" h="2859">
                  <a:moveTo>
                    <a:pt x="0" y="2859"/>
                  </a:moveTo>
                  <a:lnTo>
                    <a:pt x="0" y="2733"/>
                  </a:lnTo>
                  <a:lnTo>
                    <a:pt x="92" y="2639"/>
                  </a:lnTo>
                  <a:lnTo>
                    <a:pt x="309" y="2636"/>
                  </a:lnTo>
                  <a:lnTo>
                    <a:pt x="683" y="2265"/>
                  </a:lnTo>
                  <a:lnTo>
                    <a:pt x="785" y="2270"/>
                  </a:lnTo>
                  <a:lnTo>
                    <a:pt x="1035" y="2019"/>
                  </a:lnTo>
                  <a:lnTo>
                    <a:pt x="1035" y="1670"/>
                  </a:lnTo>
                  <a:lnTo>
                    <a:pt x="2704"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38" name="Freeform 118"/>
            <p:cNvSpPr>
              <a:spLocks/>
            </p:cNvSpPr>
            <p:nvPr/>
          </p:nvSpPr>
          <p:spPr bwMode="auto">
            <a:xfrm rot="5400000" flipH="1" flipV="1">
              <a:off x="7686956" y="-3135228"/>
              <a:ext cx="4781550" cy="4549775"/>
            </a:xfrm>
            <a:custGeom>
              <a:avLst/>
              <a:gdLst>
                <a:gd name="T0" fmla="*/ 0 w 3012"/>
                <a:gd name="T1" fmla="*/ 2866 h 2866"/>
                <a:gd name="T2" fmla="*/ 137 w 3012"/>
                <a:gd name="T3" fmla="*/ 2861 h 2866"/>
                <a:gd name="T4" fmla="*/ 253 w 3012"/>
                <a:gd name="T5" fmla="*/ 2745 h 2866"/>
                <a:gd name="T6" fmla="*/ 256 w 3012"/>
                <a:gd name="T7" fmla="*/ 2584 h 2866"/>
                <a:gd name="T8" fmla="*/ 502 w 3012"/>
                <a:gd name="T9" fmla="*/ 2336 h 2866"/>
                <a:gd name="T10" fmla="*/ 620 w 3012"/>
                <a:gd name="T11" fmla="*/ 2341 h 2866"/>
                <a:gd name="T12" fmla="*/ 799 w 3012"/>
                <a:gd name="T13" fmla="*/ 2161 h 2866"/>
                <a:gd name="T14" fmla="*/ 856 w 3012"/>
                <a:gd name="T15" fmla="*/ 2156 h 2866"/>
                <a:gd name="T16" fmla="*/ 3012 w 3012"/>
                <a:gd name="T17" fmla="*/ 0 h 2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12" h="2866">
                  <a:moveTo>
                    <a:pt x="0" y="2866"/>
                  </a:moveTo>
                  <a:lnTo>
                    <a:pt x="137" y="2861"/>
                  </a:lnTo>
                  <a:lnTo>
                    <a:pt x="253" y="2745"/>
                  </a:lnTo>
                  <a:lnTo>
                    <a:pt x="256" y="2584"/>
                  </a:lnTo>
                  <a:lnTo>
                    <a:pt x="502" y="2336"/>
                  </a:lnTo>
                  <a:lnTo>
                    <a:pt x="620" y="2341"/>
                  </a:lnTo>
                  <a:lnTo>
                    <a:pt x="799" y="2161"/>
                  </a:lnTo>
                  <a:lnTo>
                    <a:pt x="856" y="2156"/>
                  </a:lnTo>
                  <a:lnTo>
                    <a:pt x="3012"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39" name="Freeform 119"/>
            <p:cNvSpPr>
              <a:spLocks/>
            </p:cNvSpPr>
            <p:nvPr/>
          </p:nvSpPr>
          <p:spPr bwMode="auto">
            <a:xfrm rot="5400000" flipH="1" flipV="1">
              <a:off x="10615100" y="-335672"/>
              <a:ext cx="1411288" cy="1050925"/>
            </a:xfrm>
            <a:custGeom>
              <a:avLst/>
              <a:gdLst>
                <a:gd name="T0" fmla="*/ 889 w 889"/>
                <a:gd name="T1" fmla="*/ 0 h 662"/>
                <a:gd name="T2" fmla="*/ 527 w 889"/>
                <a:gd name="T3" fmla="*/ 361 h 662"/>
                <a:gd name="T4" fmla="*/ 423 w 889"/>
                <a:gd name="T5" fmla="*/ 359 h 662"/>
                <a:gd name="T6" fmla="*/ 236 w 889"/>
                <a:gd name="T7" fmla="*/ 546 h 662"/>
                <a:gd name="T8" fmla="*/ 111 w 889"/>
                <a:gd name="T9" fmla="*/ 550 h 662"/>
                <a:gd name="T10" fmla="*/ 0 w 889"/>
                <a:gd name="T11" fmla="*/ 662 h 662"/>
              </a:gdLst>
              <a:ahLst/>
              <a:cxnLst>
                <a:cxn ang="0">
                  <a:pos x="T0" y="T1"/>
                </a:cxn>
                <a:cxn ang="0">
                  <a:pos x="T2" y="T3"/>
                </a:cxn>
                <a:cxn ang="0">
                  <a:pos x="T4" y="T5"/>
                </a:cxn>
                <a:cxn ang="0">
                  <a:pos x="T6" y="T7"/>
                </a:cxn>
                <a:cxn ang="0">
                  <a:pos x="T8" y="T9"/>
                </a:cxn>
                <a:cxn ang="0">
                  <a:pos x="T10" y="T11"/>
                </a:cxn>
              </a:cxnLst>
              <a:rect l="0" t="0" r="r" b="b"/>
              <a:pathLst>
                <a:path w="889" h="662">
                  <a:moveTo>
                    <a:pt x="889" y="0"/>
                  </a:moveTo>
                  <a:lnTo>
                    <a:pt x="527" y="361"/>
                  </a:lnTo>
                  <a:lnTo>
                    <a:pt x="423" y="359"/>
                  </a:lnTo>
                  <a:lnTo>
                    <a:pt x="236" y="546"/>
                  </a:lnTo>
                  <a:lnTo>
                    <a:pt x="111" y="550"/>
                  </a:lnTo>
                  <a:lnTo>
                    <a:pt x="0" y="662"/>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40" name="Freeform 120"/>
            <p:cNvSpPr>
              <a:spLocks/>
            </p:cNvSpPr>
            <p:nvPr/>
          </p:nvSpPr>
          <p:spPr bwMode="auto">
            <a:xfrm rot="5400000" flipH="1" flipV="1">
              <a:off x="11500925" y="2063041"/>
              <a:ext cx="2682875" cy="3163888"/>
            </a:xfrm>
            <a:custGeom>
              <a:avLst/>
              <a:gdLst>
                <a:gd name="T0" fmla="*/ 1688 w 1690"/>
                <a:gd name="T1" fmla="*/ 0 h 1993"/>
                <a:gd name="T2" fmla="*/ 1690 w 1690"/>
                <a:gd name="T3" fmla="*/ 198 h 1993"/>
                <a:gd name="T4" fmla="*/ 1603 w 1690"/>
                <a:gd name="T5" fmla="*/ 286 h 1993"/>
                <a:gd name="T6" fmla="*/ 1596 w 1690"/>
                <a:gd name="T7" fmla="*/ 414 h 1993"/>
                <a:gd name="T8" fmla="*/ 1241 w 1690"/>
                <a:gd name="T9" fmla="*/ 766 h 1993"/>
                <a:gd name="T10" fmla="*/ 1149 w 1690"/>
                <a:gd name="T11" fmla="*/ 768 h 1993"/>
                <a:gd name="T12" fmla="*/ 825 w 1690"/>
                <a:gd name="T13" fmla="*/ 1090 h 1993"/>
                <a:gd name="T14" fmla="*/ 707 w 1690"/>
                <a:gd name="T15" fmla="*/ 1087 h 1993"/>
                <a:gd name="T16" fmla="*/ 286 w 1690"/>
                <a:gd name="T17" fmla="*/ 1508 h 1993"/>
                <a:gd name="T18" fmla="*/ 222 w 1690"/>
                <a:gd name="T19" fmla="*/ 1506 h 1993"/>
                <a:gd name="T20" fmla="*/ 68 w 1690"/>
                <a:gd name="T21" fmla="*/ 1659 h 1993"/>
                <a:gd name="T22" fmla="*/ 73 w 1690"/>
                <a:gd name="T23" fmla="*/ 1856 h 1993"/>
                <a:gd name="T24" fmla="*/ 0 w 1690"/>
                <a:gd name="T25" fmla="*/ 1927 h 1993"/>
                <a:gd name="T26" fmla="*/ 0 w 1690"/>
                <a:gd name="T27" fmla="*/ 1993 h 19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90" h="1993">
                  <a:moveTo>
                    <a:pt x="1688" y="0"/>
                  </a:moveTo>
                  <a:lnTo>
                    <a:pt x="1690" y="198"/>
                  </a:lnTo>
                  <a:lnTo>
                    <a:pt x="1603" y="286"/>
                  </a:lnTo>
                  <a:lnTo>
                    <a:pt x="1596" y="414"/>
                  </a:lnTo>
                  <a:lnTo>
                    <a:pt x="1241" y="766"/>
                  </a:lnTo>
                  <a:lnTo>
                    <a:pt x="1149" y="768"/>
                  </a:lnTo>
                  <a:lnTo>
                    <a:pt x="825" y="1090"/>
                  </a:lnTo>
                  <a:lnTo>
                    <a:pt x="707" y="1087"/>
                  </a:lnTo>
                  <a:lnTo>
                    <a:pt x="286" y="1508"/>
                  </a:lnTo>
                  <a:lnTo>
                    <a:pt x="222" y="1506"/>
                  </a:lnTo>
                  <a:lnTo>
                    <a:pt x="68" y="1659"/>
                  </a:lnTo>
                  <a:lnTo>
                    <a:pt x="73" y="1856"/>
                  </a:lnTo>
                  <a:lnTo>
                    <a:pt x="0" y="1927"/>
                  </a:lnTo>
                  <a:lnTo>
                    <a:pt x="0" y="1993"/>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41" name="Freeform 121"/>
            <p:cNvSpPr>
              <a:spLocks/>
            </p:cNvSpPr>
            <p:nvPr/>
          </p:nvSpPr>
          <p:spPr bwMode="auto">
            <a:xfrm rot="5400000" flipH="1" flipV="1">
              <a:off x="11392975" y="2163054"/>
              <a:ext cx="2957513" cy="3321050"/>
            </a:xfrm>
            <a:custGeom>
              <a:avLst/>
              <a:gdLst>
                <a:gd name="T0" fmla="*/ 1859 w 1863"/>
                <a:gd name="T1" fmla="*/ 0 h 2092"/>
                <a:gd name="T2" fmla="*/ 1863 w 1863"/>
                <a:gd name="T3" fmla="*/ 203 h 2092"/>
                <a:gd name="T4" fmla="*/ 1776 w 1863"/>
                <a:gd name="T5" fmla="*/ 291 h 2092"/>
                <a:gd name="T6" fmla="*/ 1769 w 1863"/>
                <a:gd name="T7" fmla="*/ 416 h 2092"/>
                <a:gd name="T8" fmla="*/ 1414 w 1863"/>
                <a:gd name="T9" fmla="*/ 771 h 2092"/>
                <a:gd name="T10" fmla="*/ 1315 w 1863"/>
                <a:gd name="T11" fmla="*/ 764 h 2092"/>
                <a:gd name="T12" fmla="*/ 991 w 1863"/>
                <a:gd name="T13" fmla="*/ 1088 h 2092"/>
                <a:gd name="T14" fmla="*/ 873 w 1863"/>
                <a:gd name="T15" fmla="*/ 1085 h 2092"/>
                <a:gd name="T16" fmla="*/ 452 w 1863"/>
                <a:gd name="T17" fmla="*/ 1506 h 2092"/>
                <a:gd name="T18" fmla="*/ 388 w 1863"/>
                <a:gd name="T19" fmla="*/ 1504 h 2092"/>
                <a:gd name="T20" fmla="*/ 234 w 1863"/>
                <a:gd name="T21" fmla="*/ 1657 h 2092"/>
                <a:gd name="T22" fmla="*/ 239 w 1863"/>
                <a:gd name="T23" fmla="*/ 1854 h 2092"/>
                <a:gd name="T24" fmla="*/ 0 w 1863"/>
                <a:gd name="T25" fmla="*/ 2092 h 20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3" h="2092">
                  <a:moveTo>
                    <a:pt x="1859" y="0"/>
                  </a:moveTo>
                  <a:lnTo>
                    <a:pt x="1863" y="203"/>
                  </a:lnTo>
                  <a:lnTo>
                    <a:pt x="1776" y="291"/>
                  </a:lnTo>
                  <a:lnTo>
                    <a:pt x="1769" y="416"/>
                  </a:lnTo>
                  <a:lnTo>
                    <a:pt x="1414" y="771"/>
                  </a:lnTo>
                  <a:lnTo>
                    <a:pt x="1315" y="764"/>
                  </a:lnTo>
                  <a:lnTo>
                    <a:pt x="991" y="1088"/>
                  </a:lnTo>
                  <a:lnTo>
                    <a:pt x="873" y="1085"/>
                  </a:lnTo>
                  <a:lnTo>
                    <a:pt x="452" y="1506"/>
                  </a:lnTo>
                  <a:lnTo>
                    <a:pt x="388" y="1504"/>
                  </a:lnTo>
                  <a:lnTo>
                    <a:pt x="234" y="1657"/>
                  </a:lnTo>
                  <a:lnTo>
                    <a:pt x="239" y="1854"/>
                  </a:lnTo>
                  <a:lnTo>
                    <a:pt x="0" y="2092"/>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42" name="Freeform 122"/>
            <p:cNvSpPr>
              <a:spLocks/>
            </p:cNvSpPr>
            <p:nvPr/>
          </p:nvSpPr>
          <p:spPr bwMode="auto">
            <a:xfrm rot="5400000" flipH="1" flipV="1">
              <a:off x="11219144" y="2754398"/>
              <a:ext cx="4429125" cy="3917950"/>
            </a:xfrm>
            <a:custGeom>
              <a:avLst/>
              <a:gdLst>
                <a:gd name="T0" fmla="*/ 0 w 2790"/>
                <a:gd name="T1" fmla="*/ 2468 h 2468"/>
                <a:gd name="T2" fmla="*/ 1301 w 2790"/>
                <a:gd name="T3" fmla="*/ 1167 h 2468"/>
                <a:gd name="T4" fmla="*/ 1395 w 2790"/>
                <a:gd name="T5" fmla="*/ 1167 h 2468"/>
                <a:gd name="T6" fmla="*/ 1615 w 2790"/>
                <a:gd name="T7" fmla="*/ 945 h 2468"/>
                <a:gd name="T8" fmla="*/ 1759 w 2790"/>
                <a:gd name="T9" fmla="*/ 950 h 2468"/>
                <a:gd name="T10" fmla="*/ 1894 w 2790"/>
                <a:gd name="T11" fmla="*/ 813 h 2468"/>
                <a:gd name="T12" fmla="*/ 2003 w 2790"/>
                <a:gd name="T13" fmla="*/ 813 h 2468"/>
                <a:gd name="T14" fmla="*/ 2329 w 2790"/>
                <a:gd name="T15" fmla="*/ 487 h 2468"/>
                <a:gd name="T16" fmla="*/ 2448 w 2790"/>
                <a:gd name="T17" fmla="*/ 489 h 2468"/>
                <a:gd name="T18" fmla="*/ 2686 w 2790"/>
                <a:gd name="T19" fmla="*/ 248 h 2468"/>
                <a:gd name="T20" fmla="*/ 2684 w 2790"/>
                <a:gd name="T21" fmla="*/ 106 h 2468"/>
                <a:gd name="T22" fmla="*/ 2790 w 2790"/>
                <a:gd name="T23" fmla="*/ 0 h 2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90" h="2468">
                  <a:moveTo>
                    <a:pt x="0" y="2468"/>
                  </a:moveTo>
                  <a:lnTo>
                    <a:pt x="1301" y="1167"/>
                  </a:lnTo>
                  <a:lnTo>
                    <a:pt x="1395" y="1167"/>
                  </a:lnTo>
                  <a:lnTo>
                    <a:pt x="1615" y="945"/>
                  </a:lnTo>
                  <a:lnTo>
                    <a:pt x="1759" y="950"/>
                  </a:lnTo>
                  <a:lnTo>
                    <a:pt x="1894" y="813"/>
                  </a:lnTo>
                  <a:lnTo>
                    <a:pt x="2003" y="813"/>
                  </a:lnTo>
                  <a:lnTo>
                    <a:pt x="2329" y="487"/>
                  </a:lnTo>
                  <a:lnTo>
                    <a:pt x="2448" y="489"/>
                  </a:lnTo>
                  <a:lnTo>
                    <a:pt x="2686" y="248"/>
                  </a:lnTo>
                  <a:lnTo>
                    <a:pt x="2684" y="106"/>
                  </a:lnTo>
                  <a:lnTo>
                    <a:pt x="279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43" name="Freeform 141"/>
            <p:cNvSpPr>
              <a:spLocks/>
            </p:cNvSpPr>
            <p:nvPr/>
          </p:nvSpPr>
          <p:spPr bwMode="auto">
            <a:xfrm rot="5400000" flipH="1" flipV="1">
              <a:off x="11021500" y="1616954"/>
              <a:ext cx="247650" cy="252413"/>
            </a:xfrm>
            <a:custGeom>
              <a:avLst/>
              <a:gdLst>
                <a:gd name="T0" fmla="*/ 12 w 66"/>
                <a:gd name="T1" fmla="*/ 12 h 67"/>
                <a:gd name="T2" fmla="*/ 54 w 66"/>
                <a:gd name="T3" fmla="*/ 12 h 67"/>
                <a:gd name="T4" fmla="*/ 54 w 66"/>
                <a:gd name="T5" fmla="*/ 55 h 67"/>
                <a:gd name="T6" fmla="*/ 12 w 66"/>
                <a:gd name="T7" fmla="*/ 55 h 67"/>
                <a:gd name="T8" fmla="*/ 12 w 66"/>
                <a:gd name="T9" fmla="*/ 12 h 67"/>
              </a:gdLst>
              <a:ahLst/>
              <a:cxnLst>
                <a:cxn ang="0">
                  <a:pos x="T0" y="T1"/>
                </a:cxn>
                <a:cxn ang="0">
                  <a:pos x="T2" y="T3"/>
                </a:cxn>
                <a:cxn ang="0">
                  <a:pos x="T4" y="T5"/>
                </a:cxn>
                <a:cxn ang="0">
                  <a:pos x="T6" y="T7"/>
                </a:cxn>
                <a:cxn ang="0">
                  <a:pos x="T8" y="T9"/>
                </a:cxn>
              </a:cxnLst>
              <a:rect l="0" t="0" r="r" b="b"/>
              <a:pathLst>
                <a:path w="66" h="67">
                  <a:moveTo>
                    <a:pt x="12" y="12"/>
                  </a:moveTo>
                  <a:cubicBezTo>
                    <a:pt x="23" y="0"/>
                    <a:pt x="43" y="0"/>
                    <a:pt x="54" y="12"/>
                  </a:cubicBezTo>
                  <a:cubicBezTo>
                    <a:pt x="66" y="24"/>
                    <a:pt x="66" y="43"/>
                    <a:pt x="54" y="55"/>
                  </a:cubicBezTo>
                  <a:cubicBezTo>
                    <a:pt x="43" y="67"/>
                    <a:pt x="23"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44" name="Freeform 142"/>
            <p:cNvSpPr>
              <a:spLocks/>
            </p:cNvSpPr>
            <p:nvPr/>
          </p:nvSpPr>
          <p:spPr bwMode="auto">
            <a:xfrm rot="5400000" flipH="1" flipV="1">
              <a:off x="11068331" y="1665372"/>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45" name="Freeform 143"/>
            <p:cNvSpPr>
              <a:spLocks/>
            </p:cNvSpPr>
            <p:nvPr/>
          </p:nvSpPr>
          <p:spPr bwMode="auto">
            <a:xfrm rot="5400000" flipH="1" flipV="1">
              <a:off x="14280637" y="2351966"/>
              <a:ext cx="249238" cy="247650"/>
            </a:xfrm>
            <a:custGeom>
              <a:avLst/>
              <a:gdLst>
                <a:gd name="T0" fmla="*/ 11 w 66"/>
                <a:gd name="T1" fmla="*/ 12 h 66"/>
                <a:gd name="T2" fmla="*/ 54 w 66"/>
                <a:gd name="T3" fmla="*/ 12 h 66"/>
                <a:gd name="T4" fmla="*/ 54 w 66"/>
                <a:gd name="T5" fmla="*/ 54 h 66"/>
                <a:gd name="T6" fmla="*/ 11 w 66"/>
                <a:gd name="T7" fmla="*/ 54 h 66"/>
                <a:gd name="T8" fmla="*/ 11 w 66"/>
                <a:gd name="T9" fmla="*/ 12 h 66"/>
              </a:gdLst>
              <a:ahLst/>
              <a:cxnLst>
                <a:cxn ang="0">
                  <a:pos x="T0" y="T1"/>
                </a:cxn>
                <a:cxn ang="0">
                  <a:pos x="T2" y="T3"/>
                </a:cxn>
                <a:cxn ang="0">
                  <a:pos x="T4" y="T5"/>
                </a:cxn>
                <a:cxn ang="0">
                  <a:pos x="T6" y="T7"/>
                </a:cxn>
                <a:cxn ang="0">
                  <a:pos x="T8" y="T9"/>
                </a:cxn>
              </a:cxnLst>
              <a:rect l="0" t="0" r="r" b="b"/>
              <a:pathLst>
                <a:path w="66" h="66">
                  <a:moveTo>
                    <a:pt x="11" y="12"/>
                  </a:moveTo>
                  <a:cubicBezTo>
                    <a:pt x="23" y="0"/>
                    <a:pt x="42" y="0"/>
                    <a:pt x="54" y="12"/>
                  </a:cubicBezTo>
                  <a:cubicBezTo>
                    <a:pt x="66" y="23"/>
                    <a:pt x="66" y="43"/>
                    <a:pt x="54" y="54"/>
                  </a:cubicBezTo>
                  <a:cubicBezTo>
                    <a:pt x="42" y="66"/>
                    <a:pt x="23" y="66"/>
                    <a:pt x="11" y="54"/>
                  </a:cubicBezTo>
                  <a:cubicBezTo>
                    <a:pt x="0" y="43"/>
                    <a:pt x="0" y="23"/>
                    <a:pt x="11"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46" name="Freeform 144"/>
            <p:cNvSpPr>
              <a:spLocks/>
            </p:cNvSpPr>
            <p:nvPr/>
          </p:nvSpPr>
          <p:spPr bwMode="auto">
            <a:xfrm rot="5400000" flipH="1" flipV="1">
              <a:off x="14330643" y="2400384"/>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47" name="Freeform 145"/>
            <p:cNvSpPr>
              <a:spLocks/>
            </p:cNvSpPr>
            <p:nvPr/>
          </p:nvSpPr>
          <p:spPr bwMode="auto">
            <a:xfrm rot="5400000" flipH="1" flipV="1">
              <a:off x="10620656" y="2425785"/>
              <a:ext cx="247650" cy="250825"/>
            </a:xfrm>
            <a:custGeom>
              <a:avLst/>
              <a:gdLst>
                <a:gd name="T0" fmla="*/ 12 w 66"/>
                <a:gd name="T1" fmla="*/ 12 h 67"/>
                <a:gd name="T2" fmla="*/ 55 w 66"/>
                <a:gd name="T3" fmla="*/ 12 h 67"/>
                <a:gd name="T4" fmla="*/ 55 w 66"/>
                <a:gd name="T5" fmla="*/ 55 h 67"/>
                <a:gd name="T6" fmla="*/ 12 w 66"/>
                <a:gd name="T7" fmla="*/ 55 h 67"/>
                <a:gd name="T8" fmla="*/ 12 w 66"/>
                <a:gd name="T9" fmla="*/ 12 h 67"/>
              </a:gdLst>
              <a:ahLst/>
              <a:cxnLst>
                <a:cxn ang="0">
                  <a:pos x="T0" y="T1"/>
                </a:cxn>
                <a:cxn ang="0">
                  <a:pos x="T2" y="T3"/>
                </a:cxn>
                <a:cxn ang="0">
                  <a:pos x="T4" y="T5"/>
                </a:cxn>
                <a:cxn ang="0">
                  <a:pos x="T6" y="T7"/>
                </a:cxn>
                <a:cxn ang="0">
                  <a:pos x="T8" y="T9"/>
                </a:cxn>
              </a:cxnLst>
              <a:rect l="0" t="0" r="r" b="b"/>
              <a:pathLst>
                <a:path w="66" h="67">
                  <a:moveTo>
                    <a:pt x="12" y="12"/>
                  </a:moveTo>
                  <a:cubicBezTo>
                    <a:pt x="23" y="0"/>
                    <a:pt x="43" y="0"/>
                    <a:pt x="55" y="12"/>
                  </a:cubicBezTo>
                  <a:cubicBezTo>
                    <a:pt x="66" y="24"/>
                    <a:pt x="66" y="43"/>
                    <a:pt x="55" y="55"/>
                  </a:cubicBezTo>
                  <a:cubicBezTo>
                    <a:pt x="43" y="67"/>
                    <a:pt x="23"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48" name="Freeform 146"/>
            <p:cNvSpPr>
              <a:spLocks/>
            </p:cNvSpPr>
            <p:nvPr/>
          </p:nvSpPr>
          <p:spPr bwMode="auto">
            <a:xfrm rot="5400000" flipH="1" flipV="1">
              <a:off x="10666693" y="2471822"/>
              <a:ext cx="153988" cy="153988"/>
            </a:xfrm>
            <a:custGeom>
              <a:avLst/>
              <a:gdLst>
                <a:gd name="T0" fmla="*/ 7 w 41"/>
                <a:gd name="T1" fmla="*/ 7 h 41"/>
                <a:gd name="T2" fmla="*/ 33 w 41"/>
                <a:gd name="T3" fmla="*/ 7 h 41"/>
                <a:gd name="T4" fmla="*/ 33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4"/>
                    <a:pt x="41" y="26"/>
                    <a:pt x="33" y="33"/>
                  </a:cubicBezTo>
                  <a:cubicBezTo>
                    <a:pt x="26" y="41"/>
                    <a:pt x="14"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49" name="Freeform 147"/>
            <p:cNvSpPr>
              <a:spLocks/>
            </p:cNvSpPr>
            <p:nvPr/>
          </p:nvSpPr>
          <p:spPr bwMode="auto">
            <a:xfrm rot="5400000" flipH="1" flipV="1">
              <a:off x="12220856" y="1417722"/>
              <a:ext cx="250825" cy="250825"/>
            </a:xfrm>
            <a:custGeom>
              <a:avLst/>
              <a:gdLst>
                <a:gd name="T0" fmla="*/ 12 w 67"/>
                <a:gd name="T1" fmla="*/ 12 h 67"/>
                <a:gd name="T2" fmla="*/ 55 w 67"/>
                <a:gd name="T3" fmla="*/ 12 h 67"/>
                <a:gd name="T4" fmla="*/ 55 w 67"/>
                <a:gd name="T5" fmla="*/ 55 h 67"/>
                <a:gd name="T6" fmla="*/ 12 w 67"/>
                <a:gd name="T7" fmla="*/ 55 h 67"/>
                <a:gd name="T8" fmla="*/ 12 w 67"/>
                <a:gd name="T9" fmla="*/ 12 h 67"/>
              </a:gdLst>
              <a:ahLst/>
              <a:cxnLst>
                <a:cxn ang="0">
                  <a:pos x="T0" y="T1"/>
                </a:cxn>
                <a:cxn ang="0">
                  <a:pos x="T2" y="T3"/>
                </a:cxn>
                <a:cxn ang="0">
                  <a:pos x="T4" y="T5"/>
                </a:cxn>
                <a:cxn ang="0">
                  <a:pos x="T6" y="T7"/>
                </a:cxn>
                <a:cxn ang="0">
                  <a:pos x="T8" y="T9"/>
                </a:cxn>
              </a:cxnLst>
              <a:rect l="0" t="0" r="r" b="b"/>
              <a:pathLst>
                <a:path w="67" h="67">
                  <a:moveTo>
                    <a:pt x="12" y="12"/>
                  </a:moveTo>
                  <a:cubicBezTo>
                    <a:pt x="24" y="0"/>
                    <a:pt x="43" y="0"/>
                    <a:pt x="55" y="12"/>
                  </a:cubicBezTo>
                  <a:cubicBezTo>
                    <a:pt x="67" y="24"/>
                    <a:pt x="67" y="43"/>
                    <a:pt x="55" y="55"/>
                  </a:cubicBezTo>
                  <a:cubicBezTo>
                    <a:pt x="43" y="67"/>
                    <a:pt x="24"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50" name="Freeform 148"/>
            <p:cNvSpPr>
              <a:spLocks/>
            </p:cNvSpPr>
            <p:nvPr/>
          </p:nvSpPr>
          <p:spPr bwMode="auto">
            <a:xfrm rot="5400000" flipH="1" flipV="1">
              <a:off x="12270068" y="1465347"/>
              <a:ext cx="153988" cy="153988"/>
            </a:xfrm>
            <a:custGeom>
              <a:avLst/>
              <a:gdLst>
                <a:gd name="T0" fmla="*/ 8 w 41"/>
                <a:gd name="T1" fmla="*/ 7 h 41"/>
                <a:gd name="T2" fmla="*/ 34 w 41"/>
                <a:gd name="T3" fmla="*/ 7 h 41"/>
                <a:gd name="T4" fmla="*/ 34 w 41"/>
                <a:gd name="T5" fmla="*/ 34 h 41"/>
                <a:gd name="T6" fmla="*/ 8 w 41"/>
                <a:gd name="T7" fmla="*/ 34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4"/>
                  </a:cubicBezTo>
                  <a:cubicBezTo>
                    <a:pt x="27" y="41"/>
                    <a:pt x="15" y="41"/>
                    <a:pt x="8" y="34"/>
                  </a:cubicBezTo>
                  <a:cubicBezTo>
                    <a:pt x="0" y="26"/>
                    <a:pt x="0" y="14"/>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51" name="Freeform 149"/>
            <p:cNvSpPr>
              <a:spLocks/>
            </p:cNvSpPr>
            <p:nvPr/>
          </p:nvSpPr>
          <p:spPr bwMode="auto">
            <a:xfrm rot="5400000" flipH="1" flipV="1">
              <a:off x="14650525" y="3806115"/>
              <a:ext cx="252413" cy="247650"/>
            </a:xfrm>
            <a:custGeom>
              <a:avLst/>
              <a:gdLst>
                <a:gd name="T0" fmla="*/ 12 w 67"/>
                <a:gd name="T1" fmla="*/ 12 h 66"/>
                <a:gd name="T2" fmla="*/ 55 w 67"/>
                <a:gd name="T3" fmla="*/ 12 h 66"/>
                <a:gd name="T4" fmla="*/ 55 w 67"/>
                <a:gd name="T5" fmla="*/ 54 h 66"/>
                <a:gd name="T6" fmla="*/ 12 w 67"/>
                <a:gd name="T7" fmla="*/ 54 h 66"/>
                <a:gd name="T8" fmla="*/ 12 w 67"/>
                <a:gd name="T9" fmla="*/ 12 h 66"/>
              </a:gdLst>
              <a:ahLst/>
              <a:cxnLst>
                <a:cxn ang="0">
                  <a:pos x="T0" y="T1"/>
                </a:cxn>
                <a:cxn ang="0">
                  <a:pos x="T2" y="T3"/>
                </a:cxn>
                <a:cxn ang="0">
                  <a:pos x="T4" y="T5"/>
                </a:cxn>
                <a:cxn ang="0">
                  <a:pos x="T6" y="T7"/>
                </a:cxn>
                <a:cxn ang="0">
                  <a:pos x="T8" y="T9"/>
                </a:cxn>
              </a:cxnLst>
              <a:rect l="0" t="0" r="r" b="b"/>
              <a:pathLst>
                <a:path w="67" h="66">
                  <a:moveTo>
                    <a:pt x="12" y="12"/>
                  </a:moveTo>
                  <a:cubicBezTo>
                    <a:pt x="24" y="0"/>
                    <a:pt x="43" y="0"/>
                    <a:pt x="55" y="12"/>
                  </a:cubicBezTo>
                  <a:cubicBezTo>
                    <a:pt x="67" y="23"/>
                    <a:pt x="67" y="43"/>
                    <a:pt x="55" y="54"/>
                  </a:cubicBezTo>
                  <a:cubicBezTo>
                    <a:pt x="43" y="66"/>
                    <a:pt x="24" y="66"/>
                    <a:pt x="12" y="54"/>
                  </a:cubicBezTo>
                  <a:cubicBezTo>
                    <a:pt x="0" y="43"/>
                    <a:pt x="0" y="23"/>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52" name="Freeform 150"/>
            <p:cNvSpPr>
              <a:spLocks/>
            </p:cNvSpPr>
            <p:nvPr/>
          </p:nvSpPr>
          <p:spPr bwMode="auto">
            <a:xfrm rot="5400000" flipH="1" flipV="1">
              <a:off x="14702118" y="3852947"/>
              <a:ext cx="153988"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4" y="7"/>
                  </a:cubicBezTo>
                  <a:cubicBezTo>
                    <a:pt x="41" y="14"/>
                    <a:pt x="41" y="26"/>
                    <a:pt x="34" y="33"/>
                  </a:cubicBezTo>
                  <a:cubicBezTo>
                    <a:pt x="26" y="41"/>
                    <a:pt x="14"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53" name="Freeform 172"/>
            <p:cNvSpPr>
              <a:spLocks/>
            </p:cNvSpPr>
            <p:nvPr/>
          </p:nvSpPr>
          <p:spPr bwMode="auto">
            <a:xfrm rot="5400000" flipH="1" flipV="1">
              <a:off x="13890906" y="1090697"/>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54" name="Freeform 173"/>
            <p:cNvSpPr>
              <a:spLocks/>
            </p:cNvSpPr>
            <p:nvPr/>
          </p:nvSpPr>
          <p:spPr bwMode="auto">
            <a:xfrm rot="5400000" flipH="1" flipV="1">
              <a:off x="14251268" y="1376447"/>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55" name="Freeform 175"/>
            <p:cNvSpPr>
              <a:spLocks/>
            </p:cNvSpPr>
            <p:nvPr/>
          </p:nvSpPr>
          <p:spPr bwMode="auto">
            <a:xfrm rot="5400000" flipH="1" flipV="1">
              <a:off x="9120468" y="-1007978"/>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56" name="Freeform 176"/>
            <p:cNvSpPr>
              <a:spLocks/>
            </p:cNvSpPr>
            <p:nvPr/>
          </p:nvSpPr>
          <p:spPr bwMode="auto">
            <a:xfrm rot="5400000" flipH="1" flipV="1">
              <a:off x="12182756" y="-1112753"/>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57" name="Freeform 178"/>
            <p:cNvSpPr>
              <a:spLocks/>
            </p:cNvSpPr>
            <p:nvPr/>
          </p:nvSpPr>
          <p:spPr bwMode="auto">
            <a:xfrm rot="5400000" flipH="1" flipV="1">
              <a:off x="13425768" y="2941722"/>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7" y="0"/>
                    <a:pt x="34" y="7"/>
                  </a:cubicBezTo>
                  <a:cubicBezTo>
                    <a:pt x="41" y="15"/>
                    <a:pt x="41" y="27"/>
                    <a:pt x="34" y="34"/>
                  </a:cubicBezTo>
                  <a:cubicBezTo>
                    <a:pt x="27" y="41"/>
                    <a:pt x="15" y="41"/>
                    <a:pt x="7" y="34"/>
                  </a:cubicBezTo>
                  <a:cubicBezTo>
                    <a:pt x="0" y="27"/>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58" name="Freeform 179"/>
            <p:cNvSpPr>
              <a:spLocks/>
            </p:cNvSpPr>
            <p:nvPr/>
          </p:nvSpPr>
          <p:spPr bwMode="auto">
            <a:xfrm rot="5400000" flipH="1" flipV="1">
              <a:off x="13808356" y="2344822"/>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59" name="Freeform 180"/>
            <p:cNvSpPr>
              <a:spLocks/>
            </p:cNvSpPr>
            <p:nvPr/>
          </p:nvSpPr>
          <p:spPr bwMode="auto">
            <a:xfrm rot="5400000" flipH="1" flipV="1">
              <a:off x="12652656" y="3016334"/>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60" name="Freeform 181"/>
            <p:cNvSpPr>
              <a:spLocks/>
            </p:cNvSpPr>
            <p:nvPr/>
          </p:nvSpPr>
          <p:spPr bwMode="auto">
            <a:xfrm rot="5400000" flipH="1" flipV="1">
              <a:off x="12607412" y="2059866"/>
              <a:ext cx="153988" cy="152400"/>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4" y="8"/>
                  </a:cubicBezTo>
                  <a:cubicBezTo>
                    <a:pt x="41" y="15"/>
                    <a:pt x="41" y="27"/>
                    <a:pt x="34" y="34"/>
                  </a:cubicBezTo>
                  <a:cubicBezTo>
                    <a:pt x="26" y="41"/>
                    <a:pt x="14"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61" name="Freeform 182"/>
            <p:cNvSpPr>
              <a:spLocks/>
            </p:cNvSpPr>
            <p:nvPr/>
          </p:nvSpPr>
          <p:spPr bwMode="auto">
            <a:xfrm rot="5400000" flipH="1" flipV="1">
              <a:off x="11981143" y="1751097"/>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6" y="0"/>
                    <a:pt x="34" y="8"/>
                  </a:cubicBezTo>
                  <a:cubicBezTo>
                    <a:pt x="41" y="15"/>
                    <a:pt x="41" y="27"/>
                    <a:pt x="34" y="34"/>
                  </a:cubicBezTo>
                  <a:cubicBezTo>
                    <a:pt x="26"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62" name="Freeform 183"/>
            <p:cNvSpPr>
              <a:spLocks/>
            </p:cNvSpPr>
            <p:nvPr/>
          </p:nvSpPr>
          <p:spPr bwMode="auto">
            <a:xfrm rot="5400000" flipH="1" flipV="1">
              <a:off x="13640081" y="1432009"/>
              <a:ext cx="153988" cy="153988"/>
            </a:xfrm>
            <a:custGeom>
              <a:avLst/>
              <a:gdLst>
                <a:gd name="T0" fmla="*/ 7 w 41"/>
                <a:gd name="T1" fmla="*/ 7 h 41"/>
                <a:gd name="T2" fmla="*/ 33 w 41"/>
                <a:gd name="T3" fmla="*/ 7 h 41"/>
                <a:gd name="T4" fmla="*/ 33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4"/>
                    <a:pt x="41" y="26"/>
                    <a:pt x="33" y="33"/>
                  </a:cubicBezTo>
                  <a:cubicBezTo>
                    <a:pt x="26" y="41"/>
                    <a:pt x="14"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63" name="Freeform 184"/>
            <p:cNvSpPr>
              <a:spLocks/>
            </p:cNvSpPr>
            <p:nvPr/>
          </p:nvSpPr>
          <p:spPr bwMode="auto">
            <a:xfrm rot="5400000" flipH="1" flipV="1">
              <a:off x="12374843" y="362034"/>
              <a:ext cx="153988" cy="153988"/>
            </a:xfrm>
            <a:custGeom>
              <a:avLst/>
              <a:gdLst>
                <a:gd name="T0" fmla="*/ 8 w 41"/>
                <a:gd name="T1" fmla="*/ 7 h 41"/>
                <a:gd name="T2" fmla="*/ 34 w 41"/>
                <a:gd name="T3" fmla="*/ 7 h 41"/>
                <a:gd name="T4" fmla="*/ 34 w 41"/>
                <a:gd name="T5" fmla="*/ 34 h 41"/>
                <a:gd name="T6" fmla="*/ 8 w 41"/>
                <a:gd name="T7" fmla="*/ 34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5"/>
                    <a:pt x="41" y="27"/>
                    <a:pt x="34" y="34"/>
                  </a:cubicBezTo>
                  <a:cubicBezTo>
                    <a:pt x="27" y="41"/>
                    <a:pt x="15" y="41"/>
                    <a:pt x="8" y="34"/>
                  </a:cubicBezTo>
                  <a:cubicBezTo>
                    <a:pt x="0" y="27"/>
                    <a:pt x="0" y="15"/>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64" name="Freeform 185"/>
            <p:cNvSpPr>
              <a:spLocks/>
            </p:cNvSpPr>
            <p:nvPr/>
          </p:nvSpPr>
          <p:spPr bwMode="auto">
            <a:xfrm rot="5400000" flipH="1" flipV="1">
              <a:off x="11951775" y="426328"/>
              <a:ext cx="152400" cy="153988"/>
            </a:xfrm>
            <a:custGeom>
              <a:avLst/>
              <a:gdLst>
                <a:gd name="T0" fmla="*/ 8 w 41"/>
                <a:gd name="T1" fmla="*/ 7 h 41"/>
                <a:gd name="T2" fmla="*/ 34 w 41"/>
                <a:gd name="T3" fmla="*/ 7 h 41"/>
                <a:gd name="T4" fmla="*/ 34 w 41"/>
                <a:gd name="T5" fmla="*/ 34 h 41"/>
                <a:gd name="T6" fmla="*/ 8 w 41"/>
                <a:gd name="T7" fmla="*/ 34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5"/>
                    <a:pt x="41" y="26"/>
                    <a:pt x="34" y="34"/>
                  </a:cubicBezTo>
                  <a:cubicBezTo>
                    <a:pt x="27" y="41"/>
                    <a:pt x="15" y="41"/>
                    <a:pt x="8" y="34"/>
                  </a:cubicBezTo>
                  <a:cubicBezTo>
                    <a:pt x="0" y="26"/>
                    <a:pt x="0" y="15"/>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65" name="Freeform 186"/>
            <p:cNvSpPr>
              <a:spLocks/>
            </p:cNvSpPr>
            <p:nvPr/>
          </p:nvSpPr>
          <p:spPr bwMode="auto">
            <a:xfrm rot="5400000" flipH="1" flipV="1">
              <a:off x="11822393" y="1211347"/>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7" y="0"/>
                    <a:pt x="34" y="7"/>
                  </a:cubicBezTo>
                  <a:cubicBezTo>
                    <a:pt x="41" y="15"/>
                    <a:pt x="41" y="26"/>
                    <a:pt x="34" y="34"/>
                  </a:cubicBezTo>
                  <a:cubicBezTo>
                    <a:pt x="27" y="41"/>
                    <a:pt x="15"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66" name="Freeform 187"/>
            <p:cNvSpPr>
              <a:spLocks/>
            </p:cNvSpPr>
            <p:nvPr/>
          </p:nvSpPr>
          <p:spPr bwMode="auto">
            <a:xfrm rot="5400000" flipH="1" flipV="1">
              <a:off x="12787593" y="2876634"/>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5" y="0"/>
                    <a:pt x="27" y="0"/>
                    <a:pt x="34" y="8"/>
                  </a:cubicBezTo>
                  <a:cubicBezTo>
                    <a:pt x="41" y="15"/>
                    <a:pt x="41" y="27"/>
                    <a:pt x="34" y="34"/>
                  </a:cubicBezTo>
                  <a:cubicBezTo>
                    <a:pt x="27" y="41"/>
                    <a:pt x="15"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67" name="Freeform 188"/>
            <p:cNvSpPr>
              <a:spLocks/>
            </p:cNvSpPr>
            <p:nvPr/>
          </p:nvSpPr>
          <p:spPr bwMode="auto">
            <a:xfrm rot="5400000" flipH="1" flipV="1">
              <a:off x="11665231" y="1049422"/>
              <a:ext cx="153988" cy="153988"/>
            </a:xfrm>
            <a:custGeom>
              <a:avLst/>
              <a:gdLst>
                <a:gd name="T0" fmla="*/ 7 w 41"/>
                <a:gd name="T1" fmla="*/ 7 h 41"/>
                <a:gd name="T2" fmla="*/ 33 w 41"/>
                <a:gd name="T3" fmla="*/ 7 h 41"/>
                <a:gd name="T4" fmla="*/ 33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4"/>
                    <a:pt x="41" y="26"/>
                    <a:pt x="33" y="33"/>
                  </a:cubicBezTo>
                  <a:cubicBezTo>
                    <a:pt x="26" y="41"/>
                    <a:pt x="14"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68" name="Freeform 189"/>
            <p:cNvSpPr>
              <a:spLocks/>
            </p:cNvSpPr>
            <p:nvPr/>
          </p:nvSpPr>
          <p:spPr bwMode="auto">
            <a:xfrm rot="5400000" flipH="1" flipV="1">
              <a:off x="11717618" y="84222"/>
              <a:ext cx="153988"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3"/>
                  </a:cubicBezTo>
                  <a:cubicBezTo>
                    <a:pt x="26" y="41"/>
                    <a:pt x="15" y="41"/>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69" name="Freeform 190"/>
            <p:cNvSpPr>
              <a:spLocks/>
            </p:cNvSpPr>
            <p:nvPr/>
          </p:nvSpPr>
          <p:spPr bwMode="auto">
            <a:xfrm rot="5400000" flipH="1" flipV="1">
              <a:off x="12979681" y="3109997"/>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4" y="8"/>
                  </a:cubicBezTo>
                  <a:cubicBezTo>
                    <a:pt x="41" y="15"/>
                    <a:pt x="41" y="27"/>
                    <a:pt x="34" y="34"/>
                  </a:cubicBezTo>
                  <a:cubicBezTo>
                    <a:pt x="26" y="41"/>
                    <a:pt x="14"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70" name="Freeform 192"/>
            <p:cNvSpPr>
              <a:spLocks/>
            </p:cNvSpPr>
            <p:nvPr/>
          </p:nvSpPr>
          <p:spPr bwMode="auto">
            <a:xfrm rot="5400000" flipH="1" flipV="1">
              <a:off x="11387418" y="2408322"/>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71" name="Freeform 193"/>
            <p:cNvSpPr>
              <a:spLocks/>
            </p:cNvSpPr>
            <p:nvPr/>
          </p:nvSpPr>
          <p:spPr bwMode="auto">
            <a:xfrm rot="5400000" flipH="1" flipV="1">
              <a:off x="11875574" y="1520116"/>
              <a:ext cx="153988" cy="152400"/>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7" y="0"/>
                    <a:pt x="34" y="7"/>
                  </a:cubicBezTo>
                  <a:cubicBezTo>
                    <a:pt x="41" y="15"/>
                    <a:pt x="41" y="27"/>
                    <a:pt x="34" y="34"/>
                  </a:cubicBezTo>
                  <a:cubicBezTo>
                    <a:pt x="27" y="41"/>
                    <a:pt x="15" y="41"/>
                    <a:pt x="7" y="34"/>
                  </a:cubicBezTo>
                  <a:cubicBezTo>
                    <a:pt x="0" y="27"/>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72" name="Freeform 194"/>
            <p:cNvSpPr>
              <a:spLocks/>
            </p:cNvSpPr>
            <p:nvPr/>
          </p:nvSpPr>
          <p:spPr bwMode="auto">
            <a:xfrm rot="5400000" flipH="1" flipV="1">
              <a:off x="12077981" y="1338347"/>
              <a:ext cx="153988" cy="153988"/>
            </a:xfrm>
            <a:custGeom>
              <a:avLst/>
              <a:gdLst>
                <a:gd name="T0" fmla="*/ 8 w 41"/>
                <a:gd name="T1" fmla="*/ 7 h 41"/>
                <a:gd name="T2" fmla="*/ 34 w 41"/>
                <a:gd name="T3" fmla="*/ 7 h 41"/>
                <a:gd name="T4" fmla="*/ 34 w 41"/>
                <a:gd name="T5" fmla="*/ 34 h 41"/>
                <a:gd name="T6" fmla="*/ 8 w 41"/>
                <a:gd name="T7" fmla="*/ 34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5"/>
                    <a:pt x="41" y="26"/>
                    <a:pt x="34" y="34"/>
                  </a:cubicBezTo>
                  <a:cubicBezTo>
                    <a:pt x="27" y="41"/>
                    <a:pt x="15" y="41"/>
                    <a:pt x="8" y="34"/>
                  </a:cubicBezTo>
                  <a:cubicBezTo>
                    <a:pt x="0" y="26"/>
                    <a:pt x="0" y="15"/>
                    <a:pt x="8"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73" name="Freeform 195"/>
            <p:cNvSpPr>
              <a:spLocks/>
            </p:cNvSpPr>
            <p:nvPr/>
          </p:nvSpPr>
          <p:spPr bwMode="auto">
            <a:xfrm rot="5400000" flipH="1" flipV="1">
              <a:off x="11335031" y="1698709"/>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74" name="Freeform 196"/>
            <p:cNvSpPr>
              <a:spLocks/>
            </p:cNvSpPr>
            <p:nvPr/>
          </p:nvSpPr>
          <p:spPr bwMode="auto">
            <a:xfrm rot="5400000" flipH="1" flipV="1">
              <a:off x="11781912" y="827966"/>
              <a:ext cx="152400" cy="153988"/>
            </a:xfrm>
            <a:custGeom>
              <a:avLst/>
              <a:gdLst>
                <a:gd name="T0" fmla="*/ 7 w 41"/>
                <a:gd name="T1" fmla="*/ 7 h 41"/>
                <a:gd name="T2" fmla="*/ 34 w 41"/>
                <a:gd name="T3" fmla="*/ 7 h 41"/>
                <a:gd name="T4" fmla="*/ 34 w 41"/>
                <a:gd name="T5" fmla="*/ 33 h 41"/>
                <a:gd name="T6" fmla="*/ 7 w 41"/>
                <a:gd name="T7" fmla="*/ 33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3"/>
                  </a:cubicBezTo>
                  <a:cubicBezTo>
                    <a:pt x="26" y="41"/>
                    <a:pt x="15" y="41"/>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75" name="Freeform 197"/>
            <p:cNvSpPr>
              <a:spLocks/>
            </p:cNvSpPr>
            <p:nvPr/>
          </p:nvSpPr>
          <p:spPr bwMode="auto">
            <a:xfrm rot="5400000" flipH="1" flipV="1">
              <a:off x="11609668" y="636672"/>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4" y="8"/>
                  </a:cubicBezTo>
                  <a:cubicBezTo>
                    <a:pt x="41" y="15"/>
                    <a:pt x="41" y="27"/>
                    <a:pt x="34" y="34"/>
                  </a:cubicBezTo>
                  <a:cubicBezTo>
                    <a:pt x="26" y="41"/>
                    <a:pt x="14"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76" name="Freeform 198"/>
            <p:cNvSpPr>
              <a:spLocks/>
            </p:cNvSpPr>
            <p:nvPr/>
          </p:nvSpPr>
          <p:spPr bwMode="auto">
            <a:xfrm rot="5400000" flipH="1" flipV="1">
              <a:off x="12205774" y="700966"/>
              <a:ext cx="153988" cy="152400"/>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4"/>
                  </a:cubicBezTo>
                  <a:cubicBezTo>
                    <a:pt x="26" y="41"/>
                    <a:pt x="15" y="41"/>
                    <a:pt x="7" y="34"/>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77" name="Freeform 199"/>
            <p:cNvSpPr>
              <a:spLocks/>
            </p:cNvSpPr>
            <p:nvPr/>
          </p:nvSpPr>
          <p:spPr bwMode="auto">
            <a:xfrm rot="5400000" flipH="1" flipV="1">
              <a:off x="11981143" y="2790909"/>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78" name="Freeform 200"/>
            <p:cNvSpPr>
              <a:spLocks/>
            </p:cNvSpPr>
            <p:nvPr/>
          </p:nvSpPr>
          <p:spPr bwMode="auto">
            <a:xfrm rot="5400000" flipH="1" flipV="1">
              <a:off x="13459106" y="4991184"/>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79" name="Freeform 201"/>
            <p:cNvSpPr>
              <a:spLocks/>
            </p:cNvSpPr>
            <p:nvPr/>
          </p:nvSpPr>
          <p:spPr bwMode="auto">
            <a:xfrm rot="5400000" flipH="1" flipV="1">
              <a:off x="14456056" y="5224547"/>
              <a:ext cx="153988" cy="150813"/>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80" name="Freeform 202"/>
            <p:cNvSpPr>
              <a:spLocks/>
            </p:cNvSpPr>
            <p:nvPr/>
          </p:nvSpPr>
          <p:spPr bwMode="auto">
            <a:xfrm rot="5400000" flipH="1" flipV="1">
              <a:off x="13405131" y="-525379"/>
              <a:ext cx="153988" cy="150813"/>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81" name="Freeform 203"/>
            <p:cNvSpPr>
              <a:spLocks/>
            </p:cNvSpPr>
            <p:nvPr/>
          </p:nvSpPr>
          <p:spPr bwMode="auto">
            <a:xfrm rot="5400000" flipH="1" flipV="1">
              <a:off x="14306037" y="61203"/>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82" name="Freeform 204"/>
            <p:cNvSpPr>
              <a:spLocks/>
            </p:cNvSpPr>
            <p:nvPr/>
          </p:nvSpPr>
          <p:spPr bwMode="auto">
            <a:xfrm rot="5400000" flipH="1" flipV="1">
              <a:off x="14530669" y="209634"/>
              <a:ext cx="153988" cy="150813"/>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83" name="Freeform 205"/>
            <p:cNvSpPr>
              <a:spLocks/>
            </p:cNvSpPr>
            <p:nvPr/>
          </p:nvSpPr>
          <p:spPr bwMode="auto">
            <a:xfrm rot="5400000" flipH="1" flipV="1">
              <a:off x="13029687" y="-810335"/>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84" name="Freeform 206"/>
            <p:cNvSpPr>
              <a:spLocks/>
            </p:cNvSpPr>
            <p:nvPr/>
          </p:nvSpPr>
          <p:spPr bwMode="auto">
            <a:xfrm rot="5400000" flipH="1" flipV="1">
              <a:off x="13915512" y="-480135"/>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85" name="Freeform 207"/>
            <p:cNvSpPr>
              <a:spLocks/>
            </p:cNvSpPr>
            <p:nvPr/>
          </p:nvSpPr>
          <p:spPr bwMode="auto">
            <a:xfrm rot="5400000" flipH="1" flipV="1">
              <a:off x="12969362" y="-975435"/>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86" name="Freeform 208"/>
            <p:cNvSpPr>
              <a:spLocks/>
            </p:cNvSpPr>
            <p:nvPr/>
          </p:nvSpPr>
          <p:spPr bwMode="auto">
            <a:xfrm rot="5400000" flipH="1" flipV="1">
              <a:off x="14721168" y="4194259"/>
              <a:ext cx="153988" cy="153988"/>
            </a:xfrm>
            <a:custGeom>
              <a:avLst/>
              <a:gdLst>
                <a:gd name="T0" fmla="*/ 8 w 41"/>
                <a:gd name="T1" fmla="*/ 8 h 41"/>
                <a:gd name="T2" fmla="*/ 34 w 41"/>
                <a:gd name="T3" fmla="*/ 8 h 41"/>
                <a:gd name="T4" fmla="*/ 34 w 41"/>
                <a:gd name="T5" fmla="*/ 34 h 41"/>
                <a:gd name="T6" fmla="*/ 8 w 41"/>
                <a:gd name="T7" fmla="*/ 34 h 41"/>
                <a:gd name="T8" fmla="*/ 8 w 41"/>
                <a:gd name="T9" fmla="*/ 8 h 41"/>
              </a:gdLst>
              <a:ahLst/>
              <a:cxnLst>
                <a:cxn ang="0">
                  <a:pos x="T0" y="T1"/>
                </a:cxn>
                <a:cxn ang="0">
                  <a:pos x="T2" y="T3"/>
                </a:cxn>
                <a:cxn ang="0">
                  <a:pos x="T4" y="T5"/>
                </a:cxn>
                <a:cxn ang="0">
                  <a:pos x="T6" y="T7"/>
                </a:cxn>
                <a:cxn ang="0">
                  <a:pos x="T8" y="T9"/>
                </a:cxn>
              </a:cxnLst>
              <a:rect l="0" t="0" r="r" b="b"/>
              <a:pathLst>
                <a:path w="41" h="41">
                  <a:moveTo>
                    <a:pt x="8" y="8"/>
                  </a:moveTo>
                  <a:cubicBezTo>
                    <a:pt x="15" y="0"/>
                    <a:pt x="27" y="0"/>
                    <a:pt x="34" y="8"/>
                  </a:cubicBezTo>
                  <a:cubicBezTo>
                    <a:pt x="41" y="15"/>
                    <a:pt x="41" y="27"/>
                    <a:pt x="34" y="34"/>
                  </a:cubicBezTo>
                  <a:cubicBezTo>
                    <a:pt x="27" y="41"/>
                    <a:pt x="15" y="41"/>
                    <a:pt x="8" y="34"/>
                  </a:cubicBezTo>
                  <a:cubicBezTo>
                    <a:pt x="0" y="27"/>
                    <a:pt x="0" y="15"/>
                    <a:pt x="8"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87" name="Freeform 209"/>
            <p:cNvSpPr>
              <a:spLocks/>
            </p:cNvSpPr>
            <p:nvPr/>
          </p:nvSpPr>
          <p:spPr bwMode="auto">
            <a:xfrm rot="5400000" flipH="1" flipV="1">
              <a:off x="12768543" y="2644859"/>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88" name="Freeform 210"/>
            <p:cNvSpPr>
              <a:spLocks/>
            </p:cNvSpPr>
            <p:nvPr/>
          </p:nvSpPr>
          <p:spPr bwMode="auto">
            <a:xfrm rot="5400000" flipH="1" flipV="1">
              <a:off x="12374843" y="2546434"/>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7"/>
                    <a:pt x="33" y="34"/>
                  </a:cubicBezTo>
                  <a:cubicBezTo>
                    <a:pt x="26" y="41"/>
                    <a:pt x="14" y="41"/>
                    <a:pt x="7" y="34"/>
                  </a:cubicBezTo>
                  <a:cubicBezTo>
                    <a:pt x="0" y="27"/>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89" name="Freeform 211"/>
            <p:cNvSpPr>
              <a:spLocks/>
            </p:cNvSpPr>
            <p:nvPr/>
          </p:nvSpPr>
          <p:spPr bwMode="auto">
            <a:xfrm rot="5400000" flipH="1" flipV="1">
              <a:off x="12141481" y="2251159"/>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4"/>
                    <a:pt x="41" y="26"/>
                    <a:pt x="34" y="34"/>
                  </a:cubicBezTo>
                  <a:cubicBezTo>
                    <a:pt x="26" y="41"/>
                    <a:pt x="15" y="41"/>
                    <a:pt x="7" y="34"/>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90" name="Freeform 212"/>
            <p:cNvSpPr>
              <a:spLocks/>
            </p:cNvSpPr>
            <p:nvPr/>
          </p:nvSpPr>
          <p:spPr bwMode="auto">
            <a:xfrm rot="5400000" flipH="1" flipV="1">
              <a:off x="13838518" y="1995572"/>
              <a:ext cx="153988" cy="153988"/>
            </a:xfrm>
            <a:custGeom>
              <a:avLst/>
              <a:gdLst>
                <a:gd name="T0" fmla="*/ 7 w 41"/>
                <a:gd name="T1" fmla="*/ 8 h 41"/>
                <a:gd name="T2" fmla="*/ 34 w 41"/>
                <a:gd name="T3" fmla="*/ 8 h 41"/>
                <a:gd name="T4" fmla="*/ 34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4" y="8"/>
                  </a:cubicBezTo>
                  <a:cubicBezTo>
                    <a:pt x="41" y="15"/>
                    <a:pt x="41" y="27"/>
                    <a:pt x="34" y="34"/>
                  </a:cubicBezTo>
                  <a:cubicBezTo>
                    <a:pt x="26" y="41"/>
                    <a:pt x="14" y="41"/>
                    <a:pt x="7" y="34"/>
                  </a:cubicBezTo>
                  <a:cubicBezTo>
                    <a:pt x="0" y="27"/>
                    <a:pt x="0" y="15"/>
                    <a:pt x="7"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91" name="Freeform 213"/>
            <p:cNvSpPr>
              <a:spLocks/>
            </p:cNvSpPr>
            <p:nvPr/>
          </p:nvSpPr>
          <p:spPr bwMode="auto">
            <a:xfrm rot="5400000" flipH="1" flipV="1">
              <a:off x="14732281" y="4967372"/>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6" y="0"/>
                    <a:pt x="34" y="7"/>
                  </a:cubicBezTo>
                  <a:cubicBezTo>
                    <a:pt x="41" y="15"/>
                    <a:pt x="41" y="26"/>
                    <a:pt x="34" y="34"/>
                  </a:cubicBezTo>
                  <a:cubicBezTo>
                    <a:pt x="26" y="41"/>
                    <a:pt x="15" y="41"/>
                    <a:pt x="7" y="34"/>
                  </a:cubicBezTo>
                  <a:cubicBezTo>
                    <a:pt x="0" y="26"/>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92" name="Freeform 217"/>
            <p:cNvSpPr>
              <a:spLocks/>
            </p:cNvSpPr>
            <p:nvPr/>
          </p:nvSpPr>
          <p:spPr bwMode="auto">
            <a:xfrm rot="5400000" flipH="1" flipV="1">
              <a:off x="12967775" y="3567991"/>
              <a:ext cx="698500" cy="436563"/>
            </a:xfrm>
            <a:custGeom>
              <a:avLst/>
              <a:gdLst>
                <a:gd name="T0" fmla="*/ 0 w 440"/>
                <a:gd name="T1" fmla="*/ 275 h 275"/>
                <a:gd name="T2" fmla="*/ 275 w 440"/>
                <a:gd name="T3" fmla="*/ 0 h 275"/>
                <a:gd name="T4" fmla="*/ 440 w 440"/>
                <a:gd name="T5" fmla="*/ 0 h 275"/>
              </a:gdLst>
              <a:ahLst/>
              <a:cxnLst>
                <a:cxn ang="0">
                  <a:pos x="T0" y="T1"/>
                </a:cxn>
                <a:cxn ang="0">
                  <a:pos x="T2" y="T3"/>
                </a:cxn>
                <a:cxn ang="0">
                  <a:pos x="T4" y="T5"/>
                </a:cxn>
              </a:cxnLst>
              <a:rect l="0" t="0" r="r" b="b"/>
              <a:pathLst>
                <a:path w="440" h="275">
                  <a:moveTo>
                    <a:pt x="0" y="275"/>
                  </a:moveTo>
                  <a:lnTo>
                    <a:pt x="275" y="0"/>
                  </a:lnTo>
                  <a:lnTo>
                    <a:pt x="44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93" name="Freeform 218"/>
            <p:cNvSpPr>
              <a:spLocks/>
            </p:cNvSpPr>
            <p:nvPr/>
          </p:nvSpPr>
          <p:spPr bwMode="auto">
            <a:xfrm rot="5400000" flipH="1" flipV="1">
              <a:off x="13024131" y="3324309"/>
              <a:ext cx="153988" cy="153988"/>
            </a:xfrm>
            <a:custGeom>
              <a:avLst/>
              <a:gdLst>
                <a:gd name="T0" fmla="*/ 8 w 41"/>
                <a:gd name="T1" fmla="*/ 7 h 41"/>
                <a:gd name="T2" fmla="*/ 34 w 41"/>
                <a:gd name="T3" fmla="*/ 7 h 41"/>
                <a:gd name="T4" fmla="*/ 34 w 41"/>
                <a:gd name="T5" fmla="*/ 33 h 41"/>
                <a:gd name="T6" fmla="*/ 8 w 41"/>
                <a:gd name="T7" fmla="*/ 33 h 41"/>
                <a:gd name="T8" fmla="*/ 8 w 41"/>
                <a:gd name="T9" fmla="*/ 7 h 41"/>
              </a:gdLst>
              <a:ahLst/>
              <a:cxnLst>
                <a:cxn ang="0">
                  <a:pos x="T0" y="T1"/>
                </a:cxn>
                <a:cxn ang="0">
                  <a:pos x="T2" y="T3"/>
                </a:cxn>
                <a:cxn ang="0">
                  <a:pos x="T4" y="T5"/>
                </a:cxn>
                <a:cxn ang="0">
                  <a:pos x="T6" y="T7"/>
                </a:cxn>
                <a:cxn ang="0">
                  <a:pos x="T8" y="T9"/>
                </a:cxn>
              </a:cxnLst>
              <a:rect l="0" t="0" r="r" b="b"/>
              <a:pathLst>
                <a:path w="41" h="41">
                  <a:moveTo>
                    <a:pt x="8" y="7"/>
                  </a:moveTo>
                  <a:cubicBezTo>
                    <a:pt x="15" y="0"/>
                    <a:pt x="27" y="0"/>
                    <a:pt x="34" y="7"/>
                  </a:cubicBezTo>
                  <a:cubicBezTo>
                    <a:pt x="41" y="14"/>
                    <a:pt x="41" y="26"/>
                    <a:pt x="34" y="33"/>
                  </a:cubicBezTo>
                  <a:cubicBezTo>
                    <a:pt x="27" y="41"/>
                    <a:pt x="15" y="41"/>
                    <a:pt x="8" y="33"/>
                  </a:cubicBezTo>
                  <a:cubicBezTo>
                    <a:pt x="0" y="26"/>
                    <a:pt x="0" y="14"/>
                    <a:pt x="8"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94" name="Freeform 219"/>
            <p:cNvSpPr>
              <a:spLocks/>
            </p:cNvSpPr>
            <p:nvPr/>
          </p:nvSpPr>
          <p:spPr bwMode="auto">
            <a:xfrm rot="5400000" flipH="1" flipV="1">
              <a:off x="13467043" y="4067259"/>
              <a:ext cx="153988" cy="153988"/>
            </a:xfrm>
            <a:custGeom>
              <a:avLst/>
              <a:gdLst>
                <a:gd name="T0" fmla="*/ 8 w 41"/>
                <a:gd name="T1" fmla="*/ 8 h 41"/>
                <a:gd name="T2" fmla="*/ 34 w 41"/>
                <a:gd name="T3" fmla="*/ 8 h 41"/>
                <a:gd name="T4" fmla="*/ 34 w 41"/>
                <a:gd name="T5" fmla="*/ 34 h 41"/>
                <a:gd name="T6" fmla="*/ 8 w 41"/>
                <a:gd name="T7" fmla="*/ 34 h 41"/>
                <a:gd name="T8" fmla="*/ 8 w 41"/>
                <a:gd name="T9" fmla="*/ 8 h 41"/>
              </a:gdLst>
              <a:ahLst/>
              <a:cxnLst>
                <a:cxn ang="0">
                  <a:pos x="T0" y="T1"/>
                </a:cxn>
                <a:cxn ang="0">
                  <a:pos x="T2" y="T3"/>
                </a:cxn>
                <a:cxn ang="0">
                  <a:pos x="T4" y="T5"/>
                </a:cxn>
                <a:cxn ang="0">
                  <a:pos x="T6" y="T7"/>
                </a:cxn>
                <a:cxn ang="0">
                  <a:pos x="T8" y="T9"/>
                </a:cxn>
              </a:cxnLst>
              <a:rect l="0" t="0" r="r" b="b"/>
              <a:pathLst>
                <a:path w="41" h="41">
                  <a:moveTo>
                    <a:pt x="8" y="8"/>
                  </a:moveTo>
                  <a:cubicBezTo>
                    <a:pt x="15" y="0"/>
                    <a:pt x="27" y="0"/>
                    <a:pt x="34" y="8"/>
                  </a:cubicBezTo>
                  <a:cubicBezTo>
                    <a:pt x="41" y="15"/>
                    <a:pt x="41" y="27"/>
                    <a:pt x="34" y="34"/>
                  </a:cubicBezTo>
                  <a:cubicBezTo>
                    <a:pt x="27" y="41"/>
                    <a:pt x="15" y="41"/>
                    <a:pt x="8" y="34"/>
                  </a:cubicBezTo>
                  <a:cubicBezTo>
                    <a:pt x="0" y="27"/>
                    <a:pt x="0" y="15"/>
                    <a:pt x="8"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95" name="Freeform 220"/>
            <p:cNvSpPr>
              <a:spLocks/>
            </p:cNvSpPr>
            <p:nvPr/>
          </p:nvSpPr>
          <p:spPr bwMode="auto">
            <a:xfrm rot="5400000" flipH="1" flipV="1">
              <a:off x="13178118" y="3775160"/>
              <a:ext cx="247650" cy="247650"/>
            </a:xfrm>
            <a:custGeom>
              <a:avLst/>
              <a:gdLst>
                <a:gd name="T0" fmla="*/ 11 w 66"/>
                <a:gd name="T1" fmla="*/ 11 h 66"/>
                <a:gd name="T2" fmla="*/ 54 w 66"/>
                <a:gd name="T3" fmla="*/ 11 h 66"/>
                <a:gd name="T4" fmla="*/ 54 w 66"/>
                <a:gd name="T5" fmla="*/ 54 h 66"/>
                <a:gd name="T6" fmla="*/ 11 w 66"/>
                <a:gd name="T7" fmla="*/ 54 h 66"/>
                <a:gd name="T8" fmla="*/ 11 w 66"/>
                <a:gd name="T9" fmla="*/ 11 h 66"/>
              </a:gdLst>
              <a:ahLst/>
              <a:cxnLst>
                <a:cxn ang="0">
                  <a:pos x="T0" y="T1"/>
                </a:cxn>
                <a:cxn ang="0">
                  <a:pos x="T2" y="T3"/>
                </a:cxn>
                <a:cxn ang="0">
                  <a:pos x="T4" y="T5"/>
                </a:cxn>
                <a:cxn ang="0">
                  <a:pos x="T6" y="T7"/>
                </a:cxn>
                <a:cxn ang="0">
                  <a:pos x="T8" y="T9"/>
                </a:cxn>
              </a:cxnLst>
              <a:rect l="0" t="0" r="r" b="b"/>
              <a:pathLst>
                <a:path w="66" h="66">
                  <a:moveTo>
                    <a:pt x="11" y="11"/>
                  </a:moveTo>
                  <a:cubicBezTo>
                    <a:pt x="23" y="0"/>
                    <a:pt x="42" y="0"/>
                    <a:pt x="54" y="11"/>
                  </a:cubicBezTo>
                  <a:cubicBezTo>
                    <a:pt x="66" y="23"/>
                    <a:pt x="66" y="42"/>
                    <a:pt x="54" y="54"/>
                  </a:cubicBezTo>
                  <a:cubicBezTo>
                    <a:pt x="42" y="66"/>
                    <a:pt x="23" y="66"/>
                    <a:pt x="11" y="54"/>
                  </a:cubicBezTo>
                  <a:cubicBezTo>
                    <a:pt x="0" y="42"/>
                    <a:pt x="0" y="23"/>
                    <a:pt x="11" y="11"/>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96" name="Freeform 221"/>
            <p:cNvSpPr>
              <a:spLocks/>
            </p:cNvSpPr>
            <p:nvPr/>
          </p:nvSpPr>
          <p:spPr bwMode="auto">
            <a:xfrm rot="5400000" flipH="1" flipV="1">
              <a:off x="13222568" y="3822784"/>
              <a:ext cx="153988" cy="153988"/>
            </a:xfrm>
            <a:custGeom>
              <a:avLst/>
              <a:gdLst>
                <a:gd name="T0" fmla="*/ 8 w 41"/>
                <a:gd name="T1" fmla="*/ 8 h 41"/>
                <a:gd name="T2" fmla="*/ 34 w 41"/>
                <a:gd name="T3" fmla="*/ 8 h 41"/>
                <a:gd name="T4" fmla="*/ 34 w 41"/>
                <a:gd name="T5" fmla="*/ 34 h 41"/>
                <a:gd name="T6" fmla="*/ 8 w 41"/>
                <a:gd name="T7" fmla="*/ 34 h 41"/>
                <a:gd name="T8" fmla="*/ 8 w 41"/>
                <a:gd name="T9" fmla="*/ 8 h 41"/>
              </a:gdLst>
              <a:ahLst/>
              <a:cxnLst>
                <a:cxn ang="0">
                  <a:pos x="T0" y="T1"/>
                </a:cxn>
                <a:cxn ang="0">
                  <a:pos x="T2" y="T3"/>
                </a:cxn>
                <a:cxn ang="0">
                  <a:pos x="T4" y="T5"/>
                </a:cxn>
                <a:cxn ang="0">
                  <a:pos x="T6" y="T7"/>
                </a:cxn>
                <a:cxn ang="0">
                  <a:pos x="T8" y="T9"/>
                </a:cxn>
              </a:cxnLst>
              <a:rect l="0" t="0" r="r" b="b"/>
              <a:pathLst>
                <a:path w="41" h="41">
                  <a:moveTo>
                    <a:pt x="8" y="8"/>
                  </a:moveTo>
                  <a:cubicBezTo>
                    <a:pt x="15" y="0"/>
                    <a:pt x="27" y="0"/>
                    <a:pt x="34" y="8"/>
                  </a:cubicBezTo>
                  <a:cubicBezTo>
                    <a:pt x="41" y="15"/>
                    <a:pt x="41" y="27"/>
                    <a:pt x="34" y="34"/>
                  </a:cubicBezTo>
                  <a:cubicBezTo>
                    <a:pt x="27" y="41"/>
                    <a:pt x="15" y="41"/>
                    <a:pt x="8" y="34"/>
                  </a:cubicBezTo>
                  <a:cubicBezTo>
                    <a:pt x="0" y="27"/>
                    <a:pt x="0" y="15"/>
                    <a:pt x="8"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97" name="Freeform 227"/>
            <p:cNvSpPr>
              <a:spLocks/>
            </p:cNvSpPr>
            <p:nvPr/>
          </p:nvSpPr>
          <p:spPr bwMode="auto">
            <a:xfrm rot="5400000" flipH="1" flipV="1">
              <a:off x="6846374" y="-3417009"/>
              <a:ext cx="3497263" cy="3978275"/>
            </a:xfrm>
            <a:custGeom>
              <a:avLst/>
              <a:gdLst>
                <a:gd name="T0" fmla="*/ 0 w 2203"/>
                <a:gd name="T1" fmla="*/ 2504 h 2506"/>
                <a:gd name="T2" fmla="*/ 163 w 2203"/>
                <a:gd name="T3" fmla="*/ 2506 h 2506"/>
                <a:gd name="T4" fmla="*/ 399 w 2203"/>
                <a:gd name="T5" fmla="*/ 2270 h 2506"/>
                <a:gd name="T6" fmla="*/ 399 w 2203"/>
                <a:gd name="T7" fmla="*/ 1804 h 2506"/>
                <a:gd name="T8" fmla="*/ 2203 w 2203"/>
                <a:gd name="T9" fmla="*/ 0 h 2506"/>
              </a:gdLst>
              <a:ahLst/>
              <a:cxnLst>
                <a:cxn ang="0">
                  <a:pos x="T0" y="T1"/>
                </a:cxn>
                <a:cxn ang="0">
                  <a:pos x="T2" y="T3"/>
                </a:cxn>
                <a:cxn ang="0">
                  <a:pos x="T4" y="T5"/>
                </a:cxn>
                <a:cxn ang="0">
                  <a:pos x="T6" y="T7"/>
                </a:cxn>
                <a:cxn ang="0">
                  <a:pos x="T8" y="T9"/>
                </a:cxn>
              </a:cxnLst>
              <a:rect l="0" t="0" r="r" b="b"/>
              <a:pathLst>
                <a:path w="2203" h="2506">
                  <a:moveTo>
                    <a:pt x="0" y="2504"/>
                  </a:moveTo>
                  <a:lnTo>
                    <a:pt x="163" y="2506"/>
                  </a:lnTo>
                  <a:lnTo>
                    <a:pt x="399" y="2270"/>
                  </a:lnTo>
                  <a:lnTo>
                    <a:pt x="399" y="1804"/>
                  </a:lnTo>
                  <a:lnTo>
                    <a:pt x="220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98" name="Freeform 228"/>
            <p:cNvSpPr>
              <a:spLocks/>
            </p:cNvSpPr>
            <p:nvPr/>
          </p:nvSpPr>
          <p:spPr bwMode="auto">
            <a:xfrm rot="5400000" flipH="1" flipV="1">
              <a:off x="10509531" y="279484"/>
              <a:ext cx="153988" cy="153988"/>
            </a:xfrm>
            <a:custGeom>
              <a:avLst/>
              <a:gdLst>
                <a:gd name="T0" fmla="*/ 34 w 41"/>
                <a:gd name="T1" fmla="*/ 34 h 41"/>
                <a:gd name="T2" fmla="*/ 8 w 41"/>
                <a:gd name="T3" fmla="*/ 34 h 41"/>
                <a:gd name="T4" fmla="*/ 8 w 41"/>
                <a:gd name="T5" fmla="*/ 8 h 41"/>
                <a:gd name="T6" fmla="*/ 34 w 41"/>
                <a:gd name="T7" fmla="*/ 8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8" y="34"/>
                  </a:cubicBezTo>
                  <a:cubicBezTo>
                    <a:pt x="0" y="27"/>
                    <a:pt x="0" y="15"/>
                    <a:pt x="8" y="8"/>
                  </a:cubicBezTo>
                  <a:cubicBezTo>
                    <a:pt x="15" y="0"/>
                    <a:pt x="27" y="0"/>
                    <a:pt x="34" y="8"/>
                  </a:cubicBezTo>
                  <a:cubicBezTo>
                    <a:pt x="41" y="15"/>
                    <a:pt x="41" y="27"/>
                    <a:pt x="34" y="34"/>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499" name="Freeform 229"/>
            <p:cNvSpPr>
              <a:spLocks/>
            </p:cNvSpPr>
            <p:nvPr/>
          </p:nvSpPr>
          <p:spPr bwMode="auto">
            <a:xfrm rot="5400000" flipH="1" flipV="1">
              <a:off x="6378062" y="-3270960"/>
              <a:ext cx="4278313" cy="4368800"/>
            </a:xfrm>
            <a:custGeom>
              <a:avLst/>
              <a:gdLst>
                <a:gd name="T0" fmla="*/ 0 w 2695"/>
                <a:gd name="T1" fmla="*/ 2747 h 2752"/>
                <a:gd name="T2" fmla="*/ 163 w 2695"/>
                <a:gd name="T3" fmla="*/ 2752 h 2752"/>
                <a:gd name="T4" fmla="*/ 439 w 2695"/>
                <a:gd name="T5" fmla="*/ 2475 h 2752"/>
                <a:gd name="T6" fmla="*/ 584 w 2695"/>
                <a:gd name="T7" fmla="*/ 2477 h 2752"/>
                <a:gd name="T8" fmla="*/ 785 w 2695"/>
                <a:gd name="T9" fmla="*/ 2276 h 2752"/>
                <a:gd name="T10" fmla="*/ 785 w 2695"/>
                <a:gd name="T11" fmla="*/ 1910 h 2752"/>
                <a:gd name="T12" fmla="*/ 2695 w 2695"/>
                <a:gd name="T13" fmla="*/ 0 h 2752"/>
              </a:gdLst>
              <a:ahLst/>
              <a:cxnLst>
                <a:cxn ang="0">
                  <a:pos x="T0" y="T1"/>
                </a:cxn>
                <a:cxn ang="0">
                  <a:pos x="T2" y="T3"/>
                </a:cxn>
                <a:cxn ang="0">
                  <a:pos x="T4" y="T5"/>
                </a:cxn>
                <a:cxn ang="0">
                  <a:pos x="T6" y="T7"/>
                </a:cxn>
                <a:cxn ang="0">
                  <a:pos x="T8" y="T9"/>
                </a:cxn>
                <a:cxn ang="0">
                  <a:pos x="T10" y="T11"/>
                </a:cxn>
                <a:cxn ang="0">
                  <a:pos x="T12" y="T13"/>
                </a:cxn>
              </a:cxnLst>
              <a:rect l="0" t="0" r="r" b="b"/>
              <a:pathLst>
                <a:path w="2695" h="2752">
                  <a:moveTo>
                    <a:pt x="0" y="2747"/>
                  </a:moveTo>
                  <a:lnTo>
                    <a:pt x="163" y="2752"/>
                  </a:lnTo>
                  <a:lnTo>
                    <a:pt x="439" y="2475"/>
                  </a:lnTo>
                  <a:lnTo>
                    <a:pt x="584" y="2477"/>
                  </a:lnTo>
                  <a:lnTo>
                    <a:pt x="785" y="2276"/>
                  </a:lnTo>
                  <a:lnTo>
                    <a:pt x="785" y="1910"/>
                  </a:lnTo>
                  <a:lnTo>
                    <a:pt x="2695"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00" name="Freeform 230"/>
            <p:cNvSpPr>
              <a:spLocks/>
            </p:cNvSpPr>
            <p:nvPr/>
          </p:nvSpPr>
          <p:spPr bwMode="auto">
            <a:xfrm rot="5400000" flipH="1" flipV="1">
              <a:off x="10630181" y="1011322"/>
              <a:ext cx="153988" cy="153988"/>
            </a:xfrm>
            <a:custGeom>
              <a:avLst/>
              <a:gdLst>
                <a:gd name="T0" fmla="*/ 34 w 41"/>
                <a:gd name="T1" fmla="*/ 33 h 41"/>
                <a:gd name="T2" fmla="*/ 8 w 41"/>
                <a:gd name="T3" fmla="*/ 33 h 41"/>
                <a:gd name="T4" fmla="*/ 8 w 41"/>
                <a:gd name="T5" fmla="*/ 7 h 41"/>
                <a:gd name="T6" fmla="*/ 34 w 41"/>
                <a:gd name="T7" fmla="*/ 7 h 41"/>
                <a:gd name="T8" fmla="*/ 34 w 41"/>
                <a:gd name="T9" fmla="*/ 33 h 41"/>
              </a:gdLst>
              <a:ahLst/>
              <a:cxnLst>
                <a:cxn ang="0">
                  <a:pos x="T0" y="T1"/>
                </a:cxn>
                <a:cxn ang="0">
                  <a:pos x="T2" y="T3"/>
                </a:cxn>
                <a:cxn ang="0">
                  <a:pos x="T4" y="T5"/>
                </a:cxn>
                <a:cxn ang="0">
                  <a:pos x="T6" y="T7"/>
                </a:cxn>
                <a:cxn ang="0">
                  <a:pos x="T8" y="T9"/>
                </a:cxn>
              </a:cxnLst>
              <a:rect l="0" t="0" r="r" b="b"/>
              <a:pathLst>
                <a:path w="41" h="41">
                  <a:moveTo>
                    <a:pt x="34" y="33"/>
                  </a:moveTo>
                  <a:cubicBezTo>
                    <a:pt x="27" y="41"/>
                    <a:pt x="15" y="41"/>
                    <a:pt x="8" y="33"/>
                  </a:cubicBezTo>
                  <a:cubicBezTo>
                    <a:pt x="0" y="26"/>
                    <a:pt x="0" y="14"/>
                    <a:pt x="8" y="7"/>
                  </a:cubicBezTo>
                  <a:cubicBezTo>
                    <a:pt x="15" y="0"/>
                    <a:pt x="27" y="0"/>
                    <a:pt x="34" y="7"/>
                  </a:cubicBezTo>
                  <a:cubicBezTo>
                    <a:pt x="41" y="14"/>
                    <a:pt x="41" y="26"/>
                    <a:pt x="34" y="33"/>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01" name="Freeform 231"/>
            <p:cNvSpPr>
              <a:spLocks/>
            </p:cNvSpPr>
            <p:nvPr/>
          </p:nvSpPr>
          <p:spPr bwMode="auto">
            <a:xfrm rot="5400000" flipH="1" flipV="1">
              <a:off x="10377768" y="463634"/>
              <a:ext cx="252413" cy="252413"/>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02" name="Freeform 232"/>
            <p:cNvSpPr>
              <a:spLocks/>
            </p:cNvSpPr>
            <p:nvPr/>
          </p:nvSpPr>
          <p:spPr bwMode="auto">
            <a:xfrm rot="5400000" flipH="1" flipV="1">
              <a:off x="10426981" y="512847"/>
              <a:ext cx="153988" cy="153988"/>
            </a:xfrm>
            <a:custGeom>
              <a:avLst/>
              <a:gdLst>
                <a:gd name="T0" fmla="*/ 34 w 41"/>
                <a:gd name="T1" fmla="*/ 34 h 41"/>
                <a:gd name="T2" fmla="*/ 7 w 41"/>
                <a:gd name="T3" fmla="*/ 34 h 41"/>
                <a:gd name="T4" fmla="*/ 7 w 41"/>
                <a:gd name="T5" fmla="*/ 7 h 41"/>
                <a:gd name="T6" fmla="*/ 34 w 41"/>
                <a:gd name="T7" fmla="*/ 7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7" y="34"/>
                  </a:cubicBezTo>
                  <a:cubicBezTo>
                    <a:pt x="0" y="26"/>
                    <a:pt x="0" y="14"/>
                    <a:pt x="7" y="7"/>
                  </a:cubicBezTo>
                  <a:cubicBezTo>
                    <a:pt x="15" y="0"/>
                    <a:pt x="27" y="0"/>
                    <a:pt x="34" y="7"/>
                  </a:cubicBezTo>
                  <a:cubicBezTo>
                    <a:pt x="41" y="14"/>
                    <a:pt x="41" y="26"/>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03" name="Freeform 233"/>
            <p:cNvSpPr>
              <a:spLocks/>
            </p:cNvSpPr>
            <p:nvPr/>
          </p:nvSpPr>
          <p:spPr bwMode="auto">
            <a:xfrm rot="5400000" flipH="1" flipV="1">
              <a:off x="13155099" y="-646822"/>
              <a:ext cx="252413" cy="250825"/>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04" name="Freeform 234"/>
            <p:cNvSpPr>
              <a:spLocks/>
            </p:cNvSpPr>
            <p:nvPr/>
          </p:nvSpPr>
          <p:spPr bwMode="auto">
            <a:xfrm rot="5400000" flipH="1" flipV="1">
              <a:off x="13203518" y="-598403"/>
              <a:ext cx="153988" cy="153988"/>
            </a:xfrm>
            <a:custGeom>
              <a:avLst/>
              <a:gdLst>
                <a:gd name="T0" fmla="*/ 34 w 41"/>
                <a:gd name="T1" fmla="*/ 34 h 41"/>
                <a:gd name="T2" fmla="*/ 7 w 41"/>
                <a:gd name="T3" fmla="*/ 34 h 41"/>
                <a:gd name="T4" fmla="*/ 7 w 41"/>
                <a:gd name="T5" fmla="*/ 7 h 41"/>
                <a:gd name="T6" fmla="*/ 34 w 41"/>
                <a:gd name="T7" fmla="*/ 7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7" y="34"/>
                  </a:cubicBezTo>
                  <a:cubicBezTo>
                    <a:pt x="0" y="26"/>
                    <a:pt x="0" y="14"/>
                    <a:pt x="7" y="7"/>
                  </a:cubicBezTo>
                  <a:cubicBezTo>
                    <a:pt x="15" y="0"/>
                    <a:pt x="27" y="0"/>
                    <a:pt x="34" y="7"/>
                  </a:cubicBezTo>
                  <a:cubicBezTo>
                    <a:pt x="41" y="14"/>
                    <a:pt x="41" y="26"/>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05" name="Freeform 235"/>
            <p:cNvSpPr>
              <a:spLocks/>
            </p:cNvSpPr>
            <p:nvPr/>
          </p:nvSpPr>
          <p:spPr bwMode="auto">
            <a:xfrm rot="5400000" flipH="1" flipV="1">
              <a:off x="11725556" y="-3252703"/>
              <a:ext cx="2679700" cy="2717800"/>
            </a:xfrm>
            <a:custGeom>
              <a:avLst/>
              <a:gdLst>
                <a:gd name="T0" fmla="*/ 1688 w 1688"/>
                <a:gd name="T1" fmla="*/ 0 h 1712"/>
                <a:gd name="T2" fmla="*/ 758 w 1688"/>
                <a:gd name="T3" fmla="*/ 929 h 1712"/>
                <a:gd name="T4" fmla="*/ 560 w 1688"/>
                <a:gd name="T5" fmla="*/ 927 h 1712"/>
                <a:gd name="T6" fmla="*/ 101 w 1688"/>
                <a:gd name="T7" fmla="*/ 1386 h 1712"/>
                <a:gd name="T8" fmla="*/ 104 w 1688"/>
                <a:gd name="T9" fmla="*/ 1490 h 1712"/>
                <a:gd name="T10" fmla="*/ 2 w 1688"/>
                <a:gd name="T11" fmla="*/ 1594 h 1712"/>
                <a:gd name="T12" fmla="*/ 0 w 1688"/>
                <a:gd name="T13" fmla="*/ 1662 h 1712"/>
                <a:gd name="T14" fmla="*/ 49 w 1688"/>
                <a:gd name="T15" fmla="*/ 1712 h 17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88" h="1712">
                  <a:moveTo>
                    <a:pt x="1688" y="0"/>
                  </a:moveTo>
                  <a:lnTo>
                    <a:pt x="758" y="929"/>
                  </a:lnTo>
                  <a:lnTo>
                    <a:pt x="560" y="927"/>
                  </a:lnTo>
                  <a:lnTo>
                    <a:pt x="101" y="1386"/>
                  </a:lnTo>
                  <a:lnTo>
                    <a:pt x="104" y="1490"/>
                  </a:lnTo>
                  <a:lnTo>
                    <a:pt x="2" y="1594"/>
                  </a:lnTo>
                  <a:lnTo>
                    <a:pt x="0" y="1662"/>
                  </a:lnTo>
                  <a:lnTo>
                    <a:pt x="49" y="1712"/>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06" name="Freeform 236"/>
            <p:cNvSpPr>
              <a:spLocks/>
            </p:cNvSpPr>
            <p:nvPr/>
          </p:nvSpPr>
          <p:spPr bwMode="auto">
            <a:xfrm rot="5400000" flipH="1" flipV="1">
              <a:off x="11789056" y="-3316204"/>
              <a:ext cx="2443163" cy="2503488"/>
            </a:xfrm>
            <a:custGeom>
              <a:avLst/>
              <a:gdLst>
                <a:gd name="T0" fmla="*/ 47 w 1539"/>
                <a:gd name="T1" fmla="*/ 1577 h 1577"/>
                <a:gd name="T2" fmla="*/ 0 w 1539"/>
                <a:gd name="T3" fmla="*/ 1530 h 1577"/>
                <a:gd name="T4" fmla="*/ 4 w 1539"/>
                <a:gd name="T5" fmla="*/ 1348 h 1577"/>
                <a:gd name="T6" fmla="*/ 217 w 1539"/>
                <a:gd name="T7" fmla="*/ 1135 h 1577"/>
                <a:gd name="T8" fmla="*/ 463 w 1539"/>
                <a:gd name="T9" fmla="*/ 1142 h 1577"/>
                <a:gd name="T10" fmla="*/ 508 w 1539"/>
                <a:gd name="T11" fmla="*/ 1097 h 1577"/>
                <a:gd name="T12" fmla="*/ 508 w 1539"/>
                <a:gd name="T13" fmla="*/ 1031 h 1577"/>
                <a:gd name="T14" fmla="*/ 1539 w 1539"/>
                <a:gd name="T15" fmla="*/ 0 h 15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39" h="1577">
                  <a:moveTo>
                    <a:pt x="47" y="1577"/>
                  </a:moveTo>
                  <a:lnTo>
                    <a:pt x="0" y="1530"/>
                  </a:lnTo>
                  <a:lnTo>
                    <a:pt x="4" y="1348"/>
                  </a:lnTo>
                  <a:lnTo>
                    <a:pt x="217" y="1135"/>
                  </a:lnTo>
                  <a:lnTo>
                    <a:pt x="463" y="1142"/>
                  </a:lnTo>
                  <a:lnTo>
                    <a:pt x="508" y="1097"/>
                  </a:lnTo>
                  <a:lnTo>
                    <a:pt x="508" y="1031"/>
                  </a:lnTo>
                  <a:lnTo>
                    <a:pt x="153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07" name="Freeform 237"/>
            <p:cNvSpPr>
              <a:spLocks/>
            </p:cNvSpPr>
            <p:nvPr/>
          </p:nvSpPr>
          <p:spPr bwMode="auto">
            <a:xfrm rot="5400000" flipH="1" flipV="1">
              <a:off x="11877162" y="-3404309"/>
              <a:ext cx="2259013" cy="2390775"/>
            </a:xfrm>
            <a:custGeom>
              <a:avLst/>
              <a:gdLst>
                <a:gd name="T0" fmla="*/ 0 w 1423"/>
                <a:gd name="T1" fmla="*/ 1506 h 1506"/>
                <a:gd name="T2" fmla="*/ 399 w 1423"/>
                <a:gd name="T3" fmla="*/ 1104 h 1506"/>
                <a:gd name="T4" fmla="*/ 397 w 1423"/>
                <a:gd name="T5" fmla="*/ 1026 h 1506"/>
                <a:gd name="T6" fmla="*/ 1423 w 1423"/>
                <a:gd name="T7" fmla="*/ 0 h 1506"/>
              </a:gdLst>
              <a:ahLst/>
              <a:cxnLst>
                <a:cxn ang="0">
                  <a:pos x="T0" y="T1"/>
                </a:cxn>
                <a:cxn ang="0">
                  <a:pos x="T2" y="T3"/>
                </a:cxn>
                <a:cxn ang="0">
                  <a:pos x="T4" y="T5"/>
                </a:cxn>
                <a:cxn ang="0">
                  <a:pos x="T6" y="T7"/>
                </a:cxn>
              </a:cxnLst>
              <a:rect l="0" t="0" r="r" b="b"/>
              <a:pathLst>
                <a:path w="1423" h="1506">
                  <a:moveTo>
                    <a:pt x="0" y="1506"/>
                  </a:moveTo>
                  <a:lnTo>
                    <a:pt x="399" y="1104"/>
                  </a:lnTo>
                  <a:lnTo>
                    <a:pt x="397" y="1026"/>
                  </a:lnTo>
                  <a:lnTo>
                    <a:pt x="142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08" name="Freeform 238"/>
            <p:cNvSpPr>
              <a:spLocks/>
            </p:cNvSpPr>
            <p:nvPr/>
          </p:nvSpPr>
          <p:spPr bwMode="auto">
            <a:xfrm rot="5400000" flipH="1" flipV="1">
              <a:off x="11872400" y="-3397959"/>
              <a:ext cx="2743200" cy="2795588"/>
            </a:xfrm>
            <a:custGeom>
              <a:avLst/>
              <a:gdLst>
                <a:gd name="T0" fmla="*/ 0 w 1728"/>
                <a:gd name="T1" fmla="*/ 1761 h 1761"/>
                <a:gd name="T2" fmla="*/ 127 w 1728"/>
                <a:gd name="T3" fmla="*/ 1761 h 1761"/>
                <a:gd name="T4" fmla="*/ 745 w 1728"/>
                <a:gd name="T5" fmla="*/ 1142 h 1761"/>
                <a:gd name="T6" fmla="*/ 742 w 1728"/>
                <a:gd name="T7" fmla="*/ 985 h 1761"/>
                <a:gd name="T8" fmla="*/ 1728 w 1728"/>
                <a:gd name="T9" fmla="*/ 0 h 1761"/>
              </a:gdLst>
              <a:ahLst/>
              <a:cxnLst>
                <a:cxn ang="0">
                  <a:pos x="T0" y="T1"/>
                </a:cxn>
                <a:cxn ang="0">
                  <a:pos x="T2" y="T3"/>
                </a:cxn>
                <a:cxn ang="0">
                  <a:pos x="T4" y="T5"/>
                </a:cxn>
                <a:cxn ang="0">
                  <a:pos x="T6" y="T7"/>
                </a:cxn>
                <a:cxn ang="0">
                  <a:pos x="T8" y="T9"/>
                </a:cxn>
              </a:cxnLst>
              <a:rect l="0" t="0" r="r" b="b"/>
              <a:pathLst>
                <a:path w="1728" h="1761">
                  <a:moveTo>
                    <a:pt x="0" y="1761"/>
                  </a:moveTo>
                  <a:lnTo>
                    <a:pt x="127" y="1761"/>
                  </a:lnTo>
                  <a:lnTo>
                    <a:pt x="745" y="1142"/>
                  </a:lnTo>
                  <a:lnTo>
                    <a:pt x="742" y="985"/>
                  </a:lnTo>
                  <a:lnTo>
                    <a:pt x="1728"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09" name="Freeform 239"/>
            <p:cNvSpPr>
              <a:spLocks/>
            </p:cNvSpPr>
            <p:nvPr/>
          </p:nvSpPr>
          <p:spPr bwMode="auto">
            <a:xfrm rot="5400000" flipH="1" flipV="1">
              <a:off x="12035118" y="-3560678"/>
              <a:ext cx="3344863" cy="3662363"/>
            </a:xfrm>
            <a:custGeom>
              <a:avLst/>
              <a:gdLst>
                <a:gd name="T0" fmla="*/ 0 w 2107"/>
                <a:gd name="T1" fmla="*/ 2307 h 2307"/>
                <a:gd name="T2" fmla="*/ 156 w 2107"/>
                <a:gd name="T3" fmla="*/ 2151 h 2307"/>
                <a:gd name="T4" fmla="*/ 161 w 2107"/>
                <a:gd name="T5" fmla="*/ 1959 h 2307"/>
                <a:gd name="T6" fmla="*/ 279 w 2107"/>
                <a:gd name="T7" fmla="*/ 1841 h 2307"/>
                <a:gd name="T8" fmla="*/ 445 w 2107"/>
                <a:gd name="T9" fmla="*/ 1851 h 2307"/>
                <a:gd name="T10" fmla="*/ 1147 w 2107"/>
                <a:gd name="T11" fmla="*/ 1146 h 2307"/>
                <a:gd name="T12" fmla="*/ 1145 w 2107"/>
                <a:gd name="T13" fmla="*/ 964 h 2307"/>
                <a:gd name="T14" fmla="*/ 2107 w 2107"/>
                <a:gd name="T15" fmla="*/ 0 h 23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07" h="2307">
                  <a:moveTo>
                    <a:pt x="0" y="2307"/>
                  </a:moveTo>
                  <a:lnTo>
                    <a:pt x="156" y="2151"/>
                  </a:lnTo>
                  <a:lnTo>
                    <a:pt x="161" y="1959"/>
                  </a:lnTo>
                  <a:lnTo>
                    <a:pt x="279" y="1841"/>
                  </a:lnTo>
                  <a:lnTo>
                    <a:pt x="445" y="1851"/>
                  </a:lnTo>
                  <a:lnTo>
                    <a:pt x="1147" y="1146"/>
                  </a:lnTo>
                  <a:lnTo>
                    <a:pt x="1145" y="964"/>
                  </a:lnTo>
                  <a:lnTo>
                    <a:pt x="2107"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10" name="Freeform 240"/>
            <p:cNvSpPr>
              <a:spLocks/>
            </p:cNvSpPr>
            <p:nvPr/>
          </p:nvSpPr>
          <p:spPr bwMode="auto">
            <a:xfrm rot="5400000" flipH="1" flipV="1">
              <a:off x="12088300" y="-3617035"/>
              <a:ext cx="3524250" cy="3865563"/>
            </a:xfrm>
            <a:custGeom>
              <a:avLst/>
              <a:gdLst>
                <a:gd name="T0" fmla="*/ 2220 w 2220"/>
                <a:gd name="T1" fmla="*/ 0 h 2435"/>
                <a:gd name="T2" fmla="*/ 1256 w 2220"/>
                <a:gd name="T3" fmla="*/ 964 h 2435"/>
                <a:gd name="T4" fmla="*/ 1261 w 2220"/>
                <a:gd name="T5" fmla="*/ 1149 h 2435"/>
                <a:gd name="T6" fmla="*/ 556 w 2220"/>
                <a:gd name="T7" fmla="*/ 1851 h 2435"/>
                <a:gd name="T8" fmla="*/ 398 w 2220"/>
                <a:gd name="T9" fmla="*/ 1848 h 2435"/>
                <a:gd name="T10" fmla="*/ 279 w 2220"/>
                <a:gd name="T11" fmla="*/ 1969 h 2435"/>
                <a:gd name="T12" fmla="*/ 275 w 2220"/>
                <a:gd name="T13" fmla="*/ 2158 h 2435"/>
                <a:gd name="T14" fmla="*/ 0 w 2220"/>
                <a:gd name="T15" fmla="*/ 2435 h 24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0" h="2435">
                  <a:moveTo>
                    <a:pt x="2220" y="0"/>
                  </a:moveTo>
                  <a:lnTo>
                    <a:pt x="1256" y="964"/>
                  </a:lnTo>
                  <a:lnTo>
                    <a:pt x="1261" y="1149"/>
                  </a:lnTo>
                  <a:lnTo>
                    <a:pt x="556" y="1851"/>
                  </a:lnTo>
                  <a:lnTo>
                    <a:pt x="398" y="1848"/>
                  </a:lnTo>
                  <a:lnTo>
                    <a:pt x="279" y="1969"/>
                  </a:lnTo>
                  <a:lnTo>
                    <a:pt x="275" y="2158"/>
                  </a:lnTo>
                  <a:lnTo>
                    <a:pt x="0" y="2435"/>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11" name="Freeform 242"/>
            <p:cNvSpPr>
              <a:spLocks/>
            </p:cNvSpPr>
            <p:nvPr/>
          </p:nvSpPr>
          <p:spPr bwMode="auto">
            <a:xfrm rot="5400000" flipH="1" flipV="1">
              <a:off x="12130369" y="-3657517"/>
              <a:ext cx="4192588" cy="4506913"/>
            </a:xfrm>
            <a:custGeom>
              <a:avLst/>
              <a:gdLst>
                <a:gd name="T0" fmla="*/ 0 w 2641"/>
                <a:gd name="T1" fmla="*/ 2839 h 2839"/>
                <a:gd name="T2" fmla="*/ 690 w 2641"/>
                <a:gd name="T3" fmla="*/ 2149 h 2839"/>
                <a:gd name="T4" fmla="*/ 692 w 2641"/>
                <a:gd name="T5" fmla="*/ 1960 h 2839"/>
                <a:gd name="T6" fmla="*/ 811 w 2641"/>
                <a:gd name="T7" fmla="*/ 1842 h 2839"/>
                <a:gd name="T8" fmla="*/ 976 w 2641"/>
                <a:gd name="T9" fmla="*/ 1849 h 2839"/>
                <a:gd name="T10" fmla="*/ 1681 w 2641"/>
                <a:gd name="T11" fmla="*/ 1147 h 2839"/>
                <a:gd name="T12" fmla="*/ 1676 w 2641"/>
                <a:gd name="T13" fmla="*/ 962 h 2839"/>
                <a:gd name="T14" fmla="*/ 2641 w 2641"/>
                <a:gd name="T15" fmla="*/ 0 h 28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41" h="2839">
                  <a:moveTo>
                    <a:pt x="0" y="2839"/>
                  </a:moveTo>
                  <a:lnTo>
                    <a:pt x="690" y="2149"/>
                  </a:lnTo>
                  <a:lnTo>
                    <a:pt x="692" y="1960"/>
                  </a:lnTo>
                  <a:lnTo>
                    <a:pt x="811" y="1842"/>
                  </a:lnTo>
                  <a:lnTo>
                    <a:pt x="976" y="1849"/>
                  </a:lnTo>
                  <a:lnTo>
                    <a:pt x="1681" y="1147"/>
                  </a:lnTo>
                  <a:lnTo>
                    <a:pt x="1676" y="962"/>
                  </a:lnTo>
                  <a:lnTo>
                    <a:pt x="2641"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12" name="Freeform 243"/>
            <p:cNvSpPr>
              <a:spLocks/>
            </p:cNvSpPr>
            <p:nvPr/>
          </p:nvSpPr>
          <p:spPr bwMode="auto">
            <a:xfrm rot="5400000" flipH="1" flipV="1">
              <a:off x="12100206" y="-3627354"/>
              <a:ext cx="2970213" cy="3119438"/>
            </a:xfrm>
            <a:custGeom>
              <a:avLst/>
              <a:gdLst>
                <a:gd name="T0" fmla="*/ 1871 w 1871"/>
                <a:gd name="T1" fmla="*/ 0 h 1965"/>
                <a:gd name="T2" fmla="*/ 906 w 1871"/>
                <a:gd name="T3" fmla="*/ 962 h 1965"/>
                <a:gd name="T4" fmla="*/ 904 w 1871"/>
                <a:gd name="T5" fmla="*/ 1140 h 1965"/>
                <a:gd name="T6" fmla="*/ 81 w 1871"/>
                <a:gd name="T7" fmla="*/ 1962 h 1965"/>
                <a:gd name="T8" fmla="*/ 0 w 1871"/>
                <a:gd name="T9" fmla="*/ 1965 h 1965"/>
              </a:gdLst>
              <a:ahLst/>
              <a:cxnLst>
                <a:cxn ang="0">
                  <a:pos x="T0" y="T1"/>
                </a:cxn>
                <a:cxn ang="0">
                  <a:pos x="T2" y="T3"/>
                </a:cxn>
                <a:cxn ang="0">
                  <a:pos x="T4" y="T5"/>
                </a:cxn>
                <a:cxn ang="0">
                  <a:pos x="T6" y="T7"/>
                </a:cxn>
                <a:cxn ang="0">
                  <a:pos x="T8" y="T9"/>
                </a:cxn>
              </a:cxnLst>
              <a:rect l="0" t="0" r="r" b="b"/>
              <a:pathLst>
                <a:path w="1871" h="1965">
                  <a:moveTo>
                    <a:pt x="1871" y="0"/>
                  </a:moveTo>
                  <a:lnTo>
                    <a:pt x="906" y="962"/>
                  </a:lnTo>
                  <a:lnTo>
                    <a:pt x="904" y="1140"/>
                  </a:lnTo>
                  <a:lnTo>
                    <a:pt x="81" y="1962"/>
                  </a:lnTo>
                  <a:lnTo>
                    <a:pt x="0" y="1965"/>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13" name="Freeform 244"/>
            <p:cNvSpPr>
              <a:spLocks/>
            </p:cNvSpPr>
            <p:nvPr/>
          </p:nvSpPr>
          <p:spPr bwMode="auto">
            <a:xfrm rot="5400000" flipH="1" flipV="1">
              <a:off x="14561625" y="-705560"/>
              <a:ext cx="152400" cy="150813"/>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14" name="Freeform 245"/>
            <p:cNvSpPr>
              <a:spLocks/>
            </p:cNvSpPr>
            <p:nvPr/>
          </p:nvSpPr>
          <p:spPr bwMode="auto">
            <a:xfrm rot="5400000" flipH="1" flipV="1">
              <a:off x="14185387" y="-989723"/>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15" name="Freeform 246"/>
            <p:cNvSpPr>
              <a:spLocks/>
            </p:cNvSpPr>
            <p:nvPr/>
          </p:nvSpPr>
          <p:spPr bwMode="auto">
            <a:xfrm rot="5400000" flipH="1" flipV="1">
              <a:off x="15071212" y="-659523"/>
              <a:ext cx="153988" cy="149225"/>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16" name="Freeform 247"/>
            <p:cNvSpPr>
              <a:spLocks/>
            </p:cNvSpPr>
            <p:nvPr/>
          </p:nvSpPr>
          <p:spPr bwMode="auto">
            <a:xfrm rot="5400000" flipH="1" flipV="1">
              <a:off x="14125856" y="-1155617"/>
              <a:ext cx="153988" cy="150813"/>
            </a:xfrm>
            <a:custGeom>
              <a:avLst/>
              <a:gdLst>
                <a:gd name="T0" fmla="*/ 7 w 41"/>
                <a:gd name="T1" fmla="*/ 7 h 40"/>
                <a:gd name="T2" fmla="*/ 34 w 41"/>
                <a:gd name="T3" fmla="*/ 7 h 40"/>
                <a:gd name="T4" fmla="*/ 34 w 41"/>
                <a:gd name="T5" fmla="*/ 33 h 40"/>
                <a:gd name="T6" fmla="*/ 7 w 41"/>
                <a:gd name="T7" fmla="*/ 33 h 40"/>
                <a:gd name="T8" fmla="*/ 7 w 41"/>
                <a:gd name="T9" fmla="*/ 7 h 40"/>
              </a:gdLst>
              <a:ahLst/>
              <a:cxnLst>
                <a:cxn ang="0">
                  <a:pos x="T0" y="T1"/>
                </a:cxn>
                <a:cxn ang="0">
                  <a:pos x="T2" y="T3"/>
                </a:cxn>
                <a:cxn ang="0">
                  <a:pos x="T4" y="T5"/>
                </a:cxn>
                <a:cxn ang="0">
                  <a:pos x="T6" y="T7"/>
                </a:cxn>
                <a:cxn ang="0">
                  <a:pos x="T8" y="T9"/>
                </a:cxn>
              </a:cxnLst>
              <a:rect l="0" t="0" r="r" b="b"/>
              <a:pathLst>
                <a:path w="41" h="40">
                  <a:moveTo>
                    <a:pt x="7" y="7"/>
                  </a:moveTo>
                  <a:cubicBezTo>
                    <a:pt x="15" y="0"/>
                    <a:pt x="26" y="0"/>
                    <a:pt x="34" y="7"/>
                  </a:cubicBezTo>
                  <a:cubicBezTo>
                    <a:pt x="41" y="14"/>
                    <a:pt x="41" y="26"/>
                    <a:pt x="34" y="33"/>
                  </a:cubicBezTo>
                  <a:cubicBezTo>
                    <a:pt x="26" y="40"/>
                    <a:pt x="15" y="40"/>
                    <a:pt x="7" y="33"/>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17" name="Freeform 248"/>
            <p:cNvSpPr>
              <a:spLocks/>
            </p:cNvSpPr>
            <p:nvPr/>
          </p:nvSpPr>
          <p:spPr bwMode="auto">
            <a:xfrm rot="5400000" flipH="1" flipV="1">
              <a:off x="14311593" y="-827003"/>
              <a:ext cx="250825" cy="250825"/>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18" name="Freeform 249"/>
            <p:cNvSpPr>
              <a:spLocks/>
            </p:cNvSpPr>
            <p:nvPr/>
          </p:nvSpPr>
          <p:spPr bwMode="auto">
            <a:xfrm rot="5400000" flipH="1" flipV="1">
              <a:off x="14360806" y="-777791"/>
              <a:ext cx="153988" cy="153988"/>
            </a:xfrm>
            <a:custGeom>
              <a:avLst/>
              <a:gdLst>
                <a:gd name="T0" fmla="*/ 34 w 41"/>
                <a:gd name="T1" fmla="*/ 34 h 41"/>
                <a:gd name="T2" fmla="*/ 7 w 41"/>
                <a:gd name="T3" fmla="*/ 34 h 41"/>
                <a:gd name="T4" fmla="*/ 7 w 41"/>
                <a:gd name="T5" fmla="*/ 7 h 41"/>
                <a:gd name="T6" fmla="*/ 34 w 41"/>
                <a:gd name="T7" fmla="*/ 7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7" y="34"/>
                  </a:cubicBezTo>
                  <a:cubicBezTo>
                    <a:pt x="0" y="26"/>
                    <a:pt x="0" y="14"/>
                    <a:pt x="7" y="7"/>
                  </a:cubicBezTo>
                  <a:cubicBezTo>
                    <a:pt x="15" y="0"/>
                    <a:pt x="27" y="0"/>
                    <a:pt x="34" y="7"/>
                  </a:cubicBezTo>
                  <a:cubicBezTo>
                    <a:pt x="41" y="14"/>
                    <a:pt x="41" y="26"/>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19" name="Freeform 250"/>
            <p:cNvSpPr>
              <a:spLocks/>
            </p:cNvSpPr>
            <p:nvPr/>
          </p:nvSpPr>
          <p:spPr bwMode="auto">
            <a:xfrm rot="5400000" flipH="1" flipV="1">
              <a:off x="10663518" y="-650791"/>
              <a:ext cx="250825" cy="250825"/>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20" name="Freeform 251"/>
            <p:cNvSpPr>
              <a:spLocks/>
            </p:cNvSpPr>
            <p:nvPr/>
          </p:nvSpPr>
          <p:spPr bwMode="auto">
            <a:xfrm rot="5400000" flipH="1" flipV="1">
              <a:off x="10712731" y="-601579"/>
              <a:ext cx="153988" cy="153988"/>
            </a:xfrm>
            <a:custGeom>
              <a:avLst/>
              <a:gdLst>
                <a:gd name="T0" fmla="*/ 34 w 41"/>
                <a:gd name="T1" fmla="*/ 34 h 41"/>
                <a:gd name="T2" fmla="*/ 7 w 41"/>
                <a:gd name="T3" fmla="*/ 34 h 41"/>
                <a:gd name="T4" fmla="*/ 7 w 41"/>
                <a:gd name="T5" fmla="*/ 8 h 41"/>
                <a:gd name="T6" fmla="*/ 34 w 41"/>
                <a:gd name="T7" fmla="*/ 8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7" y="34"/>
                  </a:cubicBezTo>
                  <a:cubicBezTo>
                    <a:pt x="0" y="27"/>
                    <a:pt x="0" y="15"/>
                    <a:pt x="7" y="8"/>
                  </a:cubicBezTo>
                  <a:cubicBezTo>
                    <a:pt x="15" y="0"/>
                    <a:pt x="27" y="0"/>
                    <a:pt x="34" y="8"/>
                  </a:cubicBezTo>
                  <a:cubicBezTo>
                    <a:pt x="41" y="15"/>
                    <a:pt x="41" y="27"/>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21" name="Freeform 252"/>
            <p:cNvSpPr>
              <a:spLocks/>
            </p:cNvSpPr>
            <p:nvPr/>
          </p:nvSpPr>
          <p:spPr bwMode="auto">
            <a:xfrm rot="5400000" flipH="1" flipV="1">
              <a:off x="10048362" y="-1011947"/>
              <a:ext cx="250825" cy="252413"/>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22" name="Freeform 253"/>
            <p:cNvSpPr>
              <a:spLocks/>
            </p:cNvSpPr>
            <p:nvPr/>
          </p:nvSpPr>
          <p:spPr bwMode="auto">
            <a:xfrm rot="5400000" flipH="1" flipV="1">
              <a:off x="10096781" y="-961941"/>
              <a:ext cx="153988" cy="153988"/>
            </a:xfrm>
            <a:custGeom>
              <a:avLst/>
              <a:gdLst>
                <a:gd name="T0" fmla="*/ 34 w 41"/>
                <a:gd name="T1" fmla="*/ 34 h 41"/>
                <a:gd name="T2" fmla="*/ 7 w 41"/>
                <a:gd name="T3" fmla="*/ 34 h 41"/>
                <a:gd name="T4" fmla="*/ 7 w 41"/>
                <a:gd name="T5" fmla="*/ 8 h 41"/>
                <a:gd name="T6" fmla="*/ 34 w 41"/>
                <a:gd name="T7" fmla="*/ 8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7" y="41"/>
                    <a:pt x="15" y="41"/>
                    <a:pt x="7" y="34"/>
                  </a:cubicBezTo>
                  <a:cubicBezTo>
                    <a:pt x="0" y="27"/>
                    <a:pt x="0" y="15"/>
                    <a:pt x="7" y="8"/>
                  </a:cubicBezTo>
                  <a:cubicBezTo>
                    <a:pt x="15" y="0"/>
                    <a:pt x="27" y="0"/>
                    <a:pt x="34" y="8"/>
                  </a:cubicBezTo>
                  <a:cubicBezTo>
                    <a:pt x="41" y="15"/>
                    <a:pt x="41" y="27"/>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23" name="Freeform 254"/>
            <p:cNvSpPr>
              <a:spLocks/>
            </p:cNvSpPr>
            <p:nvPr/>
          </p:nvSpPr>
          <p:spPr bwMode="auto">
            <a:xfrm rot="5400000" flipH="1" flipV="1">
              <a:off x="11958918" y="749384"/>
              <a:ext cx="250825" cy="250825"/>
            </a:xfrm>
            <a:custGeom>
              <a:avLst/>
              <a:gdLst>
                <a:gd name="T0" fmla="*/ 55 w 67"/>
                <a:gd name="T1" fmla="*/ 55 h 67"/>
                <a:gd name="T2" fmla="*/ 12 w 67"/>
                <a:gd name="T3" fmla="*/ 55 h 67"/>
                <a:gd name="T4" fmla="*/ 12 w 67"/>
                <a:gd name="T5" fmla="*/ 12 h 67"/>
                <a:gd name="T6" fmla="*/ 55 w 67"/>
                <a:gd name="T7" fmla="*/ 12 h 67"/>
                <a:gd name="T8" fmla="*/ 55 w 67"/>
                <a:gd name="T9" fmla="*/ 55 h 67"/>
              </a:gdLst>
              <a:ahLst/>
              <a:cxnLst>
                <a:cxn ang="0">
                  <a:pos x="T0" y="T1"/>
                </a:cxn>
                <a:cxn ang="0">
                  <a:pos x="T2" y="T3"/>
                </a:cxn>
                <a:cxn ang="0">
                  <a:pos x="T4" y="T5"/>
                </a:cxn>
                <a:cxn ang="0">
                  <a:pos x="T6" y="T7"/>
                </a:cxn>
                <a:cxn ang="0">
                  <a:pos x="T8" y="T9"/>
                </a:cxn>
              </a:cxnLst>
              <a:rect l="0" t="0" r="r" b="b"/>
              <a:pathLst>
                <a:path w="67" h="67">
                  <a:moveTo>
                    <a:pt x="55" y="55"/>
                  </a:moveTo>
                  <a:cubicBezTo>
                    <a:pt x="43" y="67"/>
                    <a:pt x="24" y="67"/>
                    <a:pt x="12" y="55"/>
                  </a:cubicBezTo>
                  <a:cubicBezTo>
                    <a:pt x="0" y="43"/>
                    <a:pt x="0" y="24"/>
                    <a:pt x="12" y="12"/>
                  </a:cubicBezTo>
                  <a:cubicBezTo>
                    <a:pt x="24" y="0"/>
                    <a:pt x="43" y="0"/>
                    <a:pt x="55" y="12"/>
                  </a:cubicBezTo>
                  <a:cubicBezTo>
                    <a:pt x="67" y="24"/>
                    <a:pt x="67" y="43"/>
                    <a:pt x="55" y="55"/>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24" name="Freeform 255"/>
            <p:cNvSpPr>
              <a:spLocks/>
            </p:cNvSpPr>
            <p:nvPr/>
          </p:nvSpPr>
          <p:spPr bwMode="auto">
            <a:xfrm rot="5400000" flipH="1" flipV="1">
              <a:off x="12006543" y="798596"/>
              <a:ext cx="153988" cy="153988"/>
            </a:xfrm>
            <a:custGeom>
              <a:avLst/>
              <a:gdLst>
                <a:gd name="T0" fmla="*/ 34 w 41"/>
                <a:gd name="T1" fmla="*/ 34 h 41"/>
                <a:gd name="T2" fmla="*/ 7 w 41"/>
                <a:gd name="T3" fmla="*/ 34 h 41"/>
                <a:gd name="T4" fmla="*/ 7 w 41"/>
                <a:gd name="T5" fmla="*/ 8 h 41"/>
                <a:gd name="T6" fmla="*/ 34 w 41"/>
                <a:gd name="T7" fmla="*/ 8 h 41"/>
                <a:gd name="T8" fmla="*/ 34 w 41"/>
                <a:gd name="T9" fmla="*/ 34 h 41"/>
              </a:gdLst>
              <a:ahLst/>
              <a:cxnLst>
                <a:cxn ang="0">
                  <a:pos x="T0" y="T1"/>
                </a:cxn>
                <a:cxn ang="0">
                  <a:pos x="T2" y="T3"/>
                </a:cxn>
                <a:cxn ang="0">
                  <a:pos x="T4" y="T5"/>
                </a:cxn>
                <a:cxn ang="0">
                  <a:pos x="T6" y="T7"/>
                </a:cxn>
                <a:cxn ang="0">
                  <a:pos x="T8" y="T9"/>
                </a:cxn>
              </a:cxnLst>
              <a:rect l="0" t="0" r="r" b="b"/>
              <a:pathLst>
                <a:path w="41" h="41">
                  <a:moveTo>
                    <a:pt x="34" y="34"/>
                  </a:moveTo>
                  <a:cubicBezTo>
                    <a:pt x="26" y="41"/>
                    <a:pt x="14" y="41"/>
                    <a:pt x="7" y="34"/>
                  </a:cubicBezTo>
                  <a:cubicBezTo>
                    <a:pt x="0" y="27"/>
                    <a:pt x="0" y="15"/>
                    <a:pt x="7" y="8"/>
                  </a:cubicBezTo>
                  <a:cubicBezTo>
                    <a:pt x="14" y="0"/>
                    <a:pt x="26" y="0"/>
                    <a:pt x="34" y="8"/>
                  </a:cubicBezTo>
                  <a:cubicBezTo>
                    <a:pt x="41" y="15"/>
                    <a:pt x="41" y="27"/>
                    <a:pt x="3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25" name="Freeform 256"/>
            <p:cNvSpPr>
              <a:spLocks/>
            </p:cNvSpPr>
            <p:nvPr/>
          </p:nvSpPr>
          <p:spPr bwMode="auto">
            <a:xfrm rot="5400000" flipH="1" flipV="1">
              <a:off x="12081949" y="3421941"/>
              <a:ext cx="252413" cy="250825"/>
            </a:xfrm>
            <a:custGeom>
              <a:avLst/>
              <a:gdLst>
                <a:gd name="T0" fmla="*/ 12 w 67"/>
                <a:gd name="T1" fmla="*/ 12 h 67"/>
                <a:gd name="T2" fmla="*/ 55 w 67"/>
                <a:gd name="T3" fmla="*/ 12 h 67"/>
                <a:gd name="T4" fmla="*/ 55 w 67"/>
                <a:gd name="T5" fmla="*/ 55 h 67"/>
                <a:gd name="T6" fmla="*/ 12 w 67"/>
                <a:gd name="T7" fmla="*/ 55 h 67"/>
                <a:gd name="T8" fmla="*/ 12 w 67"/>
                <a:gd name="T9" fmla="*/ 12 h 67"/>
              </a:gdLst>
              <a:ahLst/>
              <a:cxnLst>
                <a:cxn ang="0">
                  <a:pos x="T0" y="T1"/>
                </a:cxn>
                <a:cxn ang="0">
                  <a:pos x="T2" y="T3"/>
                </a:cxn>
                <a:cxn ang="0">
                  <a:pos x="T4" y="T5"/>
                </a:cxn>
                <a:cxn ang="0">
                  <a:pos x="T6" y="T7"/>
                </a:cxn>
                <a:cxn ang="0">
                  <a:pos x="T8" y="T9"/>
                </a:cxn>
              </a:cxnLst>
              <a:rect l="0" t="0" r="r" b="b"/>
              <a:pathLst>
                <a:path w="67" h="67">
                  <a:moveTo>
                    <a:pt x="12" y="12"/>
                  </a:moveTo>
                  <a:cubicBezTo>
                    <a:pt x="24" y="0"/>
                    <a:pt x="43" y="0"/>
                    <a:pt x="55" y="12"/>
                  </a:cubicBezTo>
                  <a:cubicBezTo>
                    <a:pt x="67" y="24"/>
                    <a:pt x="67" y="43"/>
                    <a:pt x="55" y="55"/>
                  </a:cubicBezTo>
                  <a:cubicBezTo>
                    <a:pt x="43" y="67"/>
                    <a:pt x="24"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26" name="Freeform 257"/>
            <p:cNvSpPr>
              <a:spLocks/>
            </p:cNvSpPr>
            <p:nvPr/>
          </p:nvSpPr>
          <p:spPr bwMode="auto">
            <a:xfrm rot="5400000" flipH="1" flipV="1">
              <a:off x="12130368" y="3470359"/>
              <a:ext cx="153988"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6"/>
                    <a:pt x="33" y="34"/>
                  </a:cubicBezTo>
                  <a:cubicBezTo>
                    <a:pt x="26" y="41"/>
                    <a:pt x="14" y="41"/>
                    <a:pt x="7" y="34"/>
                  </a:cubicBezTo>
                  <a:cubicBezTo>
                    <a:pt x="0" y="26"/>
                    <a:pt x="0" y="15"/>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27" name="Freeform 258"/>
            <p:cNvSpPr>
              <a:spLocks/>
            </p:cNvSpPr>
            <p:nvPr/>
          </p:nvSpPr>
          <p:spPr bwMode="auto">
            <a:xfrm rot="5400000" flipH="1" flipV="1">
              <a:off x="14353662" y="4845929"/>
              <a:ext cx="252413" cy="247650"/>
            </a:xfrm>
            <a:custGeom>
              <a:avLst/>
              <a:gdLst>
                <a:gd name="T0" fmla="*/ 12 w 67"/>
                <a:gd name="T1" fmla="*/ 11 h 66"/>
                <a:gd name="T2" fmla="*/ 55 w 67"/>
                <a:gd name="T3" fmla="*/ 11 h 66"/>
                <a:gd name="T4" fmla="*/ 55 w 67"/>
                <a:gd name="T5" fmla="*/ 54 h 66"/>
                <a:gd name="T6" fmla="*/ 12 w 67"/>
                <a:gd name="T7" fmla="*/ 54 h 66"/>
                <a:gd name="T8" fmla="*/ 12 w 67"/>
                <a:gd name="T9" fmla="*/ 11 h 66"/>
              </a:gdLst>
              <a:ahLst/>
              <a:cxnLst>
                <a:cxn ang="0">
                  <a:pos x="T0" y="T1"/>
                </a:cxn>
                <a:cxn ang="0">
                  <a:pos x="T2" y="T3"/>
                </a:cxn>
                <a:cxn ang="0">
                  <a:pos x="T4" y="T5"/>
                </a:cxn>
                <a:cxn ang="0">
                  <a:pos x="T6" y="T7"/>
                </a:cxn>
                <a:cxn ang="0">
                  <a:pos x="T8" y="T9"/>
                </a:cxn>
              </a:cxnLst>
              <a:rect l="0" t="0" r="r" b="b"/>
              <a:pathLst>
                <a:path w="67" h="66">
                  <a:moveTo>
                    <a:pt x="12" y="11"/>
                  </a:moveTo>
                  <a:cubicBezTo>
                    <a:pt x="24" y="0"/>
                    <a:pt x="43" y="0"/>
                    <a:pt x="55" y="11"/>
                  </a:cubicBezTo>
                  <a:cubicBezTo>
                    <a:pt x="66" y="23"/>
                    <a:pt x="67" y="42"/>
                    <a:pt x="55" y="54"/>
                  </a:cubicBezTo>
                  <a:cubicBezTo>
                    <a:pt x="43" y="66"/>
                    <a:pt x="24" y="66"/>
                    <a:pt x="12" y="54"/>
                  </a:cubicBezTo>
                  <a:cubicBezTo>
                    <a:pt x="0" y="42"/>
                    <a:pt x="0" y="23"/>
                    <a:pt x="12" y="11"/>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28" name="Freeform 259"/>
            <p:cNvSpPr>
              <a:spLocks/>
            </p:cNvSpPr>
            <p:nvPr/>
          </p:nvSpPr>
          <p:spPr bwMode="auto">
            <a:xfrm rot="5400000" flipH="1" flipV="1">
              <a:off x="14402081" y="4892759"/>
              <a:ext cx="153988" cy="153988"/>
            </a:xfrm>
            <a:custGeom>
              <a:avLst/>
              <a:gdLst>
                <a:gd name="T0" fmla="*/ 7 w 41"/>
                <a:gd name="T1" fmla="*/ 8 h 41"/>
                <a:gd name="T2" fmla="*/ 33 w 41"/>
                <a:gd name="T3" fmla="*/ 8 h 41"/>
                <a:gd name="T4" fmla="*/ 33 w 41"/>
                <a:gd name="T5" fmla="*/ 34 h 41"/>
                <a:gd name="T6" fmla="*/ 7 w 41"/>
                <a:gd name="T7" fmla="*/ 34 h 41"/>
                <a:gd name="T8" fmla="*/ 7 w 41"/>
                <a:gd name="T9" fmla="*/ 8 h 41"/>
              </a:gdLst>
              <a:ahLst/>
              <a:cxnLst>
                <a:cxn ang="0">
                  <a:pos x="T0" y="T1"/>
                </a:cxn>
                <a:cxn ang="0">
                  <a:pos x="T2" y="T3"/>
                </a:cxn>
                <a:cxn ang="0">
                  <a:pos x="T4" y="T5"/>
                </a:cxn>
                <a:cxn ang="0">
                  <a:pos x="T6" y="T7"/>
                </a:cxn>
                <a:cxn ang="0">
                  <a:pos x="T8" y="T9"/>
                </a:cxn>
              </a:cxnLst>
              <a:rect l="0" t="0" r="r" b="b"/>
              <a:pathLst>
                <a:path w="41" h="41">
                  <a:moveTo>
                    <a:pt x="7" y="8"/>
                  </a:moveTo>
                  <a:cubicBezTo>
                    <a:pt x="14" y="0"/>
                    <a:pt x="26" y="0"/>
                    <a:pt x="33" y="8"/>
                  </a:cubicBezTo>
                  <a:cubicBezTo>
                    <a:pt x="41" y="15"/>
                    <a:pt x="41" y="27"/>
                    <a:pt x="33" y="34"/>
                  </a:cubicBezTo>
                  <a:cubicBezTo>
                    <a:pt x="26" y="41"/>
                    <a:pt x="14" y="41"/>
                    <a:pt x="7" y="34"/>
                  </a:cubicBezTo>
                  <a:cubicBezTo>
                    <a:pt x="0" y="27"/>
                    <a:pt x="0" y="15"/>
                    <a:pt x="7"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29" name="Freeform 260"/>
            <p:cNvSpPr>
              <a:spLocks/>
            </p:cNvSpPr>
            <p:nvPr/>
          </p:nvSpPr>
          <p:spPr bwMode="auto">
            <a:xfrm rot="5400000" flipH="1" flipV="1">
              <a:off x="11106431" y="2213059"/>
              <a:ext cx="250825" cy="250825"/>
            </a:xfrm>
            <a:custGeom>
              <a:avLst/>
              <a:gdLst>
                <a:gd name="T0" fmla="*/ 12 w 67"/>
                <a:gd name="T1" fmla="*/ 12 h 67"/>
                <a:gd name="T2" fmla="*/ 55 w 67"/>
                <a:gd name="T3" fmla="*/ 12 h 67"/>
                <a:gd name="T4" fmla="*/ 55 w 67"/>
                <a:gd name="T5" fmla="*/ 55 h 67"/>
                <a:gd name="T6" fmla="*/ 12 w 67"/>
                <a:gd name="T7" fmla="*/ 55 h 67"/>
                <a:gd name="T8" fmla="*/ 12 w 67"/>
                <a:gd name="T9" fmla="*/ 12 h 67"/>
              </a:gdLst>
              <a:ahLst/>
              <a:cxnLst>
                <a:cxn ang="0">
                  <a:pos x="T0" y="T1"/>
                </a:cxn>
                <a:cxn ang="0">
                  <a:pos x="T2" y="T3"/>
                </a:cxn>
                <a:cxn ang="0">
                  <a:pos x="T4" y="T5"/>
                </a:cxn>
                <a:cxn ang="0">
                  <a:pos x="T6" y="T7"/>
                </a:cxn>
                <a:cxn ang="0">
                  <a:pos x="T8" y="T9"/>
                </a:cxn>
              </a:cxnLst>
              <a:rect l="0" t="0" r="r" b="b"/>
              <a:pathLst>
                <a:path w="67" h="67">
                  <a:moveTo>
                    <a:pt x="12" y="12"/>
                  </a:moveTo>
                  <a:cubicBezTo>
                    <a:pt x="24" y="0"/>
                    <a:pt x="43" y="0"/>
                    <a:pt x="55" y="12"/>
                  </a:cubicBezTo>
                  <a:cubicBezTo>
                    <a:pt x="67" y="24"/>
                    <a:pt x="67" y="43"/>
                    <a:pt x="55" y="55"/>
                  </a:cubicBezTo>
                  <a:cubicBezTo>
                    <a:pt x="43" y="67"/>
                    <a:pt x="24" y="67"/>
                    <a:pt x="12" y="55"/>
                  </a:cubicBezTo>
                  <a:cubicBezTo>
                    <a:pt x="0" y="43"/>
                    <a:pt x="0" y="24"/>
                    <a:pt x="12" y="12"/>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30" name="Freeform 261"/>
            <p:cNvSpPr>
              <a:spLocks/>
            </p:cNvSpPr>
            <p:nvPr/>
          </p:nvSpPr>
          <p:spPr bwMode="auto">
            <a:xfrm rot="5400000" flipH="1" flipV="1">
              <a:off x="11155643" y="2262271"/>
              <a:ext cx="153988" cy="153988"/>
            </a:xfrm>
            <a:custGeom>
              <a:avLst/>
              <a:gdLst>
                <a:gd name="T0" fmla="*/ 7 w 41"/>
                <a:gd name="T1" fmla="*/ 7 h 41"/>
                <a:gd name="T2" fmla="*/ 34 w 41"/>
                <a:gd name="T3" fmla="*/ 7 h 41"/>
                <a:gd name="T4" fmla="*/ 34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5" y="0"/>
                    <a:pt x="27" y="0"/>
                    <a:pt x="34" y="7"/>
                  </a:cubicBezTo>
                  <a:cubicBezTo>
                    <a:pt x="41" y="14"/>
                    <a:pt x="41" y="26"/>
                    <a:pt x="34" y="34"/>
                  </a:cubicBezTo>
                  <a:cubicBezTo>
                    <a:pt x="27" y="41"/>
                    <a:pt x="15" y="41"/>
                    <a:pt x="7" y="34"/>
                  </a:cubicBezTo>
                  <a:cubicBezTo>
                    <a:pt x="0" y="26"/>
                    <a:pt x="0" y="14"/>
                    <a:pt x="7"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31" name="Freeform 262"/>
            <p:cNvSpPr>
              <a:spLocks/>
            </p:cNvSpPr>
            <p:nvPr/>
          </p:nvSpPr>
          <p:spPr bwMode="auto">
            <a:xfrm rot="5400000" flipH="1" flipV="1">
              <a:off x="6333612" y="-3385260"/>
              <a:ext cx="3719513" cy="4000500"/>
            </a:xfrm>
            <a:custGeom>
              <a:avLst/>
              <a:gdLst>
                <a:gd name="T0" fmla="*/ 0 w 2343"/>
                <a:gd name="T1" fmla="*/ 2431 h 2520"/>
                <a:gd name="T2" fmla="*/ 87 w 2343"/>
                <a:gd name="T3" fmla="*/ 2516 h 2520"/>
                <a:gd name="T4" fmla="*/ 198 w 2343"/>
                <a:gd name="T5" fmla="*/ 2520 h 2520"/>
                <a:gd name="T6" fmla="*/ 373 w 2343"/>
                <a:gd name="T7" fmla="*/ 2343 h 2520"/>
                <a:gd name="T8" fmla="*/ 373 w 2343"/>
                <a:gd name="T9" fmla="*/ 1970 h 2520"/>
                <a:gd name="T10" fmla="*/ 2343 w 2343"/>
                <a:gd name="T11" fmla="*/ 0 h 2520"/>
              </a:gdLst>
              <a:ahLst/>
              <a:cxnLst>
                <a:cxn ang="0">
                  <a:pos x="T0" y="T1"/>
                </a:cxn>
                <a:cxn ang="0">
                  <a:pos x="T2" y="T3"/>
                </a:cxn>
                <a:cxn ang="0">
                  <a:pos x="T4" y="T5"/>
                </a:cxn>
                <a:cxn ang="0">
                  <a:pos x="T6" y="T7"/>
                </a:cxn>
                <a:cxn ang="0">
                  <a:pos x="T8" y="T9"/>
                </a:cxn>
                <a:cxn ang="0">
                  <a:pos x="T10" y="T11"/>
                </a:cxn>
              </a:cxnLst>
              <a:rect l="0" t="0" r="r" b="b"/>
              <a:pathLst>
                <a:path w="2343" h="2520">
                  <a:moveTo>
                    <a:pt x="0" y="2431"/>
                  </a:moveTo>
                  <a:lnTo>
                    <a:pt x="87" y="2516"/>
                  </a:lnTo>
                  <a:lnTo>
                    <a:pt x="198" y="2520"/>
                  </a:lnTo>
                  <a:lnTo>
                    <a:pt x="373" y="2343"/>
                  </a:lnTo>
                  <a:lnTo>
                    <a:pt x="373" y="1970"/>
                  </a:lnTo>
                  <a:lnTo>
                    <a:pt x="2343"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32" name="Freeform 263"/>
            <p:cNvSpPr>
              <a:spLocks/>
            </p:cNvSpPr>
            <p:nvPr/>
          </p:nvSpPr>
          <p:spPr bwMode="auto">
            <a:xfrm rot="5400000" flipH="1" flipV="1">
              <a:off x="6155018" y="-3627354"/>
              <a:ext cx="3649663" cy="4129088"/>
            </a:xfrm>
            <a:custGeom>
              <a:avLst/>
              <a:gdLst>
                <a:gd name="T0" fmla="*/ 0 w 2299"/>
                <a:gd name="T1" fmla="*/ 2598 h 2601"/>
                <a:gd name="T2" fmla="*/ 78 w 2299"/>
                <a:gd name="T3" fmla="*/ 2601 h 2601"/>
                <a:gd name="T4" fmla="*/ 201 w 2299"/>
                <a:gd name="T5" fmla="*/ 2478 h 2601"/>
                <a:gd name="T6" fmla="*/ 201 w 2299"/>
                <a:gd name="T7" fmla="*/ 2097 h 2601"/>
                <a:gd name="T8" fmla="*/ 2299 w 2299"/>
                <a:gd name="T9" fmla="*/ 0 h 2601"/>
              </a:gdLst>
              <a:ahLst/>
              <a:cxnLst>
                <a:cxn ang="0">
                  <a:pos x="T0" y="T1"/>
                </a:cxn>
                <a:cxn ang="0">
                  <a:pos x="T2" y="T3"/>
                </a:cxn>
                <a:cxn ang="0">
                  <a:pos x="T4" y="T5"/>
                </a:cxn>
                <a:cxn ang="0">
                  <a:pos x="T6" y="T7"/>
                </a:cxn>
                <a:cxn ang="0">
                  <a:pos x="T8" y="T9"/>
                </a:cxn>
              </a:cxnLst>
              <a:rect l="0" t="0" r="r" b="b"/>
              <a:pathLst>
                <a:path w="2299" h="2601">
                  <a:moveTo>
                    <a:pt x="0" y="2598"/>
                  </a:moveTo>
                  <a:lnTo>
                    <a:pt x="78" y="2601"/>
                  </a:lnTo>
                  <a:lnTo>
                    <a:pt x="201" y="2478"/>
                  </a:lnTo>
                  <a:lnTo>
                    <a:pt x="201" y="2097"/>
                  </a:lnTo>
                  <a:lnTo>
                    <a:pt x="229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33" name="Freeform 264"/>
            <p:cNvSpPr>
              <a:spLocks/>
            </p:cNvSpPr>
            <p:nvPr/>
          </p:nvSpPr>
          <p:spPr bwMode="auto">
            <a:xfrm rot="5400000" flipH="1" flipV="1">
              <a:off x="9980893" y="196934"/>
              <a:ext cx="153988" cy="153988"/>
            </a:xfrm>
            <a:custGeom>
              <a:avLst/>
              <a:gdLst>
                <a:gd name="T0" fmla="*/ 8 w 41"/>
                <a:gd name="T1" fmla="*/ 8 h 41"/>
                <a:gd name="T2" fmla="*/ 8 w 41"/>
                <a:gd name="T3" fmla="*/ 34 h 41"/>
                <a:gd name="T4" fmla="*/ 34 w 41"/>
                <a:gd name="T5" fmla="*/ 34 h 41"/>
                <a:gd name="T6" fmla="*/ 34 w 41"/>
                <a:gd name="T7" fmla="*/ 8 h 41"/>
                <a:gd name="T8" fmla="*/ 8 w 41"/>
                <a:gd name="T9" fmla="*/ 8 h 41"/>
              </a:gdLst>
              <a:ahLst/>
              <a:cxnLst>
                <a:cxn ang="0">
                  <a:pos x="T0" y="T1"/>
                </a:cxn>
                <a:cxn ang="0">
                  <a:pos x="T2" y="T3"/>
                </a:cxn>
                <a:cxn ang="0">
                  <a:pos x="T4" y="T5"/>
                </a:cxn>
                <a:cxn ang="0">
                  <a:pos x="T6" y="T7"/>
                </a:cxn>
                <a:cxn ang="0">
                  <a:pos x="T8" y="T9"/>
                </a:cxn>
              </a:cxnLst>
              <a:rect l="0" t="0" r="r" b="b"/>
              <a:pathLst>
                <a:path w="41" h="41">
                  <a:moveTo>
                    <a:pt x="8" y="8"/>
                  </a:moveTo>
                  <a:cubicBezTo>
                    <a:pt x="0" y="15"/>
                    <a:pt x="0" y="27"/>
                    <a:pt x="8" y="34"/>
                  </a:cubicBezTo>
                  <a:cubicBezTo>
                    <a:pt x="15" y="41"/>
                    <a:pt x="27" y="41"/>
                    <a:pt x="34" y="34"/>
                  </a:cubicBezTo>
                  <a:cubicBezTo>
                    <a:pt x="41" y="27"/>
                    <a:pt x="41" y="15"/>
                    <a:pt x="34" y="8"/>
                  </a:cubicBezTo>
                  <a:cubicBezTo>
                    <a:pt x="27" y="0"/>
                    <a:pt x="15" y="0"/>
                    <a:pt x="8" y="8"/>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sp>
          <p:nvSpPr>
            <p:cNvPr id="534" name="Freeform 135"/>
            <p:cNvSpPr>
              <a:spLocks/>
            </p:cNvSpPr>
            <p:nvPr/>
          </p:nvSpPr>
          <p:spPr bwMode="auto">
            <a:xfrm rot="5400000" flipH="1" flipV="1">
              <a:off x="10495212" y="4034717"/>
              <a:ext cx="152400" cy="153988"/>
            </a:xfrm>
            <a:custGeom>
              <a:avLst/>
              <a:gdLst>
                <a:gd name="T0" fmla="*/ 7 w 41"/>
                <a:gd name="T1" fmla="*/ 7 h 41"/>
                <a:gd name="T2" fmla="*/ 33 w 41"/>
                <a:gd name="T3" fmla="*/ 7 h 41"/>
                <a:gd name="T4" fmla="*/ 33 w 41"/>
                <a:gd name="T5" fmla="*/ 34 h 41"/>
                <a:gd name="T6" fmla="*/ 7 w 41"/>
                <a:gd name="T7" fmla="*/ 34 h 41"/>
                <a:gd name="T8" fmla="*/ 7 w 41"/>
                <a:gd name="T9" fmla="*/ 7 h 41"/>
              </a:gdLst>
              <a:ahLst/>
              <a:cxnLst>
                <a:cxn ang="0">
                  <a:pos x="T0" y="T1"/>
                </a:cxn>
                <a:cxn ang="0">
                  <a:pos x="T2" y="T3"/>
                </a:cxn>
                <a:cxn ang="0">
                  <a:pos x="T4" y="T5"/>
                </a:cxn>
                <a:cxn ang="0">
                  <a:pos x="T6" y="T7"/>
                </a:cxn>
                <a:cxn ang="0">
                  <a:pos x="T8" y="T9"/>
                </a:cxn>
              </a:cxnLst>
              <a:rect l="0" t="0" r="r" b="b"/>
              <a:pathLst>
                <a:path w="41" h="41">
                  <a:moveTo>
                    <a:pt x="7" y="7"/>
                  </a:moveTo>
                  <a:cubicBezTo>
                    <a:pt x="14" y="0"/>
                    <a:pt x="26" y="0"/>
                    <a:pt x="33" y="7"/>
                  </a:cubicBezTo>
                  <a:cubicBezTo>
                    <a:pt x="41" y="15"/>
                    <a:pt x="41" y="27"/>
                    <a:pt x="33" y="34"/>
                  </a:cubicBezTo>
                  <a:cubicBezTo>
                    <a:pt x="26" y="41"/>
                    <a:pt x="14" y="41"/>
                    <a:pt x="7" y="34"/>
                  </a:cubicBezTo>
                  <a:cubicBezTo>
                    <a:pt x="0" y="27"/>
                    <a:pt x="0" y="15"/>
                    <a:pt x="7" y="7"/>
                  </a:cubicBezTo>
                  <a:close/>
                </a:path>
              </a:pathLst>
            </a:cu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latin typeface="+mj-lt"/>
              </a:endParaRPr>
            </a:p>
          </p:txBody>
        </p:sp>
      </p:grpSp>
    </p:spTree>
    <p:extLst>
      <p:ext uri="{BB962C8B-B14F-4D97-AF65-F5344CB8AC3E}">
        <p14:creationId xmlns:p14="http://schemas.microsoft.com/office/powerpoint/2010/main" val="1271327411"/>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500" fill="hold"/>
                                        <p:tgtEl>
                                          <p:spTgt spid="54"/>
                                        </p:tgtEl>
                                        <p:attrNameLst>
                                          <p:attrName>ppt_x</p:attrName>
                                        </p:attrNameLst>
                                      </p:cBhvr>
                                      <p:tavLst>
                                        <p:tav tm="0">
                                          <p:val>
                                            <p:strVal val="#ppt_x"/>
                                          </p:val>
                                        </p:tav>
                                        <p:tav tm="100000">
                                          <p:val>
                                            <p:strVal val="#ppt_x"/>
                                          </p:val>
                                        </p:tav>
                                      </p:tavLst>
                                    </p:anim>
                                    <p:anim calcmode="lin" valueType="num">
                                      <p:cBhvr additive="base">
                                        <p:cTn id="8" dur="500" fill="hold"/>
                                        <p:tgtEl>
                                          <p:spTgt spid="5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9"/>
                                        </p:tgtEl>
                                        <p:attrNameLst>
                                          <p:attrName>style.visibility</p:attrName>
                                        </p:attrNameLst>
                                      </p:cBhvr>
                                      <p:to>
                                        <p:strVal val="visible"/>
                                      </p:to>
                                    </p:set>
                                    <p:anim calcmode="lin" valueType="num">
                                      <p:cBhvr additive="base">
                                        <p:cTn id="11" dur="750" fill="hold"/>
                                        <p:tgtEl>
                                          <p:spTgt spid="89"/>
                                        </p:tgtEl>
                                        <p:attrNameLst>
                                          <p:attrName>ppt_x</p:attrName>
                                        </p:attrNameLst>
                                      </p:cBhvr>
                                      <p:tavLst>
                                        <p:tav tm="0">
                                          <p:val>
                                            <p:strVal val="#ppt_x"/>
                                          </p:val>
                                        </p:tav>
                                        <p:tav tm="100000">
                                          <p:val>
                                            <p:strVal val="#ppt_x"/>
                                          </p:val>
                                        </p:tav>
                                      </p:tavLst>
                                    </p:anim>
                                    <p:anim calcmode="lin" valueType="num">
                                      <p:cBhvr additive="base">
                                        <p:cTn id="12" dur="750" fill="hold"/>
                                        <p:tgtEl>
                                          <p:spTgt spid="89"/>
                                        </p:tgtEl>
                                        <p:attrNameLst>
                                          <p:attrName>ppt_y</p:attrName>
                                        </p:attrNameLst>
                                      </p:cBhvr>
                                      <p:tavLst>
                                        <p:tav tm="0">
                                          <p:val>
                                            <p:strVal val="1+#ppt_h/2"/>
                                          </p:val>
                                        </p:tav>
                                        <p:tav tm="100000">
                                          <p:val>
                                            <p:strVal val="#ppt_y"/>
                                          </p:val>
                                        </p:tav>
                                      </p:tavLst>
                                    </p:anim>
                                  </p:childTnLst>
                                </p:cTn>
                              </p:par>
                              <p:par>
                                <p:cTn id="13" presetID="21" presetClass="entr" presetSubtype="1" fill="hold" nodeType="withEffect">
                                  <p:stCondLst>
                                    <p:cond delay="500"/>
                                  </p:stCondLst>
                                  <p:childTnLst>
                                    <p:set>
                                      <p:cBhvr>
                                        <p:cTn id="14" dur="1" fill="hold">
                                          <p:stCondLst>
                                            <p:cond delay="0"/>
                                          </p:stCondLst>
                                        </p:cTn>
                                        <p:tgtEl>
                                          <p:spTgt spid="5"/>
                                        </p:tgtEl>
                                        <p:attrNameLst>
                                          <p:attrName>style.visibility</p:attrName>
                                        </p:attrNameLst>
                                      </p:cBhvr>
                                      <p:to>
                                        <p:strVal val="visible"/>
                                      </p:to>
                                    </p:set>
                                    <p:animEffect transition="in" filter="wheel(1)">
                                      <p:cBhvr>
                                        <p:cTn id="15" dur="1000"/>
                                        <p:tgtEl>
                                          <p:spTgt spid="5"/>
                                        </p:tgtEl>
                                      </p:cBhvr>
                                    </p:animEffect>
                                  </p:childTnLst>
                                </p:cTn>
                              </p:par>
                              <p:par>
                                <p:cTn id="16" presetID="21" presetClass="entr" presetSubtype="1" fill="hold" grpId="0" nodeType="withEffect">
                                  <p:stCondLst>
                                    <p:cond delay="500"/>
                                  </p:stCondLst>
                                  <p:childTnLst>
                                    <p:set>
                                      <p:cBhvr>
                                        <p:cTn id="17" dur="1" fill="hold">
                                          <p:stCondLst>
                                            <p:cond delay="0"/>
                                          </p:stCondLst>
                                        </p:cTn>
                                        <p:tgtEl>
                                          <p:spTgt spid="6"/>
                                        </p:tgtEl>
                                        <p:attrNameLst>
                                          <p:attrName>style.visibility</p:attrName>
                                        </p:attrNameLst>
                                      </p:cBhvr>
                                      <p:to>
                                        <p:strVal val="visible"/>
                                      </p:to>
                                    </p:set>
                                    <p:animEffect transition="in" filter="wheel(1)">
                                      <p:cBhvr>
                                        <p:cTn id="18" dur="1000"/>
                                        <p:tgtEl>
                                          <p:spTgt spid="6"/>
                                        </p:tgtEl>
                                      </p:cBhvr>
                                    </p:animEffect>
                                  </p:childTnLst>
                                </p:cTn>
                              </p:par>
                              <p:par>
                                <p:cTn id="19" presetID="21" presetClass="entr" presetSubtype="1" fill="hold" grpId="0" nodeType="withEffect">
                                  <p:stCondLst>
                                    <p:cond delay="500"/>
                                  </p:stCondLst>
                                  <p:childTnLst>
                                    <p:set>
                                      <p:cBhvr>
                                        <p:cTn id="20" dur="1" fill="hold">
                                          <p:stCondLst>
                                            <p:cond delay="0"/>
                                          </p:stCondLst>
                                        </p:cTn>
                                        <p:tgtEl>
                                          <p:spTgt spid="7"/>
                                        </p:tgtEl>
                                        <p:attrNameLst>
                                          <p:attrName>style.visibility</p:attrName>
                                        </p:attrNameLst>
                                      </p:cBhvr>
                                      <p:to>
                                        <p:strVal val="visible"/>
                                      </p:to>
                                    </p:set>
                                    <p:animEffect transition="in" filter="wheel(1)">
                                      <p:cBhvr>
                                        <p:cTn id="21" dur="1000"/>
                                        <p:tgtEl>
                                          <p:spTgt spid="7"/>
                                        </p:tgtEl>
                                      </p:cBhvr>
                                    </p:animEffect>
                                  </p:childTnLst>
                                </p:cTn>
                              </p:par>
                              <p:par>
                                <p:cTn id="22" presetID="21" presetClass="entr" presetSubtype="1" fill="hold" grpId="0" nodeType="withEffect">
                                  <p:stCondLst>
                                    <p:cond delay="500"/>
                                  </p:stCondLst>
                                  <p:childTnLst>
                                    <p:set>
                                      <p:cBhvr>
                                        <p:cTn id="23" dur="1" fill="hold">
                                          <p:stCondLst>
                                            <p:cond delay="0"/>
                                          </p:stCondLst>
                                        </p:cTn>
                                        <p:tgtEl>
                                          <p:spTgt spid="8"/>
                                        </p:tgtEl>
                                        <p:attrNameLst>
                                          <p:attrName>style.visibility</p:attrName>
                                        </p:attrNameLst>
                                      </p:cBhvr>
                                      <p:to>
                                        <p:strVal val="visible"/>
                                      </p:to>
                                    </p:set>
                                    <p:animEffect transition="in" filter="wheel(1)">
                                      <p:cBhvr>
                                        <p:cTn id="24" dur="1000"/>
                                        <p:tgtEl>
                                          <p:spTgt spid="8"/>
                                        </p:tgtEl>
                                      </p:cBhvr>
                                    </p:animEffect>
                                  </p:childTnLst>
                                </p:cTn>
                              </p:par>
                              <p:par>
                                <p:cTn id="25" presetID="21" presetClass="entr" presetSubtype="1" fill="hold" grpId="0" nodeType="withEffect">
                                  <p:stCondLst>
                                    <p:cond delay="500"/>
                                  </p:stCondLst>
                                  <p:childTnLst>
                                    <p:set>
                                      <p:cBhvr>
                                        <p:cTn id="26" dur="1" fill="hold">
                                          <p:stCondLst>
                                            <p:cond delay="0"/>
                                          </p:stCondLst>
                                        </p:cTn>
                                        <p:tgtEl>
                                          <p:spTgt spid="9"/>
                                        </p:tgtEl>
                                        <p:attrNameLst>
                                          <p:attrName>style.visibility</p:attrName>
                                        </p:attrNameLst>
                                      </p:cBhvr>
                                      <p:to>
                                        <p:strVal val="visible"/>
                                      </p:to>
                                    </p:set>
                                    <p:animEffect transition="in" filter="wheel(1)">
                                      <p:cBhvr>
                                        <p:cTn id="27" dur="1000"/>
                                        <p:tgtEl>
                                          <p:spTgt spid="9"/>
                                        </p:tgtEl>
                                      </p:cBhvr>
                                    </p:animEffect>
                                  </p:childTnLst>
                                </p:cTn>
                              </p:par>
                              <p:par>
                                <p:cTn id="28" presetID="21" presetClass="entr" presetSubtype="1" fill="hold" grpId="0" nodeType="withEffect">
                                  <p:stCondLst>
                                    <p:cond delay="500"/>
                                  </p:stCondLst>
                                  <p:childTnLst>
                                    <p:set>
                                      <p:cBhvr>
                                        <p:cTn id="29" dur="1" fill="hold">
                                          <p:stCondLst>
                                            <p:cond delay="0"/>
                                          </p:stCondLst>
                                        </p:cTn>
                                        <p:tgtEl>
                                          <p:spTgt spid="10"/>
                                        </p:tgtEl>
                                        <p:attrNameLst>
                                          <p:attrName>style.visibility</p:attrName>
                                        </p:attrNameLst>
                                      </p:cBhvr>
                                      <p:to>
                                        <p:strVal val="visible"/>
                                      </p:to>
                                    </p:set>
                                    <p:animEffect transition="in" filter="wheel(1)">
                                      <p:cBhvr>
                                        <p:cTn id="30" dur="1000"/>
                                        <p:tgtEl>
                                          <p:spTgt spid="10"/>
                                        </p:tgtEl>
                                      </p:cBhvr>
                                    </p:animEffect>
                                  </p:childTnLst>
                                </p:cTn>
                              </p:par>
                              <p:par>
                                <p:cTn id="31" presetID="21" presetClass="entr" presetSubtype="1" fill="hold" nodeType="withEffect">
                                  <p:stCondLst>
                                    <p:cond delay="500"/>
                                  </p:stCondLst>
                                  <p:childTnLst>
                                    <p:set>
                                      <p:cBhvr>
                                        <p:cTn id="32" dur="1" fill="hold">
                                          <p:stCondLst>
                                            <p:cond delay="0"/>
                                          </p:stCondLst>
                                        </p:cTn>
                                        <p:tgtEl>
                                          <p:spTgt spid="12"/>
                                        </p:tgtEl>
                                        <p:attrNameLst>
                                          <p:attrName>style.visibility</p:attrName>
                                        </p:attrNameLst>
                                      </p:cBhvr>
                                      <p:to>
                                        <p:strVal val="visible"/>
                                      </p:to>
                                    </p:set>
                                    <p:animEffect transition="in" filter="wheel(1)">
                                      <p:cBhvr>
                                        <p:cTn id="33" dur="1000"/>
                                        <p:tgtEl>
                                          <p:spTgt spid="12"/>
                                        </p:tgtEl>
                                      </p:cBhvr>
                                    </p:animEffect>
                                  </p:childTnLst>
                                </p:cTn>
                              </p:par>
                              <p:par>
                                <p:cTn id="34" presetID="21" presetClass="entr" presetSubtype="1" fill="hold" nodeType="withEffect">
                                  <p:stCondLst>
                                    <p:cond delay="500"/>
                                  </p:stCondLst>
                                  <p:childTnLst>
                                    <p:set>
                                      <p:cBhvr>
                                        <p:cTn id="35" dur="1" fill="hold">
                                          <p:stCondLst>
                                            <p:cond delay="0"/>
                                          </p:stCondLst>
                                        </p:cTn>
                                        <p:tgtEl>
                                          <p:spTgt spid="14"/>
                                        </p:tgtEl>
                                        <p:attrNameLst>
                                          <p:attrName>style.visibility</p:attrName>
                                        </p:attrNameLst>
                                      </p:cBhvr>
                                      <p:to>
                                        <p:strVal val="visible"/>
                                      </p:to>
                                    </p:set>
                                    <p:animEffect transition="in" filter="wheel(1)">
                                      <p:cBhvr>
                                        <p:cTn id="36" dur="1000"/>
                                        <p:tgtEl>
                                          <p:spTgt spid="14"/>
                                        </p:tgtEl>
                                      </p:cBhvr>
                                    </p:animEffect>
                                  </p:childTnLst>
                                </p:cTn>
                              </p:par>
                              <p:par>
                                <p:cTn id="37" presetID="21" presetClass="entr" presetSubtype="1" fill="hold" nodeType="withEffect">
                                  <p:stCondLst>
                                    <p:cond delay="500"/>
                                  </p:stCondLst>
                                  <p:childTnLst>
                                    <p:set>
                                      <p:cBhvr>
                                        <p:cTn id="38" dur="1" fill="hold">
                                          <p:stCondLst>
                                            <p:cond delay="0"/>
                                          </p:stCondLst>
                                        </p:cTn>
                                        <p:tgtEl>
                                          <p:spTgt spid="16"/>
                                        </p:tgtEl>
                                        <p:attrNameLst>
                                          <p:attrName>style.visibility</p:attrName>
                                        </p:attrNameLst>
                                      </p:cBhvr>
                                      <p:to>
                                        <p:strVal val="visible"/>
                                      </p:to>
                                    </p:set>
                                    <p:animEffect transition="in" filter="wheel(1)">
                                      <p:cBhvr>
                                        <p:cTn id="39" dur="1000"/>
                                        <p:tgtEl>
                                          <p:spTgt spid="16"/>
                                        </p:tgtEl>
                                      </p:cBhvr>
                                    </p:animEffect>
                                  </p:childTnLst>
                                </p:cTn>
                              </p:par>
                              <p:par>
                                <p:cTn id="40" presetID="21" presetClass="entr" presetSubtype="1" fill="hold" nodeType="withEffect">
                                  <p:stCondLst>
                                    <p:cond delay="500"/>
                                  </p:stCondLst>
                                  <p:childTnLst>
                                    <p:set>
                                      <p:cBhvr>
                                        <p:cTn id="41" dur="1" fill="hold">
                                          <p:stCondLst>
                                            <p:cond delay="0"/>
                                          </p:stCondLst>
                                        </p:cTn>
                                        <p:tgtEl>
                                          <p:spTgt spid="18"/>
                                        </p:tgtEl>
                                        <p:attrNameLst>
                                          <p:attrName>style.visibility</p:attrName>
                                        </p:attrNameLst>
                                      </p:cBhvr>
                                      <p:to>
                                        <p:strVal val="visible"/>
                                      </p:to>
                                    </p:set>
                                    <p:animEffect transition="in" filter="wheel(1)">
                                      <p:cBhvr>
                                        <p:cTn id="42" dur="1000"/>
                                        <p:tgtEl>
                                          <p:spTgt spid="18"/>
                                        </p:tgtEl>
                                      </p:cBhvr>
                                    </p:animEffect>
                                  </p:childTnLst>
                                </p:cTn>
                              </p:par>
                              <p:par>
                                <p:cTn id="43" presetID="21" presetClass="entr" presetSubtype="1" fill="hold" nodeType="withEffect">
                                  <p:stCondLst>
                                    <p:cond delay="500"/>
                                  </p:stCondLst>
                                  <p:childTnLst>
                                    <p:set>
                                      <p:cBhvr>
                                        <p:cTn id="44" dur="1" fill="hold">
                                          <p:stCondLst>
                                            <p:cond delay="0"/>
                                          </p:stCondLst>
                                        </p:cTn>
                                        <p:tgtEl>
                                          <p:spTgt spid="19"/>
                                        </p:tgtEl>
                                        <p:attrNameLst>
                                          <p:attrName>style.visibility</p:attrName>
                                        </p:attrNameLst>
                                      </p:cBhvr>
                                      <p:to>
                                        <p:strVal val="visible"/>
                                      </p:to>
                                    </p:set>
                                    <p:animEffect transition="in" filter="wheel(1)">
                                      <p:cBhvr>
                                        <p:cTn id="45" dur="1000"/>
                                        <p:tgtEl>
                                          <p:spTgt spid="19"/>
                                        </p:tgtEl>
                                      </p:cBhvr>
                                    </p:animEffect>
                                  </p:childTnLst>
                                </p:cTn>
                              </p:par>
                              <p:par>
                                <p:cTn id="46" presetID="21" presetClass="entr" presetSubtype="1" fill="hold" nodeType="withEffect">
                                  <p:stCondLst>
                                    <p:cond delay="500"/>
                                  </p:stCondLst>
                                  <p:childTnLst>
                                    <p:set>
                                      <p:cBhvr>
                                        <p:cTn id="47" dur="1" fill="hold">
                                          <p:stCondLst>
                                            <p:cond delay="0"/>
                                          </p:stCondLst>
                                        </p:cTn>
                                        <p:tgtEl>
                                          <p:spTgt spid="20"/>
                                        </p:tgtEl>
                                        <p:attrNameLst>
                                          <p:attrName>style.visibility</p:attrName>
                                        </p:attrNameLst>
                                      </p:cBhvr>
                                      <p:to>
                                        <p:strVal val="visible"/>
                                      </p:to>
                                    </p:set>
                                    <p:animEffect transition="in" filter="wheel(1)">
                                      <p:cBhvr>
                                        <p:cTn id="48" dur="1000"/>
                                        <p:tgtEl>
                                          <p:spTgt spid="20"/>
                                        </p:tgtEl>
                                      </p:cBhvr>
                                    </p:animEffect>
                                  </p:childTnLst>
                                </p:cTn>
                              </p:par>
                              <p:par>
                                <p:cTn id="49" presetID="21" presetClass="entr" presetSubtype="1" fill="hold" nodeType="withEffect">
                                  <p:stCondLst>
                                    <p:cond delay="500"/>
                                  </p:stCondLst>
                                  <p:childTnLst>
                                    <p:set>
                                      <p:cBhvr>
                                        <p:cTn id="50" dur="1" fill="hold">
                                          <p:stCondLst>
                                            <p:cond delay="0"/>
                                          </p:stCondLst>
                                        </p:cTn>
                                        <p:tgtEl>
                                          <p:spTgt spid="22"/>
                                        </p:tgtEl>
                                        <p:attrNameLst>
                                          <p:attrName>style.visibility</p:attrName>
                                        </p:attrNameLst>
                                      </p:cBhvr>
                                      <p:to>
                                        <p:strVal val="visible"/>
                                      </p:to>
                                    </p:set>
                                    <p:animEffect transition="in" filter="wheel(1)">
                                      <p:cBhvr>
                                        <p:cTn id="51" dur="1000"/>
                                        <p:tgtEl>
                                          <p:spTgt spid="22"/>
                                        </p:tgtEl>
                                      </p:cBhvr>
                                    </p:animEffect>
                                  </p:childTnLst>
                                </p:cTn>
                              </p:par>
                              <p:par>
                                <p:cTn id="52" presetID="21" presetClass="entr" presetSubtype="1" fill="hold" nodeType="withEffect">
                                  <p:stCondLst>
                                    <p:cond delay="500"/>
                                  </p:stCondLst>
                                  <p:childTnLst>
                                    <p:set>
                                      <p:cBhvr>
                                        <p:cTn id="53" dur="1" fill="hold">
                                          <p:stCondLst>
                                            <p:cond delay="0"/>
                                          </p:stCondLst>
                                        </p:cTn>
                                        <p:tgtEl>
                                          <p:spTgt spid="23"/>
                                        </p:tgtEl>
                                        <p:attrNameLst>
                                          <p:attrName>style.visibility</p:attrName>
                                        </p:attrNameLst>
                                      </p:cBhvr>
                                      <p:to>
                                        <p:strVal val="visible"/>
                                      </p:to>
                                    </p:set>
                                    <p:animEffect transition="in" filter="wheel(1)">
                                      <p:cBhvr>
                                        <p:cTn id="54" dur="1000"/>
                                        <p:tgtEl>
                                          <p:spTgt spid="23"/>
                                        </p:tgtEl>
                                      </p:cBhvr>
                                    </p:animEffect>
                                  </p:childTnLst>
                                </p:cTn>
                              </p:par>
                              <p:par>
                                <p:cTn id="55" presetID="21" presetClass="entr" presetSubtype="1" fill="hold" nodeType="withEffect">
                                  <p:stCondLst>
                                    <p:cond delay="500"/>
                                  </p:stCondLst>
                                  <p:childTnLst>
                                    <p:set>
                                      <p:cBhvr>
                                        <p:cTn id="56" dur="1" fill="hold">
                                          <p:stCondLst>
                                            <p:cond delay="0"/>
                                          </p:stCondLst>
                                        </p:cTn>
                                        <p:tgtEl>
                                          <p:spTgt spid="27"/>
                                        </p:tgtEl>
                                        <p:attrNameLst>
                                          <p:attrName>style.visibility</p:attrName>
                                        </p:attrNameLst>
                                      </p:cBhvr>
                                      <p:to>
                                        <p:strVal val="visible"/>
                                      </p:to>
                                    </p:set>
                                    <p:animEffect transition="in" filter="wheel(1)">
                                      <p:cBhvr>
                                        <p:cTn id="57" dur="1000"/>
                                        <p:tgtEl>
                                          <p:spTgt spid="27"/>
                                        </p:tgtEl>
                                      </p:cBhvr>
                                    </p:animEffect>
                                  </p:childTnLst>
                                </p:cTn>
                              </p:par>
                              <p:par>
                                <p:cTn id="58" presetID="21" presetClass="entr" presetSubtype="1" fill="hold" grpId="0" nodeType="withEffect">
                                  <p:stCondLst>
                                    <p:cond delay="500"/>
                                  </p:stCondLst>
                                  <p:childTnLst>
                                    <p:set>
                                      <p:cBhvr>
                                        <p:cTn id="59" dur="1" fill="hold">
                                          <p:stCondLst>
                                            <p:cond delay="0"/>
                                          </p:stCondLst>
                                        </p:cTn>
                                        <p:tgtEl>
                                          <p:spTgt spid="28"/>
                                        </p:tgtEl>
                                        <p:attrNameLst>
                                          <p:attrName>style.visibility</p:attrName>
                                        </p:attrNameLst>
                                      </p:cBhvr>
                                      <p:to>
                                        <p:strVal val="visible"/>
                                      </p:to>
                                    </p:set>
                                    <p:animEffect transition="in" filter="wheel(1)">
                                      <p:cBhvr>
                                        <p:cTn id="60" dur="1000"/>
                                        <p:tgtEl>
                                          <p:spTgt spid="28"/>
                                        </p:tgtEl>
                                      </p:cBhvr>
                                    </p:animEffect>
                                  </p:childTnLst>
                                </p:cTn>
                              </p:par>
                              <p:par>
                                <p:cTn id="61" presetID="21" presetClass="entr" presetSubtype="1" fill="hold" grpId="0" nodeType="withEffect">
                                  <p:stCondLst>
                                    <p:cond delay="500"/>
                                  </p:stCondLst>
                                  <p:childTnLst>
                                    <p:set>
                                      <p:cBhvr>
                                        <p:cTn id="62" dur="1" fill="hold">
                                          <p:stCondLst>
                                            <p:cond delay="0"/>
                                          </p:stCondLst>
                                        </p:cTn>
                                        <p:tgtEl>
                                          <p:spTgt spid="29"/>
                                        </p:tgtEl>
                                        <p:attrNameLst>
                                          <p:attrName>style.visibility</p:attrName>
                                        </p:attrNameLst>
                                      </p:cBhvr>
                                      <p:to>
                                        <p:strVal val="visible"/>
                                      </p:to>
                                    </p:set>
                                    <p:animEffect transition="in" filter="wheel(1)">
                                      <p:cBhvr>
                                        <p:cTn id="63" dur="1000"/>
                                        <p:tgtEl>
                                          <p:spTgt spid="29"/>
                                        </p:tgtEl>
                                      </p:cBhvr>
                                    </p:animEffect>
                                  </p:childTnLst>
                                </p:cTn>
                              </p:par>
                              <p:par>
                                <p:cTn id="64" presetID="21" presetClass="entr" presetSubtype="1" fill="hold" nodeType="withEffect">
                                  <p:stCondLst>
                                    <p:cond delay="500"/>
                                  </p:stCondLst>
                                  <p:childTnLst>
                                    <p:set>
                                      <p:cBhvr>
                                        <p:cTn id="65" dur="1" fill="hold">
                                          <p:stCondLst>
                                            <p:cond delay="0"/>
                                          </p:stCondLst>
                                        </p:cTn>
                                        <p:tgtEl>
                                          <p:spTgt spid="58"/>
                                        </p:tgtEl>
                                        <p:attrNameLst>
                                          <p:attrName>style.visibility</p:attrName>
                                        </p:attrNameLst>
                                      </p:cBhvr>
                                      <p:to>
                                        <p:strVal val="visible"/>
                                      </p:to>
                                    </p:set>
                                    <p:animEffect transition="in" filter="wheel(1)">
                                      <p:cBhvr>
                                        <p:cTn id="66" dur="1000"/>
                                        <p:tgtEl>
                                          <p:spTgt spid="58"/>
                                        </p:tgtEl>
                                      </p:cBhvr>
                                    </p:animEffect>
                                  </p:childTnLst>
                                </p:cTn>
                              </p:par>
                              <p:par>
                                <p:cTn id="67" presetID="21" presetClass="entr" presetSubtype="1" fill="hold" grpId="0" nodeType="withEffect">
                                  <p:stCondLst>
                                    <p:cond delay="500"/>
                                  </p:stCondLst>
                                  <p:childTnLst>
                                    <p:set>
                                      <p:cBhvr>
                                        <p:cTn id="68" dur="1" fill="hold">
                                          <p:stCondLst>
                                            <p:cond delay="0"/>
                                          </p:stCondLst>
                                        </p:cTn>
                                        <p:tgtEl>
                                          <p:spTgt spid="59"/>
                                        </p:tgtEl>
                                        <p:attrNameLst>
                                          <p:attrName>style.visibility</p:attrName>
                                        </p:attrNameLst>
                                      </p:cBhvr>
                                      <p:to>
                                        <p:strVal val="visible"/>
                                      </p:to>
                                    </p:set>
                                    <p:animEffect transition="in" filter="wheel(1)">
                                      <p:cBhvr>
                                        <p:cTn id="69" dur="1000"/>
                                        <p:tgtEl>
                                          <p:spTgt spid="59"/>
                                        </p:tgtEl>
                                      </p:cBhvr>
                                    </p:animEffect>
                                  </p:childTnLst>
                                </p:cTn>
                              </p:par>
                              <p:par>
                                <p:cTn id="70" presetID="21" presetClass="entr" presetSubtype="1" fill="hold" grpId="0" nodeType="withEffect">
                                  <p:stCondLst>
                                    <p:cond delay="500"/>
                                  </p:stCondLst>
                                  <p:childTnLst>
                                    <p:set>
                                      <p:cBhvr>
                                        <p:cTn id="71" dur="1" fill="hold">
                                          <p:stCondLst>
                                            <p:cond delay="0"/>
                                          </p:stCondLst>
                                        </p:cTn>
                                        <p:tgtEl>
                                          <p:spTgt spid="60"/>
                                        </p:tgtEl>
                                        <p:attrNameLst>
                                          <p:attrName>style.visibility</p:attrName>
                                        </p:attrNameLst>
                                      </p:cBhvr>
                                      <p:to>
                                        <p:strVal val="visible"/>
                                      </p:to>
                                    </p:set>
                                    <p:animEffect transition="in" filter="wheel(1)">
                                      <p:cBhvr>
                                        <p:cTn id="72" dur="1000"/>
                                        <p:tgtEl>
                                          <p:spTgt spid="60"/>
                                        </p:tgtEl>
                                      </p:cBhvr>
                                    </p:animEffect>
                                  </p:childTnLst>
                                </p:cTn>
                              </p:par>
                              <p:par>
                                <p:cTn id="73" presetID="21" presetClass="entr" presetSubtype="1" fill="hold" grpId="0" nodeType="withEffect">
                                  <p:stCondLst>
                                    <p:cond delay="500"/>
                                  </p:stCondLst>
                                  <p:childTnLst>
                                    <p:set>
                                      <p:cBhvr>
                                        <p:cTn id="74" dur="1" fill="hold">
                                          <p:stCondLst>
                                            <p:cond delay="0"/>
                                          </p:stCondLst>
                                        </p:cTn>
                                        <p:tgtEl>
                                          <p:spTgt spid="61"/>
                                        </p:tgtEl>
                                        <p:attrNameLst>
                                          <p:attrName>style.visibility</p:attrName>
                                        </p:attrNameLst>
                                      </p:cBhvr>
                                      <p:to>
                                        <p:strVal val="visible"/>
                                      </p:to>
                                    </p:set>
                                    <p:animEffect transition="in" filter="wheel(1)">
                                      <p:cBhvr>
                                        <p:cTn id="75" dur="1000"/>
                                        <p:tgtEl>
                                          <p:spTgt spid="61"/>
                                        </p:tgtEl>
                                      </p:cBhvr>
                                    </p:animEffect>
                                  </p:childTnLst>
                                </p:cTn>
                              </p:par>
                              <p:par>
                                <p:cTn id="76" presetID="21" presetClass="entr" presetSubtype="1" fill="hold" grpId="0" nodeType="withEffect">
                                  <p:stCondLst>
                                    <p:cond delay="500"/>
                                  </p:stCondLst>
                                  <p:childTnLst>
                                    <p:set>
                                      <p:cBhvr>
                                        <p:cTn id="77" dur="1" fill="hold">
                                          <p:stCondLst>
                                            <p:cond delay="0"/>
                                          </p:stCondLst>
                                        </p:cTn>
                                        <p:tgtEl>
                                          <p:spTgt spid="62"/>
                                        </p:tgtEl>
                                        <p:attrNameLst>
                                          <p:attrName>style.visibility</p:attrName>
                                        </p:attrNameLst>
                                      </p:cBhvr>
                                      <p:to>
                                        <p:strVal val="visible"/>
                                      </p:to>
                                    </p:set>
                                    <p:animEffect transition="in" filter="wheel(1)">
                                      <p:cBhvr>
                                        <p:cTn id="78" dur="1000"/>
                                        <p:tgtEl>
                                          <p:spTgt spid="62"/>
                                        </p:tgtEl>
                                      </p:cBhvr>
                                    </p:animEffect>
                                  </p:childTnLst>
                                </p:cTn>
                              </p:par>
                              <p:par>
                                <p:cTn id="79" presetID="21" presetClass="entr" presetSubtype="1" fill="hold" nodeType="withEffect">
                                  <p:stCondLst>
                                    <p:cond delay="500"/>
                                  </p:stCondLst>
                                  <p:childTnLst>
                                    <p:set>
                                      <p:cBhvr>
                                        <p:cTn id="80" dur="1" fill="hold">
                                          <p:stCondLst>
                                            <p:cond delay="0"/>
                                          </p:stCondLst>
                                        </p:cTn>
                                        <p:tgtEl>
                                          <p:spTgt spid="63"/>
                                        </p:tgtEl>
                                        <p:attrNameLst>
                                          <p:attrName>style.visibility</p:attrName>
                                        </p:attrNameLst>
                                      </p:cBhvr>
                                      <p:to>
                                        <p:strVal val="visible"/>
                                      </p:to>
                                    </p:set>
                                    <p:animEffect transition="in" filter="wheel(1)">
                                      <p:cBhvr>
                                        <p:cTn id="81" dur="1000"/>
                                        <p:tgtEl>
                                          <p:spTgt spid="63"/>
                                        </p:tgtEl>
                                      </p:cBhvr>
                                    </p:animEffect>
                                  </p:childTnLst>
                                </p:cTn>
                              </p:par>
                              <p:par>
                                <p:cTn id="82" presetID="21" presetClass="entr" presetSubtype="1" fill="hold" nodeType="withEffect">
                                  <p:stCondLst>
                                    <p:cond delay="500"/>
                                  </p:stCondLst>
                                  <p:childTnLst>
                                    <p:set>
                                      <p:cBhvr>
                                        <p:cTn id="83" dur="1" fill="hold">
                                          <p:stCondLst>
                                            <p:cond delay="0"/>
                                          </p:stCondLst>
                                        </p:cTn>
                                        <p:tgtEl>
                                          <p:spTgt spid="64"/>
                                        </p:tgtEl>
                                        <p:attrNameLst>
                                          <p:attrName>style.visibility</p:attrName>
                                        </p:attrNameLst>
                                      </p:cBhvr>
                                      <p:to>
                                        <p:strVal val="visible"/>
                                      </p:to>
                                    </p:set>
                                    <p:animEffect transition="in" filter="wheel(1)">
                                      <p:cBhvr>
                                        <p:cTn id="84" dur="1000"/>
                                        <p:tgtEl>
                                          <p:spTgt spid="64"/>
                                        </p:tgtEl>
                                      </p:cBhvr>
                                    </p:animEffect>
                                  </p:childTnLst>
                                </p:cTn>
                              </p:par>
                              <p:par>
                                <p:cTn id="85" presetID="21" presetClass="entr" presetSubtype="1" fill="hold" grpId="0" nodeType="withEffect">
                                  <p:stCondLst>
                                    <p:cond delay="500"/>
                                  </p:stCondLst>
                                  <p:childTnLst>
                                    <p:set>
                                      <p:cBhvr>
                                        <p:cTn id="86" dur="1" fill="hold">
                                          <p:stCondLst>
                                            <p:cond delay="0"/>
                                          </p:stCondLst>
                                        </p:cTn>
                                        <p:tgtEl>
                                          <p:spTgt spid="68"/>
                                        </p:tgtEl>
                                        <p:attrNameLst>
                                          <p:attrName>style.visibility</p:attrName>
                                        </p:attrNameLst>
                                      </p:cBhvr>
                                      <p:to>
                                        <p:strVal val="visible"/>
                                      </p:to>
                                    </p:set>
                                    <p:animEffect transition="in" filter="wheel(1)">
                                      <p:cBhvr>
                                        <p:cTn id="87" dur="1000"/>
                                        <p:tgtEl>
                                          <p:spTgt spid="68"/>
                                        </p:tgtEl>
                                      </p:cBhvr>
                                    </p:animEffect>
                                  </p:childTnLst>
                                </p:cTn>
                              </p:par>
                              <p:par>
                                <p:cTn id="88" presetID="21" presetClass="entr" presetSubtype="1" fill="hold" grpId="0" nodeType="withEffect">
                                  <p:stCondLst>
                                    <p:cond delay="500"/>
                                  </p:stCondLst>
                                  <p:childTnLst>
                                    <p:set>
                                      <p:cBhvr>
                                        <p:cTn id="89" dur="1" fill="hold">
                                          <p:stCondLst>
                                            <p:cond delay="0"/>
                                          </p:stCondLst>
                                        </p:cTn>
                                        <p:tgtEl>
                                          <p:spTgt spid="71"/>
                                        </p:tgtEl>
                                        <p:attrNameLst>
                                          <p:attrName>style.visibility</p:attrName>
                                        </p:attrNameLst>
                                      </p:cBhvr>
                                      <p:to>
                                        <p:strVal val="visible"/>
                                      </p:to>
                                    </p:set>
                                    <p:animEffect transition="in" filter="wheel(1)">
                                      <p:cBhvr>
                                        <p:cTn id="90" dur="1000"/>
                                        <p:tgtEl>
                                          <p:spTgt spid="71"/>
                                        </p:tgtEl>
                                      </p:cBhvr>
                                    </p:animEffect>
                                  </p:childTnLst>
                                </p:cTn>
                              </p:par>
                              <p:par>
                                <p:cTn id="91" presetID="21" presetClass="entr" presetSubtype="1" fill="hold" grpId="0" nodeType="withEffect">
                                  <p:stCondLst>
                                    <p:cond delay="500"/>
                                  </p:stCondLst>
                                  <p:childTnLst>
                                    <p:set>
                                      <p:cBhvr>
                                        <p:cTn id="92" dur="1" fill="hold">
                                          <p:stCondLst>
                                            <p:cond delay="0"/>
                                          </p:stCondLst>
                                        </p:cTn>
                                        <p:tgtEl>
                                          <p:spTgt spid="74"/>
                                        </p:tgtEl>
                                        <p:attrNameLst>
                                          <p:attrName>style.visibility</p:attrName>
                                        </p:attrNameLst>
                                      </p:cBhvr>
                                      <p:to>
                                        <p:strVal val="visible"/>
                                      </p:to>
                                    </p:set>
                                    <p:animEffect transition="in" filter="wheel(1)">
                                      <p:cBhvr>
                                        <p:cTn id="93" dur="1000"/>
                                        <p:tgtEl>
                                          <p:spTgt spid="74"/>
                                        </p:tgtEl>
                                      </p:cBhvr>
                                    </p:animEffect>
                                  </p:childTnLst>
                                </p:cTn>
                              </p:par>
                              <p:par>
                                <p:cTn id="94" presetID="21" presetClass="entr" presetSubtype="1" fill="hold" grpId="0" nodeType="withEffect">
                                  <p:stCondLst>
                                    <p:cond delay="500"/>
                                  </p:stCondLst>
                                  <p:childTnLst>
                                    <p:set>
                                      <p:cBhvr>
                                        <p:cTn id="95" dur="1" fill="hold">
                                          <p:stCondLst>
                                            <p:cond delay="0"/>
                                          </p:stCondLst>
                                        </p:cTn>
                                        <p:tgtEl>
                                          <p:spTgt spid="75"/>
                                        </p:tgtEl>
                                        <p:attrNameLst>
                                          <p:attrName>style.visibility</p:attrName>
                                        </p:attrNameLst>
                                      </p:cBhvr>
                                      <p:to>
                                        <p:strVal val="visible"/>
                                      </p:to>
                                    </p:set>
                                    <p:animEffect transition="in" filter="wheel(1)">
                                      <p:cBhvr>
                                        <p:cTn id="96" dur="1000"/>
                                        <p:tgtEl>
                                          <p:spTgt spid="75"/>
                                        </p:tgtEl>
                                      </p:cBhvr>
                                    </p:animEffect>
                                  </p:childTnLst>
                                </p:cTn>
                              </p:par>
                              <p:par>
                                <p:cTn id="97" presetID="21" presetClass="entr" presetSubtype="1" fill="hold" nodeType="withEffect">
                                  <p:stCondLst>
                                    <p:cond delay="500"/>
                                  </p:stCondLst>
                                  <p:childTnLst>
                                    <p:set>
                                      <p:cBhvr>
                                        <p:cTn id="98" dur="1" fill="hold">
                                          <p:stCondLst>
                                            <p:cond delay="0"/>
                                          </p:stCondLst>
                                        </p:cTn>
                                        <p:tgtEl>
                                          <p:spTgt spid="76"/>
                                        </p:tgtEl>
                                        <p:attrNameLst>
                                          <p:attrName>style.visibility</p:attrName>
                                        </p:attrNameLst>
                                      </p:cBhvr>
                                      <p:to>
                                        <p:strVal val="visible"/>
                                      </p:to>
                                    </p:set>
                                    <p:animEffect transition="in" filter="wheel(1)">
                                      <p:cBhvr>
                                        <p:cTn id="99" dur="1000"/>
                                        <p:tgtEl>
                                          <p:spTgt spid="76"/>
                                        </p:tgtEl>
                                      </p:cBhvr>
                                    </p:animEffect>
                                  </p:childTnLst>
                                </p:cTn>
                              </p:par>
                              <p:par>
                                <p:cTn id="100" presetID="21" presetClass="entr" presetSubtype="1" fill="hold" nodeType="withEffect">
                                  <p:stCondLst>
                                    <p:cond delay="500"/>
                                  </p:stCondLst>
                                  <p:childTnLst>
                                    <p:set>
                                      <p:cBhvr>
                                        <p:cTn id="101" dur="1" fill="hold">
                                          <p:stCondLst>
                                            <p:cond delay="0"/>
                                          </p:stCondLst>
                                        </p:cTn>
                                        <p:tgtEl>
                                          <p:spTgt spid="77"/>
                                        </p:tgtEl>
                                        <p:attrNameLst>
                                          <p:attrName>style.visibility</p:attrName>
                                        </p:attrNameLst>
                                      </p:cBhvr>
                                      <p:to>
                                        <p:strVal val="visible"/>
                                      </p:to>
                                    </p:set>
                                    <p:animEffect transition="in" filter="wheel(1)">
                                      <p:cBhvr>
                                        <p:cTn id="102" dur="1000"/>
                                        <p:tgtEl>
                                          <p:spTgt spid="77"/>
                                        </p:tgtEl>
                                      </p:cBhvr>
                                    </p:animEffect>
                                  </p:childTnLst>
                                </p:cTn>
                              </p:par>
                              <p:par>
                                <p:cTn id="103" presetID="21" presetClass="entr" presetSubtype="1" fill="hold" nodeType="withEffect">
                                  <p:stCondLst>
                                    <p:cond delay="500"/>
                                  </p:stCondLst>
                                  <p:childTnLst>
                                    <p:set>
                                      <p:cBhvr>
                                        <p:cTn id="104" dur="1" fill="hold">
                                          <p:stCondLst>
                                            <p:cond delay="0"/>
                                          </p:stCondLst>
                                        </p:cTn>
                                        <p:tgtEl>
                                          <p:spTgt spid="78"/>
                                        </p:tgtEl>
                                        <p:attrNameLst>
                                          <p:attrName>style.visibility</p:attrName>
                                        </p:attrNameLst>
                                      </p:cBhvr>
                                      <p:to>
                                        <p:strVal val="visible"/>
                                      </p:to>
                                    </p:set>
                                    <p:animEffect transition="in" filter="wheel(1)">
                                      <p:cBhvr>
                                        <p:cTn id="105" dur="1000"/>
                                        <p:tgtEl>
                                          <p:spTgt spid="78"/>
                                        </p:tgtEl>
                                      </p:cBhvr>
                                    </p:animEffect>
                                  </p:childTnLst>
                                </p:cTn>
                              </p:par>
                              <p:par>
                                <p:cTn id="106" presetID="21" presetClass="entr" presetSubtype="1" fill="hold" grpId="0" nodeType="withEffect">
                                  <p:stCondLst>
                                    <p:cond delay="500"/>
                                  </p:stCondLst>
                                  <p:childTnLst>
                                    <p:set>
                                      <p:cBhvr>
                                        <p:cTn id="107" dur="1" fill="hold">
                                          <p:stCondLst>
                                            <p:cond delay="0"/>
                                          </p:stCondLst>
                                        </p:cTn>
                                        <p:tgtEl>
                                          <p:spTgt spid="79"/>
                                        </p:tgtEl>
                                        <p:attrNameLst>
                                          <p:attrName>style.visibility</p:attrName>
                                        </p:attrNameLst>
                                      </p:cBhvr>
                                      <p:to>
                                        <p:strVal val="visible"/>
                                      </p:to>
                                    </p:set>
                                    <p:animEffect transition="in" filter="wheel(1)">
                                      <p:cBhvr>
                                        <p:cTn id="108" dur="1000"/>
                                        <p:tgtEl>
                                          <p:spTgt spid="79"/>
                                        </p:tgtEl>
                                      </p:cBhvr>
                                    </p:animEffect>
                                  </p:childTnLst>
                                </p:cTn>
                              </p:par>
                              <p:par>
                                <p:cTn id="109" presetID="21" presetClass="entr" presetSubtype="1" fill="hold" grpId="0" nodeType="withEffect">
                                  <p:stCondLst>
                                    <p:cond delay="500"/>
                                  </p:stCondLst>
                                  <p:childTnLst>
                                    <p:set>
                                      <p:cBhvr>
                                        <p:cTn id="110" dur="1" fill="hold">
                                          <p:stCondLst>
                                            <p:cond delay="0"/>
                                          </p:stCondLst>
                                        </p:cTn>
                                        <p:tgtEl>
                                          <p:spTgt spid="80"/>
                                        </p:tgtEl>
                                        <p:attrNameLst>
                                          <p:attrName>style.visibility</p:attrName>
                                        </p:attrNameLst>
                                      </p:cBhvr>
                                      <p:to>
                                        <p:strVal val="visible"/>
                                      </p:to>
                                    </p:set>
                                    <p:animEffect transition="in" filter="wheel(1)">
                                      <p:cBhvr>
                                        <p:cTn id="111" dur="1000"/>
                                        <p:tgtEl>
                                          <p:spTgt spid="80"/>
                                        </p:tgtEl>
                                      </p:cBhvr>
                                    </p:animEffect>
                                  </p:childTnLst>
                                </p:cTn>
                              </p:par>
                              <p:par>
                                <p:cTn id="112" presetID="21" presetClass="entr" presetSubtype="1" fill="hold" grpId="0" nodeType="withEffect">
                                  <p:stCondLst>
                                    <p:cond delay="500"/>
                                  </p:stCondLst>
                                  <p:childTnLst>
                                    <p:set>
                                      <p:cBhvr>
                                        <p:cTn id="113" dur="1" fill="hold">
                                          <p:stCondLst>
                                            <p:cond delay="0"/>
                                          </p:stCondLst>
                                        </p:cTn>
                                        <p:tgtEl>
                                          <p:spTgt spid="81"/>
                                        </p:tgtEl>
                                        <p:attrNameLst>
                                          <p:attrName>style.visibility</p:attrName>
                                        </p:attrNameLst>
                                      </p:cBhvr>
                                      <p:to>
                                        <p:strVal val="visible"/>
                                      </p:to>
                                    </p:set>
                                    <p:animEffect transition="in" filter="wheel(1)">
                                      <p:cBhvr>
                                        <p:cTn id="114" dur="1000"/>
                                        <p:tgtEl>
                                          <p:spTgt spid="81"/>
                                        </p:tgtEl>
                                      </p:cBhvr>
                                    </p:animEffect>
                                  </p:childTnLst>
                                </p:cTn>
                              </p:par>
                              <p:par>
                                <p:cTn id="115" presetID="21" presetClass="entr" presetSubtype="1" fill="hold" grpId="0" nodeType="withEffect">
                                  <p:stCondLst>
                                    <p:cond delay="500"/>
                                  </p:stCondLst>
                                  <p:childTnLst>
                                    <p:set>
                                      <p:cBhvr>
                                        <p:cTn id="116" dur="1" fill="hold">
                                          <p:stCondLst>
                                            <p:cond delay="0"/>
                                          </p:stCondLst>
                                        </p:cTn>
                                        <p:tgtEl>
                                          <p:spTgt spid="44"/>
                                        </p:tgtEl>
                                        <p:attrNameLst>
                                          <p:attrName>style.visibility</p:attrName>
                                        </p:attrNameLst>
                                      </p:cBhvr>
                                      <p:to>
                                        <p:strVal val="visible"/>
                                      </p:to>
                                    </p:set>
                                    <p:animEffect transition="in" filter="wheel(1)">
                                      <p:cBhvr>
                                        <p:cTn id="117" dur="1000"/>
                                        <p:tgtEl>
                                          <p:spTgt spid="44"/>
                                        </p:tgtEl>
                                      </p:cBhvr>
                                    </p:animEffect>
                                  </p:childTnLst>
                                </p:cTn>
                              </p:par>
                              <p:par>
                                <p:cTn id="118" presetID="21" presetClass="entr" presetSubtype="1" fill="hold" grpId="0" nodeType="withEffect">
                                  <p:stCondLst>
                                    <p:cond delay="500"/>
                                  </p:stCondLst>
                                  <p:childTnLst>
                                    <p:set>
                                      <p:cBhvr>
                                        <p:cTn id="119" dur="1" fill="hold">
                                          <p:stCondLst>
                                            <p:cond delay="0"/>
                                          </p:stCondLst>
                                        </p:cTn>
                                        <p:tgtEl>
                                          <p:spTgt spid="43"/>
                                        </p:tgtEl>
                                        <p:attrNameLst>
                                          <p:attrName>style.visibility</p:attrName>
                                        </p:attrNameLst>
                                      </p:cBhvr>
                                      <p:to>
                                        <p:strVal val="visible"/>
                                      </p:to>
                                    </p:set>
                                    <p:animEffect transition="in" filter="wheel(1)">
                                      <p:cBhvr>
                                        <p:cTn id="120" dur="1000"/>
                                        <p:tgtEl>
                                          <p:spTgt spid="43"/>
                                        </p:tgtEl>
                                      </p:cBhvr>
                                    </p:animEffect>
                                  </p:childTnLst>
                                </p:cTn>
                              </p:par>
                              <p:par>
                                <p:cTn id="121" presetID="21" presetClass="entr" presetSubtype="1" fill="hold" nodeType="withEffect">
                                  <p:stCondLst>
                                    <p:cond delay="500"/>
                                  </p:stCondLst>
                                  <p:childTnLst>
                                    <p:set>
                                      <p:cBhvr>
                                        <p:cTn id="122" dur="1" fill="hold">
                                          <p:stCondLst>
                                            <p:cond delay="0"/>
                                          </p:stCondLst>
                                        </p:cTn>
                                        <p:tgtEl>
                                          <p:spTgt spid="211"/>
                                        </p:tgtEl>
                                        <p:attrNameLst>
                                          <p:attrName>style.visibility</p:attrName>
                                        </p:attrNameLst>
                                      </p:cBhvr>
                                      <p:to>
                                        <p:strVal val="visible"/>
                                      </p:to>
                                    </p:set>
                                    <p:animEffect transition="in" filter="wheel(1)">
                                      <p:cBhvr>
                                        <p:cTn id="123" dur="1000"/>
                                        <p:tgtEl>
                                          <p:spTgt spid="211"/>
                                        </p:tgtEl>
                                      </p:cBhvr>
                                    </p:animEffect>
                                  </p:childTnLst>
                                </p:cTn>
                              </p:par>
                              <p:par>
                                <p:cTn id="124" presetID="21" presetClass="entr" presetSubtype="1" fill="hold" nodeType="withEffect">
                                  <p:stCondLst>
                                    <p:cond delay="500"/>
                                  </p:stCondLst>
                                  <p:childTnLst>
                                    <p:set>
                                      <p:cBhvr>
                                        <p:cTn id="125" dur="1" fill="hold">
                                          <p:stCondLst>
                                            <p:cond delay="0"/>
                                          </p:stCondLst>
                                        </p:cTn>
                                        <p:tgtEl>
                                          <p:spTgt spid="212"/>
                                        </p:tgtEl>
                                        <p:attrNameLst>
                                          <p:attrName>style.visibility</p:attrName>
                                        </p:attrNameLst>
                                      </p:cBhvr>
                                      <p:to>
                                        <p:strVal val="visible"/>
                                      </p:to>
                                    </p:set>
                                    <p:animEffect transition="in" filter="wheel(1)">
                                      <p:cBhvr>
                                        <p:cTn id="126" dur="1000"/>
                                        <p:tgtEl>
                                          <p:spTgt spid="212"/>
                                        </p:tgtEl>
                                      </p:cBhvr>
                                    </p:animEffect>
                                  </p:childTnLst>
                                </p:cTn>
                              </p:par>
                              <p:par>
                                <p:cTn id="127" presetID="2" presetClass="entr" presetSubtype="2" fill="hold" nodeType="withEffect">
                                  <p:stCondLst>
                                    <p:cond delay="0"/>
                                  </p:stCondLst>
                                  <p:childTnLst>
                                    <p:set>
                                      <p:cBhvr>
                                        <p:cTn id="128" dur="1" fill="hold">
                                          <p:stCondLst>
                                            <p:cond delay="0"/>
                                          </p:stCondLst>
                                        </p:cTn>
                                        <p:tgtEl>
                                          <p:spTgt spid="213"/>
                                        </p:tgtEl>
                                        <p:attrNameLst>
                                          <p:attrName>style.visibility</p:attrName>
                                        </p:attrNameLst>
                                      </p:cBhvr>
                                      <p:to>
                                        <p:strVal val="visible"/>
                                      </p:to>
                                    </p:set>
                                    <p:anim calcmode="lin" valueType="num">
                                      <p:cBhvr additive="base">
                                        <p:cTn id="129" dur="500" fill="hold"/>
                                        <p:tgtEl>
                                          <p:spTgt spid="213"/>
                                        </p:tgtEl>
                                        <p:attrNameLst>
                                          <p:attrName>ppt_x</p:attrName>
                                        </p:attrNameLst>
                                      </p:cBhvr>
                                      <p:tavLst>
                                        <p:tav tm="0">
                                          <p:val>
                                            <p:strVal val="1+#ppt_w/2"/>
                                          </p:val>
                                        </p:tav>
                                        <p:tav tm="100000">
                                          <p:val>
                                            <p:strVal val="#ppt_x"/>
                                          </p:val>
                                        </p:tav>
                                      </p:tavLst>
                                    </p:anim>
                                    <p:anim calcmode="lin" valueType="num">
                                      <p:cBhvr additive="base">
                                        <p:cTn id="130" dur="500" fill="hold"/>
                                        <p:tgtEl>
                                          <p:spTgt spid="2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28" grpId="0"/>
      <p:bldP spid="29" grpId="0"/>
      <p:bldP spid="59" grpId="0" animBg="1"/>
      <p:bldP spid="60" grpId="0" animBg="1"/>
      <p:bldP spid="61" grpId="0"/>
      <p:bldP spid="62" grpId="0"/>
      <p:bldP spid="68" grpId="0" animBg="1"/>
      <p:bldP spid="71" grpId="0" animBg="1"/>
      <p:bldP spid="74" grpId="0"/>
      <p:bldP spid="75" grpId="0"/>
      <p:bldP spid="79" grpId="0"/>
      <p:bldP spid="80" grpId="0"/>
      <p:bldP spid="81" grpId="0"/>
      <p:bldP spid="89" grpId="0"/>
      <p:bldP spid="44" grpId="0" animBg="1"/>
      <p:bldP spid="4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5D2E0D8-39F0-293E-98A0-F7611E68ABCD}"/>
            </a:ext>
          </a:extLst>
        </p:cNvPr>
        <p:cNvGrpSpPr/>
        <p:nvPr/>
      </p:nvGrpSpPr>
      <p:grpSpPr>
        <a:xfrm>
          <a:off x="0" y="0"/>
          <a:ext cx="0" cy="0"/>
          <a:chOff x="0" y="0"/>
          <a:chExt cx="0" cy="0"/>
        </a:xfrm>
      </p:grpSpPr>
      <p:grpSp>
        <p:nvGrpSpPr>
          <p:cNvPr id="23" name="Group 22">
            <a:extLst>
              <a:ext uri="{FF2B5EF4-FFF2-40B4-BE49-F238E27FC236}">
                <a16:creationId xmlns="" xmlns:a16="http://schemas.microsoft.com/office/drawing/2014/main" id="{A6AF4898-9A3E-3CC0-147A-47F6F74D0F37}"/>
              </a:ext>
            </a:extLst>
          </p:cNvPr>
          <p:cNvGrpSpPr/>
          <p:nvPr/>
        </p:nvGrpSpPr>
        <p:grpSpPr>
          <a:xfrm>
            <a:off x="-372343" y="2738243"/>
            <a:ext cx="1314897" cy="1487188"/>
            <a:chOff x="-305647" y="2467262"/>
            <a:chExt cx="1314897" cy="1487188"/>
          </a:xfrm>
        </p:grpSpPr>
        <p:sp>
          <p:nvSpPr>
            <p:cNvPr id="30" name="KSO_Shape">
              <a:extLst>
                <a:ext uri="{FF2B5EF4-FFF2-40B4-BE49-F238E27FC236}">
                  <a16:creationId xmlns="" xmlns:a16="http://schemas.microsoft.com/office/drawing/2014/main" id="{001687EE-43C4-2AA2-5B73-20E20433233E}"/>
                </a:ext>
              </a:extLst>
            </p:cNvPr>
            <p:cNvSpPr>
              <a:spLocks/>
            </p:cNvSpPr>
            <p:nvPr/>
          </p:nvSpPr>
          <p:spPr bwMode="auto">
            <a:xfrm rot="69658">
              <a:off x="645262" y="2467262"/>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nvGrpSpPr>
            <p:cNvPr id="40" name="组合 39">
              <a:extLst>
                <a:ext uri="{FF2B5EF4-FFF2-40B4-BE49-F238E27FC236}">
                  <a16:creationId xmlns="" xmlns:a16="http://schemas.microsoft.com/office/drawing/2014/main" id="{66BAE30D-D981-8396-6809-5EFDB296DF67}"/>
                </a:ext>
              </a:extLst>
            </p:cNvPr>
            <p:cNvGrpSpPr/>
            <p:nvPr/>
          </p:nvGrpSpPr>
          <p:grpSpPr>
            <a:xfrm rot="18345">
              <a:off x="-289106" y="2535134"/>
              <a:ext cx="585587" cy="91143"/>
              <a:chOff x="8614611" y="410539"/>
              <a:chExt cx="585587" cy="91143"/>
            </a:xfrm>
          </p:grpSpPr>
          <p:sp>
            <p:nvSpPr>
              <p:cNvPr id="41" name="圆角矩形 40">
                <a:extLst>
                  <a:ext uri="{FF2B5EF4-FFF2-40B4-BE49-F238E27FC236}">
                    <a16:creationId xmlns="" xmlns:a16="http://schemas.microsoft.com/office/drawing/2014/main" id="{92FDF6F7-D143-5C8E-2D00-140A6AE281D5}"/>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42" name="圆角矩形 41">
                <a:extLst>
                  <a:ext uri="{FF2B5EF4-FFF2-40B4-BE49-F238E27FC236}">
                    <a16:creationId xmlns="" xmlns:a16="http://schemas.microsoft.com/office/drawing/2014/main" id="{6AA57341-91A3-2C5D-0890-3B82FAE74E35}"/>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43" name="圆角矩形 42">
                <a:extLst>
                  <a:ext uri="{FF2B5EF4-FFF2-40B4-BE49-F238E27FC236}">
                    <a16:creationId xmlns="" xmlns:a16="http://schemas.microsoft.com/office/drawing/2014/main" id="{DB17894B-C3BC-9E7C-9EAC-7D8B25465EA8}"/>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44" name="圆角矩形 43">
                <a:extLst>
                  <a:ext uri="{FF2B5EF4-FFF2-40B4-BE49-F238E27FC236}">
                    <a16:creationId xmlns="" xmlns:a16="http://schemas.microsoft.com/office/drawing/2014/main" id="{3D0CE183-6550-DC06-FBAB-56DFC282770F}"/>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grpSp>
        <p:sp>
          <p:nvSpPr>
            <p:cNvPr id="55" name="KSO_Shape">
              <a:extLst>
                <a:ext uri="{FF2B5EF4-FFF2-40B4-BE49-F238E27FC236}">
                  <a16:creationId xmlns="" xmlns:a16="http://schemas.microsoft.com/office/drawing/2014/main" id="{DF2918E6-D702-5B62-FBD7-BBA3956A842B}"/>
                </a:ext>
              </a:extLst>
            </p:cNvPr>
            <p:cNvSpPr>
              <a:spLocks/>
            </p:cNvSpPr>
            <p:nvPr/>
          </p:nvSpPr>
          <p:spPr bwMode="auto">
            <a:xfrm rot="69658">
              <a:off x="645263" y="3685705"/>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nvGrpSpPr>
            <p:cNvPr id="56" name="组合 55">
              <a:extLst>
                <a:ext uri="{FF2B5EF4-FFF2-40B4-BE49-F238E27FC236}">
                  <a16:creationId xmlns="" xmlns:a16="http://schemas.microsoft.com/office/drawing/2014/main" id="{CC0BA770-A18F-6621-6AA6-C197E8AC5F1D}"/>
                </a:ext>
              </a:extLst>
            </p:cNvPr>
            <p:cNvGrpSpPr/>
            <p:nvPr/>
          </p:nvGrpSpPr>
          <p:grpSpPr>
            <a:xfrm rot="18345">
              <a:off x="-289105" y="3753577"/>
              <a:ext cx="585587" cy="91143"/>
              <a:chOff x="8614611" y="410539"/>
              <a:chExt cx="585587" cy="91143"/>
            </a:xfrm>
          </p:grpSpPr>
          <p:sp>
            <p:nvSpPr>
              <p:cNvPr id="57" name="圆角矩形 56">
                <a:extLst>
                  <a:ext uri="{FF2B5EF4-FFF2-40B4-BE49-F238E27FC236}">
                    <a16:creationId xmlns="" xmlns:a16="http://schemas.microsoft.com/office/drawing/2014/main" id="{153A30DA-590E-6524-FC46-080875D19E65}"/>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58" name="圆角矩形 57">
                <a:extLst>
                  <a:ext uri="{FF2B5EF4-FFF2-40B4-BE49-F238E27FC236}">
                    <a16:creationId xmlns="" xmlns:a16="http://schemas.microsoft.com/office/drawing/2014/main" id="{1E6D74B5-E2C9-8E5B-3BF8-EEA68027766E}"/>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59" name="圆角矩形 58">
                <a:extLst>
                  <a:ext uri="{FF2B5EF4-FFF2-40B4-BE49-F238E27FC236}">
                    <a16:creationId xmlns="" xmlns:a16="http://schemas.microsoft.com/office/drawing/2014/main" id="{56F2CA02-4EBC-6154-B543-DE9355E6C6EA}"/>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60" name="圆角矩形 59">
                <a:extLst>
                  <a:ext uri="{FF2B5EF4-FFF2-40B4-BE49-F238E27FC236}">
                    <a16:creationId xmlns="" xmlns:a16="http://schemas.microsoft.com/office/drawing/2014/main" id="{25795025-361C-F028-D654-A183F8CB3687}"/>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grpSp>
        <p:grpSp>
          <p:nvGrpSpPr>
            <p:cNvPr id="62" name="组合 61">
              <a:extLst>
                <a:ext uri="{FF2B5EF4-FFF2-40B4-BE49-F238E27FC236}">
                  <a16:creationId xmlns="" xmlns:a16="http://schemas.microsoft.com/office/drawing/2014/main" id="{EB798261-43A5-7630-F5C7-564F87D142FB}"/>
                </a:ext>
              </a:extLst>
            </p:cNvPr>
            <p:cNvGrpSpPr/>
            <p:nvPr/>
          </p:nvGrpSpPr>
          <p:grpSpPr>
            <a:xfrm rot="18345">
              <a:off x="423663" y="3145565"/>
              <a:ext cx="585587" cy="91143"/>
              <a:chOff x="8614611" y="410539"/>
              <a:chExt cx="585587" cy="91143"/>
            </a:xfrm>
          </p:grpSpPr>
          <p:sp>
            <p:nvSpPr>
              <p:cNvPr id="63" name="圆角矩形 62">
                <a:extLst>
                  <a:ext uri="{FF2B5EF4-FFF2-40B4-BE49-F238E27FC236}">
                    <a16:creationId xmlns="" xmlns:a16="http://schemas.microsoft.com/office/drawing/2014/main" id="{8939C0E7-5823-A07F-FAC8-75A56D98F79E}"/>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64" name="圆角矩形 63">
                <a:extLst>
                  <a:ext uri="{FF2B5EF4-FFF2-40B4-BE49-F238E27FC236}">
                    <a16:creationId xmlns="" xmlns:a16="http://schemas.microsoft.com/office/drawing/2014/main" id="{F7F5BC4A-745A-7616-D528-34605044946E}"/>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65" name="圆角矩形 64">
                <a:extLst>
                  <a:ext uri="{FF2B5EF4-FFF2-40B4-BE49-F238E27FC236}">
                    <a16:creationId xmlns="" xmlns:a16="http://schemas.microsoft.com/office/drawing/2014/main" id="{53F9060E-694B-61CE-01D5-2CEB1DD6F69B}"/>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66" name="圆角矩形 65">
                <a:extLst>
                  <a:ext uri="{FF2B5EF4-FFF2-40B4-BE49-F238E27FC236}">
                    <a16:creationId xmlns="" xmlns:a16="http://schemas.microsoft.com/office/drawing/2014/main" id="{47D3113C-291F-1C8E-DC4D-4B02169BA3E3}"/>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grpSp>
        <p:sp>
          <p:nvSpPr>
            <p:cNvPr id="67" name="KSO_Shape">
              <a:extLst>
                <a:ext uri="{FF2B5EF4-FFF2-40B4-BE49-F238E27FC236}">
                  <a16:creationId xmlns="" xmlns:a16="http://schemas.microsoft.com/office/drawing/2014/main" id="{6125B240-34B4-D618-F27A-2110728BEC68}"/>
                </a:ext>
              </a:extLst>
            </p:cNvPr>
            <p:cNvSpPr>
              <a:spLocks/>
            </p:cNvSpPr>
            <p:nvPr/>
          </p:nvSpPr>
          <p:spPr bwMode="auto">
            <a:xfrm rot="69658">
              <a:off x="-305647" y="3055198"/>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grpSp>
        <p:nvGrpSpPr>
          <p:cNvPr id="21" name="Group 20">
            <a:extLst>
              <a:ext uri="{FF2B5EF4-FFF2-40B4-BE49-F238E27FC236}">
                <a16:creationId xmlns="" xmlns:a16="http://schemas.microsoft.com/office/drawing/2014/main" id="{A96A47A1-7929-04CA-B84F-B73B22AB3F0F}"/>
              </a:ext>
            </a:extLst>
          </p:cNvPr>
          <p:cNvGrpSpPr/>
          <p:nvPr/>
        </p:nvGrpSpPr>
        <p:grpSpPr>
          <a:xfrm rot="10800000">
            <a:off x="11298884" y="2578950"/>
            <a:ext cx="1314897" cy="1487188"/>
            <a:chOff x="11678273" y="2467261"/>
            <a:chExt cx="1314897" cy="1487188"/>
          </a:xfrm>
        </p:grpSpPr>
        <p:sp>
          <p:nvSpPr>
            <p:cNvPr id="49" name="KSO_Shape">
              <a:extLst>
                <a:ext uri="{FF2B5EF4-FFF2-40B4-BE49-F238E27FC236}">
                  <a16:creationId xmlns="" xmlns:a16="http://schemas.microsoft.com/office/drawing/2014/main" id="{1D3E01FF-6569-405C-D028-6ADBBD22A79C}"/>
                </a:ext>
              </a:extLst>
            </p:cNvPr>
            <p:cNvSpPr>
              <a:spLocks/>
            </p:cNvSpPr>
            <p:nvPr/>
          </p:nvSpPr>
          <p:spPr bwMode="auto">
            <a:xfrm rot="69658">
              <a:off x="12629182" y="2467261"/>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nvGrpSpPr>
            <p:cNvPr id="50" name="组合 39">
              <a:extLst>
                <a:ext uri="{FF2B5EF4-FFF2-40B4-BE49-F238E27FC236}">
                  <a16:creationId xmlns="" xmlns:a16="http://schemas.microsoft.com/office/drawing/2014/main" id="{64D1F69E-7E06-8D39-71A2-C2BDCD5962D8}"/>
                </a:ext>
              </a:extLst>
            </p:cNvPr>
            <p:cNvGrpSpPr/>
            <p:nvPr/>
          </p:nvGrpSpPr>
          <p:grpSpPr>
            <a:xfrm rot="18345">
              <a:off x="11694814" y="2535133"/>
              <a:ext cx="585587" cy="91143"/>
              <a:chOff x="8614611" y="410539"/>
              <a:chExt cx="585587" cy="91143"/>
            </a:xfrm>
          </p:grpSpPr>
          <p:sp>
            <p:nvSpPr>
              <p:cNvPr id="51" name="圆角矩形 40">
                <a:extLst>
                  <a:ext uri="{FF2B5EF4-FFF2-40B4-BE49-F238E27FC236}">
                    <a16:creationId xmlns="" xmlns:a16="http://schemas.microsoft.com/office/drawing/2014/main" id="{FD16CFAB-4083-503F-DFE7-6E55A3994C15}"/>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52" name="圆角矩形 41">
                <a:extLst>
                  <a:ext uri="{FF2B5EF4-FFF2-40B4-BE49-F238E27FC236}">
                    <a16:creationId xmlns="" xmlns:a16="http://schemas.microsoft.com/office/drawing/2014/main" id="{A6065522-0B22-F00A-676E-6CDE8C6C3DC8}"/>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53" name="圆角矩形 42">
                <a:extLst>
                  <a:ext uri="{FF2B5EF4-FFF2-40B4-BE49-F238E27FC236}">
                    <a16:creationId xmlns="" xmlns:a16="http://schemas.microsoft.com/office/drawing/2014/main" id="{B8461E07-FB1A-F67D-90B0-72FEC55E435B}"/>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54" name="圆角矩形 43">
                <a:extLst>
                  <a:ext uri="{FF2B5EF4-FFF2-40B4-BE49-F238E27FC236}">
                    <a16:creationId xmlns="" xmlns:a16="http://schemas.microsoft.com/office/drawing/2014/main" id="{4FA85C76-A0FC-FD78-5BDF-15A375389AC6}"/>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grpSp>
        <p:sp>
          <p:nvSpPr>
            <p:cNvPr id="61" name="KSO_Shape">
              <a:extLst>
                <a:ext uri="{FF2B5EF4-FFF2-40B4-BE49-F238E27FC236}">
                  <a16:creationId xmlns="" xmlns:a16="http://schemas.microsoft.com/office/drawing/2014/main" id="{579347E5-7F4A-7B14-DD57-B3A8FAE3CF56}"/>
                </a:ext>
              </a:extLst>
            </p:cNvPr>
            <p:cNvSpPr>
              <a:spLocks/>
            </p:cNvSpPr>
            <p:nvPr/>
          </p:nvSpPr>
          <p:spPr bwMode="auto">
            <a:xfrm rot="69658">
              <a:off x="12629183" y="3685704"/>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nvGrpSpPr>
            <p:cNvPr id="68" name="组合 55">
              <a:extLst>
                <a:ext uri="{FF2B5EF4-FFF2-40B4-BE49-F238E27FC236}">
                  <a16:creationId xmlns="" xmlns:a16="http://schemas.microsoft.com/office/drawing/2014/main" id="{F056C2DF-681B-7EE4-94BA-F680661478B0}"/>
                </a:ext>
              </a:extLst>
            </p:cNvPr>
            <p:cNvGrpSpPr/>
            <p:nvPr/>
          </p:nvGrpSpPr>
          <p:grpSpPr>
            <a:xfrm rot="18345">
              <a:off x="11694815" y="3753576"/>
              <a:ext cx="585587" cy="91143"/>
              <a:chOff x="8614611" y="410539"/>
              <a:chExt cx="585587" cy="91143"/>
            </a:xfrm>
          </p:grpSpPr>
          <p:sp>
            <p:nvSpPr>
              <p:cNvPr id="69" name="圆角矩形 56">
                <a:extLst>
                  <a:ext uri="{FF2B5EF4-FFF2-40B4-BE49-F238E27FC236}">
                    <a16:creationId xmlns="" xmlns:a16="http://schemas.microsoft.com/office/drawing/2014/main" id="{7CFBDBD3-7A35-4299-476E-37C80982B57F}"/>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0" name="圆角矩形 57">
                <a:extLst>
                  <a:ext uri="{FF2B5EF4-FFF2-40B4-BE49-F238E27FC236}">
                    <a16:creationId xmlns="" xmlns:a16="http://schemas.microsoft.com/office/drawing/2014/main" id="{1F9556D9-8A9F-66DA-8D0A-5E0D51A94A94}"/>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1" name="圆角矩形 58">
                <a:extLst>
                  <a:ext uri="{FF2B5EF4-FFF2-40B4-BE49-F238E27FC236}">
                    <a16:creationId xmlns="" xmlns:a16="http://schemas.microsoft.com/office/drawing/2014/main" id="{0ACCE6F1-B538-F074-34C5-D56C4889793E}"/>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2" name="圆角矩形 59">
                <a:extLst>
                  <a:ext uri="{FF2B5EF4-FFF2-40B4-BE49-F238E27FC236}">
                    <a16:creationId xmlns="" xmlns:a16="http://schemas.microsoft.com/office/drawing/2014/main" id="{A597C7B3-FADD-D9AA-38E8-3FB3AE21BAE9}"/>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dirty="0">
                  <a:latin typeface="+mj-lt"/>
                </a:endParaRPr>
              </a:p>
            </p:txBody>
          </p:sp>
        </p:grpSp>
        <p:grpSp>
          <p:nvGrpSpPr>
            <p:cNvPr id="73" name="组合 61">
              <a:extLst>
                <a:ext uri="{FF2B5EF4-FFF2-40B4-BE49-F238E27FC236}">
                  <a16:creationId xmlns="" xmlns:a16="http://schemas.microsoft.com/office/drawing/2014/main" id="{1586B4CD-0A09-6358-190E-C97633C1E02B}"/>
                </a:ext>
              </a:extLst>
            </p:cNvPr>
            <p:cNvGrpSpPr/>
            <p:nvPr/>
          </p:nvGrpSpPr>
          <p:grpSpPr>
            <a:xfrm rot="18345">
              <a:off x="12407583" y="3145564"/>
              <a:ext cx="585587" cy="91143"/>
              <a:chOff x="8614611" y="410539"/>
              <a:chExt cx="585587" cy="91143"/>
            </a:xfrm>
          </p:grpSpPr>
          <p:sp>
            <p:nvSpPr>
              <p:cNvPr id="74" name="圆角矩形 62">
                <a:extLst>
                  <a:ext uri="{FF2B5EF4-FFF2-40B4-BE49-F238E27FC236}">
                    <a16:creationId xmlns="" xmlns:a16="http://schemas.microsoft.com/office/drawing/2014/main" id="{6D978F2F-D824-A6F3-6529-36B2E2B56FE4}"/>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5" name="圆角矩形 63">
                <a:extLst>
                  <a:ext uri="{FF2B5EF4-FFF2-40B4-BE49-F238E27FC236}">
                    <a16:creationId xmlns="" xmlns:a16="http://schemas.microsoft.com/office/drawing/2014/main" id="{F1B468AD-7F00-0D78-5291-3CE6A754B90C}"/>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6" name="圆角矩形 64">
                <a:extLst>
                  <a:ext uri="{FF2B5EF4-FFF2-40B4-BE49-F238E27FC236}">
                    <a16:creationId xmlns="" xmlns:a16="http://schemas.microsoft.com/office/drawing/2014/main" id="{4C222CB6-27C4-D1D5-3AB9-606A5E7B9E0E}"/>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7" name="圆角矩形 65">
                <a:extLst>
                  <a:ext uri="{FF2B5EF4-FFF2-40B4-BE49-F238E27FC236}">
                    <a16:creationId xmlns="" xmlns:a16="http://schemas.microsoft.com/office/drawing/2014/main" id="{92AA1D5C-4F2A-7F09-4022-405D8258B77B}"/>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grpSp>
        <p:sp>
          <p:nvSpPr>
            <p:cNvPr id="78" name="KSO_Shape">
              <a:extLst>
                <a:ext uri="{FF2B5EF4-FFF2-40B4-BE49-F238E27FC236}">
                  <a16:creationId xmlns="" xmlns:a16="http://schemas.microsoft.com/office/drawing/2014/main" id="{95C99747-2A08-F3B1-3E16-8ADDC8957225}"/>
                </a:ext>
              </a:extLst>
            </p:cNvPr>
            <p:cNvSpPr>
              <a:spLocks/>
            </p:cNvSpPr>
            <p:nvPr/>
          </p:nvSpPr>
          <p:spPr bwMode="auto">
            <a:xfrm rot="69658">
              <a:off x="11678273" y="3055197"/>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grpSp>
        <p:nvGrpSpPr>
          <p:cNvPr id="79" name="组合 4">
            <a:extLst>
              <a:ext uri="{FF2B5EF4-FFF2-40B4-BE49-F238E27FC236}">
                <a16:creationId xmlns="" xmlns:a16="http://schemas.microsoft.com/office/drawing/2014/main" id="{3E32F614-1F44-C0F3-B006-EDF17941B4F5}"/>
              </a:ext>
            </a:extLst>
          </p:cNvPr>
          <p:cNvGrpSpPr/>
          <p:nvPr/>
        </p:nvGrpSpPr>
        <p:grpSpPr>
          <a:xfrm>
            <a:off x="-26416" y="673589"/>
            <a:ext cx="3395006" cy="431295"/>
            <a:chOff x="-22274" y="526055"/>
            <a:chExt cx="3395006" cy="431295"/>
          </a:xfrm>
        </p:grpSpPr>
        <p:grpSp>
          <p:nvGrpSpPr>
            <p:cNvPr id="80" name="组合 5">
              <a:extLst>
                <a:ext uri="{FF2B5EF4-FFF2-40B4-BE49-F238E27FC236}">
                  <a16:creationId xmlns="" xmlns:a16="http://schemas.microsoft.com/office/drawing/2014/main" id="{EA1E49F9-7BE1-31F0-1AA4-FC17D17BBCEE}"/>
                </a:ext>
              </a:extLst>
            </p:cNvPr>
            <p:cNvGrpSpPr/>
            <p:nvPr/>
          </p:nvGrpSpPr>
          <p:grpSpPr>
            <a:xfrm>
              <a:off x="-22274" y="526055"/>
              <a:ext cx="2726545" cy="431295"/>
              <a:chOff x="-22274" y="526055"/>
              <a:chExt cx="2726545" cy="431295"/>
            </a:xfrm>
          </p:grpSpPr>
          <p:sp>
            <p:nvSpPr>
              <p:cNvPr id="85" name="任意多边形 11">
                <a:extLst>
                  <a:ext uri="{FF2B5EF4-FFF2-40B4-BE49-F238E27FC236}">
                    <a16:creationId xmlns="" xmlns:a16="http://schemas.microsoft.com/office/drawing/2014/main" id="{70F00A70-44D9-5373-6142-2DA5ABAF3F7A}"/>
                  </a:ext>
                </a:extLst>
              </p:cNvPr>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86" name="组合 12">
                <a:extLst>
                  <a:ext uri="{FF2B5EF4-FFF2-40B4-BE49-F238E27FC236}">
                    <a16:creationId xmlns="" xmlns:a16="http://schemas.microsoft.com/office/drawing/2014/main" id="{A5379E43-D196-B15F-686A-9245D0C59E84}"/>
                  </a:ext>
                </a:extLst>
              </p:cNvPr>
              <p:cNvGrpSpPr/>
              <p:nvPr/>
            </p:nvGrpSpPr>
            <p:grpSpPr>
              <a:xfrm>
                <a:off x="206190" y="526055"/>
                <a:ext cx="276624" cy="276624"/>
                <a:chOff x="5216663" y="2206897"/>
                <a:chExt cx="276624" cy="276624"/>
              </a:xfrm>
            </p:grpSpPr>
            <p:sp>
              <p:nvSpPr>
                <p:cNvPr id="88" name="Oval 35">
                  <a:extLst>
                    <a:ext uri="{FF2B5EF4-FFF2-40B4-BE49-F238E27FC236}">
                      <a16:creationId xmlns="" xmlns:a16="http://schemas.microsoft.com/office/drawing/2014/main" id="{463EB779-AE73-888E-056D-0E24158FD853}"/>
                    </a:ext>
                  </a:extLst>
                </p:cNvPr>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9" name="Oval 35">
                  <a:extLst>
                    <a:ext uri="{FF2B5EF4-FFF2-40B4-BE49-F238E27FC236}">
                      <a16:creationId xmlns="" xmlns:a16="http://schemas.microsoft.com/office/drawing/2014/main" id="{48444000-2742-6295-79F1-DB03FEFA15B2}"/>
                    </a:ext>
                  </a:extLst>
                </p:cNvPr>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87" name="Oval 35">
                <a:extLst>
                  <a:ext uri="{FF2B5EF4-FFF2-40B4-BE49-F238E27FC236}">
                    <a16:creationId xmlns="" xmlns:a16="http://schemas.microsoft.com/office/drawing/2014/main" id="{68970CAF-DF70-D215-C4F4-9B7F11A05C83}"/>
                  </a:ext>
                </a:extLst>
              </p:cNvPr>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81" name="组合 7">
              <a:extLst>
                <a:ext uri="{FF2B5EF4-FFF2-40B4-BE49-F238E27FC236}">
                  <a16:creationId xmlns="" xmlns:a16="http://schemas.microsoft.com/office/drawing/2014/main" id="{1FA9F9ED-05F9-D9CF-A2D2-879851495A77}"/>
                </a:ext>
              </a:extLst>
            </p:cNvPr>
            <p:cNvGrpSpPr/>
            <p:nvPr/>
          </p:nvGrpSpPr>
          <p:grpSpPr>
            <a:xfrm>
              <a:off x="2909925" y="529575"/>
              <a:ext cx="462807" cy="427775"/>
              <a:chOff x="2909925" y="529575"/>
              <a:chExt cx="462807" cy="427775"/>
            </a:xfrm>
          </p:grpSpPr>
          <p:sp>
            <p:nvSpPr>
              <p:cNvPr id="82" name="任意多边形 8">
                <a:extLst>
                  <a:ext uri="{FF2B5EF4-FFF2-40B4-BE49-F238E27FC236}">
                    <a16:creationId xmlns="" xmlns:a16="http://schemas.microsoft.com/office/drawing/2014/main" id="{94272761-B250-DE62-294F-AC79B6123BFE}"/>
                  </a:ext>
                </a:extLst>
              </p:cNvPr>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83" name="Oval 35">
                <a:extLst>
                  <a:ext uri="{FF2B5EF4-FFF2-40B4-BE49-F238E27FC236}">
                    <a16:creationId xmlns="" xmlns:a16="http://schemas.microsoft.com/office/drawing/2014/main" id="{164CAED4-8BE4-07CB-82C4-2511A3F96A26}"/>
                  </a:ext>
                </a:extLst>
              </p:cNvPr>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4" name="Oval 35">
                <a:extLst>
                  <a:ext uri="{FF2B5EF4-FFF2-40B4-BE49-F238E27FC236}">
                    <a16:creationId xmlns="" xmlns:a16="http://schemas.microsoft.com/office/drawing/2014/main" id="{37DF0D37-27AF-208A-1536-BC89BFB15B65}"/>
                  </a:ext>
                </a:extLst>
              </p:cNvPr>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90" name="文本框 6">
            <a:extLst>
              <a:ext uri="{FF2B5EF4-FFF2-40B4-BE49-F238E27FC236}">
                <a16:creationId xmlns="" xmlns:a16="http://schemas.microsoft.com/office/drawing/2014/main" id="{887372B3-67A0-D46E-6A87-0421B414E18B}"/>
              </a:ext>
            </a:extLst>
          </p:cNvPr>
          <p:cNvSpPr txBox="1"/>
          <p:nvPr/>
        </p:nvSpPr>
        <p:spPr>
          <a:xfrm>
            <a:off x="492047" y="89079"/>
            <a:ext cx="8898202" cy="492443"/>
          </a:xfrm>
          <a:prstGeom prst="rect">
            <a:avLst/>
          </a:prstGeom>
          <a:noFill/>
        </p:spPr>
        <p:txBody>
          <a:bodyPr wrap="square" rtlCol="0">
            <a:spAutoFit/>
          </a:bodyPr>
          <a:lstStyle/>
          <a:p>
            <a:pPr algn="ctr"/>
            <a:r>
              <a:rPr lang="en-US" altLang="zh-CN" sz="2600" b="1" dirty="0">
                <a:latin typeface="+mj-lt"/>
                <a:ea typeface="方正清刻本悦宋简体" panose="02000000000000000000" pitchFamily="2" charset="-122"/>
              </a:rPr>
              <a:t>Architecture of SAR ADC with Low Dropout Regulator</a:t>
            </a:r>
            <a:endParaRPr lang="zh-CN" altLang="en-US" sz="2600" b="1" dirty="0">
              <a:latin typeface="+mj-lt"/>
              <a:ea typeface="方正清刻本悦宋简体" panose="02000000000000000000" pitchFamily="2" charset="-122"/>
            </a:endParaRPr>
          </a:p>
        </p:txBody>
      </p:sp>
      <p:sp>
        <p:nvSpPr>
          <p:cNvPr id="92" name="Isosceles Triangle 91">
            <a:extLst>
              <a:ext uri="{FF2B5EF4-FFF2-40B4-BE49-F238E27FC236}">
                <a16:creationId xmlns="" xmlns:a16="http://schemas.microsoft.com/office/drawing/2014/main" id="{AADFF2E4-300E-A97E-5600-50CF13BD8EA8}"/>
              </a:ext>
            </a:extLst>
          </p:cNvPr>
          <p:cNvSpPr/>
          <p:nvPr/>
        </p:nvSpPr>
        <p:spPr>
          <a:xfrm rot="5400000">
            <a:off x="5680300" y="3319439"/>
            <a:ext cx="798514" cy="944844"/>
          </a:xfrm>
          <a:prstGeom prst="triangl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grpSp>
        <p:nvGrpSpPr>
          <p:cNvPr id="93" name="Group 92">
            <a:extLst>
              <a:ext uri="{FF2B5EF4-FFF2-40B4-BE49-F238E27FC236}">
                <a16:creationId xmlns="" xmlns:a16="http://schemas.microsoft.com/office/drawing/2014/main" id="{D7AA9A06-7E7D-A7F6-5F3D-2C8843D1D7A7}"/>
              </a:ext>
            </a:extLst>
          </p:cNvPr>
          <p:cNvGrpSpPr/>
          <p:nvPr/>
        </p:nvGrpSpPr>
        <p:grpSpPr>
          <a:xfrm>
            <a:off x="5756532" y="3611898"/>
            <a:ext cx="224280" cy="360844"/>
            <a:chOff x="8452884" y="1637414"/>
            <a:chExt cx="398721" cy="641500"/>
          </a:xfrm>
        </p:grpSpPr>
        <p:cxnSp>
          <p:nvCxnSpPr>
            <p:cNvPr id="94" name="Straight Connector 93">
              <a:extLst>
                <a:ext uri="{FF2B5EF4-FFF2-40B4-BE49-F238E27FC236}">
                  <a16:creationId xmlns="" xmlns:a16="http://schemas.microsoft.com/office/drawing/2014/main" id="{39E5DB80-9143-E8DC-B235-41A753CFB54B}"/>
                </a:ext>
              </a:extLst>
            </p:cNvPr>
            <p:cNvCxnSpPr>
              <a:cxnSpLocks/>
            </p:cNvCxnSpPr>
            <p:nvPr/>
          </p:nvCxnSpPr>
          <p:spPr>
            <a:xfrm>
              <a:off x="8644270" y="1637414"/>
              <a:ext cx="20733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 xmlns:a16="http://schemas.microsoft.com/office/drawing/2014/main" id="{56E307D4-3822-EE9A-CC29-02AA8F9899C0}"/>
                </a:ext>
              </a:extLst>
            </p:cNvPr>
            <p:cNvCxnSpPr>
              <a:cxnSpLocks/>
            </p:cNvCxnSpPr>
            <p:nvPr/>
          </p:nvCxnSpPr>
          <p:spPr>
            <a:xfrm>
              <a:off x="8452884" y="2278912"/>
              <a:ext cx="1913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 xmlns:a16="http://schemas.microsoft.com/office/drawing/2014/main" id="{705DFEC3-2F25-012F-51CD-AFDAD89B5E59}"/>
                </a:ext>
              </a:extLst>
            </p:cNvPr>
            <p:cNvCxnSpPr>
              <a:cxnSpLocks/>
            </p:cNvCxnSpPr>
            <p:nvPr/>
          </p:nvCxnSpPr>
          <p:spPr>
            <a:xfrm flipV="1">
              <a:off x="8644270" y="1637414"/>
              <a:ext cx="0" cy="6415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 xmlns:a16="http://schemas.microsoft.com/office/drawing/2014/main" id="{7AC0A2AE-C709-6426-FB95-F28D97E65C09}"/>
                </a:ext>
              </a:extLst>
            </p:cNvPr>
            <p:cNvCxnSpPr>
              <a:cxnSpLocks/>
            </p:cNvCxnSpPr>
            <p:nvPr/>
          </p:nvCxnSpPr>
          <p:spPr>
            <a:xfrm>
              <a:off x="8452884" y="1949303"/>
              <a:ext cx="31897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8" name="Straight Arrow Connector 97">
            <a:extLst>
              <a:ext uri="{FF2B5EF4-FFF2-40B4-BE49-F238E27FC236}">
                <a16:creationId xmlns="" xmlns:a16="http://schemas.microsoft.com/office/drawing/2014/main" id="{3B8DA9D4-2255-CA73-9721-630CAD7506C7}"/>
              </a:ext>
            </a:extLst>
          </p:cNvPr>
          <p:cNvCxnSpPr>
            <a:cxnSpLocks/>
            <a:stCxn id="92" idx="0"/>
          </p:cNvCxnSpPr>
          <p:nvPr/>
        </p:nvCxnSpPr>
        <p:spPr>
          <a:xfrm flipV="1">
            <a:off x="6551982" y="3787993"/>
            <a:ext cx="326945" cy="3868"/>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99" name="Straight Arrow Connector 98">
            <a:extLst>
              <a:ext uri="{FF2B5EF4-FFF2-40B4-BE49-F238E27FC236}">
                <a16:creationId xmlns="" xmlns:a16="http://schemas.microsoft.com/office/drawing/2014/main" id="{D75A38E8-33C9-1117-94C6-B2919EB72435}"/>
              </a:ext>
            </a:extLst>
          </p:cNvPr>
          <p:cNvCxnSpPr>
            <a:cxnSpLocks/>
          </p:cNvCxnSpPr>
          <p:nvPr/>
        </p:nvCxnSpPr>
        <p:spPr>
          <a:xfrm>
            <a:off x="7941510" y="3787994"/>
            <a:ext cx="430641" cy="43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 xmlns:a16="http://schemas.microsoft.com/office/drawing/2014/main" id="{470E00F5-6EF0-22D7-3DE6-3D55E24C57ED}"/>
              </a:ext>
            </a:extLst>
          </p:cNvPr>
          <p:cNvCxnSpPr>
            <a:cxnSpLocks/>
          </p:cNvCxnSpPr>
          <p:nvPr/>
        </p:nvCxnSpPr>
        <p:spPr>
          <a:xfrm>
            <a:off x="8060342" y="3787336"/>
            <a:ext cx="0" cy="123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 xmlns:a16="http://schemas.microsoft.com/office/drawing/2014/main" id="{0F19C1E5-0D94-65FA-1861-270203C9D4FF}"/>
              </a:ext>
            </a:extLst>
          </p:cNvPr>
          <p:cNvCxnSpPr>
            <a:cxnSpLocks/>
          </p:cNvCxnSpPr>
          <p:nvPr/>
        </p:nvCxnSpPr>
        <p:spPr>
          <a:xfrm flipH="1">
            <a:off x="5676787" y="5014804"/>
            <a:ext cx="238355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2" name="Group 101">
            <a:extLst>
              <a:ext uri="{FF2B5EF4-FFF2-40B4-BE49-F238E27FC236}">
                <a16:creationId xmlns="" xmlns:a16="http://schemas.microsoft.com/office/drawing/2014/main" id="{782DC87F-7D7D-C513-F64B-4B9B3FA83757}"/>
              </a:ext>
            </a:extLst>
          </p:cNvPr>
          <p:cNvGrpSpPr/>
          <p:nvPr/>
        </p:nvGrpSpPr>
        <p:grpSpPr>
          <a:xfrm>
            <a:off x="4779665" y="4756232"/>
            <a:ext cx="897123" cy="538274"/>
            <a:chOff x="5185144" y="4986673"/>
            <a:chExt cx="1594885" cy="956931"/>
          </a:xfrm>
        </p:grpSpPr>
        <p:sp>
          <p:nvSpPr>
            <p:cNvPr id="103" name="Freeform: Shape 33">
              <a:extLst>
                <a:ext uri="{FF2B5EF4-FFF2-40B4-BE49-F238E27FC236}">
                  <a16:creationId xmlns="" xmlns:a16="http://schemas.microsoft.com/office/drawing/2014/main" id="{B5909D65-F4F9-A6A2-4086-A57C6A041855}"/>
                </a:ext>
              </a:extLst>
            </p:cNvPr>
            <p:cNvSpPr/>
            <p:nvPr/>
          </p:nvSpPr>
          <p:spPr>
            <a:xfrm>
              <a:off x="5185144" y="4986673"/>
              <a:ext cx="1594884" cy="956931"/>
            </a:xfrm>
            <a:custGeom>
              <a:avLst/>
              <a:gdLst>
                <a:gd name="connsiteX0" fmla="*/ 1584251 w 1594884"/>
                <a:gd name="connsiteY0" fmla="*/ 0 h 956931"/>
                <a:gd name="connsiteX1" fmla="*/ 1594884 w 1594884"/>
                <a:gd name="connsiteY1" fmla="*/ 946298 h 956931"/>
                <a:gd name="connsiteX2" fmla="*/ 520995 w 1594884"/>
                <a:gd name="connsiteY2" fmla="*/ 956931 h 956931"/>
                <a:gd name="connsiteX3" fmla="*/ 0 w 1594884"/>
                <a:gd name="connsiteY3" fmla="*/ 542261 h 956931"/>
                <a:gd name="connsiteX4" fmla="*/ 499730 w 1594884"/>
                <a:gd name="connsiteY4" fmla="*/ 21266 h 956931"/>
                <a:gd name="connsiteX5" fmla="*/ 1584251 w 1594884"/>
                <a:gd name="connsiteY5" fmla="*/ 0 h 95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4884" h="956931">
                  <a:moveTo>
                    <a:pt x="1584251" y="0"/>
                  </a:moveTo>
                  <a:lnTo>
                    <a:pt x="1594884" y="946298"/>
                  </a:lnTo>
                  <a:lnTo>
                    <a:pt x="520995" y="956931"/>
                  </a:lnTo>
                  <a:lnTo>
                    <a:pt x="0" y="542261"/>
                  </a:lnTo>
                  <a:lnTo>
                    <a:pt x="499730" y="21266"/>
                  </a:lnTo>
                  <a:lnTo>
                    <a:pt x="1584251" y="0"/>
                  </a:ln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sp>
          <p:nvSpPr>
            <p:cNvPr id="104" name="TextBox 103">
              <a:extLst>
                <a:ext uri="{FF2B5EF4-FFF2-40B4-BE49-F238E27FC236}">
                  <a16:creationId xmlns="" xmlns:a16="http://schemas.microsoft.com/office/drawing/2014/main" id="{0368FCBC-78D1-E7C4-DF84-85E439232BFB}"/>
                </a:ext>
              </a:extLst>
            </p:cNvPr>
            <p:cNvSpPr txBox="1"/>
            <p:nvPr/>
          </p:nvSpPr>
          <p:spPr>
            <a:xfrm>
              <a:off x="5472225" y="5111196"/>
              <a:ext cx="1307804" cy="779701"/>
            </a:xfrm>
            <a:prstGeom prst="rect">
              <a:avLst/>
            </a:prstGeom>
            <a:noFill/>
            <a:ln w="28575">
              <a:noFill/>
            </a:ln>
          </p:spPr>
          <p:txBody>
            <a:bodyPr wrap="square" rtlCol="0">
              <a:spAutoFit/>
            </a:bodyPr>
            <a:lstStyle/>
            <a:p>
              <a:pPr algn="ctr"/>
              <a:r>
                <a:rPr lang="en-US" sz="1125" b="1" dirty="0"/>
                <a:t>N-bit</a:t>
              </a:r>
            </a:p>
            <a:p>
              <a:pPr algn="ctr"/>
              <a:r>
                <a:rPr lang="en-US" sz="1125" b="1" dirty="0"/>
                <a:t>DAC</a:t>
              </a:r>
            </a:p>
          </p:txBody>
        </p:sp>
      </p:grpSp>
      <p:sp>
        <p:nvSpPr>
          <p:cNvPr id="105" name="TextBox 104">
            <a:extLst>
              <a:ext uri="{FF2B5EF4-FFF2-40B4-BE49-F238E27FC236}">
                <a16:creationId xmlns="" xmlns:a16="http://schemas.microsoft.com/office/drawing/2014/main" id="{72D30EC9-7DD9-13CB-F0DF-EB2080E7F176}"/>
              </a:ext>
            </a:extLst>
          </p:cNvPr>
          <p:cNvSpPr txBox="1"/>
          <p:nvPr/>
        </p:nvSpPr>
        <p:spPr>
          <a:xfrm>
            <a:off x="4135855" y="3376921"/>
            <a:ext cx="735640" cy="611706"/>
          </a:xfrm>
          <a:prstGeom prst="rect">
            <a:avLst/>
          </a:prstGeom>
          <a:noFill/>
          <a:ln w="28575">
            <a:solidFill>
              <a:schemeClr val="tx1"/>
            </a:solidFill>
          </a:ln>
        </p:spPr>
        <p:txBody>
          <a:bodyPr wrap="square" rtlCol="0">
            <a:spAutoFit/>
          </a:bodyPr>
          <a:lstStyle/>
          <a:p>
            <a:pPr algn="ctr"/>
            <a:r>
              <a:rPr lang="en-US" sz="1125" b="1" dirty="0" smtClean="0"/>
              <a:t>Sample</a:t>
            </a:r>
          </a:p>
          <a:p>
            <a:pPr algn="ctr"/>
            <a:r>
              <a:rPr lang="en-US" sz="1125" b="1" dirty="0" smtClean="0"/>
              <a:t>-And-Hold</a:t>
            </a:r>
            <a:endParaRPr lang="en-US" sz="1125" b="1" dirty="0"/>
          </a:p>
        </p:txBody>
      </p:sp>
      <p:cxnSp>
        <p:nvCxnSpPr>
          <p:cNvPr id="106" name="Straight Arrow Connector 105">
            <a:extLst>
              <a:ext uri="{FF2B5EF4-FFF2-40B4-BE49-F238E27FC236}">
                <a16:creationId xmlns="" xmlns:a16="http://schemas.microsoft.com/office/drawing/2014/main" id="{05F6ADA8-95C3-EB10-EE29-E3AF09A526E1}"/>
              </a:ext>
            </a:extLst>
          </p:cNvPr>
          <p:cNvCxnSpPr>
            <a:cxnSpLocks/>
          </p:cNvCxnSpPr>
          <p:nvPr/>
        </p:nvCxnSpPr>
        <p:spPr>
          <a:xfrm flipV="1">
            <a:off x="4367328" y="4113785"/>
            <a:ext cx="1255638" cy="17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 xmlns:a16="http://schemas.microsoft.com/office/drawing/2014/main" id="{22C1AA4B-F09E-B444-52C8-06E541761732}"/>
              </a:ext>
            </a:extLst>
          </p:cNvPr>
          <p:cNvCxnSpPr>
            <a:cxnSpLocks/>
          </p:cNvCxnSpPr>
          <p:nvPr/>
        </p:nvCxnSpPr>
        <p:spPr>
          <a:xfrm>
            <a:off x="4363572" y="4101546"/>
            <a:ext cx="3748" cy="96645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 xmlns:a16="http://schemas.microsoft.com/office/drawing/2014/main" id="{28FDBE15-6895-3F3F-76D7-3BFEDB248D13}"/>
              </a:ext>
            </a:extLst>
          </p:cNvPr>
          <p:cNvCxnSpPr>
            <a:cxnSpLocks/>
            <a:endCxn id="103" idx="3"/>
          </p:cNvCxnSpPr>
          <p:nvPr/>
        </p:nvCxnSpPr>
        <p:spPr>
          <a:xfrm>
            <a:off x="4367322" y="5061255"/>
            <a:ext cx="412343"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 xmlns:a16="http://schemas.microsoft.com/office/drawing/2014/main" id="{F143B542-3E8C-88BF-1D40-B33D1984FC08}"/>
              </a:ext>
            </a:extLst>
          </p:cNvPr>
          <p:cNvCxnSpPr>
            <a:cxnSpLocks/>
            <a:endCxn id="105" idx="1"/>
          </p:cNvCxnSpPr>
          <p:nvPr/>
        </p:nvCxnSpPr>
        <p:spPr>
          <a:xfrm flipV="1">
            <a:off x="2551241" y="3682774"/>
            <a:ext cx="1584614" cy="2"/>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 xmlns:a16="http://schemas.microsoft.com/office/drawing/2014/main" id="{E1FA0604-133E-01DC-3A0D-438260E4FA78}"/>
              </a:ext>
            </a:extLst>
          </p:cNvPr>
          <p:cNvSpPr txBox="1"/>
          <p:nvPr/>
        </p:nvSpPr>
        <p:spPr>
          <a:xfrm>
            <a:off x="5523401" y="4101098"/>
            <a:ext cx="1122392" cy="265457"/>
          </a:xfrm>
          <a:prstGeom prst="rect">
            <a:avLst/>
          </a:prstGeom>
          <a:noFill/>
          <a:ln w="28575">
            <a:noFill/>
          </a:ln>
        </p:spPr>
        <p:txBody>
          <a:bodyPr wrap="square" rtlCol="0">
            <a:spAutoFit/>
          </a:bodyPr>
          <a:lstStyle/>
          <a:p>
            <a:pPr algn="ctr"/>
            <a:r>
              <a:rPr lang="en-US" sz="1125" b="1" dirty="0"/>
              <a:t>Comparator</a:t>
            </a:r>
          </a:p>
        </p:txBody>
      </p:sp>
      <p:sp>
        <p:nvSpPr>
          <p:cNvPr id="115" name="Rectangle 114">
            <a:extLst>
              <a:ext uri="{FF2B5EF4-FFF2-40B4-BE49-F238E27FC236}">
                <a16:creationId xmlns="" xmlns:a16="http://schemas.microsoft.com/office/drawing/2014/main" id="{5707DFE1-CACD-F8E9-F78E-62D885922AD2}"/>
              </a:ext>
            </a:extLst>
          </p:cNvPr>
          <p:cNvSpPr/>
          <p:nvPr/>
        </p:nvSpPr>
        <p:spPr>
          <a:xfrm>
            <a:off x="3002857" y="2896182"/>
            <a:ext cx="5190858" cy="2488022"/>
          </a:xfrm>
          <a:prstGeom prst="rect">
            <a:avLst/>
          </a:prstGeom>
          <a:noFill/>
          <a:ln w="285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sp>
        <p:nvSpPr>
          <p:cNvPr id="123" name="TextBox 122">
            <a:extLst>
              <a:ext uri="{FF2B5EF4-FFF2-40B4-BE49-F238E27FC236}">
                <a16:creationId xmlns="" xmlns:a16="http://schemas.microsoft.com/office/drawing/2014/main" id="{F2821611-398A-9574-9F2F-D6637605EA40}"/>
              </a:ext>
            </a:extLst>
          </p:cNvPr>
          <p:cNvSpPr txBox="1"/>
          <p:nvPr/>
        </p:nvSpPr>
        <p:spPr>
          <a:xfrm>
            <a:off x="2264162" y="3226560"/>
            <a:ext cx="574158" cy="384849"/>
          </a:xfrm>
          <a:prstGeom prst="rect">
            <a:avLst/>
          </a:prstGeom>
          <a:noFill/>
          <a:ln w="28575">
            <a:noFill/>
          </a:ln>
        </p:spPr>
        <p:txBody>
          <a:bodyPr wrap="square" rtlCol="0">
            <a:spAutoFit/>
          </a:bodyPr>
          <a:lstStyle/>
          <a:p>
            <a:pPr algn="ctr"/>
            <a:r>
              <a:rPr lang="en-US" sz="1901" dirty="0">
                <a:solidFill>
                  <a:srgbClr val="00B0F0"/>
                </a:solidFill>
              </a:rPr>
              <a:t>V</a:t>
            </a:r>
          </a:p>
        </p:txBody>
      </p:sp>
      <p:sp>
        <p:nvSpPr>
          <p:cNvPr id="124" name="TextBox 123">
            <a:extLst>
              <a:ext uri="{FF2B5EF4-FFF2-40B4-BE49-F238E27FC236}">
                <a16:creationId xmlns="" xmlns:a16="http://schemas.microsoft.com/office/drawing/2014/main" id="{10FB2A2F-B0F7-09C0-BE29-0196DEEC9812}"/>
              </a:ext>
            </a:extLst>
          </p:cNvPr>
          <p:cNvSpPr txBox="1"/>
          <p:nvPr/>
        </p:nvSpPr>
        <p:spPr>
          <a:xfrm>
            <a:off x="2468107" y="3397767"/>
            <a:ext cx="429630" cy="265457"/>
          </a:xfrm>
          <a:prstGeom prst="rect">
            <a:avLst/>
          </a:prstGeom>
          <a:noFill/>
          <a:ln w="28575">
            <a:noFill/>
          </a:ln>
        </p:spPr>
        <p:txBody>
          <a:bodyPr wrap="square" rtlCol="0">
            <a:spAutoFit/>
          </a:bodyPr>
          <a:lstStyle/>
          <a:p>
            <a:pPr algn="ctr"/>
            <a:r>
              <a:rPr lang="en-US" sz="1125" b="1" dirty="0">
                <a:solidFill>
                  <a:srgbClr val="00B0F0"/>
                </a:solidFill>
              </a:rPr>
              <a:t>IN</a:t>
            </a:r>
          </a:p>
        </p:txBody>
      </p:sp>
      <p:sp>
        <p:nvSpPr>
          <p:cNvPr id="132" name="TextBox 131">
            <a:extLst>
              <a:ext uri="{FF2B5EF4-FFF2-40B4-BE49-F238E27FC236}">
                <a16:creationId xmlns="" xmlns:a16="http://schemas.microsoft.com/office/drawing/2014/main" id="{DB1E28FA-576B-6E9E-22EF-BA085B8B560B}"/>
              </a:ext>
            </a:extLst>
          </p:cNvPr>
          <p:cNvSpPr txBox="1"/>
          <p:nvPr/>
        </p:nvSpPr>
        <p:spPr>
          <a:xfrm>
            <a:off x="6878924" y="3593228"/>
            <a:ext cx="1062584" cy="415498"/>
          </a:xfrm>
          <a:prstGeom prst="rect">
            <a:avLst/>
          </a:prstGeom>
          <a:solidFill>
            <a:schemeClr val="bg1"/>
          </a:solidFill>
          <a:ln w="28575">
            <a:solidFill>
              <a:schemeClr val="tx1"/>
            </a:solidFill>
          </a:ln>
        </p:spPr>
        <p:txBody>
          <a:bodyPr wrap="square" rtlCol="0">
            <a:spAutoFit/>
          </a:bodyPr>
          <a:lstStyle/>
          <a:p>
            <a:pPr algn="ctr"/>
            <a:r>
              <a:rPr lang="en-US" sz="1050" b="1" dirty="0" smtClean="0"/>
              <a:t>synchronous </a:t>
            </a:r>
            <a:r>
              <a:rPr lang="en-US" sz="1050" b="1" dirty="0"/>
              <a:t>SAR Logic</a:t>
            </a:r>
          </a:p>
        </p:txBody>
      </p:sp>
      <p:cxnSp>
        <p:nvCxnSpPr>
          <p:cNvPr id="141" name="Straight Arrow Connector 140">
            <a:extLst>
              <a:ext uri="{FF2B5EF4-FFF2-40B4-BE49-F238E27FC236}">
                <a16:creationId xmlns="" xmlns:a16="http://schemas.microsoft.com/office/drawing/2014/main" id="{8475C85B-7A60-4272-9A43-0EC92076D805}"/>
              </a:ext>
            </a:extLst>
          </p:cNvPr>
          <p:cNvCxnSpPr>
            <a:cxnSpLocks/>
          </p:cNvCxnSpPr>
          <p:nvPr/>
        </p:nvCxnSpPr>
        <p:spPr>
          <a:xfrm flipV="1">
            <a:off x="4864191" y="3581229"/>
            <a:ext cx="713498" cy="3818"/>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91" name="Oval 90"/>
          <p:cNvSpPr/>
          <p:nvPr/>
        </p:nvSpPr>
        <p:spPr>
          <a:xfrm>
            <a:off x="5152191" y="3145340"/>
            <a:ext cx="1796299" cy="1554139"/>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Down Arrow 110"/>
          <p:cNvSpPr/>
          <p:nvPr/>
        </p:nvSpPr>
        <p:spPr>
          <a:xfrm rot="10800000">
            <a:off x="5964071" y="4856656"/>
            <a:ext cx="531493" cy="787369"/>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TextBox 111">
            <a:extLst>
              <a:ext uri="{FF2B5EF4-FFF2-40B4-BE49-F238E27FC236}">
                <a16:creationId xmlns="" xmlns:a16="http://schemas.microsoft.com/office/drawing/2014/main" id="{635ECD54-C6B9-57B7-3F40-50E2A8A4C05E}"/>
              </a:ext>
            </a:extLst>
          </p:cNvPr>
          <p:cNvSpPr txBox="1"/>
          <p:nvPr/>
        </p:nvSpPr>
        <p:spPr>
          <a:xfrm>
            <a:off x="8266897" y="3611409"/>
            <a:ext cx="574158" cy="384849"/>
          </a:xfrm>
          <a:prstGeom prst="rect">
            <a:avLst/>
          </a:prstGeom>
          <a:noFill/>
          <a:ln w="28575">
            <a:noFill/>
          </a:ln>
        </p:spPr>
        <p:txBody>
          <a:bodyPr wrap="square" rtlCol="0">
            <a:spAutoFit/>
          </a:bodyPr>
          <a:lstStyle/>
          <a:p>
            <a:pPr algn="ctr"/>
            <a:r>
              <a:rPr lang="en-US" sz="1901" dirty="0"/>
              <a:t>D</a:t>
            </a:r>
          </a:p>
        </p:txBody>
      </p:sp>
      <p:sp>
        <p:nvSpPr>
          <p:cNvPr id="113" name="TextBox 112">
            <a:extLst>
              <a:ext uri="{FF2B5EF4-FFF2-40B4-BE49-F238E27FC236}">
                <a16:creationId xmlns="" xmlns:a16="http://schemas.microsoft.com/office/drawing/2014/main" id="{C28D5D25-56EC-CF60-8AC9-6D13436A0B2C}"/>
              </a:ext>
            </a:extLst>
          </p:cNvPr>
          <p:cNvSpPr txBox="1"/>
          <p:nvPr/>
        </p:nvSpPr>
        <p:spPr>
          <a:xfrm>
            <a:off x="8454299" y="3764783"/>
            <a:ext cx="574158" cy="265457"/>
          </a:xfrm>
          <a:prstGeom prst="rect">
            <a:avLst/>
          </a:prstGeom>
          <a:noFill/>
          <a:ln w="28575">
            <a:noFill/>
          </a:ln>
        </p:spPr>
        <p:txBody>
          <a:bodyPr wrap="square" rtlCol="0">
            <a:spAutoFit/>
          </a:bodyPr>
          <a:lstStyle/>
          <a:p>
            <a:pPr algn="ctr"/>
            <a:r>
              <a:rPr lang="en-US" sz="1125" dirty="0"/>
              <a:t>OUT</a:t>
            </a:r>
          </a:p>
        </p:txBody>
      </p:sp>
    </p:spTree>
    <p:extLst>
      <p:ext uri="{BB962C8B-B14F-4D97-AF65-F5344CB8AC3E}">
        <p14:creationId xmlns:p14="http://schemas.microsoft.com/office/powerpoint/2010/main" val="2342929186"/>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9"/>
                                        </p:tgtEl>
                                        <p:attrNameLst>
                                          <p:attrName>style.visibility</p:attrName>
                                        </p:attrNameLst>
                                      </p:cBhvr>
                                      <p:to>
                                        <p:strVal val="visible"/>
                                      </p:to>
                                    </p:set>
                                    <p:anim calcmode="lin" valueType="num">
                                      <p:cBhvr additive="base">
                                        <p:cTn id="7" dur="500" fill="hold"/>
                                        <p:tgtEl>
                                          <p:spTgt spid="79"/>
                                        </p:tgtEl>
                                        <p:attrNameLst>
                                          <p:attrName>ppt_x</p:attrName>
                                        </p:attrNameLst>
                                      </p:cBhvr>
                                      <p:tavLst>
                                        <p:tav tm="0">
                                          <p:val>
                                            <p:strVal val="#ppt_x"/>
                                          </p:val>
                                        </p:tav>
                                        <p:tav tm="100000">
                                          <p:val>
                                            <p:strVal val="#ppt_x"/>
                                          </p:val>
                                        </p:tav>
                                      </p:tavLst>
                                    </p:anim>
                                    <p:anim calcmode="lin" valueType="num">
                                      <p:cBhvr additive="base">
                                        <p:cTn id="8" dur="500" fill="hold"/>
                                        <p:tgtEl>
                                          <p:spTgt spid="7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0"/>
                                        </p:tgtEl>
                                        <p:attrNameLst>
                                          <p:attrName>style.visibility</p:attrName>
                                        </p:attrNameLst>
                                      </p:cBhvr>
                                      <p:to>
                                        <p:strVal val="visible"/>
                                      </p:to>
                                    </p:set>
                                    <p:anim calcmode="lin" valueType="num">
                                      <p:cBhvr additive="base">
                                        <p:cTn id="11" dur="750" fill="hold"/>
                                        <p:tgtEl>
                                          <p:spTgt spid="90"/>
                                        </p:tgtEl>
                                        <p:attrNameLst>
                                          <p:attrName>ppt_x</p:attrName>
                                        </p:attrNameLst>
                                      </p:cBhvr>
                                      <p:tavLst>
                                        <p:tav tm="0">
                                          <p:val>
                                            <p:strVal val="#ppt_x"/>
                                          </p:val>
                                        </p:tav>
                                        <p:tav tm="100000">
                                          <p:val>
                                            <p:strVal val="#ppt_x"/>
                                          </p:val>
                                        </p:tav>
                                      </p:tavLst>
                                    </p:anim>
                                    <p:anim calcmode="lin" valueType="num">
                                      <p:cBhvr additive="base">
                                        <p:cTn id="12" dur="750" fill="hold"/>
                                        <p:tgtEl>
                                          <p:spTgt spid="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集成电路行业案例分析_深圳合伙人电子有限公司"/>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saturation sat="660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36" name="组合 35"/>
          <p:cNvGrpSpPr/>
          <p:nvPr/>
        </p:nvGrpSpPr>
        <p:grpSpPr>
          <a:xfrm>
            <a:off x="1137375" y="213578"/>
            <a:ext cx="3403617" cy="932406"/>
            <a:chOff x="7596572" y="1116941"/>
            <a:chExt cx="3216771" cy="932406"/>
          </a:xfrm>
        </p:grpSpPr>
        <p:sp>
          <p:nvSpPr>
            <p:cNvPr id="24" name="圆角矩形 23"/>
            <p:cNvSpPr/>
            <p:nvPr/>
          </p:nvSpPr>
          <p:spPr>
            <a:xfrm>
              <a:off x="7722775" y="1247161"/>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25" name="圆角矩形 24"/>
            <p:cNvSpPr/>
            <p:nvPr/>
          </p:nvSpPr>
          <p:spPr>
            <a:xfrm>
              <a:off x="7596572" y="1116941"/>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32" name="矩形 31"/>
            <p:cNvSpPr/>
            <p:nvPr/>
          </p:nvSpPr>
          <p:spPr>
            <a:xfrm>
              <a:off x="7802806" y="1371982"/>
              <a:ext cx="3010537" cy="677365"/>
            </a:xfrm>
            <a:prstGeom prst="rect">
              <a:avLst/>
            </a:prstGeom>
          </p:spPr>
          <p:txBody>
            <a:bodyPr wrap="square">
              <a:spAutoFit/>
            </a:bodyPr>
            <a:lstStyle/>
            <a:p>
              <a:r>
                <a:rPr lang="tr-TR" altLang="zh-CN" sz="1901" b="1" dirty="0">
                  <a:solidFill>
                    <a:schemeClr val="bg1"/>
                  </a:solidFill>
                  <a:latin typeface="+mj-lt"/>
                  <a:ea typeface="方正正黑简体" panose="02000000000000000000" pitchFamily="2" charset="-122"/>
                </a:rPr>
                <a:t>Technology</a:t>
              </a:r>
              <a:r>
                <a:rPr lang="en-US" altLang="zh-CN" sz="1901" b="1" dirty="0">
                  <a:solidFill>
                    <a:schemeClr val="bg1"/>
                  </a:solidFill>
                  <a:latin typeface="+mj-lt"/>
                  <a:ea typeface="方正正黑简体" panose="02000000000000000000" pitchFamily="2" charset="-122"/>
                </a:rPr>
                <a:t>: </a:t>
              </a:r>
              <a:r>
                <a:rPr lang="tr-TR" altLang="zh-CN" sz="1901" b="1" dirty="0">
                  <a:solidFill>
                    <a:schemeClr val="bg1"/>
                  </a:solidFill>
                  <a:latin typeface="+mj-lt"/>
                  <a:ea typeface="方正正黑简体" panose="02000000000000000000" pitchFamily="2" charset="-122"/>
                </a:rPr>
                <a:t>45 nm CMOS </a:t>
              </a:r>
              <a:endParaRPr lang="zh-CN" altLang="en-US" sz="1901" b="1" dirty="0">
                <a:solidFill>
                  <a:schemeClr val="bg1"/>
                </a:solidFill>
                <a:latin typeface="+mj-lt"/>
                <a:ea typeface="方正正黑简体" panose="02000000000000000000" pitchFamily="2" charset="-122"/>
              </a:endParaRPr>
            </a:p>
          </p:txBody>
        </p:sp>
      </p:grpSp>
      <p:grpSp>
        <p:nvGrpSpPr>
          <p:cNvPr id="38" name="组合 37"/>
          <p:cNvGrpSpPr/>
          <p:nvPr/>
        </p:nvGrpSpPr>
        <p:grpSpPr>
          <a:xfrm>
            <a:off x="1137374" y="1266582"/>
            <a:ext cx="3897763" cy="774378"/>
            <a:chOff x="7596572" y="1991273"/>
            <a:chExt cx="3179378" cy="774378"/>
          </a:xfrm>
        </p:grpSpPr>
        <p:sp>
          <p:nvSpPr>
            <p:cNvPr id="26" name="圆角矩形 25"/>
            <p:cNvSpPr/>
            <p:nvPr/>
          </p:nvSpPr>
          <p:spPr>
            <a:xfrm>
              <a:off x="7722775" y="2124328"/>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27" name="圆角矩形 26"/>
            <p:cNvSpPr/>
            <p:nvPr/>
          </p:nvSpPr>
          <p:spPr>
            <a:xfrm>
              <a:off x="7596572" y="1991273"/>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34" name="矩形 33"/>
            <p:cNvSpPr/>
            <p:nvPr/>
          </p:nvSpPr>
          <p:spPr>
            <a:xfrm>
              <a:off x="7891618" y="2244934"/>
              <a:ext cx="2717178" cy="400110"/>
            </a:xfrm>
            <a:prstGeom prst="rect">
              <a:avLst/>
            </a:prstGeom>
          </p:spPr>
          <p:txBody>
            <a:bodyPr wrap="square">
              <a:spAutoFit/>
            </a:bodyPr>
            <a:lstStyle/>
            <a:p>
              <a:r>
                <a:rPr lang="tr-TR" altLang="zh-CN" sz="2000" b="1" dirty="0">
                  <a:solidFill>
                    <a:schemeClr val="bg1"/>
                  </a:solidFill>
                  <a:latin typeface="+mj-lt"/>
                  <a:ea typeface="方正正黑简体" panose="02000000000000000000" pitchFamily="2" charset="-122"/>
                </a:rPr>
                <a:t>Power Supply</a:t>
              </a:r>
              <a:r>
                <a:rPr lang="en-US" altLang="zh-CN" sz="2000" b="1" dirty="0">
                  <a:solidFill>
                    <a:schemeClr val="bg1"/>
                  </a:solidFill>
                  <a:latin typeface="+mj-lt"/>
                  <a:ea typeface="方正正黑简体" panose="02000000000000000000" pitchFamily="2" charset="-122"/>
                </a:rPr>
                <a:t>: </a:t>
              </a:r>
              <a:r>
                <a:rPr lang="en-US" altLang="zh-CN" sz="2000" b="1" dirty="0" smtClean="0">
                  <a:solidFill>
                    <a:schemeClr val="bg1"/>
                  </a:solidFill>
                  <a:latin typeface="+mj-lt"/>
                  <a:ea typeface="方正正黑简体" panose="02000000000000000000" pitchFamily="2" charset="-122"/>
                </a:rPr>
                <a:t>1.2v</a:t>
              </a:r>
              <a:r>
                <a:rPr lang="tr-TR" altLang="zh-CN" sz="2000" b="1" dirty="0" smtClean="0">
                  <a:solidFill>
                    <a:schemeClr val="bg1"/>
                  </a:solidFill>
                  <a:latin typeface="+mj-lt"/>
                  <a:ea typeface="方正正黑简体" panose="02000000000000000000" pitchFamily="2" charset="-122"/>
                </a:rPr>
                <a:t> </a:t>
              </a:r>
              <a:endParaRPr lang="zh-CN" altLang="en-US" sz="2000" b="1" dirty="0">
                <a:solidFill>
                  <a:schemeClr val="bg1"/>
                </a:solidFill>
                <a:latin typeface="+mj-lt"/>
              </a:endParaRPr>
            </a:p>
          </p:txBody>
        </p:sp>
      </p:grpSp>
      <p:grpSp>
        <p:nvGrpSpPr>
          <p:cNvPr id="43" name="组合 39"/>
          <p:cNvGrpSpPr/>
          <p:nvPr/>
        </p:nvGrpSpPr>
        <p:grpSpPr>
          <a:xfrm>
            <a:off x="1135204" y="2379424"/>
            <a:ext cx="4496858" cy="768635"/>
            <a:chOff x="7596572" y="3739865"/>
            <a:chExt cx="3179378" cy="768635"/>
          </a:xfrm>
        </p:grpSpPr>
        <p:sp>
          <p:nvSpPr>
            <p:cNvPr id="44"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45"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46" name="矩形 34"/>
            <p:cNvSpPr/>
            <p:nvPr/>
          </p:nvSpPr>
          <p:spPr>
            <a:xfrm>
              <a:off x="7722774" y="3987783"/>
              <a:ext cx="2701112" cy="400110"/>
            </a:xfrm>
            <a:prstGeom prst="rect">
              <a:avLst/>
            </a:prstGeom>
          </p:spPr>
          <p:txBody>
            <a:bodyPr wrap="square">
              <a:spAutoFit/>
            </a:bodyPr>
            <a:lstStyle/>
            <a:p>
              <a:r>
                <a:rPr lang="en-US" altLang="zh-CN" sz="2000" b="1" dirty="0" smtClean="0">
                  <a:solidFill>
                    <a:schemeClr val="bg1"/>
                  </a:solidFill>
                  <a:latin typeface="+mj-lt"/>
                  <a:ea typeface="方正正黑简体" panose="02000000000000000000" pitchFamily="2" charset="-122"/>
                </a:rPr>
                <a:t>Load Capacitor : </a:t>
              </a:r>
              <a:r>
                <a:rPr lang="en-US" altLang="zh-CN" sz="2000" b="1" dirty="0">
                  <a:solidFill>
                    <a:schemeClr val="bg1"/>
                  </a:solidFill>
                  <a:latin typeface="+mj-lt"/>
                  <a:ea typeface="方正正黑简体" panose="02000000000000000000" pitchFamily="2" charset="-122"/>
                </a:rPr>
                <a:t>50fF</a:t>
              </a:r>
              <a:r>
                <a:rPr lang="tr-TR" altLang="zh-CN" sz="2000" b="1" dirty="0">
                  <a:solidFill>
                    <a:schemeClr val="bg1"/>
                  </a:solidFill>
                  <a:latin typeface="+mj-lt"/>
                  <a:ea typeface="方正正黑简体" panose="02000000000000000000" pitchFamily="2" charset="-122"/>
                </a:rPr>
                <a:t> </a:t>
              </a:r>
              <a:endParaRPr lang="zh-CN" altLang="en-US" sz="2000" b="1" dirty="0">
                <a:solidFill>
                  <a:schemeClr val="bg1"/>
                </a:solidFill>
                <a:latin typeface="+mj-lt"/>
                <a:ea typeface="方正正黑简体" panose="02000000000000000000" pitchFamily="2" charset="-122"/>
              </a:endParaRPr>
            </a:p>
          </p:txBody>
        </p:sp>
      </p:grpSp>
      <p:grpSp>
        <p:nvGrpSpPr>
          <p:cNvPr id="55" name="组合 39"/>
          <p:cNvGrpSpPr/>
          <p:nvPr/>
        </p:nvGrpSpPr>
        <p:grpSpPr>
          <a:xfrm>
            <a:off x="1135204" y="3613835"/>
            <a:ext cx="4980806" cy="768635"/>
            <a:chOff x="7596572" y="3739865"/>
            <a:chExt cx="3179378" cy="768635"/>
          </a:xfrm>
        </p:grpSpPr>
        <p:sp>
          <p:nvSpPr>
            <p:cNvPr id="56"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57"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58" name="矩形 34"/>
            <p:cNvSpPr/>
            <p:nvPr/>
          </p:nvSpPr>
          <p:spPr>
            <a:xfrm>
              <a:off x="7722774" y="3987783"/>
              <a:ext cx="2243274" cy="400110"/>
            </a:xfrm>
            <a:prstGeom prst="rect">
              <a:avLst/>
            </a:prstGeom>
          </p:spPr>
          <p:txBody>
            <a:bodyPr wrap="square">
              <a:spAutoFit/>
            </a:bodyPr>
            <a:lstStyle/>
            <a:p>
              <a:r>
                <a:rPr lang="en-US" altLang="zh-CN" sz="2000" b="1" dirty="0" smtClean="0">
                  <a:solidFill>
                    <a:schemeClr val="bg1"/>
                  </a:solidFill>
                  <a:latin typeface="+mj-lt"/>
                  <a:ea typeface="方正正黑简体" panose="02000000000000000000" pitchFamily="2" charset="-122"/>
                </a:rPr>
                <a:t>Delay &lt; 500p </a:t>
              </a:r>
              <a:r>
                <a:rPr lang="tr-TR" altLang="zh-CN" sz="2000" b="1" dirty="0" smtClean="0">
                  <a:solidFill>
                    <a:schemeClr val="bg1"/>
                  </a:solidFill>
                  <a:latin typeface="+mj-lt"/>
                  <a:ea typeface="方正正黑简体" panose="02000000000000000000" pitchFamily="2" charset="-122"/>
                </a:rPr>
                <a:t> </a:t>
              </a:r>
              <a:endParaRPr lang="zh-CN" altLang="en-US" sz="2000" b="1" dirty="0">
                <a:solidFill>
                  <a:schemeClr val="bg1"/>
                </a:solidFill>
                <a:latin typeface="+mj-lt"/>
                <a:ea typeface="方正正黑简体" panose="02000000000000000000" pitchFamily="2" charset="-122"/>
              </a:endParaRPr>
            </a:p>
          </p:txBody>
        </p:sp>
      </p:grpSp>
      <p:grpSp>
        <p:nvGrpSpPr>
          <p:cNvPr id="63" name="组合 39"/>
          <p:cNvGrpSpPr/>
          <p:nvPr/>
        </p:nvGrpSpPr>
        <p:grpSpPr>
          <a:xfrm>
            <a:off x="1135204" y="4794267"/>
            <a:ext cx="6251248" cy="768635"/>
            <a:chOff x="7596572" y="3739865"/>
            <a:chExt cx="3669102" cy="768635"/>
          </a:xfrm>
        </p:grpSpPr>
        <p:sp>
          <p:nvSpPr>
            <p:cNvPr id="64"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65"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66" name="矩形 34"/>
            <p:cNvSpPr/>
            <p:nvPr/>
          </p:nvSpPr>
          <p:spPr>
            <a:xfrm>
              <a:off x="7722774" y="3987783"/>
              <a:ext cx="3542900" cy="400110"/>
            </a:xfrm>
            <a:prstGeom prst="rect">
              <a:avLst/>
            </a:prstGeom>
          </p:spPr>
          <p:txBody>
            <a:bodyPr wrap="square">
              <a:spAutoFit/>
            </a:bodyPr>
            <a:lstStyle/>
            <a:p>
              <a:r>
                <a:rPr lang="en-US" altLang="zh-CN" sz="2000" b="1" dirty="0">
                  <a:solidFill>
                    <a:schemeClr val="bg1"/>
                  </a:solidFill>
                  <a:latin typeface="+mj-lt"/>
                  <a:ea typeface="方正正黑简体" panose="02000000000000000000" pitchFamily="2" charset="-122"/>
                </a:rPr>
                <a:t>Power </a:t>
              </a:r>
              <a:r>
                <a:rPr lang="en-US" altLang="zh-CN" sz="2000" b="1" dirty="0" smtClean="0">
                  <a:solidFill>
                    <a:schemeClr val="bg1"/>
                  </a:solidFill>
                  <a:latin typeface="+mj-lt"/>
                  <a:ea typeface="方正正黑简体" panose="02000000000000000000" pitchFamily="2" charset="-122"/>
                </a:rPr>
                <a:t>Consumption &lt; 3mw </a:t>
              </a:r>
              <a:r>
                <a:rPr lang="tr-TR" altLang="zh-CN" sz="2000" b="1" dirty="0" smtClean="0">
                  <a:solidFill>
                    <a:schemeClr val="bg1"/>
                  </a:solidFill>
                  <a:latin typeface="+mj-lt"/>
                  <a:ea typeface="方正正黑简体" panose="02000000000000000000" pitchFamily="2" charset="-122"/>
                </a:rPr>
                <a:t> </a:t>
              </a:r>
              <a:endParaRPr lang="zh-CN" altLang="en-US" sz="2000" b="1" dirty="0">
                <a:solidFill>
                  <a:schemeClr val="bg1"/>
                </a:solidFill>
                <a:latin typeface="+mj-lt"/>
                <a:ea typeface="方正正黑简体" panose="02000000000000000000" pitchFamily="2" charset="-122"/>
              </a:endParaRPr>
            </a:p>
          </p:txBody>
        </p:sp>
      </p:grpSp>
      <p:grpSp>
        <p:nvGrpSpPr>
          <p:cNvPr id="51" name="组合 39"/>
          <p:cNvGrpSpPr/>
          <p:nvPr/>
        </p:nvGrpSpPr>
        <p:grpSpPr>
          <a:xfrm>
            <a:off x="1135203" y="5911598"/>
            <a:ext cx="6975643" cy="955804"/>
            <a:chOff x="7596572" y="3739865"/>
            <a:chExt cx="3669102" cy="955804"/>
          </a:xfrm>
        </p:grpSpPr>
        <p:sp>
          <p:nvSpPr>
            <p:cNvPr id="52"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53"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54" name="矩形 34"/>
            <p:cNvSpPr/>
            <p:nvPr/>
          </p:nvSpPr>
          <p:spPr>
            <a:xfrm>
              <a:off x="7722774" y="3987783"/>
              <a:ext cx="3542900" cy="707886"/>
            </a:xfrm>
            <a:prstGeom prst="rect">
              <a:avLst/>
            </a:prstGeom>
          </p:spPr>
          <p:txBody>
            <a:bodyPr wrap="square">
              <a:spAutoFit/>
            </a:bodyPr>
            <a:lstStyle/>
            <a:p>
              <a:r>
                <a:rPr lang="en-US" altLang="zh-CN" sz="2000" b="1" dirty="0" smtClean="0">
                  <a:solidFill>
                    <a:schemeClr val="bg1"/>
                  </a:solidFill>
                  <a:latin typeface="+mj-lt"/>
                  <a:ea typeface="方正正黑简体" panose="02000000000000000000" pitchFamily="2" charset="-122"/>
                </a:rPr>
                <a:t>offset &lt; 5m</a:t>
              </a:r>
              <a:endParaRPr lang="en-US" altLang="zh-CN" sz="2000" b="1" dirty="0">
                <a:solidFill>
                  <a:schemeClr val="bg1"/>
                </a:solidFill>
                <a:latin typeface="+mj-lt"/>
                <a:ea typeface="方正正黑简体" panose="02000000000000000000" pitchFamily="2" charset="-122"/>
              </a:endParaRPr>
            </a:p>
            <a:p>
              <a:endParaRPr lang="zh-CN" altLang="en-US" sz="2000" b="1" dirty="0">
                <a:solidFill>
                  <a:schemeClr val="bg1"/>
                </a:solidFill>
                <a:latin typeface="+mj-lt"/>
                <a:ea typeface="方正正黑简体" panose="02000000000000000000" pitchFamily="2" charset="-122"/>
              </a:endParaRPr>
            </a:p>
          </p:txBody>
        </p:sp>
      </p:grpSp>
    </p:spTree>
    <p:extLst>
      <p:ext uri="{BB962C8B-B14F-4D97-AF65-F5344CB8AC3E}">
        <p14:creationId xmlns:p14="http://schemas.microsoft.com/office/powerpoint/2010/main" val="3574165481"/>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strips(downRight)">
                                      <p:cBhvr>
                                        <p:cTn id="7" dur="500"/>
                                        <p:tgtEl>
                                          <p:spTgt spid="36"/>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strips(downRight)">
                                      <p:cBhvr>
                                        <p:cTn id="11" dur="500"/>
                                        <p:tgtEl>
                                          <p:spTgt spid="38"/>
                                        </p:tgtEl>
                                      </p:cBhvr>
                                    </p:animEffect>
                                  </p:child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strips(downRight)">
                                      <p:cBhvr>
                                        <p:cTn id="15" dur="500"/>
                                        <p:tgtEl>
                                          <p:spTgt spid="43"/>
                                        </p:tgtEl>
                                      </p:cBhvr>
                                    </p:animEffect>
                                  </p:childTnLst>
                                </p:cTn>
                              </p:par>
                            </p:childTnLst>
                          </p:cTn>
                        </p:par>
                        <p:par>
                          <p:cTn id="16" fill="hold">
                            <p:stCondLst>
                              <p:cond delay="1500"/>
                            </p:stCondLst>
                            <p:childTnLst>
                              <p:par>
                                <p:cTn id="17" presetID="18" presetClass="entr" presetSubtype="6"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strips(downRight)">
                                      <p:cBhvr>
                                        <p:cTn id="19" dur="500"/>
                                        <p:tgtEl>
                                          <p:spTgt spid="55"/>
                                        </p:tgtEl>
                                      </p:cBhvr>
                                    </p:animEffect>
                                  </p:childTnLst>
                                </p:cTn>
                              </p:par>
                            </p:childTnLst>
                          </p:cTn>
                        </p:par>
                        <p:par>
                          <p:cTn id="20" fill="hold">
                            <p:stCondLst>
                              <p:cond delay="2000"/>
                            </p:stCondLst>
                            <p:childTnLst>
                              <p:par>
                                <p:cTn id="21" presetID="18" presetClass="entr" presetSubtype="6"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trips(downRight)">
                                      <p:cBhvr>
                                        <p:cTn id="23" dur="500"/>
                                        <p:tgtEl>
                                          <p:spTgt spid="63"/>
                                        </p:tgtEl>
                                      </p:cBhvr>
                                    </p:animEffect>
                                  </p:childTnLst>
                                </p:cTn>
                              </p:par>
                            </p:childTnLst>
                          </p:cTn>
                        </p:par>
                        <p:par>
                          <p:cTn id="24" fill="hold">
                            <p:stCondLst>
                              <p:cond delay="2500"/>
                            </p:stCondLst>
                            <p:childTnLst>
                              <p:par>
                                <p:cTn id="25" presetID="18" presetClass="entr" presetSubtype="6" fill="hold" nodeType="after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strips(downRight)">
                                      <p:cBhvr>
                                        <p:cTn id="2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
            <a:extLst>
              <a:ext uri="{FF2B5EF4-FFF2-40B4-BE49-F238E27FC236}">
                <a16:creationId xmlns="" xmlns:a16="http://schemas.microsoft.com/office/drawing/2014/main" id="{3E32F614-1F44-C0F3-B006-EDF17941B4F5}"/>
              </a:ext>
            </a:extLst>
          </p:cNvPr>
          <p:cNvGrpSpPr/>
          <p:nvPr/>
        </p:nvGrpSpPr>
        <p:grpSpPr>
          <a:xfrm>
            <a:off x="0" y="587116"/>
            <a:ext cx="3395006" cy="431295"/>
            <a:chOff x="-22274" y="526055"/>
            <a:chExt cx="3395006" cy="431295"/>
          </a:xfrm>
        </p:grpSpPr>
        <p:grpSp>
          <p:nvGrpSpPr>
            <p:cNvPr id="3" name="组合 5">
              <a:extLst>
                <a:ext uri="{FF2B5EF4-FFF2-40B4-BE49-F238E27FC236}">
                  <a16:creationId xmlns="" xmlns:a16="http://schemas.microsoft.com/office/drawing/2014/main" id="{EA1E49F9-7BE1-31F0-1AA4-FC17D17BBCEE}"/>
                </a:ext>
              </a:extLst>
            </p:cNvPr>
            <p:cNvGrpSpPr/>
            <p:nvPr/>
          </p:nvGrpSpPr>
          <p:grpSpPr>
            <a:xfrm>
              <a:off x="-22274" y="526055"/>
              <a:ext cx="2726545" cy="431295"/>
              <a:chOff x="-22274" y="526055"/>
              <a:chExt cx="2726545" cy="431295"/>
            </a:xfrm>
          </p:grpSpPr>
          <p:sp>
            <p:nvSpPr>
              <p:cNvPr id="8" name="任意多边形 11">
                <a:extLst>
                  <a:ext uri="{FF2B5EF4-FFF2-40B4-BE49-F238E27FC236}">
                    <a16:creationId xmlns="" xmlns:a16="http://schemas.microsoft.com/office/drawing/2014/main" id="{70F00A70-44D9-5373-6142-2DA5ABAF3F7A}"/>
                  </a:ext>
                </a:extLst>
              </p:cNvPr>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9" name="组合 12">
                <a:extLst>
                  <a:ext uri="{FF2B5EF4-FFF2-40B4-BE49-F238E27FC236}">
                    <a16:creationId xmlns="" xmlns:a16="http://schemas.microsoft.com/office/drawing/2014/main" id="{A5379E43-D196-B15F-686A-9245D0C59E84}"/>
                  </a:ext>
                </a:extLst>
              </p:cNvPr>
              <p:cNvGrpSpPr/>
              <p:nvPr/>
            </p:nvGrpSpPr>
            <p:grpSpPr>
              <a:xfrm>
                <a:off x="206190" y="526055"/>
                <a:ext cx="276624" cy="276624"/>
                <a:chOff x="5216663" y="2206897"/>
                <a:chExt cx="276624" cy="276624"/>
              </a:xfrm>
            </p:grpSpPr>
            <p:sp>
              <p:nvSpPr>
                <p:cNvPr id="11" name="Oval 35">
                  <a:extLst>
                    <a:ext uri="{FF2B5EF4-FFF2-40B4-BE49-F238E27FC236}">
                      <a16:creationId xmlns="" xmlns:a16="http://schemas.microsoft.com/office/drawing/2014/main" id="{463EB779-AE73-888E-056D-0E24158FD853}"/>
                    </a:ext>
                  </a:extLst>
                </p:cNvPr>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 name="Oval 35">
                  <a:extLst>
                    <a:ext uri="{FF2B5EF4-FFF2-40B4-BE49-F238E27FC236}">
                      <a16:creationId xmlns="" xmlns:a16="http://schemas.microsoft.com/office/drawing/2014/main" id="{48444000-2742-6295-79F1-DB03FEFA15B2}"/>
                    </a:ext>
                  </a:extLst>
                </p:cNvPr>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0" name="Oval 35">
                <a:extLst>
                  <a:ext uri="{FF2B5EF4-FFF2-40B4-BE49-F238E27FC236}">
                    <a16:creationId xmlns="" xmlns:a16="http://schemas.microsoft.com/office/drawing/2014/main" id="{68970CAF-DF70-D215-C4F4-9B7F11A05C83}"/>
                  </a:ext>
                </a:extLst>
              </p:cNvPr>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4" name="组合 7">
              <a:extLst>
                <a:ext uri="{FF2B5EF4-FFF2-40B4-BE49-F238E27FC236}">
                  <a16:creationId xmlns="" xmlns:a16="http://schemas.microsoft.com/office/drawing/2014/main" id="{1FA9F9ED-05F9-D9CF-A2D2-879851495A77}"/>
                </a:ext>
              </a:extLst>
            </p:cNvPr>
            <p:cNvGrpSpPr/>
            <p:nvPr/>
          </p:nvGrpSpPr>
          <p:grpSpPr>
            <a:xfrm>
              <a:off x="2909925" y="529575"/>
              <a:ext cx="462807" cy="427775"/>
              <a:chOff x="2909925" y="529575"/>
              <a:chExt cx="462807" cy="427775"/>
            </a:xfrm>
          </p:grpSpPr>
          <p:sp>
            <p:nvSpPr>
              <p:cNvPr id="5" name="任意多边形 8">
                <a:extLst>
                  <a:ext uri="{FF2B5EF4-FFF2-40B4-BE49-F238E27FC236}">
                    <a16:creationId xmlns="" xmlns:a16="http://schemas.microsoft.com/office/drawing/2014/main" id="{94272761-B250-DE62-294F-AC79B6123BFE}"/>
                  </a:ext>
                </a:extLst>
              </p:cNvPr>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6" name="Oval 35">
                <a:extLst>
                  <a:ext uri="{FF2B5EF4-FFF2-40B4-BE49-F238E27FC236}">
                    <a16:creationId xmlns="" xmlns:a16="http://schemas.microsoft.com/office/drawing/2014/main" id="{164CAED4-8BE4-07CB-82C4-2511A3F96A26}"/>
                  </a:ext>
                </a:extLst>
              </p:cNvPr>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 name="Oval 35">
                <a:extLst>
                  <a:ext uri="{FF2B5EF4-FFF2-40B4-BE49-F238E27FC236}">
                    <a16:creationId xmlns="" xmlns:a16="http://schemas.microsoft.com/office/drawing/2014/main" id="{37DF0D37-27AF-208A-1536-BC89BFB15B65}"/>
                  </a:ext>
                </a:extLst>
              </p:cNvPr>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3" name="文本框 6">
            <a:extLst>
              <a:ext uri="{FF2B5EF4-FFF2-40B4-BE49-F238E27FC236}">
                <a16:creationId xmlns="" xmlns:a16="http://schemas.microsoft.com/office/drawing/2014/main" id="{887372B3-67A0-D46E-6A87-0421B414E18B}"/>
              </a:ext>
            </a:extLst>
          </p:cNvPr>
          <p:cNvSpPr txBox="1"/>
          <p:nvPr/>
        </p:nvSpPr>
        <p:spPr>
          <a:xfrm>
            <a:off x="1077252" y="0"/>
            <a:ext cx="5335905" cy="523220"/>
          </a:xfrm>
          <a:prstGeom prst="rect">
            <a:avLst/>
          </a:prstGeom>
          <a:noFill/>
        </p:spPr>
        <p:txBody>
          <a:bodyPr wrap="square" rtlCol="0">
            <a:spAutoFit/>
          </a:bodyPr>
          <a:lstStyle/>
          <a:p>
            <a:pPr lvl="0" algn="ctr"/>
            <a:r>
              <a:rPr lang="en-US" sz="2800" b="1" dirty="0">
                <a:latin typeface="Times New Roman"/>
                <a:ea typeface="Times New Roman"/>
                <a:cs typeface="Times New Roman"/>
                <a:sym typeface="Times New Roman"/>
              </a:rPr>
              <a:t>Comparator Structure Overview </a:t>
            </a:r>
            <a:endParaRPr lang="zh-CN" altLang="en-US" sz="2600" b="1" dirty="0">
              <a:latin typeface="+mj-lt"/>
              <a:ea typeface="方正清刻本悦宋简体" panose="02000000000000000000" pitchFamily="2" charset="-122"/>
            </a:endParaRPr>
          </a:p>
        </p:txBody>
      </p:sp>
      <p:sp>
        <p:nvSpPr>
          <p:cNvPr id="14" name="Google Shape;343;p22"/>
          <p:cNvSpPr txBox="1"/>
          <p:nvPr/>
        </p:nvSpPr>
        <p:spPr>
          <a:xfrm>
            <a:off x="264095" y="1085797"/>
            <a:ext cx="3153620" cy="40011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000"/>
              <a:buFont typeface="Noto Sans Symbols"/>
              <a:buChar char="❑"/>
            </a:pPr>
            <a:r>
              <a:rPr lang="en-US" sz="2000" b="1" dirty="0">
                <a:solidFill>
                  <a:schemeClr val="tx1">
                    <a:lumMod val="85000"/>
                    <a:lumOff val="15000"/>
                  </a:schemeClr>
                </a:solidFill>
                <a:latin typeface="Times New Roman"/>
                <a:ea typeface="Times New Roman"/>
                <a:cs typeface="Times New Roman"/>
                <a:sym typeface="Times New Roman"/>
              </a:rPr>
              <a:t>Strong-arm Comparator</a:t>
            </a:r>
            <a:endParaRPr dirty="0">
              <a:solidFill>
                <a:schemeClr val="tx1">
                  <a:lumMod val="85000"/>
                  <a:lumOff val="15000"/>
                </a:schemeClr>
              </a:solidFill>
            </a:endParaRPr>
          </a:p>
        </p:txBody>
      </p:sp>
      <p:pic>
        <p:nvPicPr>
          <p:cNvPr id="17" name="Picture 16"/>
          <p:cNvPicPr>
            <a:picLocks noChangeAspect="1"/>
          </p:cNvPicPr>
          <p:nvPr/>
        </p:nvPicPr>
        <p:blipFill>
          <a:blip r:embed="rId2"/>
          <a:stretch>
            <a:fillRect/>
          </a:stretch>
        </p:blipFill>
        <p:spPr>
          <a:xfrm>
            <a:off x="7154562" y="644636"/>
            <a:ext cx="4361935" cy="3462096"/>
          </a:xfrm>
          <a:prstGeom prst="rect">
            <a:avLst/>
          </a:prstGeom>
        </p:spPr>
      </p:pic>
      <p:sp>
        <p:nvSpPr>
          <p:cNvPr id="18" name="Rectangle 17"/>
          <p:cNvSpPr/>
          <p:nvPr/>
        </p:nvSpPr>
        <p:spPr>
          <a:xfrm>
            <a:off x="0" y="1603355"/>
            <a:ext cx="6282489" cy="1477328"/>
          </a:xfrm>
          <a:prstGeom prst="rect">
            <a:avLst/>
          </a:prstGeom>
        </p:spPr>
        <p:txBody>
          <a:bodyPr wrap="none">
            <a:spAutoFit/>
          </a:bodyPr>
          <a:lstStyle/>
          <a:p>
            <a:pPr algn="just"/>
            <a:r>
              <a:rPr lang="en-US" b="1" dirty="0">
                <a:solidFill>
                  <a:schemeClr val="tx1">
                    <a:lumMod val="75000"/>
                    <a:lumOff val="25000"/>
                  </a:schemeClr>
                </a:solidFill>
              </a:rPr>
              <a:t>This architecture consists of :</a:t>
            </a:r>
          </a:p>
          <a:p>
            <a:pPr marL="285750" indent="-285750" algn="just">
              <a:buFont typeface="Wingdings" panose="05000000000000000000" pitchFamily="2" charset="2"/>
              <a:buChar char="§"/>
            </a:pPr>
            <a:r>
              <a:rPr lang="en-US" b="1" dirty="0"/>
              <a:t>Preamplifier M1andM2</a:t>
            </a:r>
          </a:p>
          <a:p>
            <a:pPr marL="285750" indent="-285750" algn="just">
              <a:buFont typeface="Wingdings" panose="05000000000000000000" pitchFamily="2" charset="2"/>
              <a:buChar char="§"/>
            </a:pPr>
            <a:r>
              <a:rPr lang="en-US" b="1" dirty="0"/>
              <a:t>Latch consist of two cross coupled inverters M3 : M6</a:t>
            </a:r>
          </a:p>
          <a:p>
            <a:pPr marL="285750" indent="-285750" algn="just">
              <a:buFont typeface="Wingdings" panose="05000000000000000000" pitchFamily="2" charset="2"/>
              <a:buChar char="§"/>
            </a:pPr>
            <a:r>
              <a:rPr lang="en-US" b="1" dirty="0"/>
              <a:t>reset switches to prevent hysteresis S1 : S4</a:t>
            </a:r>
          </a:p>
          <a:p>
            <a:r>
              <a:rPr lang="en-US" dirty="0"/>
              <a:t> </a:t>
            </a:r>
          </a:p>
        </p:txBody>
      </p:sp>
      <p:sp>
        <p:nvSpPr>
          <p:cNvPr id="22" name="Rectangle 21"/>
          <p:cNvSpPr/>
          <p:nvPr/>
        </p:nvSpPr>
        <p:spPr>
          <a:xfrm>
            <a:off x="0" y="3692582"/>
            <a:ext cx="11516497" cy="3139321"/>
          </a:xfrm>
          <a:prstGeom prst="rect">
            <a:avLst/>
          </a:prstGeom>
        </p:spPr>
        <p:txBody>
          <a:bodyPr wrap="square">
            <a:spAutoFit/>
          </a:bodyPr>
          <a:lstStyle/>
          <a:p>
            <a:endParaRPr lang="en-US" dirty="0"/>
          </a:p>
          <a:p>
            <a:pPr algn="just"/>
            <a:r>
              <a:rPr lang="en-US" b="1" dirty="0">
                <a:solidFill>
                  <a:schemeClr val="tx1">
                    <a:lumMod val="75000"/>
                    <a:lumOff val="25000"/>
                  </a:schemeClr>
                </a:solidFill>
              </a:rPr>
              <a:t>In </a:t>
            </a:r>
            <a:r>
              <a:rPr lang="en-US" b="1" dirty="0" err="1">
                <a:solidFill>
                  <a:schemeClr val="tx1">
                    <a:lumMod val="75000"/>
                    <a:lumOff val="25000"/>
                  </a:schemeClr>
                </a:solidFill>
              </a:rPr>
              <a:t>Precharge</a:t>
            </a:r>
            <a:r>
              <a:rPr lang="en-US" b="1" dirty="0">
                <a:solidFill>
                  <a:schemeClr val="tx1">
                    <a:lumMod val="75000"/>
                    <a:lumOff val="25000"/>
                  </a:schemeClr>
                </a:solidFill>
              </a:rPr>
              <a:t> phase (CLK=0): </a:t>
            </a:r>
          </a:p>
          <a:p>
            <a:pPr marL="285750" indent="-285750" algn="just">
              <a:buFont typeface="Wingdings" panose="05000000000000000000" pitchFamily="2" charset="2"/>
              <a:buChar char="§"/>
            </a:pPr>
            <a:r>
              <a:rPr lang="en-US" b="1" dirty="0"/>
              <a:t>the reset switches will be ON and they will charge nodes (P, Q, X, Y) with VDD to prevent hysteresis. </a:t>
            </a:r>
          </a:p>
          <a:p>
            <a:pPr marL="285750" indent="-285750" algn="just">
              <a:buFont typeface="Wingdings" panose="05000000000000000000" pitchFamily="2" charset="2"/>
              <a:buChar char="§"/>
            </a:pPr>
            <a:r>
              <a:rPr lang="en-US" b="1" dirty="0"/>
              <a:t>P &amp; Q charged through S1 , S4 and X , Y through S2 , S3.</a:t>
            </a:r>
          </a:p>
          <a:p>
            <a:pPr algn="just"/>
            <a:endParaRPr lang="en-US" b="1" dirty="0"/>
          </a:p>
          <a:p>
            <a:pPr algn="just"/>
            <a:r>
              <a:rPr lang="en-US" b="1" dirty="0">
                <a:solidFill>
                  <a:schemeClr val="tx1">
                    <a:lumMod val="75000"/>
                    <a:lumOff val="25000"/>
                  </a:schemeClr>
                </a:solidFill>
              </a:rPr>
              <a:t>In Amplification phase (</a:t>
            </a:r>
            <a:r>
              <a:rPr lang="en-US" b="1" dirty="0" err="1">
                <a:solidFill>
                  <a:schemeClr val="tx1">
                    <a:lumMod val="75000"/>
                    <a:lumOff val="25000"/>
                  </a:schemeClr>
                </a:solidFill>
              </a:rPr>
              <a:t>clk</a:t>
            </a:r>
            <a:r>
              <a:rPr lang="en-US" b="1" dirty="0">
                <a:solidFill>
                  <a:schemeClr val="tx1">
                    <a:lumMod val="75000"/>
                    <a:lumOff val="25000"/>
                  </a:schemeClr>
                </a:solidFill>
              </a:rPr>
              <a:t>=1):</a:t>
            </a:r>
          </a:p>
          <a:p>
            <a:pPr marL="285750" indent="-285750" algn="just">
              <a:buFont typeface="Wingdings" panose="05000000000000000000" pitchFamily="2" charset="2"/>
              <a:buChar char="§"/>
            </a:pPr>
            <a:r>
              <a:rPr lang="en-US" b="1" dirty="0"/>
              <a:t>input pair transistors will be ON and they begin to discharge node (P, Q) and the faster one is according to the differential input.</a:t>
            </a:r>
          </a:p>
          <a:p>
            <a:pPr marL="285750" indent="-285750" algn="just">
              <a:buFont typeface="Wingdings" panose="05000000000000000000" pitchFamily="2" charset="2"/>
              <a:buChar char="§"/>
            </a:pPr>
            <a:r>
              <a:rPr lang="en-US" b="1" dirty="0"/>
              <a:t>then M3 and M4 will be ON when one the node (P,Q) equal VDD−VTHP then nodes (X, Y) start to discharge and then the positive feedback (regeneration) will operate and helps one of the outputs to reach VDD and the other reach the GND.</a:t>
            </a:r>
          </a:p>
        </p:txBody>
      </p:sp>
      <p:sp>
        <p:nvSpPr>
          <p:cNvPr id="15" name="Rectangle 14"/>
          <p:cNvSpPr/>
          <p:nvPr/>
        </p:nvSpPr>
        <p:spPr>
          <a:xfrm>
            <a:off x="0" y="2976140"/>
            <a:ext cx="5944486" cy="923330"/>
          </a:xfrm>
          <a:prstGeom prst="rect">
            <a:avLst/>
          </a:prstGeom>
        </p:spPr>
        <p:txBody>
          <a:bodyPr wrap="square">
            <a:spAutoFit/>
          </a:bodyPr>
          <a:lstStyle/>
          <a:p>
            <a:pPr algn="just"/>
            <a:r>
              <a:rPr lang="en-US" b="1" dirty="0">
                <a:solidFill>
                  <a:schemeClr val="tx1">
                    <a:lumMod val="75000"/>
                    <a:lumOff val="25000"/>
                  </a:schemeClr>
                </a:solidFill>
              </a:rPr>
              <a:t>It has two phases of operations :</a:t>
            </a:r>
          </a:p>
          <a:p>
            <a:pPr marL="285750" indent="-285750" algn="just">
              <a:buFont typeface="Wingdings" panose="05000000000000000000" pitchFamily="2" charset="2"/>
              <a:buChar char="§"/>
            </a:pPr>
            <a:r>
              <a:rPr lang="en-US" b="1" dirty="0" err="1"/>
              <a:t>Precharge</a:t>
            </a:r>
            <a:r>
              <a:rPr lang="en-US" b="1" dirty="0"/>
              <a:t> phase when CLK=0</a:t>
            </a:r>
          </a:p>
          <a:p>
            <a:pPr marL="285750" indent="-285750" algn="just">
              <a:buFont typeface="Wingdings" panose="05000000000000000000" pitchFamily="2" charset="2"/>
              <a:buChar char="§"/>
            </a:pPr>
            <a:r>
              <a:rPr lang="en-US" b="1" dirty="0"/>
              <a:t>Amplification phase when CLK=1.</a:t>
            </a:r>
          </a:p>
        </p:txBody>
      </p:sp>
    </p:spTree>
    <p:extLst>
      <p:ext uri="{BB962C8B-B14F-4D97-AF65-F5344CB8AC3E}">
        <p14:creationId xmlns:p14="http://schemas.microsoft.com/office/powerpoint/2010/main" val="3645625927"/>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ppt_x"/>
                                          </p:val>
                                        </p:tav>
                                        <p:tav tm="100000">
                                          <p:val>
                                            <p:strVal val="#ppt_x"/>
                                          </p:val>
                                        </p:tav>
                                      </p:tavLst>
                                    </p:anim>
                                    <p:anim calcmode="lin" valueType="num">
                                      <p:cBhvr additive="base">
                                        <p:cTn id="12" dur="750" fill="hold"/>
                                        <p:tgtEl>
                                          <p:spTgt spid="13"/>
                                        </p:tgtEl>
                                        <p:attrNameLst>
                                          <p:attrName>ppt_y</p:attrName>
                                        </p:attrNameLst>
                                      </p:cBhvr>
                                      <p:tavLst>
                                        <p:tav tm="0">
                                          <p:val>
                                            <p:strVal val="1+#ppt_h/2"/>
                                          </p:val>
                                        </p:tav>
                                        <p:tav tm="100000">
                                          <p:val>
                                            <p:strVal val="#ppt_y"/>
                                          </p:val>
                                        </p:tav>
                                      </p:tavLst>
                                    </p:anim>
                                  </p:childTnLst>
                                </p:cTn>
                              </p:par>
                              <p:par>
                                <p:cTn id="13" presetID="26" presetClass="entr" presetSubtype="0" fill="hold" grpId="0" nodeType="withEffect">
                                  <p:stCondLst>
                                    <p:cond delay="500"/>
                                  </p:stCondLst>
                                  <p:childTnLst>
                                    <p:set>
                                      <p:cBhvr>
                                        <p:cTn id="14" dur="1" fill="hold">
                                          <p:stCondLst>
                                            <p:cond delay="0"/>
                                          </p:stCondLst>
                                        </p:cTn>
                                        <p:tgtEl>
                                          <p:spTgt spid="14"/>
                                        </p:tgtEl>
                                        <p:attrNameLst>
                                          <p:attrName>style.visibility</p:attrName>
                                        </p:attrNameLst>
                                      </p:cBhvr>
                                      <p:to>
                                        <p:strVal val="visible"/>
                                      </p:to>
                                    </p:set>
                                    <p:animEffect transition="in" filter="wipe(down)">
                                      <p:cBhvr>
                                        <p:cTn id="15" dur="290">
                                          <p:stCondLst>
                                            <p:cond delay="0"/>
                                          </p:stCondLst>
                                        </p:cTn>
                                        <p:tgtEl>
                                          <p:spTgt spid="14"/>
                                        </p:tgtEl>
                                      </p:cBhvr>
                                    </p:animEffect>
                                    <p:anim calcmode="lin" valueType="num">
                                      <p:cBhvr>
                                        <p:cTn id="16" dur="911"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17" dur="332"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8" dur="332" tmFilter="0, 0; 0.125,0.2665; 0.25,0.4; 0.375,0.465; 0.5,0.5;  0.625,0.535; 0.75,0.6; 0.875,0.7335; 1,1">
                                          <p:stCondLst>
                                            <p:cond delay="332"/>
                                          </p:stCondLst>
                                        </p:cTn>
                                        <p:tgtEl>
                                          <p:spTgt spid="14"/>
                                        </p:tgtEl>
                                        <p:attrNameLst>
                                          <p:attrName>ppt_y</p:attrName>
                                        </p:attrNameLst>
                                      </p:cBhvr>
                                      <p:tavLst>
                                        <p:tav tm="0" fmla="#ppt_y-sin(pi*$)/9">
                                          <p:val>
                                            <p:fltVal val="0"/>
                                          </p:val>
                                        </p:tav>
                                        <p:tav tm="100000">
                                          <p:val>
                                            <p:fltVal val="1"/>
                                          </p:val>
                                        </p:tav>
                                      </p:tavLst>
                                    </p:anim>
                                    <p:anim calcmode="lin" valueType="num">
                                      <p:cBhvr>
                                        <p:cTn id="19" dur="166" tmFilter="0, 0; 0.125,0.2665; 0.25,0.4; 0.375,0.465; 0.5,0.5;  0.625,0.535; 0.75,0.6; 0.875,0.7335; 1,1">
                                          <p:stCondLst>
                                            <p:cond delay="662"/>
                                          </p:stCondLst>
                                        </p:cTn>
                                        <p:tgtEl>
                                          <p:spTgt spid="14"/>
                                        </p:tgtEl>
                                        <p:attrNameLst>
                                          <p:attrName>ppt_y</p:attrName>
                                        </p:attrNameLst>
                                      </p:cBhvr>
                                      <p:tavLst>
                                        <p:tav tm="0" fmla="#ppt_y-sin(pi*$)/27">
                                          <p:val>
                                            <p:fltVal val="0"/>
                                          </p:val>
                                        </p:tav>
                                        <p:tav tm="100000">
                                          <p:val>
                                            <p:fltVal val="1"/>
                                          </p:val>
                                        </p:tav>
                                      </p:tavLst>
                                    </p:anim>
                                    <p:anim calcmode="lin" valueType="num">
                                      <p:cBhvr>
                                        <p:cTn id="20" dur="82" tmFilter="0, 0; 0.125,0.2665; 0.25,0.4; 0.375,0.465; 0.5,0.5;  0.625,0.535; 0.75,0.6; 0.875,0.7335; 1,1">
                                          <p:stCondLst>
                                            <p:cond delay="828"/>
                                          </p:stCondLst>
                                        </p:cTn>
                                        <p:tgtEl>
                                          <p:spTgt spid="14"/>
                                        </p:tgtEl>
                                        <p:attrNameLst>
                                          <p:attrName>ppt_y</p:attrName>
                                        </p:attrNameLst>
                                      </p:cBhvr>
                                      <p:tavLst>
                                        <p:tav tm="0" fmla="#ppt_y-sin(pi*$)/81">
                                          <p:val>
                                            <p:fltVal val="0"/>
                                          </p:val>
                                        </p:tav>
                                        <p:tav tm="100000">
                                          <p:val>
                                            <p:fltVal val="1"/>
                                          </p:val>
                                        </p:tav>
                                      </p:tavLst>
                                    </p:anim>
                                    <p:animScale>
                                      <p:cBhvr>
                                        <p:cTn id="21" dur="13">
                                          <p:stCondLst>
                                            <p:cond delay="325"/>
                                          </p:stCondLst>
                                        </p:cTn>
                                        <p:tgtEl>
                                          <p:spTgt spid="14"/>
                                        </p:tgtEl>
                                      </p:cBhvr>
                                      <p:to x="100000" y="60000"/>
                                    </p:animScale>
                                    <p:animScale>
                                      <p:cBhvr>
                                        <p:cTn id="22" dur="83" decel="50000">
                                          <p:stCondLst>
                                            <p:cond delay="338"/>
                                          </p:stCondLst>
                                        </p:cTn>
                                        <p:tgtEl>
                                          <p:spTgt spid="14"/>
                                        </p:tgtEl>
                                      </p:cBhvr>
                                      <p:to x="100000" y="100000"/>
                                    </p:animScale>
                                    <p:animScale>
                                      <p:cBhvr>
                                        <p:cTn id="23" dur="13">
                                          <p:stCondLst>
                                            <p:cond delay="656"/>
                                          </p:stCondLst>
                                        </p:cTn>
                                        <p:tgtEl>
                                          <p:spTgt spid="14"/>
                                        </p:tgtEl>
                                      </p:cBhvr>
                                      <p:to x="100000" y="80000"/>
                                    </p:animScale>
                                    <p:animScale>
                                      <p:cBhvr>
                                        <p:cTn id="24" dur="83" decel="50000">
                                          <p:stCondLst>
                                            <p:cond delay="669"/>
                                          </p:stCondLst>
                                        </p:cTn>
                                        <p:tgtEl>
                                          <p:spTgt spid="14"/>
                                        </p:tgtEl>
                                      </p:cBhvr>
                                      <p:to x="100000" y="100000"/>
                                    </p:animScale>
                                    <p:animScale>
                                      <p:cBhvr>
                                        <p:cTn id="25" dur="13">
                                          <p:stCondLst>
                                            <p:cond delay="821"/>
                                          </p:stCondLst>
                                        </p:cTn>
                                        <p:tgtEl>
                                          <p:spTgt spid="14"/>
                                        </p:tgtEl>
                                      </p:cBhvr>
                                      <p:to x="100000" y="90000"/>
                                    </p:animScale>
                                    <p:animScale>
                                      <p:cBhvr>
                                        <p:cTn id="26" dur="83" decel="50000">
                                          <p:stCondLst>
                                            <p:cond delay="834"/>
                                          </p:stCondLst>
                                        </p:cTn>
                                        <p:tgtEl>
                                          <p:spTgt spid="14"/>
                                        </p:tgtEl>
                                      </p:cBhvr>
                                      <p:to x="100000" y="100000"/>
                                    </p:animScale>
                                    <p:animScale>
                                      <p:cBhvr>
                                        <p:cTn id="27" dur="13">
                                          <p:stCondLst>
                                            <p:cond delay="904"/>
                                          </p:stCondLst>
                                        </p:cTn>
                                        <p:tgtEl>
                                          <p:spTgt spid="14"/>
                                        </p:tgtEl>
                                      </p:cBhvr>
                                      <p:to x="100000" y="95000"/>
                                    </p:animScale>
                                    <p:animScale>
                                      <p:cBhvr>
                                        <p:cTn id="28" dur="83" decel="50000">
                                          <p:stCondLst>
                                            <p:cond delay="917"/>
                                          </p:stCondLst>
                                        </p:cTn>
                                        <p:tgtEl>
                                          <p:spTgt spid="14"/>
                                        </p:tgtEl>
                                      </p:cBhvr>
                                      <p:to x="100000" y="100000"/>
                                    </p:animScale>
                                  </p:childTnLst>
                                </p:cTn>
                              </p:par>
                              <p:par>
                                <p:cTn id="29" presetID="26" presetClass="entr" presetSubtype="0" fill="hold" grpId="0" nodeType="withEffect">
                                  <p:stCondLst>
                                    <p:cond delay="1500"/>
                                  </p:stCondLst>
                                  <p:childTnLst>
                                    <p:set>
                                      <p:cBhvr>
                                        <p:cTn id="30" dur="1" fill="hold">
                                          <p:stCondLst>
                                            <p:cond delay="0"/>
                                          </p:stCondLst>
                                        </p:cTn>
                                        <p:tgtEl>
                                          <p:spTgt spid="18"/>
                                        </p:tgtEl>
                                        <p:attrNameLst>
                                          <p:attrName>style.visibility</p:attrName>
                                        </p:attrNameLst>
                                      </p:cBhvr>
                                      <p:to>
                                        <p:strVal val="visible"/>
                                      </p:to>
                                    </p:set>
                                    <p:animEffect transition="in" filter="wipe(down)">
                                      <p:cBhvr>
                                        <p:cTn id="31" dur="290">
                                          <p:stCondLst>
                                            <p:cond delay="0"/>
                                          </p:stCondLst>
                                        </p:cTn>
                                        <p:tgtEl>
                                          <p:spTgt spid="18"/>
                                        </p:tgtEl>
                                      </p:cBhvr>
                                    </p:animEffect>
                                    <p:anim calcmode="lin" valueType="num">
                                      <p:cBhvr>
                                        <p:cTn id="32" dur="911"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33" dur="332"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34" dur="332" tmFilter="0, 0; 0.125,0.2665; 0.25,0.4; 0.375,0.465; 0.5,0.5;  0.625,0.535; 0.75,0.6; 0.875,0.7335; 1,1">
                                          <p:stCondLst>
                                            <p:cond delay="332"/>
                                          </p:stCondLst>
                                        </p:cTn>
                                        <p:tgtEl>
                                          <p:spTgt spid="18"/>
                                        </p:tgtEl>
                                        <p:attrNameLst>
                                          <p:attrName>ppt_y</p:attrName>
                                        </p:attrNameLst>
                                      </p:cBhvr>
                                      <p:tavLst>
                                        <p:tav tm="0" fmla="#ppt_y-sin(pi*$)/9">
                                          <p:val>
                                            <p:fltVal val="0"/>
                                          </p:val>
                                        </p:tav>
                                        <p:tav tm="100000">
                                          <p:val>
                                            <p:fltVal val="1"/>
                                          </p:val>
                                        </p:tav>
                                      </p:tavLst>
                                    </p:anim>
                                    <p:anim calcmode="lin" valueType="num">
                                      <p:cBhvr>
                                        <p:cTn id="35" dur="166" tmFilter="0, 0; 0.125,0.2665; 0.25,0.4; 0.375,0.465; 0.5,0.5;  0.625,0.535; 0.75,0.6; 0.875,0.7335; 1,1">
                                          <p:stCondLst>
                                            <p:cond delay="662"/>
                                          </p:stCondLst>
                                        </p:cTn>
                                        <p:tgtEl>
                                          <p:spTgt spid="18"/>
                                        </p:tgtEl>
                                        <p:attrNameLst>
                                          <p:attrName>ppt_y</p:attrName>
                                        </p:attrNameLst>
                                      </p:cBhvr>
                                      <p:tavLst>
                                        <p:tav tm="0" fmla="#ppt_y-sin(pi*$)/27">
                                          <p:val>
                                            <p:fltVal val="0"/>
                                          </p:val>
                                        </p:tav>
                                        <p:tav tm="100000">
                                          <p:val>
                                            <p:fltVal val="1"/>
                                          </p:val>
                                        </p:tav>
                                      </p:tavLst>
                                    </p:anim>
                                    <p:anim calcmode="lin" valueType="num">
                                      <p:cBhvr>
                                        <p:cTn id="36" dur="82" tmFilter="0, 0; 0.125,0.2665; 0.25,0.4; 0.375,0.465; 0.5,0.5;  0.625,0.535; 0.75,0.6; 0.875,0.7335; 1,1">
                                          <p:stCondLst>
                                            <p:cond delay="828"/>
                                          </p:stCondLst>
                                        </p:cTn>
                                        <p:tgtEl>
                                          <p:spTgt spid="18"/>
                                        </p:tgtEl>
                                        <p:attrNameLst>
                                          <p:attrName>ppt_y</p:attrName>
                                        </p:attrNameLst>
                                      </p:cBhvr>
                                      <p:tavLst>
                                        <p:tav tm="0" fmla="#ppt_y-sin(pi*$)/81">
                                          <p:val>
                                            <p:fltVal val="0"/>
                                          </p:val>
                                        </p:tav>
                                        <p:tav tm="100000">
                                          <p:val>
                                            <p:fltVal val="1"/>
                                          </p:val>
                                        </p:tav>
                                      </p:tavLst>
                                    </p:anim>
                                    <p:animScale>
                                      <p:cBhvr>
                                        <p:cTn id="37" dur="13">
                                          <p:stCondLst>
                                            <p:cond delay="325"/>
                                          </p:stCondLst>
                                        </p:cTn>
                                        <p:tgtEl>
                                          <p:spTgt spid="18"/>
                                        </p:tgtEl>
                                      </p:cBhvr>
                                      <p:to x="100000" y="60000"/>
                                    </p:animScale>
                                    <p:animScale>
                                      <p:cBhvr>
                                        <p:cTn id="38" dur="83" decel="50000">
                                          <p:stCondLst>
                                            <p:cond delay="338"/>
                                          </p:stCondLst>
                                        </p:cTn>
                                        <p:tgtEl>
                                          <p:spTgt spid="18"/>
                                        </p:tgtEl>
                                      </p:cBhvr>
                                      <p:to x="100000" y="100000"/>
                                    </p:animScale>
                                    <p:animScale>
                                      <p:cBhvr>
                                        <p:cTn id="39" dur="13">
                                          <p:stCondLst>
                                            <p:cond delay="656"/>
                                          </p:stCondLst>
                                        </p:cTn>
                                        <p:tgtEl>
                                          <p:spTgt spid="18"/>
                                        </p:tgtEl>
                                      </p:cBhvr>
                                      <p:to x="100000" y="80000"/>
                                    </p:animScale>
                                    <p:animScale>
                                      <p:cBhvr>
                                        <p:cTn id="40" dur="83" decel="50000">
                                          <p:stCondLst>
                                            <p:cond delay="669"/>
                                          </p:stCondLst>
                                        </p:cTn>
                                        <p:tgtEl>
                                          <p:spTgt spid="18"/>
                                        </p:tgtEl>
                                      </p:cBhvr>
                                      <p:to x="100000" y="100000"/>
                                    </p:animScale>
                                    <p:animScale>
                                      <p:cBhvr>
                                        <p:cTn id="41" dur="13">
                                          <p:stCondLst>
                                            <p:cond delay="821"/>
                                          </p:stCondLst>
                                        </p:cTn>
                                        <p:tgtEl>
                                          <p:spTgt spid="18"/>
                                        </p:tgtEl>
                                      </p:cBhvr>
                                      <p:to x="100000" y="90000"/>
                                    </p:animScale>
                                    <p:animScale>
                                      <p:cBhvr>
                                        <p:cTn id="42" dur="83" decel="50000">
                                          <p:stCondLst>
                                            <p:cond delay="834"/>
                                          </p:stCondLst>
                                        </p:cTn>
                                        <p:tgtEl>
                                          <p:spTgt spid="18"/>
                                        </p:tgtEl>
                                      </p:cBhvr>
                                      <p:to x="100000" y="100000"/>
                                    </p:animScale>
                                    <p:animScale>
                                      <p:cBhvr>
                                        <p:cTn id="43" dur="13">
                                          <p:stCondLst>
                                            <p:cond delay="904"/>
                                          </p:stCondLst>
                                        </p:cTn>
                                        <p:tgtEl>
                                          <p:spTgt spid="18"/>
                                        </p:tgtEl>
                                      </p:cBhvr>
                                      <p:to x="100000" y="95000"/>
                                    </p:animScale>
                                    <p:animScale>
                                      <p:cBhvr>
                                        <p:cTn id="44" dur="83" decel="50000">
                                          <p:stCondLst>
                                            <p:cond delay="917"/>
                                          </p:stCondLst>
                                        </p:cTn>
                                        <p:tgtEl>
                                          <p:spTgt spid="18"/>
                                        </p:tgtEl>
                                      </p:cBhvr>
                                      <p:to x="100000" y="100000"/>
                                    </p:animScale>
                                  </p:childTnLst>
                                </p:cTn>
                              </p:par>
                              <p:par>
                                <p:cTn id="45" presetID="26" presetClass="entr" presetSubtype="0" fill="hold" grpId="0" nodeType="withEffect">
                                  <p:stCondLst>
                                    <p:cond delay="2500"/>
                                  </p:stCondLst>
                                  <p:childTnLst>
                                    <p:set>
                                      <p:cBhvr>
                                        <p:cTn id="46" dur="1" fill="hold">
                                          <p:stCondLst>
                                            <p:cond delay="0"/>
                                          </p:stCondLst>
                                        </p:cTn>
                                        <p:tgtEl>
                                          <p:spTgt spid="15"/>
                                        </p:tgtEl>
                                        <p:attrNameLst>
                                          <p:attrName>style.visibility</p:attrName>
                                        </p:attrNameLst>
                                      </p:cBhvr>
                                      <p:to>
                                        <p:strVal val="visible"/>
                                      </p:to>
                                    </p:set>
                                    <p:animEffect transition="in" filter="wipe(down)">
                                      <p:cBhvr>
                                        <p:cTn id="47" dur="290">
                                          <p:stCondLst>
                                            <p:cond delay="0"/>
                                          </p:stCondLst>
                                        </p:cTn>
                                        <p:tgtEl>
                                          <p:spTgt spid="15"/>
                                        </p:tgtEl>
                                      </p:cBhvr>
                                    </p:animEffect>
                                    <p:anim calcmode="lin" valueType="num">
                                      <p:cBhvr>
                                        <p:cTn id="48" dur="911"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49" dur="332"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50" dur="332" tmFilter="0, 0; 0.125,0.2665; 0.25,0.4; 0.375,0.465; 0.5,0.5;  0.625,0.535; 0.75,0.6; 0.875,0.7335; 1,1">
                                          <p:stCondLst>
                                            <p:cond delay="332"/>
                                          </p:stCondLst>
                                        </p:cTn>
                                        <p:tgtEl>
                                          <p:spTgt spid="15"/>
                                        </p:tgtEl>
                                        <p:attrNameLst>
                                          <p:attrName>ppt_y</p:attrName>
                                        </p:attrNameLst>
                                      </p:cBhvr>
                                      <p:tavLst>
                                        <p:tav tm="0" fmla="#ppt_y-sin(pi*$)/9">
                                          <p:val>
                                            <p:fltVal val="0"/>
                                          </p:val>
                                        </p:tav>
                                        <p:tav tm="100000">
                                          <p:val>
                                            <p:fltVal val="1"/>
                                          </p:val>
                                        </p:tav>
                                      </p:tavLst>
                                    </p:anim>
                                    <p:anim calcmode="lin" valueType="num">
                                      <p:cBhvr>
                                        <p:cTn id="51" dur="166" tmFilter="0, 0; 0.125,0.2665; 0.25,0.4; 0.375,0.465; 0.5,0.5;  0.625,0.535; 0.75,0.6; 0.875,0.7335; 1,1">
                                          <p:stCondLst>
                                            <p:cond delay="662"/>
                                          </p:stCondLst>
                                        </p:cTn>
                                        <p:tgtEl>
                                          <p:spTgt spid="15"/>
                                        </p:tgtEl>
                                        <p:attrNameLst>
                                          <p:attrName>ppt_y</p:attrName>
                                        </p:attrNameLst>
                                      </p:cBhvr>
                                      <p:tavLst>
                                        <p:tav tm="0" fmla="#ppt_y-sin(pi*$)/27">
                                          <p:val>
                                            <p:fltVal val="0"/>
                                          </p:val>
                                        </p:tav>
                                        <p:tav tm="100000">
                                          <p:val>
                                            <p:fltVal val="1"/>
                                          </p:val>
                                        </p:tav>
                                      </p:tavLst>
                                    </p:anim>
                                    <p:anim calcmode="lin" valueType="num">
                                      <p:cBhvr>
                                        <p:cTn id="52" dur="82" tmFilter="0, 0; 0.125,0.2665; 0.25,0.4; 0.375,0.465; 0.5,0.5;  0.625,0.535; 0.75,0.6; 0.875,0.7335; 1,1">
                                          <p:stCondLst>
                                            <p:cond delay="828"/>
                                          </p:stCondLst>
                                        </p:cTn>
                                        <p:tgtEl>
                                          <p:spTgt spid="15"/>
                                        </p:tgtEl>
                                        <p:attrNameLst>
                                          <p:attrName>ppt_y</p:attrName>
                                        </p:attrNameLst>
                                      </p:cBhvr>
                                      <p:tavLst>
                                        <p:tav tm="0" fmla="#ppt_y-sin(pi*$)/81">
                                          <p:val>
                                            <p:fltVal val="0"/>
                                          </p:val>
                                        </p:tav>
                                        <p:tav tm="100000">
                                          <p:val>
                                            <p:fltVal val="1"/>
                                          </p:val>
                                        </p:tav>
                                      </p:tavLst>
                                    </p:anim>
                                    <p:animScale>
                                      <p:cBhvr>
                                        <p:cTn id="53" dur="13">
                                          <p:stCondLst>
                                            <p:cond delay="325"/>
                                          </p:stCondLst>
                                        </p:cTn>
                                        <p:tgtEl>
                                          <p:spTgt spid="15"/>
                                        </p:tgtEl>
                                      </p:cBhvr>
                                      <p:to x="100000" y="60000"/>
                                    </p:animScale>
                                    <p:animScale>
                                      <p:cBhvr>
                                        <p:cTn id="54" dur="83" decel="50000">
                                          <p:stCondLst>
                                            <p:cond delay="338"/>
                                          </p:stCondLst>
                                        </p:cTn>
                                        <p:tgtEl>
                                          <p:spTgt spid="15"/>
                                        </p:tgtEl>
                                      </p:cBhvr>
                                      <p:to x="100000" y="100000"/>
                                    </p:animScale>
                                    <p:animScale>
                                      <p:cBhvr>
                                        <p:cTn id="55" dur="13">
                                          <p:stCondLst>
                                            <p:cond delay="656"/>
                                          </p:stCondLst>
                                        </p:cTn>
                                        <p:tgtEl>
                                          <p:spTgt spid="15"/>
                                        </p:tgtEl>
                                      </p:cBhvr>
                                      <p:to x="100000" y="80000"/>
                                    </p:animScale>
                                    <p:animScale>
                                      <p:cBhvr>
                                        <p:cTn id="56" dur="83" decel="50000">
                                          <p:stCondLst>
                                            <p:cond delay="669"/>
                                          </p:stCondLst>
                                        </p:cTn>
                                        <p:tgtEl>
                                          <p:spTgt spid="15"/>
                                        </p:tgtEl>
                                      </p:cBhvr>
                                      <p:to x="100000" y="100000"/>
                                    </p:animScale>
                                    <p:animScale>
                                      <p:cBhvr>
                                        <p:cTn id="57" dur="13">
                                          <p:stCondLst>
                                            <p:cond delay="821"/>
                                          </p:stCondLst>
                                        </p:cTn>
                                        <p:tgtEl>
                                          <p:spTgt spid="15"/>
                                        </p:tgtEl>
                                      </p:cBhvr>
                                      <p:to x="100000" y="90000"/>
                                    </p:animScale>
                                    <p:animScale>
                                      <p:cBhvr>
                                        <p:cTn id="58" dur="83" decel="50000">
                                          <p:stCondLst>
                                            <p:cond delay="834"/>
                                          </p:stCondLst>
                                        </p:cTn>
                                        <p:tgtEl>
                                          <p:spTgt spid="15"/>
                                        </p:tgtEl>
                                      </p:cBhvr>
                                      <p:to x="100000" y="100000"/>
                                    </p:animScale>
                                    <p:animScale>
                                      <p:cBhvr>
                                        <p:cTn id="59" dur="13">
                                          <p:stCondLst>
                                            <p:cond delay="904"/>
                                          </p:stCondLst>
                                        </p:cTn>
                                        <p:tgtEl>
                                          <p:spTgt spid="15"/>
                                        </p:tgtEl>
                                      </p:cBhvr>
                                      <p:to x="100000" y="95000"/>
                                    </p:animScale>
                                    <p:animScale>
                                      <p:cBhvr>
                                        <p:cTn id="60" dur="83" decel="50000">
                                          <p:stCondLst>
                                            <p:cond delay="917"/>
                                          </p:stCondLst>
                                        </p:cTn>
                                        <p:tgtEl>
                                          <p:spTgt spid="15"/>
                                        </p:tgtEl>
                                      </p:cBhvr>
                                      <p:to x="100000" y="100000"/>
                                    </p:animScale>
                                  </p:childTnLst>
                                </p:cTn>
                              </p:par>
                              <p:par>
                                <p:cTn id="61" presetID="26" presetClass="entr" presetSubtype="0" fill="hold" grpId="0" nodeType="withEffect">
                                  <p:stCondLst>
                                    <p:cond delay="3500"/>
                                  </p:stCondLst>
                                  <p:childTnLst>
                                    <p:set>
                                      <p:cBhvr>
                                        <p:cTn id="62" dur="1" fill="hold">
                                          <p:stCondLst>
                                            <p:cond delay="0"/>
                                          </p:stCondLst>
                                        </p:cTn>
                                        <p:tgtEl>
                                          <p:spTgt spid="22"/>
                                        </p:tgtEl>
                                        <p:attrNameLst>
                                          <p:attrName>style.visibility</p:attrName>
                                        </p:attrNameLst>
                                      </p:cBhvr>
                                      <p:to>
                                        <p:strVal val="visible"/>
                                      </p:to>
                                    </p:set>
                                    <p:animEffect transition="in" filter="wipe(down)">
                                      <p:cBhvr>
                                        <p:cTn id="63" dur="290">
                                          <p:stCondLst>
                                            <p:cond delay="0"/>
                                          </p:stCondLst>
                                        </p:cTn>
                                        <p:tgtEl>
                                          <p:spTgt spid="22"/>
                                        </p:tgtEl>
                                      </p:cBhvr>
                                    </p:animEffect>
                                    <p:anim calcmode="lin" valueType="num">
                                      <p:cBhvr>
                                        <p:cTn id="64" dur="911"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65" dur="332"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66" dur="332" tmFilter="0, 0; 0.125,0.2665; 0.25,0.4; 0.375,0.465; 0.5,0.5;  0.625,0.535; 0.75,0.6; 0.875,0.7335; 1,1">
                                          <p:stCondLst>
                                            <p:cond delay="332"/>
                                          </p:stCondLst>
                                        </p:cTn>
                                        <p:tgtEl>
                                          <p:spTgt spid="22"/>
                                        </p:tgtEl>
                                        <p:attrNameLst>
                                          <p:attrName>ppt_y</p:attrName>
                                        </p:attrNameLst>
                                      </p:cBhvr>
                                      <p:tavLst>
                                        <p:tav tm="0" fmla="#ppt_y-sin(pi*$)/9">
                                          <p:val>
                                            <p:fltVal val="0"/>
                                          </p:val>
                                        </p:tav>
                                        <p:tav tm="100000">
                                          <p:val>
                                            <p:fltVal val="1"/>
                                          </p:val>
                                        </p:tav>
                                      </p:tavLst>
                                    </p:anim>
                                    <p:anim calcmode="lin" valueType="num">
                                      <p:cBhvr>
                                        <p:cTn id="67" dur="166" tmFilter="0, 0; 0.125,0.2665; 0.25,0.4; 0.375,0.465; 0.5,0.5;  0.625,0.535; 0.75,0.6; 0.875,0.7335; 1,1">
                                          <p:stCondLst>
                                            <p:cond delay="662"/>
                                          </p:stCondLst>
                                        </p:cTn>
                                        <p:tgtEl>
                                          <p:spTgt spid="22"/>
                                        </p:tgtEl>
                                        <p:attrNameLst>
                                          <p:attrName>ppt_y</p:attrName>
                                        </p:attrNameLst>
                                      </p:cBhvr>
                                      <p:tavLst>
                                        <p:tav tm="0" fmla="#ppt_y-sin(pi*$)/27">
                                          <p:val>
                                            <p:fltVal val="0"/>
                                          </p:val>
                                        </p:tav>
                                        <p:tav tm="100000">
                                          <p:val>
                                            <p:fltVal val="1"/>
                                          </p:val>
                                        </p:tav>
                                      </p:tavLst>
                                    </p:anim>
                                    <p:anim calcmode="lin" valueType="num">
                                      <p:cBhvr>
                                        <p:cTn id="68" dur="82" tmFilter="0, 0; 0.125,0.2665; 0.25,0.4; 0.375,0.465; 0.5,0.5;  0.625,0.535; 0.75,0.6; 0.875,0.7335; 1,1">
                                          <p:stCondLst>
                                            <p:cond delay="828"/>
                                          </p:stCondLst>
                                        </p:cTn>
                                        <p:tgtEl>
                                          <p:spTgt spid="22"/>
                                        </p:tgtEl>
                                        <p:attrNameLst>
                                          <p:attrName>ppt_y</p:attrName>
                                        </p:attrNameLst>
                                      </p:cBhvr>
                                      <p:tavLst>
                                        <p:tav tm="0" fmla="#ppt_y-sin(pi*$)/81">
                                          <p:val>
                                            <p:fltVal val="0"/>
                                          </p:val>
                                        </p:tav>
                                        <p:tav tm="100000">
                                          <p:val>
                                            <p:fltVal val="1"/>
                                          </p:val>
                                        </p:tav>
                                      </p:tavLst>
                                    </p:anim>
                                    <p:animScale>
                                      <p:cBhvr>
                                        <p:cTn id="69" dur="13">
                                          <p:stCondLst>
                                            <p:cond delay="325"/>
                                          </p:stCondLst>
                                        </p:cTn>
                                        <p:tgtEl>
                                          <p:spTgt spid="22"/>
                                        </p:tgtEl>
                                      </p:cBhvr>
                                      <p:to x="100000" y="60000"/>
                                    </p:animScale>
                                    <p:animScale>
                                      <p:cBhvr>
                                        <p:cTn id="70" dur="83" decel="50000">
                                          <p:stCondLst>
                                            <p:cond delay="338"/>
                                          </p:stCondLst>
                                        </p:cTn>
                                        <p:tgtEl>
                                          <p:spTgt spid="22"/>
                                        </p:tgtEl>
                                      </p:cBhvr>
                                      <p:to x="100000" y="100000"/>
                                    </p:animScale>
                                    <p:animScale>
                                      <p:cBhvr>
                                        <p:cTn id="71" dur="13">
                                          <p:stCondLst>
                                            <p:cond delay="656"/>
                                          </p:stCondLst>
                                        </p:cTn>
                                        <p:tgtEl>
                                          <p:spTgt spid="22"/>
                                        </p:tgtEl>
                                      </p:cBhvr>
                                      <p:to x="100000" y="80000"/>
                                    </p:animScale>
                                    <p:animScale>
                                      <p:cBhvr>
                                        <p:cTn id="72" dur="83" decel="50000">
                                          <p:stCondLst>
                                            <p:cond delay="669"/>
                                          </p:stCondLst>
                                        </p:cTn>
                                        <p:tgtEl>
                                          <p:spTgt spid="22"/>
                                        </p:tgtEl>
                                      </p:cBhvr>
                                      <p:to x="100000" y="100000"/>
                                    </p:animScale>
                                    <p:animScale>
                                      <p:cBhvr>
                                        <p:cTn id="73" dur="13">
                                          <p:stCondLst>
                                            <p:cond delay="821"/>
                                          </p:stCondLst>
                                        </p:cTn>
                                        <p:tgtEl>
                                          <p:spTgt spid="22"/>
                                        </p:tgtEl>
                                      </p:cBhvr>
                                      <p:to x="100000" y="90000"/>
                                    </p:animScale>
                                    <p:animScale>
                                      <p:cBhvr>
                                        <p:cTn id="74" dur="83" decel="50000">
                                          <p:stCondLst>
                                            <p:cond delay="834"/>
                                          </p:stCondLst>
                                        </p:cTn>
                                        <p:tgtEl>
                                          <p:spTgt spid="22"/>
                                        </p:tgtEl>
                                      </p:cBhvr>
                                      <p:to x="100000" y="100000"/>
                                    </p:animScale>
                                    <p:animScale>
                                      <p:cBhvr>
                                        <p:cTn id="75" dur="13">
                                          <p:stCondLst>
                                            <p:cond delay="904"/>
                                          </p:stCondLst>
                                        </p:cTn>
                                        <p:tgtEl>
                                          <p:spTgt spid="22"/>
                                        </p:tgtEl>
                                      </p:cBhvr>
                                      <p:to x="100000" y="95000"/>
                                    </p:animScale>
                                    <p:animScale>
                                      <p:cBhvr>
                                        <p:cTn id="76" dur="83" decel="50000">
                                          <p:stCondLst>
                                            <p:cond delay="917"/>
                                          </p:stCondLst>
                                        </p:cTn>
                                        <p:tgtEl>
                                          <p:spTgt spid="22"/>
                                        </p:tgtEl>
                                      </p:cBhvr>
                                      <p:to x="100000" y="100000"/>
                                    </p:animScale>
                                  </p:childTnLst>
                                </p:cTn>
                              </p:par>
                              <p:par>
                                <p:cTn id="77" presetID="42" presetClass="entr" presetSubtype="0" fill="hold" nodeType="withEffect">
                                  <p:stCondLst>
                                    <p:cond delay="2000"/>
                                  </p:stCondLst>
                                  <p:childTnLst>
                                    <p:set>
                                      <p:cBhvr>
                                        <p:cTn id="78" dur="1" fill="hold">
                                          <p:stCondLst>
                                            <p:cond delay="0"/>
                                          </p:stCondLst>
                                        </p:cTn>
                                        <p:tgtEl>
                                          <p:spTgt spid="17"/>
                                        </p:tgtEl>
                                        <p:attrNameLst>
                                          <p:attrName>style.visibility</p:attrName>
                                        </p:attrNameLst>
                                      </p:cBhvr>
                                      <p:to>
                                        <p:strVal val="visible"/>
                                      </p:to>
                                    </p:set>
                                    <p:animEffect transition="in" filter="fade">
                                      <p:cBhvr>
                                        <p:cTn id="79" dur="1000"/>
                                        <p:tgtEl>
                                          <p:spTgt spid="17"/>
                                        </p:tgtEl>
                                      </p:cBhvr>
                                    </p:animEffect>
                                    <p:anim calcmode="lin" valueType="num">
                                      <p:cBhvr>
                                        <p:cTn id="80" dur="1000" fill="hold"/>
                                        <p:tgtEl>
                                          <p:spTgt spid="17"/>
                                        </p:tgtEl>
                                        <p:attrNameLst>
                                          <p:attrName>ppt_x</p:attrName>
                                        </p:attrNameLst>
                                      </p:cBhvr>
                                      <p:tavLst>
                                        <p:tav tm="0">
                                          <p:val>
                                            <p:strVal val="#ppt_x"/>
                                          </p:val>
                                        </p:tav>
                                        <p:tav tm="100000">
                                          <p:val>
                                            <p:strVal val="#ppt_x"/>
                                          </p:val>
                                        </p:tav>
                                      </p:tavLst>
                                    </p:anim>
                                    <p:anim calcmode="lin" valueType="num">
                                      <p:cBhvr>
                                        <p:cTn id="8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8" grpId="0"/>
      <p:bldP spid="22" grpId="0"/>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sosceles Triangle 1">
            <a:extLst>
              <a:ext uri="{FF2B5EF4-FFF2-40B4-BE49-F238E27FC236}">
                <a16:creationId xmlns="" xmlns:a16="http://schemas.microsoft.com/office/drawing/2014/main" id="{6F0F6A9D-B9B2-44D9-B80F-335D2B24AD88}"/>
              </a:ext>
            </a:extLst>
          </p:cNvPr>
          <p:cNvSpPr/>
          <p:nvPr/>
        </p:nvSpPr>
        <p:spPr>
          <a:xfrm rot="5400000">
            <a:off x="2025006" y="2478137"/>
            <a:ext cx="1705463" cy="1981909"/>
          </a:xfrm>
          <a:prstGeom prst="triangle">
            <a:avLst/>
          </a:prstGeom>
          <a:noFill/>
          <a:ln w="57150">
            <a:solidFill>
              <a:schemeClr val="tx1"/>
            </a:solidFill>
            <a:extLst>
              <a:ext uri="{C807C97D-BFC1-408E-A445-0C87EB9F89A2}">
                <ask:lineSketchStyleProps xmlns="" xmlns:ask="http://schemas.microsoft.com/office/drawing/2018/sketchyshapes" sd="4200202501">
                  <a:custGeom>
                    <a:avLst/>
                    <a:gdLst>
                      <a:gd name="connsiteX0" fmla="*/ 0 w 1705463"/>
                      <a:gd name="connsiteY0" fmla="*/ 1981909 h 1981909"/>
                      <a:gd name="connsiteX1" fmla="*/ 221710 w 1705463"/>
                      <a:gd name="connsiteY1" fmla="*/ 1466613 h 1981909"/>
                      <a:gd name="connsiteX2" fmla="*/ 434893 w 1705463"/>
                      <a:gd name="connsiteY2" fmla="*/ 971135 h 1981909"/>
                      <a:gd name="connsiteX3" fmla="*/ 622494 w 1705463"/>
                      <a:gd name="connsiteY3" fmla="*/ 535115 h 1981909"/>
                      <a:gd name="connsiteX4" fmla="*/ 852732 w 1705463"/>
                      <a:gd name="connsiteY4" fmla="*/ 0 h 1981909"/>
                      <a:gd name="connsiteX5" fmla="*/ 1048860 w 1705463"/>
                      <a:gd name="connsiteY5" fmla="*/ 455839 h 1981909"/>
                      <a:gd name="connsiteX6" fmla="*/ 1244988 w 1705463"/>
                      <a:gd name="connsiteY6" fmla="*/ 911678 h 1981909"/>
                      <a:gd name="connsiteX7" fmla="*/ 1466698 w 1705463"/>
                      <a:gd name="connsiteY7" fmla="*/ 1426974 h 1981909"/>
                      <a:gd name="connsiteX8" fmla="*/ 1705463 w 1705463"/>
                      <a:gd name="connsiteY8" fmla="*/ 1981909 h 1981909"/>
                      <a:gd name="connsiteX9" fmla="*/ 1102866 w 1705463"/>
                      <a:gd name="connsiteY9" fmla="*/ 1981909 h 1981909"/>
                      <a:gd name="connsiteX10" fmla="*/ 500269 w 1705463"/>
                      <a:gd name="connsiteY10" fmla="*/ 1981909 h 1981909"/>
                      <a:gd name="connsiteX11" fmla="*/ 0 w 1705463"/>
                      <a:gd name="connsiteY11" fmla="*/ 1981909 h 198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05463" h="1981909" extrusionOk="0">
                        <a:moveTo>
                          <a:pt x="0" y="1981909"/>
                        </a:moveTo>
                        <a:cubicBezTo>
                          <a:pt x="41329" y="1777536"/>
                          <a:pt x="158488" y="1621317"/>
                          <a:pt x="221710" y="1466613"/>
                        </a:cubicBezTo>
                        <a:cubicBezTo>
                          <a:pt x="284932" y="1311909"/>
                          <a:pt x="385027" y="1205342"/>
                          <a:pt x="434893" y="971135"/>
                        </a:cubicBezTo>
                        <a:cubicBezTo>
                          <a:pt x="484759" y="736928"/>
                          <a:pt x="621114" y="646414"/>
                          <a:pt x="622494" y="535115"/>
                        </a:cubicBezTo>
                        <a:cubicBezTo>
                          <a:pt x="623874" y="423816"/>
                          <a:pt x="807769" y="260300"/>
                          <a:pt x="852732" y="0"/>
                        </a:cubicBezTo>
                        <a:cubicBezTo>
                          <a:pt x="943094" y="126622"/>
                          <a:pt x="928805" y="320421"/>
                          <a:pt x="1048860" y="455839"/>
                        </a:cubicBezTo>
                        <a:cubicBezTo>
                          <a:pt x="1168915" y="591257"/>
                          <a:pt x="1160792" y="742676"/>
                          <a:pt x="1244988" y="911678"/>
                        </a:cubicBezTo>
                        <a:cubicBezTo>
                          <a:pt x="1329184" y="1080680"/>
                          <a:pt x="1342885" y="1182765"/>
                          <a:pt x="1466698" y="1426974"/>
                        </a:cubicBezTo>
                        <a:cubicBezTo>
                          <a:pt x="1590511" y="1671183"/>
                          <a:pt x="1606643" y="1767219"/>
                          <a:pt x="1705463" y="1981909"/>
                        </a:cubicBezTo>
                        <a:cubicBezTo>
                          <a:pt x="1417465" y="2005564"/>
                          <a:pt x="1314753" y="1955835"/>
                          <a:pt x="1102866" y="1981909"/>
                        </a:cubicBezTo>
                        <a:cubicBezTo>
                          <a:pt x="890979" y="2007983"/>
                          <a:pt x="757364" y="1914504"/>
                          <a:pt x="500269" y="1981909"/>
                        </a:cubicBezTo>
                        <a:cubicBezTo>
                          <a:pt x="243174" y="2049314"/>
                          <a:pt x="108307" y="1937580"/>
                          <a:pt x="0" y="1981909"/>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18">
              <a:solidFill>
                <a:schemeClr val="tx1"/>
              </a:solidFill>
            </a:endParaRPr>
          </a:p>
        </p:txBody>
      </p:sp>
      <p:cxnSp>
        <p:nvCxnSpPr>
          <p:cNvPr id="3" name="Straight Arrow Connector 2">
            <a:extLst>
              <a:ext uri="{FF2B5EF4-FFF2-40B4-BE49-F238E27FC236}">
                <a16:creationId xmlns="" xmlns:a16="http://schemas.microsoft.com/office/drawing/2014/main" id="{A0CDA70F-FA0E-46BC-89DC-047AE6EEE55E}"/>
              </a:ext>
            </a:extLst>
          </p:cNvPr>
          <p:cNvCxnSpPr>
            <a:cxnSpLocks/>
          </p:cNvCxnSpPr>
          <p:nvPr/>
        </p:nvCxnSpPr>
        <p:spPr>
          <a:xfrm>
            <a:off x="848926" y="3036498"/>
            <a:ext cx="1026258" cy="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 xmlns:a16="http://schemas.microsoft.com/office/drawing/2014/main" id="{D1A911F4-7FA1-4869-BF05-6FF7F1A3E9CB}"/>
              </a:ext>
            </a:extLst>
          </p:cNvPr>
          <p:cNvSpPr/>
          <p:nvPr/>
        </p:nvSpPr>
        <p:spPr>
          <a:xfrm>
            <a:off x="7250604" y="2558610"/>
            <a:ext cx="2933700" cy="1820961"/>
          </a:xfrm>
          <a:prstGeom prst="rect">
            <a:avLst/>
          </a:prstGeom>
          <a:noFill/>
          <a:ln w="57150">
            <a:solidFill>
              <a:schemeClr val="tx1"/>
            </a:solidFill>
            <a:extLst>
              <a:ext uri="{C807C97D-BFC1-408E-A445-0C87EB9F89A2}">
                <ask:lineSketchStyleProps xmlns="" xmlns:ask="http://schemas.microsoft.com/office/drawing/2018/sketchyshapes" sd="3476379598">
                  <a:custGeom>
                    <a:avLst/>
                    <a:gdLst>
                      <a:gd name="connsiteX0" fmla="*/ 0 w 2933700"/>
                      <a:gd name="connsiteY0" fmla="*/ 0 h 1820961"/>
                      <a:gd name="connsiteX1" fmla="*/ 616077 w 2933700"/>
                      <a:gd name="connsiteY1" fmla="*/ 0 h 1820961"/>
                      <a:gd name="connsiteX2" fmla="*/ 1144143 w 2933700"/>
                      <a:gd name="connsiteY2" fmla="*/ 0 h 1820961"/>
                      <a:gd name="connsiteX3" fmla="*/ 1760220 w 2933700"/>
                      <a:gd name="connsiteY3" fmla="*/ 0 h 1820961"/>
                      <a:gd name="connsiteX4" fmla="*/ 2258949 w 2933700"/>
                      <a:gd name="connsiteY4" fmla="*/ 0 h 1820961"/>
                      <a:gd name="connsiteX5" fmla="*/ 2933700 w 2933700"/>
                      <a:gd name="connsiteY5" fmla="*/ 0 h 1820961"/>
                      <a:gd name="connsiteX6" fmla="*/ 2933700 w 2933700"/>
                      <a:gd name="connsiteY6" fmla="*/ 473450 h 1820961"/>
                      <a:gd name="connsiteX7" fmla="*/ 2933700 w 2933700"/>
                      <a:gd name="connsiteY7" fmla="*/ 965109 h 1820961"/>
                      <a:gd name="connsiteX8" fmla="*/ 2933700 w 2933700"/>
                      <a:gd name="connsiteY8" fmla="*/ 1383930 h 1820961"/>
                      <a:gd name="connsiteX9" fmla="*/ 2933700 w 2933700"/>
                      <a:gd name="connsiteY9" fmla="*/ 1820961 h 1820961"/>
                      <a:gd name="connsiteX10" fmla="*/ 2346960 w 2933700"/>
                      <a:gd name="connsiteY10" fmla="*/ 1820961 h 1820961"/>
                      <a:gd name="connsiteX11" fmla="*/ 1789557 w 2933700"/>
                      <a:gd name="connsiteY11" fmla="*/ 1820961 h 1820961"/>
                      <a:gd name="connsiteX12" fmla="*/ 1202817 w 2933700"/>
                      <a:gd name="connsiteY12" fmla="*/ 1820961 h 1820961"/>
                      <a:gd name="connsiteX13" fmla="*/ 704088 w 2933700"/>
                      <a:gd name="connsiteY13" fmla="*/ 1820961 h 1820961"/>
                      <a:gd name="connsiteX14" fmla="*/ 0 w 2933700"/>
                      <a:gd name="connsiteY14" fmla="*/ 1820961 h 1820961"/>
                      <a:gd name="connsiteX15" fmla="*/ 0 w 2933700"/>
                      <a:gd name="connsiteY15" fmla="*/ 1383930 h 1820961"/>
                      <a:gd name="connsiteX16" fmla="*/ 0 w 2933700"/>
                      <a:gd name="connsiteY16" fmla="*/ 928690 h 1820961"/>
                      <a:gd name="connsiteX17" fmla="*/ 0 w 2933700"/>
                      <a:gd name="connsiteY17" fmla="*/ 455240 h 1820961"/>
                      <a:gd name="connsiteX18" fmla="*/ 0 w 2933700"/>
                      <a:gd name="connsiteY18" fmla="*/ 0 h 182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33700" h="1820961" extrusionOk="0">
                        <a:moveTo>
                          <a:pt x="0" y="0"/>
                        </a:moveTo>
                        <a:cubicBezTo>
                          <a:pt x="262762" y="-62185"/>
                          <a:pt x="332678" y="73847"/>
                          <a:pt x="616077" y="0"/>
                        </a:cubicBezTo>
                        <a:cubicBezTo>
                          <a:pt x="899476" y="-73847"/>
                          <a:pt x="987780" y="16304"/>
                          <a:pt x="1144143" y="0"/>
                        </a:cubicBezTo>
                        <a:cubicBezTo>
                          <a:pt x="1300506" y="-16304"/>
                          <a:pt x="1523728" y="18452"/>
                          <a:pt x="1760220" y="0"/>
                        </a:cubicBezTo>
                        <a:cubicBezTo>
                          <a:pt x="1996712" y="-18452"/>
                          <a:pt x="2033331" y="9452"/>
                          <a:pt x="2258949" y="0"/>
                        </a:cubicBezTo>
                        <a:cubicBezTo>
                          <a:pt x="2484567" y="-9452"/>
                          <a:pt x="2627723" y="33052"/>
                          <a:pt x="2933700" y="0"/>
                        </a:cubicBezTo>
                        <a:cubicBezTo>
                          <a:pt x="2945530" y="187358"/>
                          <a:pt x="2877202" y="316622"/>
                          <a:pt x="2933700" y="473450"/>
                        </a:cubicBezTo>
                        <a:cubicBezTo>
                          <a:pt x="2990198" y="630278"/>
                          <a:pt x="2891345" y="721439"/>
                          <a:pt x="2933700" y="965109"/>
                        </a:cubicBezTo>
                        <a:cubicBezTo>
                          <a:pt x="2976055" y="1208779"/>
                          <a:pt x="2891027" y="1238383"/>
                          <a:pt x="2933700" y="1383930"/>
                        </a:cubicBezTo>
                        <a:cubicBezTo>
                          <a:pt x="2976373" y="1529477"/>
                          <a:pt x="2904225" y="1631988"/>
                          <a:pt x="2933700" y="1820961"/>
                        </a:cubicBezTo>
                        <a:cubicBezTo>
                          <a:pt x="2799057" y="1870715"/>
                          <a:pt x="2566184" y="1760583"/>
                          <a:pt x="2346960" y="1820961"/>
                        </a:cubicBezTo>
                        <a:cubicBezTo>
                          <a:pt x="2127736" y="1881339"/>
                          <a:pt x="2012662" y="1819873"/>
                          <a:pt x="1789557" y="1820961"/>
                        </a:cubicBezTo>
                        <a:cubicBezTo>
                          <a:pt x="1566452" y="1822049"/>
                          <a:pt x="1482670" y="1755751"/>
                          <a:pt x="1202817" y="1820961"/>
                        </a:cubicBezTo>
                        <a:cubicBezTo>
                          <a:pt x="922964" y="1886171"/>
                          <a:pt x="821541" y="1819496"/>
                          <a:pt x="704088" y="1820961"/>
                        </a:cubicBezTo>
                        <a:cubicBezTo>
                          <a:pt x="586635" y="1822426"/>
                          <a:pt x="297806" y="1811038"/>
                          <a:pt x="0" y="1820961"/>
                        </a:cubicBezTo>
                        <a:cubicBezTo>
                          <a:pt x="-25292" y="1700856"/>
                          <a:pt x="47198" y="1573072"/>
                          <a:pt x="0" y="1383930"/>
                        </a:cubicBezTo>
                        <a:cubicBezTo>
                          <a:pt x="-47198" y="1194788"/>
                          <a:pt x="52408" y="1061425"/>
                          <a:pt x="0" y="928690"/>
                        </a:cubicBezTo>
                        <a:cubicBezTo>
                          <a:pt x="-52408" y="795955"/>
                          <a:pt x="18886" y="569078"/>
                          <a:pt x="0" y="455240"/>
                        </a:cubicBezTo>
                        <a:cubicBezTo>
                          <a:pt x="-18886" y="341402"/>
                          <a:pt x="21088" y="203727"/>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1">
              <a:solidFill>
                <a:schemeClr val="tx1"/>
              </a:solidFill>
            </a:endParaRPr>
          </a:p>
        </p:txBody>
      </p:sp>
      <p:cxnSp>
        <p:nvCxnSpPr>
          <p:cNvPr id="7" name="Straight Arrow Connector 6">
            <a:extLst>
              <a:ext uri="{FF2B5EF4-FFF2-40B4-BE49-F238E27FC236}">
                <a16:creationId xmlns="" xmlns:a16="http://schemas.microsoft.com/office/drawing/2014/main" id="{4EADA1B4-60C5-4233-936B-7DE9112390FD}"/>
              </a:ext>
            </a:extLst>
          </p:cNvPr>
          <p:cNvCxnSpPr>
            <a:cxnSpLocks/>
            <a:stCxn id="38" idx="0"/>
          </p:cNvCxnSpPr>
          <p:nvPr/>
        </p:nvCxnSpPr>
        <p:spPr>
          <a:xfrm flipV="1">
            <a:off x="4954700" y="3042723"/>
            <a:ext cx="2295905" cy="21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 xmlns:a16="http://schemas.microsoft.com/office/drawing/2014/main" id="{58FD1550-4D99-4AA5-9A19-6657DB99793C}"/>
              </a:ext>
            </a:extLst>
          </p:cNvPr>
          <p:cNvCxnSpPr>
            <a:cxnSpLocks/>
          </p:cNvCxnSpPr>
          <p:nvPr/>
        </p:nvCxnSpPr>
        <p:spPr>
          <a:xfrm flipV="1">
            <a:off x="850552" y="3874483"/>
            <a:ext cx="1036224" cy="1048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 xmlns:a16="http://schemas.microsoft.com/office/drawing/2014/main" id="{7713D91B-DEE2-46E6-AC9B-985222015E9F}"/>
              </a:ext>
            </a:extLst>
          </p:cNvPr>
          <p:cNvCxnSpPr>
            <a:cxnSpLocks/>
            <a:stCxn id="39" idx="0"/>
          </p:cNvCxnSpPr>
          <p:nvPr/>
        </p:nvCxnSpPr>
        <p:spPr>
          <a:xfrm>
            <a:off x="4954699" y="3866459"/>
            <a:ext cx="2295906" cy="802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 xmlns:a16="http://schemas.microsoft.com/office/drawing/2014/main" id="{8484D6E2-1BD0-4611-8F52-2E1A3F220D7E}"/>
              </a:ext>
            </a:extLst>
          </p:cNvPr>
          <p:cNvSpPr txBox="1"/>
          <p:nvPr/>
        </p:nvSpPr>
        <p:spPr>
          <a:xfrm>
            <a:off x="0" y="2784147"/>
            <a:ext cx="800775" cy="461665"/>
          </a:xfrm>
          <a:prstGeom prst="rect">
            <a:avLst/>
          </a:prstGeom>
          <a:noFill/>
        </p:spPr>
        <p:txBody>
          <a:bodyPr wrap="square" rtlCol="0">
            <a:spAutoFit/>
          </a:bodyPr>
          <a:lstStyle/>
          <a:p>
            <a:pPr algn="ctr"/>
            <a:r>
              <a:rPr lang="en-US" sz="2400" b="1" dirty="0" err="1">
                <a:solidFill>
                  <a:srgbClr val="FF0000"/>
                </a:solidFill>
              </a:rPr>
              <a:t>inp</a:t>
            </a:r>
            <a:endParaRPr lang="en-US" sz="2400" b="1" dirty="0">
              <a:solidFill>
                <a:srgbClr val="FF0000"/>
              </a:solidFill>
            </a:endParaRPr>
          </a:p>
        </p:txBody>
      </p:sp>
      <p:sp>
        <p:nvSpPr>
          <p:cNvPr id="12" name="TextBox 11">
            <a:extLst>
              <a:ext uri="{FF2B5EF4-FFF2-40B4-BE49-F238E27FC236}">
                <a16:creationId xmlns="" xmlns:a16="http://schemas.microsoft.com/office/drawing/2014/main" id="{82C35CFF-AC91-42DD-83C3-70FE1093AADF}"/>
              </a:ext>
            </a:extLst>
          </p:cNvPr>
          <p:cNvSpPr txBox="1"/>
          <p:nvPr/>
        </p:nvSpPr>
        <p:spPr>
          <a:xfrm>
            <a:off x="0" y="3624538"/>
            <a:ext cx="800775" cy="461665"/>
          </a:xfrm>
          <a:prstGeom prst="rect">
            <a:avLst/>
          </a:prstGeom>
          <a:noFill/>
        </p:spPr>
        <p:txBody>
          <a:bodyPr wrap="square" rtlCol="0">
            <a:spAutoFit/>
          </a:bodyPr>
          <a:lstStyle/>
          <a:p>
            <a:pPr algn="ctr"/>
            <a:r>
              <a:rPr lang="en-US" sz="2400" b="1" dirty="0">
                <a:solidFill>
                  <a:srgbClr val="FF0000"/>
                </a:solidFill>
              </a:rPr>
              <a:t>inn</a:t>
            </a:r>
          </a:p>
        </p:txBody>
      </p:sp>
      <p:cxnSp>
        <p:nvCxnSpPr>
          <p:cNvPr id="13" name="Straight Arrow Connector 12">
            <a:extLst>
              <a:ext uri="{FF2B5EF4-FFF2-40B4-BE49-F238E27FC236}">
                <a16:creationId xmlns="" xmlns:a16="http://schemas.microsoft.com/office/drawing/2014/main" id="{20617D5B-80D4-440A-954C-C1BFDBAD75FE}"/>
              </a:ext>
            </a:extLst>
          </p:cNvPr>
          <p:cNvCxnSpPr>
            <a:cxnSpLocks/>
          </p:cNvCxnSpPr>
          <p:nvPr/>
        </p:nvCxnSpPr>
        <p:spPr>
          <a:xfrm flipV="1">
            <a:off x="10151556" y="3036501"/>
            <a:ext cx="1189318"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 xmlns:a16="http://schemas.microsoft.com/office/drawing/2014/main" id="{29F64398-8C20-4B21-801B-EB9E395E108B}"/>
              </a:ext>
            </a:extLst>
          </p:cNvPr>
          <p:cNvCxnSpPr>
            <a:cxnSpLocks/>
          </p:cNvCxnSpPr>
          <p:nvPr/>
        </p:nvCxnSpPr>
        <p:spPr>
          <a:xfrm>
            <a:off x="10163152" y="3874485"/>
            <a:ext cx="1177725"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 xmlns:a16="http://schemas.microsoft.com/office/drawing/2014/main" id="{88BB3E99-1E53-46FE-8B14-A2E9D13B82E3}"/>
              </a:ext>
            </a:extLst>
          </p:cNvPr>
          <p:cNvSpPr txBox="1"/>
          <p:nvPr/>
        </p:nvSpPr>
        <p:spPr>
          <a:xfrm>
            <a:off x="11051619" y="2508315"/>
            <a:ext cx="982267" cy="461665"/>
          </a:xfrm>
          <a:prstGeom prst="rect">
            <a:avLst/>
          </a:prstGeom>
          <a:noFill/>
        </p:spPr>
        <p:txBody>
          <a:bodyPr wrap="square" rtlCol="0">
            <a:spAutoFit/>
          </a:bodyPr>
          <a:lstStyle/>
          <a:p>
            <a:pPr algn="ctr"/>
            <a:r>
              <a:rPr lang="en-US" sz="2400" b="1" dirty="0" err="1">
                <a:solidFill>
                  <a:srgbClr val="FF0000"/>
                </a:solidFill>
              </a:rPr>
              <a:t>outp</a:t>
            </a:r>
            <a:endParaRPr lang="en-US" sz="2400" b="1" dirty="0">
              <a:solidFill>
                <a:srgbClr val="FF0000"/>
              </a:solidFill>
            </a:endParaRPr>
          </a:p>
        </p:txBody>
      </p:sp>
      <p:sp>
        <p:nvSpPr>
          <p:cNvPr id="16" name="TextBox 15">
            <a:extLst>
              <a:ext uri="{FF2B5EF4-FFF2-40B4-BE49-F238E27FC236}">
                <a16:creationId xmlns="" xmlns:a16="http://schemas.microsoft.com/office/drawing/2014/main" id="{5CCA6F7C-8DDE-466F-8677-037675518AD3}"/>
              </a:ext>
            </a:extLst>
          </p:cNvPr>
          <p:cNvSpPr txBox="1"/>
          <p:nvPr/>
        </p:nvSpPr>
        <p:spPr>
          <a:xfrm>
            <a:off x="11185605" y="3393706"/>
            <a:ext cx="887674" cy="461665"/>
          </a:xfrm>
          <a:prstGeom prst="rect">
            <a:avLst/>
          </a:prstGeom>
          <a:noFill/>
        </p:spPr>
        <p:txBody>
          <a:bodyPr wrap="square" rtlCol="0">
            <a:spAutoFit/>
          </a:bodyPr>
          <a:lstStyle/>
          <a:p>
            <a:pPr algn="ctr"/>
            <a:r>
              <a:rPr lang="en-US" sz="2400" b="1" dirty="0" err="1">
                <a:solidFill>
                  <a:srgbClr val="FF0000"/>
                </a:solidFill>
              </a:rPr>
              <a:t>outn</a:t>
            </a:r>
            <a:endParaRPr lang="en-US" sz="2400" b="1" dirty="0">
              <a:solidFill>
                <a:srgbClr val="FF0000"/>
              </a:solidFill>
            </a:endParaRPr>
          </a:p>
        </p:txBody>
      </p:sp>
      <p:sp>
        <p:nvSpPr>
          <p:cNvPr id="21" name="TextBox 20">
            <a:extLst>
              <a:ext uri="{FF2B5EF4-FFF2-40B4-BE49-F238E27FC236}">
                <a16:creationId xmlns="" xmlns:a16="http://schemas.microsoft.com/office/drawing/2014/main" id="{A5198F08-4A84-45C6-9F29-EF45A0B3CB2E}"/>
              </a:ext>
            </a:extLst>
          </p:cNvPr>
          <p:cNvSpPr txBox="1"/>
          <p:nvPr/>
        </p:nvSpPr>
        <p:spPr>
          <a:xfrm>
            <a:off x="1787227" y="2762998"/>
            <a:ext cx="591886" cy="461665"/>
          </a:xfrm>
          <a:prstGeom prst="rect">
            <a:avLst/>
          </a:prstGeom>
          <a:noFill/>
        </p:spPr>
        <p:txBody>
          <a:bodyPr wrap="square" rtlCol="0">
            <a:spAutoFit/>
          </a:bodyPr>
          <a:lstStyle/>
          <a:p>
            <a:pPr algn="ctr"/>
            <a:r>
              <a:rPr lang="en-US" sz="2400" b="1" dirty="0"/>
              <a:t>+</a:t>
            </a:r>
          </a:p>
        </p:txBody>
      </p:sp>
      <p:sp>
        <p:nvSpPr>
          <p:cNvPr id="22" name="TextBox 21">
            <a:extLst>
              <a:ext uri="{FF2B5EF4-FFF2-40B4-BE49-F238E27FC236}">
                <a16:creationId xmlns="" xmlns:a16="http://schemas.microsoft.com/office/drawing/2014/main" id="{2FADB072-1127-4A16-B6FC-BC1AADC55D16}"/>
              </a:ext>
            </a:extLst>
          </p:cNvPr>
          <p:cNvSpPr txBox="1"/>
          <p:nvPr/>
        </p:nvSpPr>
        <p:spPr>
          <a:xfrm>
            <a:off x="1787227" y="3643651"/>
            <a:ext cx="591886" cy="461665"/>
          </a:xfrm>
          <a:prstGeom prst="rect">
            <a:avLst/>
          </a:prstGeom>
          <a:noFill/>
        </p:spPr>
        <p:txBody>
          <a:bodyPr wrap="square" rtlCol="0">
            <a:spAutoFit/>
          </a:bodyPr>
          <a:lstStyle/>
          <a:p>
            <a:pPr algn="ctr"/>
            <a:r>
              <a:rPr lang="en-US" sz="2400" b="1" dirty="0"/>
              <a:t>–</a:t>
            </a:r>
          </a:p>
        </p:txBody>
      </p:sp>
      <p:sp>
        <p:nvSpPr>
          <p:cNvPr id="23" name="TextBox 22">
            <a:extLst>
              <a:ext uri="{FF2B5EF4-FFF2-40B4-BE49-F238E27FC236}">
                <a16:creationId xmlns="" xmlns:a16="http://schemas.microsoft.com/office/drawing/2014/main" id="{981A1FF1-4C6D-4220-BF56-595C3F342DCB}"/>
              </a:ext>
            </a:extLst>
          </p:cNvPr>
          <p:cNvSpPr txBox="1"/>
          <p:nvPr/>
        </p:nvSpPr>
        <p:spPr>
          <a:xfrm>
            <a:off x="7163964" y="2805669"/>
            <a:ext cx="591886" cy="461665"/>
          </a:xfrm>
          <a:prstGeom prst="rect">
            <a:avLst/>
          </a:prstGeom>
          <a:noFill/>
        </p:spPr>
        <p:txBody>
          <a:bodyPr wrap="square" rtlCol="0">
            <a:spAutoFit/>
          </a:bodyPr>
          <a:lstStyle/>
          <a:p>
            <a:pPr algn="ctr"/>
            <a:r>
              <a:rPr lang="en-US" sz="2400" b="1" dirty="0"/>
              <a:t>+</a:t>
            </a:r>
          </a:p>
        </p:txBody>
      </p:sp>
      <p:sp>
        <p:nvSpPr>
          <p:cNvPr id="24" name="TextBox 23">
            <a:extLst>
              <a:ext uri="{FF2B5EF4-FFF2-40B4-BE49-F238E27FC236}">
                <a16:creationId xmlns="" xmlns:a16="http://schemas.microsoft.com/office/drawing/2014/main" id="{CDF3689B-BB6D-483A-A239-FEF937F103ED}"/>
              </a:ext>
            </a:extLst>
          </p:cNvPr>
          <p:cNvSpPr txBox="1"/>
          <p:nvPr/>
        </p:nvSpPr>
        <p:spPr>
          <a:xfrm>
            <a:off x="7163964" y="3686321"/>
            <a:ext cx="591886" cy="461665"/>
          </a:xfrm>
          <a:prstGeom prst="rect">
            <a:avLst/>
          </a:prstGeom>
          <a:noFill/>
        </p:spPr>
        <p:txBody>
          <a:bodyPr wrap="square" rtlCol="0">
            <a:spAutoFit/>
          </a:bodyPr>
          <a:lstStyle/>
          <a:p>
            <a:pPr algn="ctr"/>
            <a:r>
              <a:rPr lang="en-US" sz="2400" b="1" dirty="0"/>
              <a:t>–</a:t>
            </a:r>
          </a:p>
        </p:txBody>
      </p:sp>
      <p:sp>
        <p:nvSpPr>
          <p:cNvPr id="25" name="TextBox 24">
            <a:extLst>
              <a:ext uri="{FF2B5EF4-FFF2-40B4-BE49-F238E27FC236}">
                <a16:creationId xmlns="" xmlns:a16="http://schemas.microsoft.com/office/drawing/2014/main" id="{719F7BE1-7281-4444-8336-0A2F88A3FE19}"/>
              </a:ext>
            </a:extLst>
          </p:cNvPr>
          <p:cNvSpPr txBox="1"/>
          <p:nvPr/>
        </p:nvSpPr>
        <p:spPr>
          <a:xfrm>
            <a:off x="9679056" y="2805669"/>
            <a:ext cx="591886" cy="461665"/>
          </a:xfrm>
          <a:prstGeom prst="rect">
            <a:avLst/>
          </a:prstGeom>
          <a:noFill/>
        </p:spPr>
        <p:txBody>
          <a:bodyPr wrap="square" rtlCol="0">
            <a:spAutoFit/>
          </a:bodyPr>
          <a:lstStyle/>
          <a:p>
            <a:pPr algn="ctr"/>
            <a:r>
              <a:rPr lang="en-US" sz="2400" b="1" dirty="0"/>
              <a:t>+</a:t>
            </a:r>
          </a:p>
        </p:txBody>
      </p:sp>
      <p:sp>
        <p:nvSpPr>
          <p:cNvPr id="26" name="TextBox 25">
            <a:extLst>
              <a:ext uri="{FF2B5EF4-FFF2-40B4-BE49-F238E27FC236}">
                <a16:creationId xmlns="" xmlns:a16="http://schemas.microsoft.com/office/drawing/2014/main" id="{91D946A7-7907-40E3-8103-F6BFED0187A0}"/>
              </a:ext>
            </a:extLst>
          </p:cNvPr>
          <p:cNvSpPr txBox="1"/>
          <p:nvPr/>
        </p:nvSpPr>
        <p:spPr>
          <a:xfrm>
            <a:off x="9679056" y="3686321"/>
            <a:ext cx="591886" cy="461665"/>
          </a:xfrm>
          <a:prstGeom prst="rect">
            <a:avLst/>
          </a:prstGeom>
          <a:noFill/>
        </p:spPr>
        <p:txBody>
          <a:bodyPr wrap="square" rtlCol="0">
            <a:spAutoFit/>
          </a:bodyPr>
          <a:lstStyle/>
          <a:p>
            <a:pPr algn="ctr"/>
            <a:r>
              <a:rPr lang="en-US" sz="2400" b="1" dirty="0"/>
              <a:t>–</a:t>
            </a:r>
          </a:p>
        </p:txBody>
      </p:sp>
      <p:sp>
        <p:nvSpPr>
          <p:cNvPr id="27" name="TextBox 26">
            <a:extLst>
              <a:ext uri="{FF2B5EF4-FFF2-40B4-BE49-F238E27FC236}">
                <a16:creationId xmlns="" xmlns:a16="http://schemas.microsoft.com/office/drawing/2014/main" id="{781F0A93-B45B-4B58-917B-BA4BDA824DCF}"/>
              </a:ext>
            </a:extLst>
          </p:cNvPr>
          <p:cNvSpPr txBox="1"/>
          <p:nvPr/>
        </p:nvSpPr>
        <p:spPr>
          <a:xfrm>
            <a:off x="2659280" y="2969981"/>
            <a:ext cx="591886" cy="461665"/>
          </a:xfrm>
          <a:prstGeom prst="rect">
            <a:avLst/>
          </a:prstGeom>
          <a:noFill/>
        </p:spPr>
        <p:txBody>
          <a:bodyPr wrap="square" rtlCol="0">
            <a:spAutoFit/>
          </a:bodyPr>
          <a:lstStyle/>
          <a:p>
            <a:pPr algn="ctr"/>
            <a:r>
              <a:rPr lang="en-US" sz="2400" b="1" dirty="0"/>
              <a:t>+</a:t>
            </a:r>
          </a:p>
        </p:txBody>
      </p:sp>
      <p:sp>
        <p:nvSpPr>
          <p:cNvPr id="28" name="TextBox 27">
            <a:extLst>
              <a:ext uri="{FF2B5EF4-FFF2-40B4-BE49-F238E27FC236}">
                <a16:creationId xmlns="" xmlns:a16="http://schemas.microsoft.com/office/drawing/2014/main" id="{AEE82D49-AE4C-4E33-A58E-E3A863DD7ED1}"/>
              </a:ext>
            </a:extLst>
          </p:cNvPr>
          <p:cNvSpPr txBox="1"/>
          <p:nvPr/>
        </p:nvSpPr>
        <p:spPr>
          <a:xfrm>
            <a:off x="2659280" y="3504391"/>
            <a:ext cx="591886" cy="461665"/>
          </a:xfrm>
          <a:prstGeom prst="rect">
            <a:avLst/>
          </a:prstGeom>
          <a:noFill/>
        </p:spPr>
        <p:txBody>
          <a:bodyPr wrap="square" rtlCol="0">
            <a:spAutoFit/>
          </a:bodyPr>
          <a:lstStyle/>
          <a:p>
            <a:pPr algn="ctr"/>
            <a:r>
              <a:rPr lang="en-US" sz="2400" b="1" dirty="0"/>
              <a:t>–</a:t>
            </a:r>
          </a:p>
        </p:txBody>
      </p:sp>
      <p:sp>
        <p:nvSpPr>
          <p:cNvPr id="29" name="TextBox 28">
            <a:extLst>
              <a:ext uri="{FF2B5EF4-FFF2-40B4-BE49-F238E27FC236}">
                <a16:creationId xmlns="" xmlns:a16="http://schemas.microsoft.com/office/drawing/2014/main" id="{51B6758D-A9BC-4184-AB63-E8A77CFF3296}"/>
              </a:ext>
            </a:extLst>
          </p:cNvPr>
          <p:cNvSpPr txBox="1"/>
          <p:nvPr/>
        </p:nvSpPr>
        <p:spPr>
          <a:xfrm>
            <a:off x="142183" y="4653125"/>
            <a:ext cx="3466002" cy="461665"/>
          </a:xfrm>
          <a:prstGeom prst="rect">
            <a:avLst/>
          </a:prstGeom>
          <a:noFill/>
        </p:spPr>
        <p:txBody>
          <a:bodyPr wrap="square" rtlCol="0">
            <a:spAutoFit/>
          </a:bodyPr>
          <a:lstStyle/>
          <a:p>
            <a:pPr algn="ctr"/>
            <a:r>
              <a:rPr lang="en-US" sz="2400" b="1" dirty="0" smtClean="0">
                <a:solidFill>
                  <a:srgbClr val="0070C0"/>
                </a:solidFill>
              </a:rPr>
              <a:t>Strong Arm </a:t>
            </a:r>
            <a:r>
              <a:rPr lang="en-US" sz="2400" b="1" dirty="0">
                <a:solidFill>
                  <a:srgbClr val="0070C0"/>
                </a:solidFill>
              </a:rPr>
              <a:t>Latch</a:t>
            </a:r>
          </a:p>
        </p:txBody>
      </p:sp>
      <p:sp>
        <p:nvSpPr>
          <p:cNvPr id="30" name="TextBox 29">
            <a:extLst>
              <a:ext uri="{FF2B5EF4-FFF2-40B4-BE49-F238E27FC236}">
                <a16:creationId xmlns="" xmlns:a16="http://schemas.microsoft.com/office/drawing/2014/main" id="{25EB9842-CCFB-4916-95D2-23E94F2A7982}"/>
              </a:ext>
            </a:extLst>
          </p:cNvPr>
          <p:cNvSpPr txBox="1"/>
          <p:nvPr/>
        </p:nvSpPr>
        <p:spPr>
          <a:xfrm>
            <a:off x="6730641" y="4653125"/>
            <a:ext cx="2591109" cy="461665"/>
          </a:xfrm>
          <a:prstGeom prst="rect">
            <a:avLst/>
          </a:prstGeom>
          <a:noFill/>
        </p:spPr>
        <p:txBody>
          <a:bodyPr wrap="square" rtlCol="0">
            <a:spAutoFit/>
          </a:bodyPr>
          <a:lstStyle/>
          <a:p>
            <a:pPr algn="ctr"/>
            <a:r>
              <a:rPr lang="en-US" sz="2400" b="1" dirty="0">
                <a:solidFill>
                  <a:srgbClr val="0070C0"/>
                </a:solidFill>
              </a:rPr>
              <a:t>RS Latch</a:t>
            </a:r>
          </a:p>
        </p:txBody>
      </p:sp>
      <p:grpSp>
        <p:nvGrpSpPr>
          <p:cNvPr id="41" name="组合 4"/>
          <p:cNvGrpSpPr/>
          <p:nvPr/>
        </p:nvGrpSpPr>
        <p:grpSpPr>
          <a:xfrm>
            <a:off x="0" y="707226"/>
            <a:ext cx="3395006" cy="431295"/>
            <a:chOff x="-22274" y="526055"/>
            <a:chExt cx="3395006" cy="431295"/>
          </a:xfrm>
        </p:grpSpPr>
        <p:grpSp>
          <p:nvGrpSpPr>
            <p:cNvPr id="42" name="组合 5"/>
            <p:cNvGrpSpPr/>
            <p:nvPr/>
          </p:nvGrpSpPr>
          <p:grpSpPr>
            <a:xfrm>
              <a:off x="-22274" y="526055"/>
              <a:ext cx="2726545" cy="431295"/>
              <a:chOff x="-22274" y="526055"/>
              <a:chExt cx="2726545" cy="431295"/>
            </a:xfrm>
          </p:grpSpPr>
          <p:sp>
            <p:nvSpPr>
              <p:cNvPr id="47"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48" name="组合 12"/>
              <p:cNvGrpSpPr/>
              <p:nvPr/>
            </p:nvGrpSpPr>
            <p:grpSpPr>
              <a:xfrm>
                <a:off x="206190" y="526055"/>
                <a:ext cx="276624" cy="276624"/>
                <a:chOff x="5216663" y="2206897"/>
                <a:chExt cx="276624" cy="276624"/>
              </a:xfrm>
            </p:grpSpPr>
            <p:sp>
              <p:nvSpPr>
                <p:cNvPr id="50"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51"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49"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43" name="组合 7"/>
            <p:cNvGrpSpPr/>
            <p:nvPr/>
          </p:nvGrpSpPr>
          <p:grpSpPr>
            <a:xfrm>
              <a:off x="2909925" y="529575"/>
              <a:ext cx="462807" cy="427775"/>
              <a:chOff x="2909925" y="529575"/>
              <a:chExt cx="462807" cy="427775"/>
            </a:xfrm>
          </p:grpSpPr>
          <p:sp>
            <p:nvSpPr>
              <p:cNvPr id="44"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45"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46"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52" name="文本框 6"/>
          <p:cNvSpPr txBox="1"/>
          <p:nvPr/>
        </p:nvSpPr>
        <p:spPr>
          <a:xfrm>
            <a:off x="1610850" y="109518"/>
            <a:ext cx="3616245" cy="492443"/>
          </a:xfrm>
          <a:prstGeom prst="rect">
            <a:avLst/>
          </a:prstGeom>
          <a:noFill/>
        </p:spPr>
        <p:txBody>
          <a:bodyPr wrap="square" rtlCol="0">
            <a:spAutoFit/>
          </a:bodyPr>
          <a:lstStyle/>
          <a:p>
            <a:pPr algn="ctr"/>
            <a:r>
              <a:rPr lang="en-US" altLang="zh-CN" sz="2600" b="1" dirty="0">
                <a:latin typeface="+mj-lt"/>
                <a:ea typeface="方正清刻本悦宋简体" panose="02000000000000000000" pitchFamily="2" charset="-122"/>
              </a:rPr>
              <a:t>Dynamic Comparator</a:t>
            </a:r>
            <a:endParaRPr lang="zh-CN" altLang="en-US" sz="2600" b="1" dirty="0">
              <a:latin typeface="+mj-lt"/>
              <a:ea typeface="方正清刻本悦宋简体" panose="02000000000000000000" pitchFamily="2" charset="-122"/>
            </a:endParaRPr>
          </a:p>
        </p:txBody>
      </p:sp>
      <p:sp>
        <p:nvSpPr>
          <p:cNvPr id="38" name="Isosceles Triangle 37">
            <a:extLst>
              <a:ext uri="{FF2B5EF4-FFF2-40B4-BE49-F238E27FC236}">
                <a16:creationId xmlns="" xmlns:a16="http://schemas.microsoft.com/office/drawing/2014/main" id="{6F0F6A9D-B9B2-44D9-B80F-335D2B24AD88}"/>
              </a:ext>
            </a:extLst>
          </p:cNvPr>
          <p:cNvSpPr/>
          <p:nvPr/>
        </p:nvSpPr>
        <p:spPr>
          <a:xfrm rot="5400000">
            <a:off x="4468893" y="2807066"/>
            <a:ext cx="499875" cy="471739"/>
          </a:xfrm>
          <a:prstGeom prst="triangle">
            <a:avLst/>
          </a:prstGeom>
          <a:noFill/>
          <a:ln w="57150">
            <a:solidFill>
              <a:schemeClr val="tx1"/>
            </a:solidFill>
            <a:extLst>
              <a:ext uri="{C807C97D-BFC1-408E-A445-0C87EB9F89A2}">
                <ask:lineSketchStyleProps xmlns="" xmlns:ask="http://schemas.microsoft.com/office/drawing/2018/sketchyshapes" sd="4200202501">
                  <a:custGeom>
                    <a:avLst/>
                    <a:gdLst>
                      <a:gd name="connsiteX0" fmla="*/ 0 w 1705463"/>
                      <a:gd name="connsiteY0" fmla="*/ 1981909 h 1981909"/>
                      <a:gd name="connsiteX1" fmla="*/ 221710 w 1705463"/>
                      <a:gd name="connsiteY1" fmla="*/ 1466613 h 1981909"/>
                      <a:gd name="connsiteX2" fmla="*/ 434893 w 1705463"/>
                      <a:gd name="connsiteY2" fmla="*/ 971135 h 1981909"/>
                      <a:gd name="connsiteX3" fmla="*/ 622494 w 1705463"/>
                      <a:gd name="connsiteY3" fmla="*/ 535115 h 1981909"/>
                      <a:gd name="connsiteX4" fmla="*/ 852732 w 1705463"/>
                      <a:gd name="connsiteY4" fmla="*/ 0 h 1981909"/>
                      <a:gd name="connsiteX5" fmla="*/ 1048860 w 1705463"/>
                      <a:gd name="connsiteY5" fmla="*/ 455839 h 1981909"/>
                      <a:gd name="connsiteX6" fmla="*/ 1244988 w 1705463"/>
                      <a:gd name="connsiteY6" fmla="*/ 911678 h 1981909"/>
                      <a:gd name="connsiteX7" fmla="*/ 1466698 w 1705463"/>
                      <a:gd name="connsiteY7" fmla="*/ 1426974 h 1981909"/>
                      <a:gd name="connsiteX8" fmla="*/ 1705463 w 1705463"/>
                      <a:gd name="connsiteY8" fmla="*/ 1981909 h 1981909"/>
                      <a:gd name="connsiteX9" fmla="*/ 1102866 w 1705463"/>
                      <a:gd name="connsiteY9" fmla="*/ 1981909 h 1981909"/>
                      <a:gd name="connsiteX10" fmla="*/ 500269 w 1705463"/>
                      <a:gd name="connsiteY10" fmla="*/ 1981909 h 1981909"/>
                      <a:gd name="connsiteX11" fmla="*/ 0 w 1705463"/>
                      <a:gd name="connsiteY11" fmla="*/ 1981909 h 198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05463" h="1981909" extrusionOk="0">
                        <a:moveTo>
                          <a:pt x="0" y="1981909"/>
                        </a:moveTo>
                        <a:cubicBezTo>
                          <a:pt x="41329" y="1777536"/>
                          <a:pt x="158488" y="1621317"/>
                          <a:pt x="221710" y="1466613"/>
                        </a:cubicBezTo>
                        <a:cubicBezTo>
                          <a:pt x="284932" y="1311909"/>
                          <a:pt x="385027" y="1205342"/>
                          <a:pt x="434893" y="971135"/>
                        </a:cubicBezTo>
                        <a:cubicBezTo>
                          <a:pt x="484759" y="736928"/>
                          <a:pt x="621114" y="646414"/>
                          <a:pt x="622494" y="535115"/>
                        </a:cubicBezTo>
                        <a:cubicBezTo>
                          <a:pt x="623874" y="423816"/>
                          <a:pt x="807769" y="260300"/>
                          <a:pt x="852732" y="0"/>
                        </a:cubicBezTo>
                        <a:cubicBezTo>
                          <a:pt x="943094" y="126622"/>
                          <a:pt x="928805" y="320421"/>
                          <a:pt x="1048860" y="455839"/>
                        </a:cubicBezTo>
                        <a:cubicBezTo>
                          <a:pt x="1168915" y="591257"/>
                          <a:pt x="1160792" y="742676"/>
                          <a:pt x="1244988" y="911678"/>
                        </a:cubicBezTo>
                        <a:cubicBezTo>
                          <a:pt x="1329184" y="1080680"/>
                          <a:pt x="1342885" y="1182765"/>
                          <a:pt x="1466698" y="1426974"/>
                        </a:cubicBezTo>
                        <a:cubicBezTo>
                          <a:pt x="1590511" y="1671183"/>
                          <a:pt x="1606643" y="1767219"/>
                          <a:pt x="1705463" y="1981909"/>
                        </a:cubicBezTo>
                        <a:cubicBezTo>
                          <a:pt x="1417465" y="2005564"/>
                          <a:pt x="1314753" y="1955835"/>
                          <a:pt x="1102866" y="1981909"/>
                        </a:cubicBezTo>
                        <a:cubicBezTo>
                          <a:pt x="890979" y="2007983"/>
                          <a:pt x="757364" y="1914504"/>
                          <a:pt x="500269" y="1981909"/>
                        </a:cubicBezTo>
                        <a:cubicBezTo>
                          <a:pt x="243174" y="2049314"/>
                          <a:pt x="108307" y="1937580"/>
                          <a:pt x="0" y="1981909"/>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18">
              <a:solidFill>
                <a:schemeClr val="tx1"/>
              </a:solidFill>
            </a:endParaRPr>
          </a:p>
        </p:txBody>
      </p:sp>
      <p:sp>
        <p:nvSpPr>
          <p:cNvPr id="39" name="Isosceles Triangle 38">
            <a:extLst>
              <a:ext uri="{FF2B5EF4-FFF2-40B4-BE49-F238E27FC236}">
                <a16:creationId xmlns="" xmlns:a16="http://schemas.microsoft.com/office/drawing/2014/main" id="{6F0F6A9D-B9B2-44D9-B80F-335D2B24AD88}"/>
              </a:ext>
            </a:extLst>
          </p:cNvPr>
          <p:cNvSpPr/>
          <p:nvPr/>
        </p:nvSpPr>
        <p:spPr>
          <a:xfrm rot="5400000">
            <a:off x="4468892" y="3630589"/>
            <a:ext cx="499875" cy="471739"/>
          </a:xfrm>
          <a:prstGeom prst="triangle">
            <a:avLst/>
          </a:prstGeom>
          <a:noFill/>
          <a:ln w="57150">
            <a:solidFill>
              <a:schemeClr val="tx1"/>
            </a:solidFill>
            <a:extLst>
              <a:ext uri="{C807C97D-BFC1-408E-A445-0C87EB9F89A2}">
                <ask:lineSketchStyleProps xmlns="" xmlns:ask="http://schemas.microsoft.com/office/drawing/2018/sketchyshapes" sd="4200202501">
                  <a:custGeom>
                    <a:avLst/>
                    <a:gdLst>
                      <a:gd name="connsiteX0" fmla="*/ 0 w 1705463"/>
                      <a:gd name="connsiteY0" fmla="*/ 1981909 h 1981909"/>
                      <a:gd name="connsiteX1" fmla="*/ 221710 w 1705463"/>
                      <a:gd name="connsiteY1" fmla="*/ 1466613 h 1981909"/>
                      <a:gd name="connsiteX2" fmla="*/ 434893 w 1705463"/>
                      <a:gd name="connsiteY2" fmla="*/ 971135 h 1981909"/>
                      <a:gd name="connsiteX3" fmla="*/ 622494 w 1705463"/>
                      <a:gd name="connsiteY3" fmla="*/ 535115 h 1981909"/>
                      <a:gd name="connsiteX4" fmla="*/ 852732 w 1705463"/>
                      <a:gd name="connsiteY4" fmla="*/ 0 h 1981909"/>
                      <a:gd name="connsiteX5" fmla="*/ 1048860 w 1705463"/>
                      <a:gd name="connsiteY5" fmla="*/ 455839 h 1981909"/>
                      <a:gd name="connsiteX6" fmla="*/ 1244988 w 1705463"/>
                      <a:gd name="connsiteY6" fmla="*/ 911678 h 1981909"/>
                      <a:gd name="connsiteX7" fmla="*/ 1466698 w 1705463"/>
                      <a:gd name="connsiteY7" fmla="*/ 1426974 h 1981909"/>
                      <a:gd name="connsiteX8" fmla="*/ 1705463 w 1705463"/>
                      <a:gd name="connsiteY8" fmla="*/ 1981909 h 1981909"/>
                      <a:gd name="connsiteX9" fmla="*/ 1102866 w 1705463"/>
                      <a:gd name="connsiteY9" fmla="*/ 1981909 h 1981909"/>
                      <a:gd name="connsiteX10" fmla="*/ 500269 w 1705463"/>
                      <a:gd name="connsiteY10" fmla="*/ 1981909 h 1981909"/>
                      <a:gd name="connsiteX11" fmla="*/ 0 w 1705463"/>
                      <a:gd name="connsiteY11" fmla="*/ 1981909 h 198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05463" h="1981909" extrusionOk="0">
                        <a:moveTo>
                          <a:pt x="0" y="1981909"/>
                        </a:moveTo>
                        <a:cubicBezTo>
                          <a:pt x="41329" y="1777536"/>
                          <a:pt x="158488" y="1621317"/>
                          <a:pt x="221710" y="1466613"/>
                        </a:cubicBezTo>
                        <a:cubicBezTo>
                          <a:pt x="284932" y="1311909"/>
                          <a:pt x="385027" y="1205342"/>
                          <a:pt x="434893" y="971135"/>
                        </a:cubicBezTo>
                        <a:cubicBezTo>
                          <a:pt x="484759" y="736928"/>
                          <a:pt x="621114" y="646414"/>
                          <a:pt x="622494" y="535115"/>
                        </a:cubicBezTo>
                        <a:cubicBezTo>
                          <a:pt x="623874" y="423816"/>
                          <a:pt x="807769" y="260300"/>
                          <a:pt x="852732" y="0"/>
                        </a:cubicBezTo>
                        <a:cubicBezTo>
                          <a:pt x="943094" y="126622"/>
                          <a:pt x="928805" y="320421"/>
                          <a:pt x="1048860" y="455839"/>
                        </a:cubicBezTo>
                        <a:cubicBezTo>
                          <a:pt x="1168915" y="591257"/>
                          <a:pt x="1160792" y="742676"/>
                          <a:pt x="1244988" y="911678"/>
                        </a:cubicBezTo>
                        <a:cubicBezTo>
                          <a:pt x="1329184" y="1080680"/>
                          <a:pt x="1342885" y="1182765"/>
                          <a:pt x="1466698" y="1426974"/>
                        </a:cubicBezTo>
                        <a:cubicBezTo>
                          <a:pt x="1590511" y="1671183"/>
                          <a:pt x="1606643" y="1767219"/>
                          <a:pt x="1705463" y="1981909"/>
                        </a:cubicBezTo>
                        <a:cubicBezTo>
                          <a:pt x="1417465" y="2005564"/>
                          <a:pt x="1314753" y="1955835"/>
                          <a:pt x="1102866" y="1981909"/>
                        </a:cubicBezTo>
                        <a:cubicBezTo>
                          <a:pt x="890979" y="2007983"/>
                          <a:pt x="757364" y="1914504"/>
                          <a:pt x="500269" y="1981909"/>
                        </a:cubicBezTo>
                        <a:cubicBezTo>
                          <a:pt x="243174" y="2049314"/>
                          <a:pt x="108307" y="1937580"/>
                          <a:pt x="0" y="1981909"/>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18">
              <a:solidFill>
                <a:schemeClr val="tx1"/>
              </a:solidFill>
            </a:endParaRPr>
          </a:p>
        </p:txBody>
      </p:sp>
      <p:cxnSp>
        <p:nvCxnSpPr>
          <p:cNvPr id="53" name="Straight Arrow Connector 52">
            <a:extLst>
              <a:ext uri="{FF2B5EF4-FFF2-40B4-BE49-F238E27FC236}">
                <a16:creationId xmlns="" xmlns:a16="http://schemas.microsoft.com/office/drawing/2014/main" id="{4EADA1B4-60C5-4233-936B-7DE9112390FD}"/>
              </a:ext>
            </a:extLst>
          </p:cNvPr>
          <p:cNvCxnSpPr>
            <a:cxnSpLocks/>
            <a:endCxn id="38" idx="3"/>
          </p:cNvCxnSpPr>
          <p:nvPr/>
        </p:nvCxnSpPr>
        <p:spPr>
          <a:xfrm>
            <a:off x="2878467" y="3032151"/>
            <a:ext cx="1604494" cy="107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 xmlns:a16="http://schemas.microsoft.com/office/drawing/2014/main" id="{4EADA1B4-60C5-4233-936B-7DE9112390FD}"/>
              </a:ext>
            </a:extLst>
          </p:cNvPr>
          <p:cNvCxnSpPr>
            <a:cxnSpLocks/>
          </p:cNvCxnSpPr>
          <p:nvPr/>
        </p:nvCxnSpPr>
        <p:spPr>
          <a:xfrm>
            <a:off x="2903311" y="3891956"/>
            <a:ext cx="1604494" cy="107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 xmlns:a16="http://schemas.microsoft.com/office/drawing/2014/main" id="{25EB9842-CCFB-4916-95D2-23E94F2A7982}"/>
              </a:ext>
            </a:extLst>
          </p:cNvPr>
          <p:cNvSpPr txBox="1"/>
          <p:nvPr/>
        </p:nvSpPr>
        <p:spPr>
          <a:xfrm>
            <a:off x="3417373" y="4664575"/>
            <a:ext cx="2591109" cy="461665"/>
          </a:xfrm>
          <a:prstGeom prst="rect">
            <a:avLst/>
          </a:prstGeom>
          <a:noFill/>
        </p:spPr>
        <p:txBody>
          <a:bodyPr wrap="square" rtlCol="0">
            <a:spAutoFit/>
          </a:bodyPr>
          <a:lstStyle/>
          <a:p>
            <a:pPr algn="ctr"/>
            <a:r>
              <a:rPr lang="en-US" sz="2400" b="1" dirty="0" smtClean="0">
                <a:solidFill>
                  <a:srgbClr val="0070C0"/>
                </a:solidFill>
              </a:rPr>
              <a:t>Buffer</a:t>
            </a:r>
            <a:endParaRPr lang="en-US" sz="2400" b="1" dirty="0">
              <a:solidFill>
                <a:srgbClr val="0070C0"/>
              </a:solidFill>
            </a:endParaRPr>
          </a:p>
        </p:txBody>
      </p:sp>
    </p:spTree>
    <p:extLst>
      <p:ext uri="{BB962C8B-B14F-4D97-AF65-F5344CB8AC3E}">
        <p14:creationId xmlns:p14="http://schemas.microsoft.com/office/powerpoint/2010/main" val="1169693741"/>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heel(1)">
                                      <p:cBhvr>
                                        <p:cTn id="7" dur="1000"/>
                                        <p:tgtEl>
                                          <p:spTgt spid="41"/>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wheel(1)">
                                      <p:cBhvr>
                                        <p:cTn id="10" dur="1000"/>
                                        <p:tgtEl>
                                          <p:spTgt spid="52"/>
                                        </p:tgtEl>
                                      </p:cBhvr>
                                    </p:animEffect>
                                  </p:childTnLst>
                                </p:cTn>
                              </p:par>
                            </p:childTnLst>
                          </p:cTn>
                        </p:par>
                        <p:par>
                          <p:cTn id="11" fill="hold">
                            <p:stCondLst>
                              <p:cond delay="1000"/>
                            </p:stCondLst>
                            <p:childTnLst>
                              <p:par>
                                <p:cTn id="12" presetID="16" presetClass="entr" presetSubtype="21" fill="hold" grpId="0"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180"/>
                                        <p:tgtEl>
                                          <p:spTgt spid="2"/>
                                        </p:tgtEl>
                                      </p:cBhvr>
                                    </p:animEffect>
                                  </p:childTnLst>
                                </p:cTn>
                              </p:par>
                            </p:childTnLst>
                          </p:cTn>
                        </p:par>
                        <p:par>
                          <p:cTn id="15" fill="hold">
                            <p:stCondLst>
                              <p:cond delay="1180"/>
                            </p:stCondLst>
                            <p:childTnLst>
                              <p:par>
                                <p:cTn id="16" presetID="16" presetClass="entr" presetSubtype="21"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arn(inVertical)">
                                      <p:cBhvr>
                                        <p:cTn id="18" dur="180"/>
                                        <p:tgtEl>
                                          <p:spTgt spid="3"/>
                                        </p:tgtEl>
                                      </p:cBhvr>
                                    </p:animEffect>
                                  </p:childTnLst>
                                </p:cTn>
                              </p:par>
                            </p:childTnLst>
                          </p:cTn>
                        </p:par>
                        <p:par>
                          <p:cTn id="19" fill="hold">
                            <p:stCondLst>
                              <p:cond delay="1360"/>
                            </p:stCondLst>
                            <p:childTnLst>
                              <p:par>
                                <p:cTn id="20" presetID="16" presetClass="entr" presetSubtype="21"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180"/>
                                        <p:tgtEl>
                                          <p:spTgt spid="6"/>
                                        </p:tgtEl>
                                      </p:cBhvr>
                                    </p:animEffect>
                                  </p:childTnLst>
                                </p:cTn>
                              </p:par>
                            </p:childTnLst>
                          </p:cTn>
                        </p:par>
                        <p:par>
                          <p:cTn id="23" fill="hold">
                            <p:stCondLst>
                              <p:cond delay="1540"/>
                            </p:stCondLst>
                            <p:childTnLst>
                              <p:par>
                                <p:cTn id="24" presetID="16" presetClass="entr" presetSubtype="21"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arn(inVertical)">
                                      <p:cBhvr>
                                        <p:cTn id="26" dur="180"/>
                                        <p:tgtEl>
                                          <p:spTgt spid="7"/>
                                        </p:tgtEl>
                                      </p:cBhvr>
                                    </p:animEffect>
                                  </p:childTnLst>
                                </p:cTn>
                              </p:par>
                            </p:childTnLst>
                          </p:cTn>
                        </p:par>
                        <p:par>
                          <p:cTn id="27" fill="hold">
                            <p:stCondLst>
                              <p:cond delay="1720"/>
                            </p:stCondLst>
                            <p:childTnLst>
                              <p:par>
                                <p:cTn id="28" presetID="16" presetClass="entr" presetSubtype="21"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barn(inVertical)">
                                      <p:cBhvr>
                                        <p:cTn id="30" dur="180"/>
                                        <p:tgtEl>
                                          <p:spTgt spid="8"/>
                                        </p:tgtEl>
                                      </p:cBhvr>
                                    </p:animEffect>
                                  </p:childTnLst>
                                </p:cTn>
                              </p:par>
                            </p:childTnLst>
                          </p:cTn>
                        </p:par>
                        <p:par>
                          <p:cTn id="31" fill="hold">
                            <p:stCondLst>
                              <p:cond delay="1900"/>
                            </p:stCondLst>
                            <p:childTnLst>
                              <p:par>
                                <p:cTn id="32" presetID="16" presetClass="entr" presetSubtype="21"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barn(inVertical)">
                                      <p:cBhvr>
                                        <p:cTn id="34" dur="180"/>
                                        <p:tgtEl>
                                          <p:spTgt spid="9"/>
                                        </p:tgtEl>
                                      </p:cBhvr>
                                    </p:animEffect>
                                  </p:childTnLst>
                                </p:cTn>
                              </p:par>
                            </p:childTnLst>
                          </p:cTn>
                        </p:par>
                        <p:par>
                          <p:cTn id="35" fill="hold">
                            <p:stCondLst>
                              <p:cond delay="2080"/>
                            </p:stCondLst>
                            <p:childTnLst>
                              <p:par>
                                <p:cTn id="36" presetID="16" presetClass="entr" presetSubtype="21"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barn(inVertical)">
                                      <p:cBhvr>
                                        <p:cTn id="38" dur="180"/>
                                        <p:tgtEl>
                                          <p:spTgt spid="11"/>
                                        </p:tgtEl>
                                      </p:cBhvr>
                                    </p:animEffect>
                                  </p:childTnLst>
                                </p:cTn>
                              </p:par>
                            </p:childTnLst>
                          </p:cTn>
                        </p:par>
                        <p:par>
                          <p:cTn id="39" fill="hold">
                            <p:stCondLst>
                              <p:cond delay="2260"/>
                            </p:stCondLst>
                            <p:childTnLst>
                              <p:par>
                                <p:cTn id="40" presetID="16" presetClass="entr" presetSubtype="21"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barn(inVertical)">
                                      <p:cBhvr>
                                        <p:cTn id="42" dur="180"/>
                                        <p:tgtEl>
                                          <p:spTgt spid="12"/>
                                        </p:tgtEl>
                                      </p:cBhvr>
                                    </p:animEffect>
                                  </p:childTnLst>
                                </p:cTn>
                              </p:par>
                            </p:childTnLst>
                          </p:cTn>
                        </p:par>
                        <p:par>
                          <p:cTn id="43" fill="hold">
                            <p:stCondLst>
                              <p:cond delay="2440"/>
                            </p:stCondLst>
                            <p:childTnLst>
                              <p:par>
                                <p:cTn id="44" presetID="16" presetClass="entr" presetSubtype="21" fill="hold"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barn(inVertical)">
                                      <p:cBhvr>
                                        <p:cTn id="46" dur="180"/>
                                        <p:tgtEl>
                                          <p:spTgt spid="13"/>
                                        </p:tgtEl>
                                      </p:cBhvr>
                                    </p:animEffect>
                                  </p:childTnLst>
                                </p:cTn>
                              </p:par>
                            </p:childTnLst>
                          </p:cTn>
                        </p:par>
                        <p:par>
                          <p:cTn id="47" fill="hold">
                            <p:stCondLst>
                              <p:cond delay="2620"/>
                            </p:stCondLst>
                            <p:childTnLst>
                              <p:par>
                                <p:cTn id="48" presetID="16" presetClass="entr" presetSubtype="21" fill="hold"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barn(inVertical)">
                                      <p:cBhvr>
                                        <p:cTn id="50" dur="180"/>
                                        <p:tgtEl>
                                          <p:spTgt spid="14"/>
                                        </p:tgtEl>
                                      </p:cBhvr>
                                    </p:animEffect>
                                  </p:childTnLst>
                                </p:cTn>
                              </p:par>
                            </p:childTnLst>
                          </p:cTn>
                        </p:par>
                        <p:par>
                          <p:cTn id="51" fill="hold">
                            <p:stCondLst>
                              <p:cond delay="2800"/>
                            </p:stCondLst>
                            <p:childTnLst>
                              <p:par>
                                <p:cTn id="52" presetID="16" presetClass="entr" presetSubtype="21"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barn(inVertical)">
                                      <p:cBhvr>
                                        <p:cTn id="54" dur="180"/>
                                        <p:tgtEl>
                                          <p:spTgt spid="15"/>
                                        </p:tgtEl>
                                      </p:cBhvr>
                                    </p:animEffect>
                                  </p:childTnLst>
                                </p:cTn>
                              </p:par>
                            </p:childTnLst>
                          </p:cTn>
                        </p:par>
                        <p:par>
                          <p:cTn id="55" fill="hold">
                            <p:stCondLst>
                              <p:cond delay="2980"/>
                            </p:stCondLst>
                            <p:childTnLst>
                              <p:par>
                                <p:cTn id="56" presetID="16" presetClass="entr" presetSubtype="21"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barn(inVertical)">
                                      <p:cBhvr>
                                        <p:cTn id="58" dur="180"/>
                                        <p:tgtEl>
                                          <p:spTgt spid="16"/>
                                        </p:tgtEl>
                                      </p:cBhvr>
                                    </p:animEffect>
                                  </p:childTnLst>
                                </p:cTn>
                              </p:par>
                            </p:childTnLst>
                          </p:cTn>
                        </p:par>
                        <p:par>
                          <p:cTn id="59" fill="hold">
                            <p:stCondLst>
                              <p:cond delay="3160"/>
                            </p:stCondLst>
                            <p:childTnLst>
                              <p:par>
                                <p:cTn id="60" presetID="16" presetClass="entr" presetSubtype="21" fill="hold" grpId="0" nodeType="after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barn(inVertical)">
                                      <p:cBhvr>
                                        <p:cTn id="62" dur="180"/>
                                        <p:tgtEl>
                                          <p:spTgt spid="21"/>
                                        </p:tgtEl>
                                      </p:cBhvr>
                                    </p:animEffect>
                                  </p:childTnLst>
                                </p:cTn>
                              </p:par>
                            </p:childTnLst>
                          </p:cTn>
                        </p:par>
                        <p:par>
                          <p:cTn id="63" fill="hold">
                            <p:stCondLst>
                              <p:cond delay="3340"/>
                            </p:stCondLst>
                            <p:childTnLst>
                              <p:par>
                                <p:cTn id="64" presetID="16" presetClass="entr" presetSubtype="21" fill="hold" grpId="0" nodeType="after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barn(inVertical)">
                                      <p:cBhvr>
                                        <p:cTn id="66" dur="180"/>
                                        <p:tgtEl>
                                          <p:spTgt spid="22"/>
                                        </p:tgtEl>
                                      </p:cBhvr>
                                    </p:animEffect>
                                  </p:childTnLst>
                                </p:cTn>
                              </p:par>
                            </p:childTnLst>
                          </p:cTn>
                        </p:par>
                        <p:par>
                          <p:cTn id="67" fill="hold">
                            <p:stCondLst>
                              <p:cond delay="3520"/>
                            </p:stCondLst>
                            <p:childTnLst>
                              <p:par>
                                <p:cTn id="68" presetID="16" presetClass="entr" presetSubtype="21" fill="hold" grpId="0" nodeType="after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barn(inVertical)">
                                      <p:cBhvr>
                                        <p:cTn id="70" dur="180"/>
                                        <p:tgtEl>
                                          <p:spTgt spid="23"/>
                                        </p:tgtEl>
                                      </p:cBhvr>
                                    </p:animEffect>
                                  </p:childTnLst>
                                </p:cTn>
                              </p:par>
                            </p:childTnLst>
                          </p:cTn>
                        </p:par>
                        <p:par>
                          <p:cTn id="71" fill="hold">
                            <p:stCondLst>
                              <p:cond delay="3700"/>
                            </p:stCondLst>
                            <p:childTnLst>
                              <p:par>
                                <p:cTn id="72" presetID="16" presetClass="entr" presetSubtype="21" fill="hold" grpId="0" nodeType="after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barn(inVertical)">
                                      <p:cBhvr>
                                        <p:cTn id="74" dur="180"/>
                                        <p:tgtEl>
                                          <p:spTgt spid="24"/>
                                        </p:tgtEl>
                                      </p:cBhvr>
                                    </p:animEffect>
                                  </p:childTnLst>
                                </p:cTn>
                              </p:par>
                            </p:childTnLst>
                          </p:cTn>
                        </p:par>
                        <p:par>
                          <p:cTn id="75" fill="hold">
                            <p:stCondLst>
                              <p:cond delay="3880"/>
                            </p:stCondLst>
                            <p:childTnLst>
                              <p:par>
                                <p:cTn id="76" presetID="16" presetClass="entr" presetSubtype="21" fill="hold" grpId="0" nodeType="after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barn(inVertical)">
                                      <p:cBhvr>
                                        <p:cTn id="78" dur="180"/>
                                        <p:tgtEl>
                                          <p:spTgt spid="25"/>
                                        </p:tgtEl>
                                      </p:cBhvr>
                                    </p:animEffect>
                                  </p:childTnLst>
                                </p:cTn>
                              </p:par>
                            </p:childTnLst>
                          </p:cTn>
                        </p:par>
                        <p:par>
                          <p:cTn id="79" fill="hold">
                            <p:stCondLst>
                              <p:cond delay="4060"/>
                            </p:stCondLst>
                            <p:childTnLst>
                              <p:par>
                                <p:cTn id="80" presetID="16" presetClass="entr" presetSubtype="21" fill="hold" grpId="0" nodeType="after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barn(inVertical)">
                                      <p:cBhvr>
                                        <p:cTn id="82" dur="180"/>
                                        <p:tgtEl>
                                          <p:spTgt spid="26"/>
                                        </p:tgtEl>
                                      </p:cBhvr>
                                    </p:animEffect>
                                  </p:childTnLst>
                                </p:cTn>
                              </p:par>
                            </p:childTnLst>
                          </p:cTn>
                        </p:par>
                        <p:par>
                          <p:cTn id="83" fill="hold">
                            <p:stCondLst>
                              <p:cond delay="4240"/>
                            </p:stCondLst>
                            <p:childTnLst>
                              <p:par>
                                <p:cTn id="84" presetID="16" presetClass="entr" presetSubtype="21" fill="hold" grpId="0" nodeType="afterEffect">
                                  <p:stCondLst>
                                    <p:cond delay="0"/>
                                  </p:stCondLst>
                                  <p:childTnLst>
                                    <p:set>
                                      <p:cBhvr>
                                        <p:cTn id="85" dur="1" fill="hold">
                                          <p:stCondLst>
                                            <p:cond delay="0"/>
                                          </p:stCondLst>
                                        </p:cTn>
                                        <p:tgtEl>
                                          <p:spTgt spid="27"/>
                                        </p:tgtEl>
                                        <p:attrNameLst>
                                          <p:attrName>style.visibility</p:attrName>
                                        </p:attrNameLst>
                                      </p:cBhvr>
                                      <p:to>
                                        <p:strVal val="visible"/>
                                      </p:to>
                                    </p:set>
                                    <p:animEffect transition="in" filter="barn(inVertical)">
                                      <p:cBhvr>
                                        <p:cTn id="86" dur="180"/>
                                        <p:tgtEl>
                                          <p:spTgt spid="27"/>
                                        </p:tgtEl>
                                      </p:cBhvr>
                                    </p:animEffect>
                                  </p:childTnLst>
                                </p:cTn>
                              </p:par>
                            </p:childTnLst>
                          </p:cTn>
                        </p:par>
                        <p:par>
                          <p:cTn id="87" fill="hold">
                            <p:stCondLst>
                              <p:cond delay="4420"/>
                            </p:stCondLst>
                            <p:childTnLst>
                              <p:par>
                                <p:cTn id="88" presetID="16" presetClass="entr" presetSubtype="21" fill="hold" grpId="0" nodeType="afterEffect">
                                  <p:stCondLst>
                                    <p:cond delay="0"/>
                                  </p:stCondLst>
                                  <p:childTnLst>
                                    <p:set>
                                      <p:cBhvr>
                                        <p:cTn id="89" dur="1" fill="hold">
                                          <p:stCondLst>
                                            <p:cond delay="0"/>
                                          </p:stCondLst>
                                        </p:cTn>
                                        <p:tgtEl>
                                          <p:spTgt spid="28"/>
                                        </p:tgtEl>
                                        <p:attrNameLst>
                                          <p:attrName>style.visibility</p:attrName>
                                        </p:attrNameLst>
                                      </p:cBhvr>
                                      <p:to>
                                        <p:strVal val="visible"/>
                                      </p:to>
                                    </p:set>
                                    <p:animEffect transition="in" filter="barn(inVertical)">
                                      <p:cBhvr>
                                        <p:cTn id="90" dur="180"/>
                                        <p:tgtEl>
                                          <p:spTgt spid="28"/>
                                        </p:tgtEl>
                                      </p:cBhvr>
                                    </p:animEffect>
                                  </p:childTnLst>
                                </p:cTn>
                              </p:par>
                            </p:childTnLst>
                          </p:cTn>
                        </p:par>
                        <p:par>
                          <p:cTn id="91" fill="hold">
                            <p:stCondLst>
                              <p:cond delay="4600"/>
                            </p:stCondLst>
                            <p:childTnLst>
                              <p:par>
                                <p:cTn id="92" presetID="16" presetClass="entr" presetSubtype="21" fill="hold" grpId="0" nodeType="afterEffect">
                                  <p:stCondLst>
                                    <p:cond delay="0"/>
                                  </p:stCondLst>
                                  <p:childTnLst>
                                    <p:set>
                                      <p:cBhvr>
                                        <p:cTn id="93" dur="1" fill="hold">
                                          <p:stCondLst>
                                            <p:cond delay="0"/>
                                          </p:stCondLst>
                                        </p:cTn>
                                        <p:tgtEl>
                                          <p:spTgt spid="29"/>
                                        </p:tgtEl>
                                        <p:attrNameLst>
                                          <p:attrName>style.visibility</p:attrName>
                                        </p:attrNameLst>
                                      </p:cBhvr>
                                      <p:to>
                                        <p:strVal val="visible"/>
                                      </p:to>
                                    </p:set>
                                    <p:animEffect transition="in" filter="barn(inVertical)">
                                      <p:cBhvr>
                                        <p:cTn id="94" dur="180"/>
                                        <p:tgtEl>
                                          <p:spTgt spid="29"/>
                                        </p:tgtEl>
                                      </p:cBhvr>
                                    </p:animEffect>
                                  </p:childTnLst>
                                </p:cTn>
                              </p:par>
                            </p:childTnLst>
                          </p:cTn>
                        </p:par>
                        <p:par>
                          <p:cTn id="95" fill="hold">
                            <p:stCondLst>
                              <p:cond delay="4780"/>
                            </p:stCondLst>
                            <p:childTnLst>
                              <p:par>
                                <p:cTn id="96" presetID="16" presetClass="entr" presetSubtype="21" fill="hold" grpId="0" nodeType="afterEffect">
                                  <p:stCondLst>
                                    <p:cond delay="0"/>
                                  </p:stCondLst>
                                  <p:childTnLst>
                                    <p:set>
                                      <p:cBhvr>
                                        <p:cTn id="97" dur="1" fill="hold">
                                          <p:stCondLst>
                                            <p:cond delay="0"/>
                                          </p:stCondLst>
                                        </p:cTn>
                                        <p:tgtEl>
                                          <p:spTgt spid="30"/>
                                        </p:tgtEl>
                                        <p:attrNameLst>
                                          <p:attrName>style.visibility</p:attrName>
                                        </p:attrNameLst>
                                      </p:cBhvr>
                                      <p:to>
                                        <p:strVal val="visible"/>
                                      </p:to>
                                    </p:set>
                                    <p:animEffect transition="in" filter="barn(inVertical)">
                                      <p:cBhvr>
                                        <p:cTn id="98" dur="180"/>
                                        <p:tgtEl>
                                          <p:spTgt spid="30"/>
                                        </p:tgtEl>
                                      </p:cBhvr>
                                    </p:animEffect>
                                  </p:childTnLst>
                                </p:cTn>
                              </p:par>
                            </p:childTnLst>
                          </p:cTn>
                        </p:par>
                        <p:par>
                          <p:cTn id="99" fill="hold">
                            <p:stCondLst>
                              <p:cond delay="4960"/>
                            </p:stCondLst>
                            <p:childTnLst>
                              <p:par>
                                <p:cTn id="100" presetID="16" presetClass="entr" presetSubtype="21" fill="hold" grpId="0" nodeType="afterEffect">
                                  <p:stCondLst>
                                    <p:cond delay="0"/>
                                  </p:stCondLst>
                                  <p:childTnLst>
                                    <p:set>
                                      <p:cBhvr>
                                        <p:cTn id="101" dur="1" fill="hold">
                                          <p:stCondLst>
                                            <p:cond delay="0"/>
                                          </p:stCondLst>
                                        </p:cTn>
                                        <p:tgtEl>
                                          <p:spTgt spid="38"/>
                                        </p:tgtEl>
                                        <p:attrNameLst>
                                          <p:attrName>style.visibility</p:attrName>
                                        </p:attrNameLst>
                                      </p:cBhvr>
                                      <p:to>
                                        <p:strVal val="visible"/>
                                      </p:to>
                                    </p:set>
                                    <p:animEffect transition="in" filter="barn(inVertical)">
                                      <p:cBhvr>
                                        <p:cTn id="102" dur="180"/>
                                        <p:tgtEl>
                                          <p:spTgt spid="38"/>
                                        </p:tgtEl>
                                      </p:cBhvr>
                                    </p:animEffect>
                                  </p:childTnLst>
                                </p:cTn>
                              </p:par>
                            </p:childTnLst>
                          </p:cTn>
                        </p:par>
                        <p:par>
                          <p:cTn id="103" fill="hold">
                            <p:stCondLst>
                              <p:cond delay="5140"/>
                            </p:stCondLst>
                            <p:childTnLst>
                              <p:par>
                                <p:cTn id="104" presetID="16" presetClass="entr" presetSubtype="21" fill="hold" grpId="0" nodeType="after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barn(inVertical)">
                                      <p:cBhvr>
                                        <p:cTn id="106" dur="180"/>
                                        <p:tgtEl>
                                          <p:spTgt spid="39"/>
                                        </p:tgtEl>
                                      </p:cBhvr>
                                    </p:animEffect>
                                  </p:childTnLst>
                                </p:cTn>
                              </p:par>
                            </p:childTnLst>
                          </p:cTn>
                        </p:par>
                        <p:par>
                          <p:cTn id="107" fill="hold">
                            <p:stCondLst>
                              <p:cond delay="5320"/>
                            </p:stCondLst>
                            <p:childTnLst>
                              <p:par>
                                <p:cTn id="108" presetID="16" presetClass="entr" presetSubtype="21" fill="hold" nodeType="afterEffect">
                                  <p:stCondLst>
                                    <p:cond delay="0"/>
                                  </p:stCondLst>
                                  <p:childTnLst>
                                    <p:set>
                                      <p:cBhvr>
                                        <p:cTn id="109" dur="1" fill="hold">
                                          <p:stCondLst>
                                            <p:cond delay="0"/>
                                          </p:stCondLst>
                                        </p:cTn>
                                        <p:tgtEl>
                                          <p:spTgt spid="53"/>
                                        </p:tgtEl>
                                        <p:attrNameLst>
                                          <p:attrName>style.visibility</p:attrName>
                                        </p:attrNameLst>
                                      </p:cBhvr>
                                      <p:to>
                                        <p:strVal val="visible"/>
                                      </p:to>
                                    </p:set>
                                    <p:animEffect transition="in" filter="barn(inVertical)">
                                      <p:cBhvr>
                                        <p:cTn id="110" dur="180"/>
                                        <p:tgtEl>
                                          <p:spTgt spid="53"/>
                                        </p:tgtEl>
                                      </p:cBhvr>
                                    </p:animEffect>
                                  </p:childTnLst>
                                </p:cTn>
                              </p:par>
                            </p:childTnLst>
                          </p:cTn>
                        </p:par>
                        <p:par>
                          <p:cTn id="111" fill="hold">
                            <p:stCondLst>
                              <p:cond delay="5500"/>
                            </p:stCondLst>
                            <p:childTnLst>
                              <p:par>
                                <p:cTn id="112" presetID="16" presetClass="entr" presetSubtype="21" fill="hold" nodeType="afterEffect">
                                  <p:stCondLst>
                                    <p:cond delay="0"/>
                                  </p:stCondLst>
                                  <p:childTnLst>
                                    <p:set>
                                      <p:cBhvr>
                                        <p:cTn id="113" dur="1" fill="hold">
                                          <p:stCondLst>
                                            <p:cond delay="0"/>
                                          </p:stCondLst>
                                        </p:cTn>
                                        <p:tgtEl>
                                          <p:spTgt spid="54"/>
                                        </p:tgtEl>
                                        <p:attrNameLst>
                                          <p:attrName>style.visibility</p:attrName>
                                        </p:attrNameLst>
                                      </p:cBhvr>
                                      <p:to>
                                        <p:strVal val="visible"/>
                                      </p:to>
                                    </p:set>
                                    <p:animEffect transition="in" filter="barn(inVertical)">
                                      <p:cBhvr>
                                        <p:cTn id="114" dur="180"/>
                                        <p:tgtEl>
                                          <p:spTgt spid="54"/>
                                        </p:tgtEl>
                                      </p:cBhvr>
                                    </p:animEffect>
                                  </p:childTnLst>
                                </p:cTn>
                              </p:par>
                            </p:childTnLst>
                          </p:cTn>
                        </p:par>
                        <p:par>
                          <p:cTn id="115" fill="hold">
                            <p:stCondLst>
                              <p:cond delay="5680"/>
                            </p:stCondLst>
                            <p:childTnLst>
                              <p:par>
                                <p:cTn id="116" presetID="16" presetClass="entr" presetSubtype="21" fill="hold" grpId="0" nodeType="afterEffect">
                                  <p:stCondLst>
                                    <p:cond delay="0"/>
                                  </p:stCondLst>
                                  <p:childTnLst>
                                    <p:set>
                                      <p:cBhvr>
                                        <p:cTn id="117" dur="1" fill="hold">
                                          <p:stCondLst>
                                            <p:cond delay="0"/>
                                          </p:stCondLst>
                                        </p:cTn>
                                        <p:tgtEl>
                                          <p:spTgt spid="55"/>
                                        </p:tgtEl>
                                        <p:attrNameLst>
                                          <p:attrName>style.visibility</p:attrName>
                                        </p:attrNameLst>
                                      </p:cBhvr>
                                      <p:to>
                                        <p:strVal val="visible"/>
                                      </p:to>
                                    </p:set>
                                    <p:animEffect transition="in" filter="barn(inVertical)">
                                      <p:cBhvr>
                                        <p:cTn id="118" dur="18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11" grpId="0"/>
      <p:bldP spid="12" grpId="0"/>
      <p:bldP spid="15" grpId="0"/>
      <p:bldP spid="16" grpId="0"/>
      <p:bldP spid="21" grpId="0"/>
      <p:bldP spid="22" grpId="0"/>
      <p:bldP spid="23" grpId="0"/>
      <p:bldP spid="24" grpId="0"/>
      <p:bldP spid="25" grpId="0"/>
      <p:bldP spid="26" grpId="0"/>
      <p:bldP spid="27" grpId="0"/>
      <p:bldP spid="28" grpId="0"/>
      <p:bldP spid="29" grpId="0"/>
      <p:bldP spid="30" grpId="0"/>
      <p:bldP spid="52" grpId="0"/>
      <p:bldP spid="38" grpId="0" animBg="1"/>
      <p:bldP spid="39" grpId="0" animBg="1"/>
      <p:bldP spid="5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21146" t="29790" r="51476" b="41288"/>
          <a:stretch/>
        </p:blipFill>
        <p:spPr>
          <a:xfrm>
            <a:off x="36568" y="1578879"/>
            <a:ext cx="6139158" cy="3646263"/>
          </a:xfrm>
          <a:prstGeom prst="rect">
            <a:avLst/>
          </a:prstGeom>
        </p:spPr>
      </p:pic>
      <p:grpSp>
        <p:nvGrpSpPr>
          <p:cNvPr id="3" name="组合 4"/>
          <p:cNvGrpSpPr/>
          <p:nvPr/>
        </p:nvGrpSpPr>
        <p:grpSpPr>
          <a:xfrm>
            <a:off x="0" y="590162"/>
            <a:ext cx="3395006" cy="431295"/>
            <a:chOff x="-22274" y="526055"/>
            <a:chExt cx="3395006" cy="431295"/>
          </a:xfrm>
        </p:grpSpPr>
        <p:grpSp>
          <p:nvGrpSpPr>
            <p:cNvPr id="4" name="组合 5"/>
            <p:cNvGrpSpPr/>
            <p:nvPr/>
          </p:nvGrpSpPr>
          <p:grpSpPr>
            <a:xfrm>
              <a:off x="-22274" y="526055"/>
              <a:ext cx="2726545" cy="431295"/>
              <a:chOff x="-22274" y="526055"/>
              <a:chExt cx="2726545" cy="431295"/>
            </a:xfrm>
          </p:grpSpPr>
          <p:sp>
            <p:nvSpPr>
              <p:cNvPr id="9"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0" name="组合 12"/>
              <p:cNvGrpSpPr/>
              <p:nvPr/>
            </p:nvGrpSpPr>
            <p:grpSpPr>
              <a:xfrm>
                <a:off x="206190" y="526055"/>
                <a:ext cx="276624" cy="276624"/>
                <a:chOff x="5216663" y="2206897"/>
                <a:chExt cx="276624" cy="276624"/>
              </a:xfrm>
            </p:grpSpPr>
            <p:sp>
              <p:nvSpPr>
                <p:cNvPr id="12"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1"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 name="组合 7"/>
            <p:cNvGrpSpPr/>
            <p:nvPr/>
          </p:nvGrpSpPr>
          <p:grpSpPr>
            <a:xfrm>
              <a:off x="2909925" y="529575"/>
              <a:ext cx="462807" cy="427775"/>
              <a:chOff x="2909925" y="529575"/>
              <a:chExt cx="462807" cy="427775"/>
            </a:xfrm>
          </p:grpSpPr>
          <p:sp>
            <p:nvSpPr>
              <p:cNvPr id="6"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7"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4" name="文本框 6"/>
          <p:cNvSpPr txBox="1"/>
          <p:nvPr/>
        </p:nvSpPr>
        <p:spPr>
          <a:xfrm>
            <a:off x="1206465" y="97719"/>
            <a:ext cx="4421815"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Transient Analyses Values</a:t>
            </a:r>
            <a:endParaRPr lang="zh-CN" altLang="en-US" sz="2600" b="1" dirty="0">
              <a:latin typeface="+mj-lt"/>
              <a:ea typeface="方正清刻本悦宋简体" panose="02000000000000000000" pitchFamily="2" charset="-122"/>
            </a:endParaRPr>
          </a:p>
        </p:txBody>
      </p:sp>
      <p:sp>
        <p:nvSpPr>
          <p:cNvPr id="16" name="Rounded Rectangle 15"/>
          <p:cNvSpPr/>
          <p:nvPr/>
        </p:nvSpPr>
        <p:spPr>
          <a:xfrm>
            <a:off x="2909832" y="4607626"/>
            <a:ext cx="2861576" cy="27313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2909832" y="4916384"/>
            <a:ext cx="2861576" cy="273132"/>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Table 17"/>
          <p:cNvGraphicFramePr>
            <a:graphicFrameLocks noGrp="1"/>
          </p:cNvGraphicFramePr>
          <p:nvPr>
            <p:extLst>
              <p:ext uri="{D42A27DB-BD31-4B8C-83A1-F6EECF244321}">
                <p14:modId xmlns:p14="http://schemas.microsoft.com/office/powerpoint/2010/main" val="1358893432"/>
              </p:ext>
            </p:extLst>
          </p:nvPr>
        </p:nvGraphicFramePr>
        <p:xfrm>
          <a:off x="7054538" y="5052680"/>
          <a:ext cx="4143893" cy="1381760"/>
        </p:xfrm>
        <a:graphic>
          <a:graphicData uri="http://schemas.openxmlformats.org/drawingml/2006/table">
            <a:tbl>
              <a:tblPr firstRow="1" bandRow="1">
                <a:tableStyleId>{073A0DAA-6AF3-43AB-8588-CEC1D06C72B9}</a:tableStyleId>
              </a:tblPr>
              <a:tblGrid>
                <a:gridCol w="1642555"/>
                <a:gridCol w="1052549"/>
                <a:gridCol w="1448789"/>
              </a:tblGrid>
              <a:tr h="370840">
                <a:tc>
                  <a:txBody>
                    <a:bodyPr/>
                    <a:lstStyle/>
                    <a:p>
                      <a:r>
                        <a:rPr lang="en-US" dirty="0" smtClean="0"/>
                        <a:t>PARAMETER</a:t>
                      </a:r>
                      <a:endParaRPr lang="en-US" dirty="0"/>
                    </a:p>
                  </a:txBody>
                  <a:tcPr/>
                </a:tc>
                <a:tc>
                  <a:txBody>
                    <a:bodyPr/>
                    <a:lstStyle/>
                    <a:p>
                      <a:pPr marL="0" marR="0" indent="0" algn="l" defTabSz="914418" rtl="0" eaLnBrk="1" fontAlgn="auto" latinLnBrk="0" hangingPunct="1">
                        <a:lnSpc>
                          <a:spcPct val="100000"/>
                        </a:lnSpc>
                        <a:spcBef>
                          <a:spcPts val="0"/>
                        </a:spcBef>
                        <a:spcAft>
                          <a:spcPts val="0"/>
                        </a:spcAft>
                        <a:buClrTx/>
                        <a:buSzTx/>
                        <a:buFontTx/>
                        <a:buNone/>
                        <a:tabLst/>
                        <a:defRPr/>
                      </a:pPr>
                      <a:r>
                        <a:rPr lang="en-US" dirty="0" smtClean="0"/>
                        <a:t>SPEC</a:t>
                      </a:r>
                    </a:p>
                    <a:p>
                      <a:endParaRPr lang="en-US" dirty="0"/>
                    </a:p>
                  </a:txBody>
                  <a:tcPr/>
                </a:tc>
                <a:tc>
                  <a:txBody>
                    <a:bodyPr/>
                    <a:lstStyle/>
                    <a:p>
                      <a:r>
                        <a:rPr lang="en-US" dirty="0" smtClean="0"/>
                        <a:t>ACHIEVED</a:t>
                      </a:r>
                      <a:endParaRPr lang="en-US" dirty="0"/>
                    </a:p>
                  </a:txBody>
                  <a:tcPr/>
                </a:tc>
              </a:tr>
              <a:tr h="370840">
                <a:tc>
                  <a:txBody>
                    <a:bodyPr/>
                    <a:lstStyle/>
                    <a:p>
                      <a:r>
                        <a:rPr lang="en-US" b="1" dirty="0" smtClean="0"/>
                        <a:t>POWER</a:t>
                      </a:r>
                      <a:endParaRPr lang="en-US" b="1" dirty="0"/>
                    </a:p>
                  </a:txBody>
                  <a:tcPr/>
                </a:tc>
                <a:tc>
                  <a:txBody>
                    <a:bodyPr/>
                    <a:lstStyle/>
                    <a:p>
                      <a:r>
                        <a:rPr lang="en-US" b="1" dirty="0" smtClean="0"/>
                        <a:t>&lt; 3mw</a:t>
                      </a:r>
                      <a:endParaRPr lang="en-US" b="1" dirty="0"/>
                    </a:p>
                  </a:txBody>
                  <a:tcPr/>
                </a:tc>
                <a:tc>
                  <a:txBody>
                    <a:bodyPr/>
                    <a:lstStyle/>
                    <a:p>
                      <a:r>
                        <a:rPr lang="en-US" b="1" dirty="0" smtClean="0"/>
                        <a:t>288.4uw</a:t>
                      </a:r>
                      <a:endParaRPr lang="en-US" b="1" dirty="0"/>
                    </a:p>
                  </a:txBody>
                  <a:tcPr/>
                </a:tc>
              </a:tr>
              <a:tr h="370840">
                <a:tc>
                  <a:txBody>
                    <a:bodyPr/>
                    <a:lstStyle/>
                    <a:p>
                      <a:r>
                        <a:rPr lang="en-US" b="1" dirty="0" smtClean="0"/>
                        <a:t>DELAY</a:t>
                      </a:r>
                      <a:endParaRPr lang="en-US" b="1" dirty="0"/>
                    </a:p>
                  </a:txBody>
                  <a:tcPr/>
                </a:tc>
                <a:tc>
                  <a:txBody>
                    <a:bodyPr/>
                    <a:lstStyle/>
                    <a:p>
                      <a:r>
                        <a:rPr lang="en-US" b="1" dirty="0" smtClean="0"/>
                        <a:t>&lt; 500ps</a:t>
                      </a:r>
                      <a:endParaRPr lang="en-US" b="1" dirty="0"/>
                    </a:p>
                  </a:txBody>
                  <a:tcPr/>
                </a:tc>
                <a:tc>
                  <a:txBody>
                    <a:bodyPr/>
                    <a:lstStyle/>
                    <a:p>
                      <a:r>
                        <a:rPr lang="en-US" b="1" dirty="0" smtClean="0"/>
                        <a:t>169.1ps</a:t>
                      </a:r>
                      <a:endParaRPr lang="en-US" b="1" dirty="0"/>
                    </a:p>
                  </a:txBody>
                  <a:tcPr/>
                </a:tc>
              </a:tr>
            </a:tbl>
          </a:graphicData>
        </a:graphic>
      </p:graphicFrame>
      <p:pic>
        <p:nvPicPr>
          <p:cNvPr id="20" name="Picture 19"/>
          <p:cNvPicPr>
            <a:picLocks noChangeAspect="1"/>
          </p:cNvPicPr>
          <p:nvPr/>
        </p:nvPicPr>
        <p:blipFill>
          <a:blip r:embed="rId3"/>
          <a:stretch>
            <a:fillRect/>
          </a:stretch>
        </p:blipFill>
        <p:spPr>
          <a:xfrm>
            <a:off x="7142036" y="1043824"/>
            <a:ext cx="4361935" cy="3462096"/>
          </a:xfrm>
          <a:prstGeom prst="rect">
            <a:avLst/>
          </a:prstGeom>
        </p:spPr>
      </p:pic>
    </p:spTree>
    <p:extLst>
      <p:ext uri="{BB962C8B-B14F-4D97-AF65-F5344CB8AC3E}">
        <p14:creationId xmlns:p14="http://schemas.microsoft.com/office/powerpoint/2010/main" val="3570395493"/>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heel(1)">
                                      <p:cBhvr>
                                        <p:cTn id="10" dur="1000"/>
                                        <p:tgtEl>
                                          <p:spTgt spid="14"/>
                                        </p:tgtEl>
                                      </p:cBhvr>
                                    </p:animEffect>
                                  </p:childTnLst>
                                </p:cTn>
                              </p:par>
                              <p:par>
                                <p:cTn id="11" presetID="42" presetClass="entr" presetSubtype="0" fill="hold" nodeType="withEffect">
                                  <p:stCondLst>
                                    <p:cond delay="200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1000"/>
                                        <p:tgtEl>
                                          <p:spTgt spid="20"/>
                                        </p:tgtEl>
                                      </p:cBhvr>
                                    </p:animEffect>
                                    <p:anim calcmode="lin" valueType="num">
                                      <p:cBhvr>
                                        <p:cTn id="14" dur="1000" fill="hold"/>
                                        <p:tgtEl>
                                          <p:spTgt spid="20"/>
                                        </p:tgtEl>
                                        <p:attrNameLst>
                                          <p:attrName>ppt_x</p:attrName>
                                        </p:attrNameLst>
                                      </p:cBhvr>
                                      <p:tavLst>
                                        <p:tav tm="0">
                                          <p:val>
                                            <p:strVal val="#ppt_x"/>
                                          </p:val>
                                        </p:tav>
                                        <p:tav tm="100000">
                                          <p:val>
                                            <p:strVal val="#ppt_x"/>
                                          </p:val>
                                        </p:tav>
                                      </p:tavLst>
                                    </p:anim>
                                    <p:anim calcmode="lin" valueType="num">
                                      <p:cBhvr>
                                        <p:cTn id="15"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175944"/>
            <a:ext cx="12192001" cy="5687472"/>
          </a:xfrm>
          <a:prstGeom prst="rect">
            <a:avLst/>
          </a:prstGeom>
        </p:spPr>
      </p:pic>
      <p:grpSp>
        <p:nvGrpSpPr>
          <p:cNvPr id="3" name="组合 4"/>
          <p:cNvGrpSpPr/>
          <p:nvPr/>
        </p:nvGrpSpPr>
        <p:grpSpPr>
          <a:xfrm>
            <a:off x="0" y="601961"/>
            <a:ext cx="3395006" cy="431295"/>
            <a:chOff x="-22274" y="526055"/>
            <a:chExt cx="3395006" cy="431295"/>
          </a:xfrm>
        </p:grpSpPr>
        <p:grpSp>
          <p:nvGrpSpPr>
            <p:cNvPr id="4" name="组合 5"/>
            <p:cNvGrpSpPr/>
            <p:nvPr/>
          </p:nvGrpSpPr>
          <p:grpSpPr>
            <a:xfrm>
              <a:off x="-22274" y="526055"/>
              <a:ext cx="2726545" cy="431295"/>
              <a:chOff x="-22274" y="526055"/>
              <a:chExt cx="2726545" cy="431295"/>
            </a:xfrm>
          </p:grpSpPr>
          <p:sp>
            <p:nvSpPr>
              <p:cNvPr id="9"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0" name="组合 12"/>
              <p:cNvGrpSpPr/>
              <p:nvPr/>
            </p:nvGrpSpPr>
            <p:grpSpPr>
              <a:xfrm>
                <a:off x="206190" y="526055"/>
                <a:ext cx="276624" cy="276624"/>
                <a:chOff x="5216663" y="2206897"/>
                <a:chExt cx="276624" cy="276624"/>
              </a:xfrm>
            </p:grpSpPr>
            <p:sp>
              <p:nvSpPr>
                <p:cNvPr id="12"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1"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 name="组合 7"/>
            <p:cNvGrpSpPr/>
            <p:nvPr/>
          </p:nvGrpSpPr>
          <p:grpSpPr>
            <a:xfrm>
              <a:off x="2909925" y="529575"/>
              <a:ext cx="462807" cy="427775"/>
              <a:chOff x="2909925" y="529575"/>
              <a:chExt cx="462807" cy="427775"/>
            </a:xfrm>
          </p:grpSpPr>
          <p:sp>
            <p:nvSpPr>
              <p:cNvPr id="6"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7"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4" name="文本框 6"/>
          <p:cNvSpPr txBox="1"/>
          <p:nvPr/>
        </p:nvSpPr>
        <p:spPr>
          <a:xfrm>
            <a:off x="1610850" y="109518"/>
            <a:ext cx="4303062"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Delay of the comparator </a:t>
            </a:r>
            <a:endParaRPr lang="zh-CN" altLang="en-US" sz="2600" b="1" dirty="0">
              <a:latin typeface="+mj-lt"/>
              <a:ea typeface="方正清刻本悦宋简体" panose="02000000000000000000" pitchFamily="2" charset="-122"/>
            </a:endParaRPr>
          </a:p>
        </p:txBody>
      </p:sp>
    </p:spTree>
    <p:extLst>
      <p:ext uri="{BB962C8B-B14F-4D97-AF65-F5344CB8AC3E}">
        <p14:creationId xmlns:p14="http://schemas.microsoft.com/office/powerpoint/2010/main" val="3021680331"/>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heel(1)">
                                      <p:cBhvr>
                                        <p:cTn id="10"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4">
            <a:extLst>
              <a:ext uri="{FF2B5EF4-FFF2-40B4-BE49-F238E27FC236}">
                <a16:creationId xmlns="" xmlns:a16="http://schemas.microsoft.com/office/drawing/2014/main" id="{3E32F614-1F44-C0F3-B006-EDF17941B4F5}"/>
              </a:ext>
            </a:extLst>
          </p:cNvPr>
          <p:cNvGrpSpPr/>
          <p:nvPr/>
        </p:nvGrpSpPr>
        <p:grpSpPr>
          <a:xfrm>
            <a:off x="0" y="722554"/>
            <a:ext cx="3395006" cy="431295"/>
            <a:chOff x="-22274" y="526055"/>
            <a:chExt cx="3395006" cy="431295"/>
          </a:xfrm>
        </p:grpSpPr>
        <p:grpSp>
          <p:nvGrpSpPr>
            <p:cNvPr id="5" name="组合 5">
              <a:extLst>
                <a:ext uri="{FF2B5EF4-FFF2-40B4-BE49-F238E27FC236}">
                  <a16:creationId xmlns="" xmlns:a16="http://schemas.microsoft.com/office/drawing/2014/main" id="{EA1E49F9-7BE1-31F0-1AA4-FC17D17BBCEE}"/>
                </a:ext>
              </a:extLst>
            </p:cNvPr>
            <p:cNvGrpSpPr/>
            <p:nvPr/>
          </p:nvGrpSpPr>
          <p:grpSpPr>
            <a:xfrm>
              <a:off x="-22274" y="526055"/>
              <a:ext cx="2726545" cy="431295"/>
              <a:chOff x="-22274" y="526055"/>
              <a:chExt cx="2726545" cy="431295"/>
            </a:xfrm>
          </p:grpSpPr>
          <p:sp>
            <p:nvSpPr>
              <p:cNvPr id="10" name="任意多边形 11">
                <a:extLst>
                  <a:ext uri="{FF2B5EF4-FFF2-40B4-BE49-F238E27FC236}">
                    <a16:creationId xmlns="" xmlns:a16="http://schemas.microsoft.com/office/drawing/2014/main" id="{70F00A70-44D9-5373-6142-2DA5ABAF3F7A}"/>
                  </a:ext>
                </a:extLst>
              </p:cNvPr>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1" name="组合 12">
                <a:extLst>
                  <a:ext uri="{FF2B5EF4-FFF2-40B4-BE49-F238E27FC236}">
                    <a16:creationId xmlns="" xmlns:a16="http://schemas.microsoft.com/office/drawing/2014/main" id="{A5379E43-D196-B15F-686A-9245D0C59E84}"/>
                  </a:ext>
                </a:extLst>
              </p:cNvPr>
              <p:cNvGrpSpPr/>
              <p:nvPr/>
            </p:nvGrpSpPr>
            <p:grpSpPr>
              <a:xfrm>
                <a:off x="206190" y="526055"/>
                <a:ext cx="276624" cy="276624"/>
                <a:chOff x="5216663" y="2206897"/>
                <a:chExt cx="276624" cy="276624"/>
              </a:xfrm>
            </p:grpSpPr>
            <p:sp>
              <p:nvSpPr>
                <p:cNvPr id="13" name="Oval 35">
                  <a:extLst>
                    <a:ext uri="{FF2B5EF4-FFF2-40B4-BE49-F238E27FC236}">
                      <a16:creationId xmlns="" xmlns:a16="http://schemas.microsoft.com/office/drawing/2014/main" id="{463EB779-AE73-888E-056D-0E24158FD853}"/>
                    </a:ext>
                  </a:extLst>
                </p:cNvPr>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4" name="Oval 35">
                  <a:extLst>
                    <a:ext uri="{FF2B5EF4-FFF2-40B4-BE49-F238E27FC236}">
                      <a16:creationId xmlns="" xmlns:a16="http://schemas.microsoft.com/office/drawing/2014/main" id="{48444000-2742-6295-79F1-DB03FEFA15B2}"/>
                    </a:ext>
                  </a:extLst>
                </p:cNvPr>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2" name="Oval 35">
                <a:extLst>
                  <a:ext uri="{FF2B5EF4-FFF2-40B4-BE49-F238E27FC236}">
                    <a16:creationId xmlns="" xmlns:a16="http://schemas.microsoft.com/office/drawing/2014/main" id="{68970CAF-DF70-D215-C4F4-9B7F11A05C83}"/>
                  </a:ext>
                </a:extLst>
              </p:cNvPr>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6" name="组合 7">
              <a:extLst>
                <a:ext uri="{FF2B5EF4-FFF2-40B4-BE49-F238E27FC236}">
                  <a16:creationId xmlns="" xmlns:a16="http://schemas.microsoft.com/office/drawing/2014/main" id="{1FA9F9ED-05F9-D9CF-A2D2-879851495A77}"/>
                </a:ext>
              </a:extLst>
            </p:cNvPr>
            <p:cNvGrpSpPr/>
            <p:nvPr/>
          </p:nvGrpSpPr>
          <p:grpSpPr>
            <a:xfrm>
              <a:off x="2909925" y="529575"/>
              <a:ext cx="462807" cy="427775"/>
              <a:chOff x="2909925" y="529575"/>
              <a:chExt cx="462807" cy="427775"/>
            </a:xfrm>
          </p:grpSpPr>
          <p:sp>
            <p:nvSpPr>
              <p:cNvPr id="7" name="任意多边形 8">
                <a:extLst>
                  <a:ext uri="{FF2B5EF4-FFF2-40B4-BE49-F238E27FC236}">
                    <a16:creationId xmlns="" xmlns:a16="http://schemas.microsoft.com/office/drawing/2014/main" id="{94272761-B250-DE62-294F-AC79B6123BFE}"/>
                  </a:ext>
                </a:extLst>
              </p:cNvPr>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8" name="Oval 35">
                <a:extLst>
                  <a:ext uri="{FF2B5EF4-FFF2-40B4-BE49-F238E27FC236}">
                    <a16:creationId xmlns="" xmlns:a16="http://schemas.microsoft.com/office/drawing/2014/main" id="{164CAED4-8BE4-07CB-82C4-2511A3F96A26}"/>
                  </a:ext>
                </a:extLst>
              </p:cNvPr>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 name="Oval 35">
                <a:extLst>
                  <a:ext uri="{FF2B5EF4-FFF2-40B4-BE49-F238E27FC236}">
                    <a16:creationId xmlns="" xmlns:a16="http://schemas.microsoft.com/office/drawing/2014/main" id="{37DF0D37-27AF-208A-1536-BC89BFB15B65}"/>
                  </a:ext>
                </a:extLst>
              </p:cNvPr>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5" name="文本框 6">
            <a:extLst>
              <a:ext uri="{FF2B5EF4-FFF2-40B4-BE49-F238E27FC236}">
                <a16:creationId xmlns="" xmlns:a16="http://schemas.microsoft.com/office/drawing/2014/main" id="{887372B3-67A0-D46E-6A87-0421B414E18B}"/>
              </a:ext>
            </a:extLst>
          </p:cNvPr>
          <p:cNvSpPr txBox="1"/>
          <p:nvPr/>
        </p:nvSpPr>
        <p:spPr>
          <a:xfrm>
            <a:off x="229126" y="158066"/>
            <a:ext cx="7467764" cy="923330"/>
          </a:xfrm>
          <a:prstGeom prst="rect">
            <a:avLst/>
          </a:prstGeom>
          <a:noFill/>
        </p:spPr>
        <p:txBody>
          <a:bodyPr wrap="square" rtlCol="0">
            <a:spAutoFit/>
          </a:bodyPr>
          <a:lstStyle/>
          <a:p>
            <a:pPr lvl="0" algn="ctr"/>
            <a:r>
              <a:rPr lang="en-US" sz="2800" b="1" dirty="0">
                <a:solidFill>
                  <a:schemeClr val="dk1"/>
                </a:solidFill>
                <a:latin typeface="Times New Roman"/>
                <a:ea typeface="Times New Roman"/>
                <a:cs typeface="Times New Roman"/>
                <a:sym typeface="Times New Roman"/>
              </a:rPr>
              <a:t>Transient Analysis for Strong-Arm Comparator </a:t>
            </a:r>
            <a:endParaRPr lang="en-US" sz="2800" dirty="0"/>
          </a:p>
          <a:p>
            <a:pPr algn="ctr"/>
            <a:endParaRPr lang="zh-CN" altLang="en-US" sz="2600" b="1" dirty="0">
              <a:latin typeface="+mj-lt"/>
              <a:ea typeface="方正清刻本悦宋简体" panose="02000000000000000000" pitchFamily="2" charset="-122"/>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02083"/>
            <a:ext cx="7696890" cy="5455918"/>
          </a:xfrm>
          <a:prstGeom prst="rect">
            <a:avLst/>
          </a:prstGeom>
        </p:spPr>
      </p:pic>
      <p:pic>
        <p:nvPicPr>
          <p:cNvPr id="16" name="Picture 15"/>
          <p:cNvPicPr>
            <a:picLocks noChangeAspect="1"/>
          </p:cNvPicPr>
          <p:nvPr/>
        </p:nvPicPr>
        <p:blipFill>
          <a:blip r:embed="rId3"/>
          <a:stretch>
            <a:fillRect/>
          </a:stretch>
        </p:blipFill>
        <p:spPr>
          <a:xfrm>
            <a:off x="7696890" y="2298072"/>
            <a:ext cx="4495111" cy="3462096"/>
          </a:xfrm>
          <a:prstGeom prst="rect">
            <a:avLst/>
          </a:prstGeom>
        </p:spPr>
      </p:pic>
    </p:spTree>
    <p:extLst>
      <p:ext uri="{BB962C8B-B14F-4D97-AF65-F5344CB8AC3E}">
        <p14:creationId xmlns:p14="http://schemas.microsoft.com/office/powerpoint/2010/main" val="2044150460"/>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750" fill="hold"/>
                                        <p:tgtEl>
                                          <p:spTgt spid="15"/>
                                        </p:tgtEl>
                                        <p:attrNameLst>
                                          <p:attrName>ppt_x</p:attrName>
                                        </p:attrNameLst>
                                      </p:cBhvr>
                                      <p:tavLst>
                                        <p:tav tm="0">
                                          <p:val>
                                            <p:strVal val="#ppt_x"/>
                                          </p:val>
                                        </p:tav>
                                        <p:tav tm="100000">
                                          <p:val>
                                            <p:strVal val="#ppt_x"/>
                                          </p:val>
                                        </p:tav>
                                      </p:tavLst>
                                    </p:anim>
                                    <p:anim calcmode="lin" valueType="num">
                                      <p:cBhvr additive="base">
                                        <p:cTn id="12" dur="750" fill="hold"/>
                                        <p:tgtEl>
                                          <p:spTgt spid="15"/>
                                        </p:tgtEl>
                                        <p:attrNameLst>
                                          <p:attrName>ppt_y</p:attrName>
                                        </p:attrNameLst>
                                      </p:cBhvr>
                                      <p:tavLst>
                                        <p:tav tm="0">
                                          <p:val>
                                            <p:strVal val="1+#ppt_h/2"/>
                                          </p:val>
                                        </p:tav>
                                        <p:tav tm="100000">
                                          <p:val>
                                            <p:strVal val="#ppt_y"/>
                                          </p:val>
                                        </p:tav>
                                      </p:tavLst>
                                    </p:anim>
                                  </p:childTnLst>
                                </p:cTn>
                              </p:par>
                              <p:par>
                                <p:cTn id="13" presetID="42" presetClass="entr" presetSubtype="0" fill="hold" nodeType="withEffect">
                                  <p:stCondLst>
                                    <p:cond delay="200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1000"/>
                                        <p:tgtEl>
                                          <p:spTgt spid="16"/>
                                        </p:tgtEl>
                                      </p:cBhvr>
                                    </p:animEffect>
                                    <p:anim calcmode="lin" valueType="num">
                                      <p:cBhvr>
                                        <p:cTn id="16" dur="1000" fill="hold"/>
                                        <p:tgtEl>
                                          <p:spTgt spid="16"/>
                                        </p:tgtEl>
                                        <p:attrNameLst>
                                          <p:attrName>ppt_x</p:attrName>
                                        </p:attrNameLst>
                                      </p:cBhvr>
                                      <p:tavLst>
                                        <p:tav tm="0">
                                          <p:val>
                                            <p:strVal val="#ppt_x"/>
                                          </p:val>
                                        </p:tav>
                                        <p:tav tm="100000">
                                          <p:val>
                                            <p:strVal val="#ppt_x"/>
                                          </p:val>
                                        </p:tav>
                                      </p:tavLst>
                                    </p:anim>
                                    <p:anim calcmode="lin" valueType="num">
                                      <p:cBhvr>
                                        <p:cTn id="1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4">
            <a:extLst>
              <a:ext uri="{FF2B5EF4-FFF2-40B4-BE49-F238E27FC236}">
                <a16:creationId xmlns="" xmlns:a16="http://schemas.microsoft.com/office/drawing/2014/main" id="{3E32F614-1F44-C0F3-B006-EDF17941B4F5}"/>
              </a:ext>
            </a:extLst>
          </p:cNvPr>
          <p:cNvGrpSpPr/>
          <p:nvPr/>
        </p:nvGrpSpPr>
        <p:grpSpPr>
          <a:xfrm>
            <a:off x="0" y="564488"/>
            <a:ext cx="3395006" cy="431295"/>
            <a:chOff x="-22274" y="526055"/>
            <a:chExt cx="3395006" cy="431295"/>
          </a:xfrm>
        </p:grpSpPr>
        <p:grpSp>
          <p:nvGrpSpPr>
            <p:cNvPr id="5" name="组合 5">
              <a:extLst>
                <a:ext uri="{FF2B5EF4-FFF2-40B4-BE49-F238E27FC236}">
                  <a16:creationId xmlns="" xmlns:a16="http://schemas.microsoft.com/office/drawing/2014/main" id="{EA1E49F9-7BE1-31F0-1AA4-FC17D17BBCEE}"/>
                </a:ext>
              </a:extLst>
            </p:cNvPr>
            <p:cNvGrpSpPr/>
            <p:nvPr/>
          </p:nvGrpSpPr>
          <p:grpSpPr>
            <a:xfrm>
              <a:off x="-22274" y="526055"/>
              <a:ext cx="2726545" cy="431295"/>
              <a:chOff x="-22274" y="526055"/>
              <a:chExt cx="2726545" cy="431295"/>
            </a:xfrm>
          </p:grpSpPr>
          <p:sp>
            <p:nvSpPr>
              <p:cNvPr id="11" name="任意多边形 11">
                <a:extLst>
                  <a:ext uri="{FF2B5EF4-FFF2-40B4-BE49-F238E27FC236}">
                    <a16:creationId xmlns="" xmlns:a16="http://schemas.microsoft.com/office/drawing/2014/main" id="{70F00A70-44D9-5373-6142-2DA5ABAF3F7A}"/>
                  </a:ext>
                </a:extLst>
              </p:cNvPr>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2" name="组合 12">
                <a:extLst>
                  <a:ext uri="{FF2B5EF4-FFF2-40B4-BE49-F238E27FC236}">
                    <a16:creationId xmlns="" xmlns:a16="http://schemas.microsoft.com/office/drawing/2014/main" id="{A5379E43-D196-B15F-686A-9245D0C59E84}"/>
                  </a:ext>
                </a:extLst>
              </p:cNvPr>
              <p:cNvGrpSpPr/>
              <p:nvPr/>
            </p:nvGrpSpPr>
            <p:grpSpPr>
              <a:xfrm>
                <a:off x="206190" y="526055"/>
                <a:ext cx="276624" cy="276624"/>
                <a:chOff x="5216663" y="2206897"/>
                <a:chExt cx="276624" cy="276624"/>
              </a:xfrm>
            </p:grpSpPr>
            <p:sp>
              <p:nvSpPr>
                <p:cNvPr id="14" name="Oval 35">
                  <a:extLst>
                    <a:ext uri="{FF2B5EF4-FFF2-40B4-BE49-F238E27FC236}">
                      <a16:creationId xmlns="" xmlns:a16="http://schemas.microsoft.com/office/drawing/2014/main" id="{463EB779-AE73-888E-056D-0E24158FD853}"/>
                    </a:ext>
                  </a:extLst>
                </p:cNvPr>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 name="Oval 35">
                  <a:extLst>
                    <a:ext uri="{FF2B5EF4-FFF2-40B4-BE49-F238E27FC236}">
                      <a16:creationId xmlns="" xmlns:a16="http://schemas.microsoft.com/office/drawing/2014/main" id="{48444000-2742-6295-79F1-DB03FEFA15B2}"/>
                    </a:ext>
                  </a:extLst>
                </p:cNvPr>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3" name="Oval 35">
                <a:extLst>
                  <a:ext uri="{FF2B5EF4-FFF2-40B4-BE49-F238E27FC236}">
                    <a16:creationId xmlns="" xmlns:a16="http://schemas.microsoft.com/office/drawing/2014/main" id="{68970CAF-DF70-D215-C4F4-9B7F11A05C83}"/>
                  </a:ext>
                </a:extLst>
              </p:cNvPr>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7" name="组合 7">
              <a:extLst>
                <a:ext uri="{FF2B5EF4-FFF2-40B4-BE49-F238E27FC236}">
                  <a16:creationId xmlns="" xmlns:a16="http://schemas.microsoft.com/office/drawing/2014/main" id="{1FA9F9ED-05F9-D9CF-A2D2-879851495A77}"/>
                </a:ext>
              </a:extLst>
            </p:cNvPr>
            <p:cNvGrpSpPr/>
            <p:nvPr/>
          </p:nvGrpSpPr>
          <p:grpSpPr>
            <a:xfrm>
              <a:off x="2909925" y="529575"/>
              <a:ext cx="462807" cy="427775"/>
              <a:chOff x="2909925" y="529575"/>
              <a:chExt cx="462807" cy="427775"/>
            </a:xfrm>
          </p:grpSpPr>
          <p:sp>
            <p:nvSpPr>
              <p:cNvPr id="8" name="任意多边形 8">
                <a:extLst>
                  <a:ext uri="{FF2B5EF4-FFF2-40B4-BE49-F238E27FC236}">
                    <a16:creationId xmlns="" xmlns:a16="http://schemas.microsoft.com/office/drawing/2014/main" id="{94272761-B250-DE62-294F-AC79B6123BFE}"/>
                  </a:ext>
                </a:extLst>
              </p:cNvPr>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9" name="Oval 35">
                <a:extLst>
                  <a:ext uri="{FF2B5EF4-FFF2-40B4-BE49-F238E27FC236}">
                    <a16:creationId xmlns="" xmlns:a16="http://schemas.microsoft.com/office/drawing/2014/main" id="{164CAED4-8BE4-07CB-82C4-2511A3F96A26}"/>
                  </a:ext>
                </a:extLst>
              </p:cNvPr>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 name="Oval 35">
                <a:extLst>
                  <a:ext uri="{FF2B5EF4-FFF2-40B4-BE49-F238E27FC236}">
                    <a16:creationId xmlns="" xmlns:a16="http://schemas.microsoft.com/office/drawing/2014/main" id="{37DF0D37-27AF-208A-1536-BC89BFB15B65}"/>
                  </a:ext>
                </a:extLst>
              </p:cNvPr>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6" name="文本框 6">
            <a:extLst>
              <a:ext uri="{FF2B5EF4-FFF2-40B4-BE49-F238E27FC236}">
                <a16:creationId xmlns="" xmlns:a16="http://schemas.microsoft.com/office/drawing/2014/main" id="{887372B3-67A0-D46E-6A87-0421B414E18B}"/>
              </a:ext>
            </a:extLst>
          </p:cNvPr>
          <p:cNvSpPr txBox="1"/>
          <p:nvPr/>
        </p:nvSpPr>
        <p:spPr>
          <a:xfrm>
            <a:off x="229126" y="0"/>
            <a:ext cx="7467764" cy="923330"/>
          </a:xfrm>
          <a:prstGeom prst="rect">
            <a:avLst/>
          </a:prstGeom>
          <a:noFill/>
        </p:spPr>
        <p:txBody>
          <a:bodyPr wrap="square" rtlCol="0">
            <a:spAutoFit/>
          </a:bodyPr>
          <a:lstStyle/>
          <a:p>
            <a:pPr lvl="0" algn="ctr"/>
            <a:r>
              <a:rPr lang="en-US" sz="2800" b="1" dirty="0">
                <a:solidFill>
                  <a:schemeClr val="dk1"/>
                </a:solidFill>
                <a:latin typeface="Times New Roman"/>
                <a:ea typeface="Times New Roman"/>
                <a:cs typeface="Times New Roman"/>
                <a:sym typeface="Times New Roman"/>
              </a:rPr>
              <a:t>Transient Analysis for Strong-Arm Comparator </a:t>
            </a:r>
            <a:endParaRPr lang="en-US" sz="2800" dirty="0"/>
          </a:p>
          <a:p>
            <a:pPr algn="ctr"/>
            <a:endParaRPr lang="zh-CN" altLang="en-US" sz="2600" b="1" dirty="0">
              <a:latin typeface="+mj-lt"/>
              <a:ea typeface="方正清刻本悦宋简体" panose="02000000000000000000" pitchFamily="2" charset="-122"/>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82046"/>
            <a:ext cx="7758585" cy="5687472"/>
          </a:xfrm>
          <a:prstGeom prst="rect">
            <a:avLst/>
          </a:prstGeom>
        </p:spPr>
      </p:pic>
      <p:pic>
        <p:nvPicPr>
          <p:cNvPr id="17" name="Picture 16"/>
          <p:cNvPicPr>
            <a:picLocks noChangeAspect="1"/>
          </p:cNvPicPr>
          <p:nvPr/>
        </p:nvPicPr>
        <p:blipFill>
          <a:blip r:embed="rId3"/>
          <a:stretch>
            <a:fillRect/>
          </a:stretch>
        </p:blipFill>
        <p:spPr>
          <a:xfrm>
            <a:off x="7758584" y="2237999"/>
            <a:ext cx="4433415" cy="3518831"/>
          </a:xfrm>
          <a:prstGeom prst="rect">
            <a:avLst/>
          </a:prstGeom>
        </p:spPr>
      </p:pic>
    </p:spTree>
    <p:extLst>
      <p:ext uri="{BB962C8B-B14F-4D97-AF65-F5344CB8AC3E}">
        <p14:creationId xmlns:p14="http://schemas.microsoft.com/office/powerpoint/2010/main" val="2136436845"/>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750" fill="hold"/>
                                        <p:tgtEl>
                                          <p:spTgt spid="16"/>
                                        </p:tgtEl>
                                        <p:attrNameLst>
                                          <p:attrName>ppt_x</p:attrName>
                                        </p:attrNameLst>
                                      </p:cBhvr>
                                      <p:tavLst>
                                        <p:tav tm="0">
                                          <p:val>
                                            <p:strVal val="#ppt_x"/>
                                          </p:val>
                                        </p:tav>
                                        <p:tav tm="100000">
                                          <p:val>
                                            <p:strVal val="#ppt_x"/>
                                          </p:val>
                                        </p:tav>
                                      </p:tavLst>
                                    </p:anim>
                                    <p:anim calcmode="lin" valueType="num">
                                      <p:cBhvr additive="base">
                                        <p:cTn id="12" dur="750" fill="hold"/>
                                        <p:tgtEl>
                                          <p:spTgt spid="16"/>
                                        </p:tgtEl>
                                        <p:attrNameLst>
                                          <p:attrName>ppt_y</p:attrName>
                                        </p:attrNameLst>
                                      </p:cBhvr>
                                      <p:tavLst>
                                        <p:tav tm="0">
                                          <p:val>
                                            <p:strVal val="1+#ppt_h/2"/>
                                          </p:val>
                                        </p:tav>
                                        <p:tav tm="100000">
                                          <p:val>
                                            <p:strVal val="#ppt_y"/>
                                          </p:val>
                                        </p:tav>
                                      </p:tavLst>
                                    </p:anim>
                                  </p:childTnLst>
                                </p:cTn>
                              </p:par>
                              <p:par>
                                <p:cTn id="13" presetID="42" presetClass="entr" presetSubtype="0" fill="hold" nodeType="withEffect">
                                  <p:stCondLst>
                                    <p:cond delay="200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1000"/>
                                        <p:tgtEl>
                                          <p:spTgt spid="17"/>
                                        </p:tgtEl>
                                      </p:cBhvr>
                                    </p:animEffect>
                                    <p:anim calcmode="lin" valueType="num">
                                      <p:cBhvr>
                                        <p:cTn id="16" dur="1000" fill="hold"/>
                                        <p:tgtEl>
                                          <p:spTgt spid="17"/>
                                        </p:tgtEl>
                                        <p:attrNameLst>
                                          <p:attrName>ppt_x</p:attrName>
                                        </p:attrNameLst>
                                      </p:cBhvr>
                                      <p:tavLst>
                                        <p:tav tm="0">
                                          <p:val>
                                            <p:strVal val="#ppt_x"/>
                                          </p:val>
                                        </p:tav>
                                        <p:tav tm="100000">
                                          <p:val>
                                            <p:strVal val="#ppt_x"/>
                                          </p:val>
                                        </p:tav>
                                      </p:tavLst>
                                    </p:anim>
                                    <p:anim calcmode="lin" valueType="num">
                                      <p:cBhvr>
                                        <p:cTn id="17"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410"/>
            <a:ext cx="7758585" cy="5563590"/>
          </a:xfrm>
          <a:prstGeom prst="rect">
            <a:avLst/>
          </a:prstGeom>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34948" r="19489"/>
          <a:stretch/>
        </p:blipFill>
        <p:spPr>
          <a:xfrm>
            <a:off x="7758586" y="4486785"/>
            <a:ext cx="4433414" cy="2371215"/>
          </a:xfrm>
          <a:prstGeom prst="rect">
            <a:avLst/>
          </a:prstGeom>
        </p:spPr>
      </p:pic>
      <p:grpSp>
        <p:nvGrpSpPr>
          <p:cNvPr id="6" name="组合 4">
            <a:extLst>
              <a:ext uri="{FF2B5EF4-FFF2-40B4-BE49-F238E27FC236}">
                <a16:creationId xmlns="" xmlns:a16="http://schemas.microsoft.com/office/drawing/2014/main" id="{3E32F614-1F44-C0F3-B006-EDF17941B4F5}"/>
              </a:ext>
            </a:extLst>
          </p:cNvPr>
          <p:cNvGrpSpPr/>
          <p:nvPr/>
        </p:nvGrpSpPr>
        <p:grpSpPr>
          <a:xfrm>
            <a:off x="0" y="622717"/>
            <a:ext cx="3395006" cy="431295"/>
            <a:chOff x="-22274" y="526055"/>
            <a:chExt cx="3395006" cy="431295"/>
          </a:xfrm>
        </p:grpSpPr>
        <p:grpSp>
          <p:nvGrpSpPr>
            <p:cNvPr id="7" name="组合 5">
              <a:extLst>
                <a:ext uri="{FF2B5EF4-FFF2-40B4-BE49-F238E27FC236}">
                  <a16:creationId xmlns="" xmlns:a16="http://schemas.microsoft.com/office/drawing/2014/main" id="{EA1E49F9-7BE1-31F0-1AA4-FC17D17BBCEE}"/>
                </a:ext>
              </a:extLst>
            </p:cNvPr>
            <p:cNvGrpSpPr/>
            <p:nvPr/>
          </p:nvGrpSpPr>
          <p:grpSpPr>
            <a:xfrm>
              <a:off x="-22274" y="526055"/>
              <a:ext cx="2726545" cy="431295"/>
              <a:chOff x="-22274" y="526055"/>
              <a:chExt cx="2726545" cy="431295"/>
            </a:xfrm>
          </p:grpSpPr>
          <p:sp>
            <p:nvSpPr>
              <p:cNvPr id="12" name="任意多边形 11">
                <a:extLst>
                  <a:ext uri="{FF2B5EF4-FFF2-40B4-BE49-F238E27FC236}">
                    <a16:creationId xmlns="" xmlns:a16="http://schemas.microsoft.com/office/drawing/2014/main" id="{70F00A70-44D9-5373-6142-2DA5ABAF3F7A}"/>
                  </a:ext>
                </a:extLst>
              </p:cNvPr>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3" name="组合 12">
                <a:extLst>
                  <a:ext uri="{FF2B5EF4-FFF2-40B4-BE49-F238E27FC236}">
                    <a16:creationId xmlns="" xmlns:a16="http://schemas.microsoft.com/office/drawing/2014/main" id="{A5379E43-D196-B15F-686A-9245D0C59E84}"/>
                  </a:ext>
                </a:extLst>
              </p:cNvPr>
              <p:cNvGrpSpPr/>
              <p:nvPr/>
            </p:nvGrpSpPr>
            <p:grpSpPr>
              <a:xfrm>
                <a:off x="206190" y="526055"/>
                <a:ext cx="276624" cy="276624"/>
                <a:chOff x="5216663" y="2206897"/>
                <a:chExt cx="276624" cy="276624"/>
              </a:xfrm>
            </p:grpSpPr>
            <p:sp>
              <p:nvSpPr>
                <p:cNvPr id="15" name="Oval 35">
                  <a:extLst>
                    <a:ext uri="{FF2B5EF4-FFF2-40B4-BE49-F238E27FC236}">
                      <a16:creationId xmlns="" xmlns:a16="http://schemas.microsoft.com/office/drawing/2014/main" id="{463EB779-AE73-888E-056D-0E24158FD853}"/>
                    </a:ext>
                  </a:extLst>
                </p:cNvPr>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 name="Oval 35">
                  <a:extLst>
                    <a:ext uri="{FF2B5EF4-FFF2-40B4-BE49-F238E27FC236}">
                      <a16:creationId xmlns="" xmlns:a16="http://schemas.microsoft.com/office/drawing/2014/main" id="{48444000-2742-6295-79F1-DB03FEFA15B2}"/>
                    </a:ext>
                  </a:extLst>
                </p:cNvPr>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4" name="Oval 35">
                <a:extLst>
                  <a:ext uri="{FF2B5EF4-FFF2-40B4-BE49-F238E27FC236}">
                    <a16:creationId xmlns="" xmlns:a16="http://schemas.microsoft.com/office/drawing/2014/main" id="{68970CAF-DF70-D215-C4F4-9B7F11A05C83}"/>
                  </a:ext>
                </a:extLst>
              </p:cNvPr>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8" name="组合 7">
              <a:extLst>
                <a:ext uri="{FF2B5EF4-FFF2-40B4-BE49-F238E27FC236}">
                  <a16:creationId xmlns="" xmlns:a16="http://schemas.microsoft.com/office/drawing/2014/main" id="{1FA9F9ED-05F9-D9CF-A2D2-879851495A77}"/>
                </a:ext>
              </a:extLst>
            </p:cNvPr>
            <p:cNvGrpSpPr/>
            <p:nvPr/>
          </p:nvGrpSpPr>
          <p:grpSpPr>
            <a:xfrm>
              <a:off x="2909925" y="529575"/>
              <a:ext cx="462807" cy="427775"/>
              <a:chOff x="2909925" y="529575"/>
              <a:chExt cx="462807" cy="427775"/>
            </a:xfrm>
          </p:grpSpPr>
          <p:sp>
            <p:nvSpPr>
              <p:cNvPr id="9" name="任意多边形 8">
                <a:extLst>
                  <a:ext uri="{FF2B5EF4-FFF2-40B4-BE49-F238E27FC236}">
                    <a16:creationId xmlns="" xmlns:a16="http://schemas.microsoft.com/office/drawing/2014/main" id="{94272761-B250-DE62-294F-AC79B6123BFE}"/>
                  </a:ext>
                </a:extLst>
              </p:cNvPr>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10" name="Oval 35">
                <a:extLst>
                  <a:ext uri="{FF2B5EF4-FFF2-40B4-BE49-F238E27FC236}">
                    <a16:creationId xmlns="" xmlns:a16="http://schemas.microsoft.com/office/drawing/2014/main" id="{164CAED4-8BE4-07CB-82C4-2511A3F96A26}"/>
                  </a:ext>
                </a:extLst>
              </p:cNvPr>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 name="Oval 35">
                <a:extLst>
                  <a:ext uri="{FF2B5EF4-FFF2-40B4-BE49-F238E27FC236}">
                    <a16:creationId xmlns="" xmlns:a16="http://schemas.microsoft.com/office/drawing/2014/main" id="{37DF0D37-27AF-208A-1536-BC89BFB15B65}"/>
                  </a:ext>
                </a:extLst>
              </p:cNvPr>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7" name="文本框 6">
            <a:extLst>
              <a:ext uri="{FF2B5EF4-FFF2-40B4-BE49-F238E27FC236}">
                <a16:creationId xmlns="" xmlns:a16="http://schemas.microsoft.com/office/drawing/2014/main" id="{887372B3-67A0-D46E-6A87-0421B414E18B}"/>
              </a:ext>
            </a:extLst>
          </p:cNvPr>
          <p:cNvSpPr txBox="1"/>
          <p:nvPr/>
        </p:nvSpPr>
        <p:spPr>
          <a:xfrm>
            <a:off x="229126" y="58229"/>
            <a:ext cx="9378012" cy="923330"/>
          </a:xfrm>
          <a:prstGeom prst="rect">
            <a:avLst/>
          </a:prstGeom>
          <a:noFill/>
        </p:spPr>
        <p:txBody>
          <a:bodyPr wrap="square" rtlCol="0">
            <a:spAutoFit/>
          </a:bodyPr>
          <a:lstStyle/>
          <a:p>
            <a:pPr lvl="0" algn="ctr"/>
            <a:r>
              <a:rPr lang="en-US" sz="2800" b="1" dirty="0">
                <a:solidFill>
                  <a:schemeClr val="dk1"/>
                </a:solidFill>
                <a:latin typeface="Times New Roman"/>
                <a:ea typeface="Times New Roman"/>
                <a:cs typeface="Times New Roman"/>
                <a:sym typeface="Times New Roman"/>
              </a:rPr>
              <a:t>Transient Analysis for Strong-Arm </a:t>
            </a:r>
            <a:r>
              <a:rPr lang="en-US" sz="2800" b="1" dirty="0" smtClean="0">
                <a:solidFill>
                  <a:schemeClr val="dk1"/>
                </a:solidFill>
                <a:latin typeface="Times New Roman"/>
                <a:ea typeface="Times New Roman"/>
                <a:cs typeface="Times New Roman"/>
                <a:sym typeface="Times New Roman"/>
              </a:rPr>
              <a:t>Comparator with Buffer </a:t>
            </a:r>
            <a:endParaRPr lang="en-US" sz="2800" dirty="0"/>
          </a:p>
          <a:p>
            <a:pPr algn="ctr"/>
            <a:endParaRPr lang="zh-CN" altLang="en-US" sz="2600" b="1" dirty="0">
              <a:latin typeface="+mj-lt"/>
              <a:ea typeface="方正清刻本悦宋简体" panose="02000000000000000000" pitchFamily="2" charset="-122"/>
            </a:endParaRPr>
          </a:p>
        </p:txBody>
      </p:sp>
      <p:pic>
        <p:nvPicPr>
          <p:cNvPr id="18" name="Picture 17"/>
          <p:cNvPicPr>
            <a:picLocks noChangeAspect="1"/>
          </p:cNvPicPr>
          <p:nvPr/>
        </p:nvPicPr>
        <p:blipFill>
          <a:blip r:embed="rId4"/>
          <a:stretch>
            <a:fillRect/>
          </a:stretch>
        </p:blipFill>
        <p:spPr>
          <a:xfrm>
            <a:off x="7830065" y="1076379"/>
            <a:ext cx="4361935" cy="3462096"/>
          </a:xfrm>
          <a:prstGeom prst="rect">
            <a:avLst/>
          </a:prstGeom>
        </p:spPr>
      </p:pic>
    </p:spTree>
    <p:extLst>
      <p:ext uri="{BB962C8B-B14F-4D97-AF65-F5344CB8AC3E}">
        <p14:creationId xmlns:p14="http://schemas.microsoft.com/office/powerpoint/2010/main" val="1718429238"/>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750" fill="hold"/>
                                        <p:tgtEl>
                                          <p:spTgt spid="17"/>
                                        </p:tgtEl>
                                        <p:attrNameLst>
                                          <p:attrName>ppt_x</p:attrName>
                                        </p:attrNameLst>
                                      </p:cBhvr>
                                      <p:tavLst>
                                        <p:tav tm="0">
                                          <p:val>
                                            <p:strVal val="#ppt_x"/>
                                          </p:val>
                                        </p:tav>
                                        <p:tav tm="100000">
                                          <p:val>
                                            <p:strVal val="#ppt_x"/>
                                          </p:val>
                                        </p:tav>
                                      </p:tavLst>
                                    </p:anim>
                                    <p:anim calcmode="lin" valueType="num">
                                      <p:cBhvr additive="base">
                                        <p:cTn id="12" dur="750" fill="hold"/>
                                        <p:tgtEl>
                                          <p:spTgt spid="17"/>
                                        </p:tgtEl>
                                        <p:attrNameLst>
                                          <p:attrName>ppt_y</p:attrName>
                                        </p:attrNameLst>
                                      </p:cBhvr>
                                      <p:tavLst>
                                        <p:tav tm="0">
                                          <p:val>
                                            <p:strVal val="1+#ppt_h/2"/>
                                          </p:val>
                                        </p:tav>
                                        <p:tav tm="100000">
                                          <p:val>
                                            <p:strVal val="#ppt_y"/>
                                          </p:val>
                                        </p:tav>
                                      </p:tavLst>
                                    </p:anim>
                                  </p:childTnLst>
                                </p:cTn>
                              </p:par>
                              <p:par>
                                <p:cTn id="13" presetID="42" presetClass="entr" presetSubtype="0" fill="hold" nodeType="withEffect">
                                  <p:stCondLst>
                                    <p:cond delay="200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1000"/>
                                        <p:tgtEl>
                                          <p:spTgt spid="18"/>
                                        </p:tgtEl>
                                      </p:cBhvr>
                                    </p:animEffect>
                                    <p:anim calcmode="lin" valueType="num">
                                      <p:cBhvr>
                                        <p:cTn id="16" dur="1000" fill="hold"/>
                                        <p:tgtEl>
                                          <p:spTgt spid="18"/>
                                        </p:tgtEl>
                                        <p:attrNameLst>
                                          <p:attrName>ppt_x</p:attrName>
                                        </p:attrNameLst>
                                      </p:cBhvr>
                                      <p:tavLst>
                                        <p:tav tm="0">
                                          <p:val>
                                            <p:strVal val="#ppt_x"/>
                                          </p:val>
                                        </p:tav>
                                        <p:tav tm="100000">
                                          <p:val>
                                            <p:strVal val="#ppt_x"/>
                                          </p:val>
                                        </p:tav>
                                      </p:tavLst>
                                    </p:anim>
                                    <p:anim calcmode="lin" valueType="num">
                                      <p:cBhvr>
                                        <p:cTn id="17"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70528"/>
            <a:ext cx="7849590" cy="5687472"/>
          </a:xfrm>
          <a:prstGeom prst="rect">
            <a:avLst/>
          </a:prstGeom>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34948" r="19489"/>
          <a:stretch/>
        </p:blipFill>
        <p:spPr>
          <a:xfrm>
            <a:off x="7758586" y="4486785"/>
            <a:ext cx="4433414" cy="2371215"/>
          </a:xfrm>
          <a:prstGeom prst="rect">
            <a:avLst/>
          </a:prstGeom>
        </p:spPr>
      </p:pic>
      <p:grpSp>
        <p:nvGrpSpPr>
          <p:cNvPr id="7" name="组合 4">
            <a:extLst>
              <a:ext uri="{FF2B5EF4-FFF2-40B4-BE49-F238E27FC236}">
                <a16:creationId xmlns="" xmlns:a16="http://schemas.microsoft.com/office/drawing/2014/main" id="{3E32F614-1F44-C0F3-B006-EDF17941B4F5}"/>
              </a:ext>
            </a:extLst>
          </p:cNvPr>
          <p:cNvGrpSpPr/>
          <p:nvPr/>
        </p:nvGrpSpPr>
        <p:grpSpPr>
          <a:xfrm>
            <a:off x="0" y="622717"/>
            <a:ext cx="3395006" cy="431295"/>
            <a:chOff x="-22274" y="526055"/>
            <a:chExt cx="3395006" cy="431295"/>
          </a:xfrm>
        </p:grpSpPr>
        <p:grpSp>
          <p:nvGrpSpPr>
            <p:cNvPr id="8" name="组合 5">
              <a:extLst>
                <a:ext uri="{FF2B5EF4-FFF2-40B4-BE49-F238E27FC236}">
                  <a16:creationId xmlns="" xmlns:a16="http://schemas.microsoft.com/office/drawing/2014/main" id="{EA1E49F9-7BE1-31F0-1AA4-FC17D17BBCEE}"/>
                </a:ext>
              </a:extLst>
            </p:cNvPr>
            <p:cNvGrpSpPr/>
            <p:nvPr/>
          </p:nvGrpSpPr>
          <p:grpSpPr>
            <a:xfrm>
              <a:off x="-22274" y="526055"/>
              <a:ext cx="2726545" cy="431295"/>
              <a:chOff x="-22274" y="526055"/>
              <a:chExt cx="2726545" cy="431295"/>
            </a:xfrm>
          </p:grpSpPr>
          <p:sp>
            <p:nvSpPr>
              <p:cNvPr id="13" name="任意多边形 11">
                <a:extLst>
                  <a:ext uri="{FF2B5EF4-FFF2-40B4-BE49-F238E27FC236}">
                    <a16:creationId xmlns="" xmlns:a16="http://schemas.microsoft.com/office/drawing/2014/main" id="{70F00A70-44D9-5373-6142-2DA5ABAF3F7A}"/>
                  </a:ext>
                </a:extLst>
              </p:cNvPr>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4" name="组合 12">
                <a:extLst>
                  <a:ext uri="{FF2B5EF4-FFF2-40B4-BE49-F238E27FC236}">
                    <a16:creationId xmlns="" xmlns:a16="http://schemas.microsoft.com/office/drawing/2014/main" id="{A5379E43-D196-B15F-686A-9245D0C59E84}"/>
                  </a:ext>
                </a:extLst>
              </p:cNvPr>
              <p:cNvGrpSpPr/>
              <p:nvPr/>
            </p:nvGrpSpPr>
            <p:grpSpPr>
              <a:xfrm>
                <a:off x="206190" y="526055"/>
                <a:ext cx="276624" cy="276624"/>
                <a:chOff x="5216663" y="2206897"/>
                <a:chExt cx="276624" cy="276624"/>
              </a:xfrm>
            </p:grpSpPr>
            <p:sp>
              <p:nvSpPr>
                <p:cNvPr id="16" name="Oval 35">
                  <a:extLst>
                    <a:ext uri="{FF2B5EF4-FFF2-40B4-BE49-F238E27FC236}">
                      <a16:creationId xmlns="" xmlns:a16="http://schemas.microsoft.com/office/drawing/2014/main" id="{463EB779-AE73-888E-056D-0E24158FD853}"/>
                    </a:ext>
                  </a:extLst>
                </p:cNvPr>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 name="Oval 35">
                  <a:extLst>
                    <a:ext uri="{FF2B5EF4-FFF2-40B4-BE49-F238E27FC236}">
                      <a16:creationId xmlns="" xmlns:a16="http://schemas.microsoft.com/office/drawing/2014/main" id="{48444000-2742-6295-79F1-DB03FEFA15B2}"/>
                    </a:ext>
                  </a:extLst>
                </p:cNvPr>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5" name="Oval 35">
                <a:extLst>
                  <a:ext uri="{FF2B5EF4-FFF2-40B4-BE49-F238E27FC236}">
                    <a16:creationId xmlns="" xmlns:a16="http://schemas.microsoft.com/office/drawing/2014/main" id="{68970CAF-DF70-D215-C4F4-9B7F11A05C83}"/>
                  </a:ext>
                </a:extLst>
              </p:cNvPr>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9" name="组合 7">
              <a:extLst>
                <a:ext uri="{FF2B5EF4-FFF2-40B4-BE49-F238E27FC236}">
                  <a16:creationId xmlns="" xmlns:a16="http://schemas.microsoft.com/office/drawing/2014/main" id="{1FA9F9ED-05F9-D9CF-A2D2-879851495A77}"/>
                </a:ext>
              </a:extLst>
            </p:cNvPr>
            <p:cNvGrpSpPr/>
            <p:nvPr/>
          </p:nvGrpSpPr>
          <p:grpSpPr>
            <a:xfrm>
              <a:off x="2909925" y="529575"/>
              <a:ext cx="462807" cy="427775"/>
              <a:chOff x="2909925" y="529575"/>
              <a:chExt cx="462807" cy="427775"/>
            </a:xfrm>
          </p:grpSpPr>
          <p:sp>
            <p:nvSpPr>
              <p:cNvPr id="10" name="任意多边形 8">
                <a:extLst>
                  <a:ext uri="{FF2B5EF4-FFF2-40B4-BE49-F238E27FC236}">
                    <a16:creationId xmlns="" xmlns:a16="http://schemas.microsoft.com/office/drawing/2014/main" id="{94272761-B250-DE62-294F-AC79B6123BFE}"/>
                  </a:ext>
                </a:extLst>
              </p:cNvPr>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11" name="Oval 35">
                <a:extLst>
                  <a:ext uri="{FF2B5EF4-FFF2-40B4-BE49-F238E27FC236}">
                    <a16:creationId xmlns="" xmlns:a16="http://schemas.microsoft.com/office/drawing/2014/main" id="{164CAED4-8BE4-07CB-82C4-2511A3F96A26}"/>
                  </a:ext>
                </a:extLst>
              </p:cNvPr>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 name="Oval 35">
                <a:extLst>
                  <a:ext uri="{FF2B5EF4-FFF2-40B4-BE49-F238E27FC236}">
                    <a16:creationId xmlns="" xmlns:a16="http://schemas.microsoft.com/office/drawing/2014/main" id="{37DF0D37-27AF-208A-1536-BC89BFB15B65}"/>
                  </a:ext>
                </a:extLst>
              </p:cNvPr>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8" name="文本框 6">
            <a:extLst>
              <a:ext uri="{FF2B5EF4-FFF2-40B4-BE49-F238E27FC236}">
                <a16:creationId xmlns="" xmlns:a16="http://schemas.microsoft.com/office/drawing/2014/main" id="{887372B3-67A0-D46E-6A87-0421B414E18B}"/>
              </a:ext>
            </a:extLst>
          </p:cNvPr>
          <p:cNvSpPr txBox="1"/>
          <p:nvPr/>
        </p:nvSpPr>
        <p:spPr>
          <a:xfrm>
            <a:off x="229126" y="58229"/>
            <a:ext cx="9378012" cy="923330"/>
          </a:xfrm>
          <a:prstGeom prst="rect">
            <a:avLst/>
          </a:prstGeom>
          <a:noFill/>
        </p:spPr>
        <p:txBody>
          <a:bodyPr wrap="square" rtlCol="0">
            <a:spAutoFit/>
          </a:bodyPr>
          <a:lstStyle/>
          <a:p>
            <a:pPr lvl="0" algn="ctr"/>
            <a:r>
              <a:rPr lang="en-US" sz="2800" b="1" dirty="0">
                <a:solidFill>
                  <a:schemeClr val="dk1"/>
                </a:solidFill>
                <a:latin typeface="Times New Roman"/>
                <a:ea typeface="Times New Roman"/>
                <a:cs typeface="Times New Roman"/>
                <a:sym typeface="Times New Roman"/>
              </a:rPr>
              <a:t>Transient Analysis for Strong-Arm </a:t>
            </a:r>
            <a:r>
              <a:rPr lang="en-US" sz="2800" b="1" dirty="0" smtClean="0">
                <a:solidFill>
                  <a:schemeClr val="dk1"/>
                </a:solidFill>
                <a:latin typeface="Times New Roman"/>
                <a:ea typeface="Times New Roman"/>
                <a:cs typeface="Times New Roman"/>
                <a:sym typeface="Times New Roman"/>
              </a:rPr>
              <a:t>Comparator with Buffer </a:t>
            </a:r>
            <a:endParaRPr lang="en-US" sz="2800" dirty="0"/>
          </a:p>
          <a:p>
            <a:pPr algn="ctr"/>
            <a:endParaRPr lang="zh-CN" altLang="en-US" sz="2600" b="1" dirty="0">
              <a:latin typeface="+mj-lt"/>
              <a:ea typeface="方正清刻本悦宋简体" panose="02000000000000000000" pitchFamily="2" charset="-122"/>
            </a:endParaRPr>
          </a:p>
        </p:txBody>
      </p:sp>
      <p:pic>
        <p:nvPicPr>
          <p:cNvPr id="19" name="Picture 18"/>
          <p:cNvPicPr>
            <a:picLocks noChangeAspect="1"/>
          </p:cNvPicPr>
          <p:nvPr/>
        </p:nvPicPr>
        <p:blipFill>
          <a:blip r:embed="rId4"/>
          <a:stretch>
            <a:fillRect/>
          </a:stretch>
        </p:blipFill>
        <p:spPr>
          <a:xfrm>
            <a:off x="7830065" y="1024689"/>
            <a:ext cx="4361935" cy="3462096"/>
          </a:xfrm>
          <a:prstGeom prst="rect">
            <a:avLst/>
          </a:prstGeom>
        </p:spPr>
      </p:pic>
    </p:spTree>
    <p:extLst>
      <p:ext uri="{BB962C8B-B14F-4D97-AF65-F5344CB8AC3E}">
        <p14:creationId xmlns:p14="http://schemas.microsoft.com/office/powerpoint/2010/main" val="4063779586"/>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750" fill="hold"/>
                                        <p:tgtEl>
                                          <p:spTgt spid="18"/>
                                        </p:tgtEl>
                                        <p:attrNameLst>
                                          <p:attrName>ppt_x</p:attrName>
                                        </p:attrNameLst>
                                      </p:cBhvr>
                                      <p:tavLst>
                                        <p:tav tm="0">
                                          <p:val>
                                            <p:strVal val="#ppt_x"/>
                                          </p:val>
                                        </p:tav>
                                        <p:tav tm="100000">
                                          <p:val>
                                            <p:strVal val="#ppt_x"/>
                                          </p:val>
                                        </p:tav>
                                      </p:tavLst>
                                    </p:anim>
                                    <p:anim calcmode="lin" valueType="num">
                                      <p:cBhvr additive="base">
                                        <p:cTn id="12" dur="750" fill="hold"/>
                                        <p:tgtEl>
                                          <p:spTgt spid="18"/>
                                        </p:tgtEl>
                                        <p:attrNameLst>
                                          <p:attrName>ppt_y</p:attrName>
                                        </p:attrNameLst>
                                      </p:cBhvr>
                                      <p:tavLst>
                                        <p:tav tm="0">
                                          <p:val>
                                            <p:strVal val="1+#ppt_h/2"/>
                                          </p:val>
                                        </p:tav>
                                        <p:tav tm="100000">
                                          <p:val>
                                            <p:strVal val="#ppt_y"/>
                                          </p:val>
                                        </p:tav>
                                      </p:tavLst>
                                    </p:anim>
                                  </p:childTnLst>
                                </p:cTn>
                              </p:par>
                              <p:par>
                                <p:cTn id="13" presetID="42" presetClass="entr" presetSubtype="0" fill="hold" nodeType="withEffect">
                                  <p:stCondLst>
                                    <p:cond delay="200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1000"/>
                                        <p:tgtEl>
                                          <p:spTgt spid="19"/>
                                        </p:tgtEl>
                                      </p:cBhvr>
                                    </p:animEffect>
                                    <p:anim calcmode="lin" valueType="num">
                                      <p:cBhvr>
                                        <p:cTn id="16" dur="1000" fill="hold"/>
                                        <p:tgtEl>
                                          <p:spTgt spid="19"/>
                                        </p:tgtEl>
                                        <p:attrNameLst>
                                          <p:attrName>ppt_x</p:attrName>
                                        </p:attrNameLst>
                                      </p:cBhvr>
                                      <p:tavLst>
                                        <p:tav tm="0">
                                          <p:val>
                                            <p:strVal val="#ppt_x"/>
                                          </p:val>
                                        </p:tav>
                                        <p:tav tm="100000">
                                          <p:val>
                                            <p:strVal val="#ppt_x"/>
                                          </p:val>
                                        </p:tav>
                                      </p:tavLst>
                                    </p:anim>
                                    <p:anim calcmode="lin" valueType="num">
                                      <p:cBhvr>
                                        <p:cTn id="17"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70674"/>
            <a:ext cx="7656670" cy="5387326"/>
          </a:xfrm>
          <a:prstGeom prst="rect">
            <a:avLst/>
          </a:prstGeom>
        </p:spPr>
      </p:pic>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34948" r="19489"/>
          <a:stretch/>
        </p:blipFill>
        <p:spPr>
          <a:xfrm>
            <a:off x="7980218" y="2637223"/>
            <a:ext cx="4211782" cy="2088018"/>
          </a:xfrm>
          <a:prstGeom prst="rect">
            <a:avLst/>
          </a:prstGeom>
        </p:spPr>
      </p:pic>
      <p:pic>
        <p:nvPicPr>
          <p:cNvPr id="7" name="Picture 6"/>
          <p:cNvPicPr>
            <a:picLocks noChangeAspect="1"/>
          </p:cNvPicPr>
          <p:nvPr/>
        </p:nvPicPr>
        <p:blipFill rotWithShape="1">
          <a:blip r:embed="rId4"/>
          <a:srcRect l="4884" t="3955" b="2133"/>
          <a:stretch/>
        </p:blipFill>
        <p:spPr>
          <a:xfrm>
            <a:off x="7656670" y="4725241"/>
            <a:ext cx="4535330" cy="2132758"/>
          </a:xfrm>
          <a:prstGeom prst="rect">
            <a:avLst/>
          </a:prstGeom>
        </p:spPr>
      </p:pic>
      <p:grpSp>
        <p:nvGrpSpPr>
          <p:cNvPr id="6" name="组合 4">
            <a:extLst>
              <a:ext uri="{FF2B5EF4-FFF2-40B4-BE49-F238E27FC236}">
                <a16:creationId xmlns="" xmlns:a16="http://schemas.microsoft.com/office/drawing/2014/main" id="{3E32F614-1F44-C0F3-B006-EDF17941B4F5}"/>
              </a:ext>
            </a:extLst>
          </p:cNvPr>
          <p:cNvGrpSpPr/>
          <p:nvPr/>
        </p:nvGrpSpPr>
        <p:grpSpPr>
          <a:xfrm>
            <a:off x="0" y="855161"/>
            <a:ext cx="3395006" cy="431295"/>
            <a:chOff x="-22274" y="526055"/>
            <a:chExt cx="3395006" cy="431295"/>
          </a:xfrm>
        </p:grpSpPr>
        <p:grpSp>
          <p:nvGrpSpPr>
            <p:cNvPr id="8" name="组合 5">
              <a:extLst>
                <a:ext uri="{FF2B5EF4-FFF2-40B4-BE49-F238E27FC236}">
                  <a16:creationId xmlns="" xmlns:a16="http://schemas.microsoft.com/office/drawing/2014/main" id="{EA1E49F9-7BE1-31F0-1AA4-FC17D17BBCEE}"/>
                </a:ext>
              </a:extLst>
            </p:cNvPr>
            <p:cNvGrpSpPr/>
            <p:nvPr/>
          </p:nvGrpSpPr>
          <p:grpSpPr>
            <a:xfrm>
              <a:off x="-22274" y="526055"/>
              <a:ext cx="2726545" cy="431295"/>
              <a:chOff x="-22274" y="526055"/>
              <a:chExt cx="2726545" cy="431295"/>
            </a:xfrm>
          </p:grpSpPr>
          <p:sp>
            <p:nvSpPr>
              <p:cNvPr id="13" name="任意多边形 11">
                <a:extLst>
                  <a:ext uri="{FF2B5EF4-FFF2-40B4-BE49-F238E27FC236}">
                    <a16:creationId xmlns="" xmlns:a16="http://schemas.microsoft.com/office/drawing/2014/main" id="{70F00A70-44D9-5373-6142-2DA5ABAF3F7A}"/>
                  </a:ext>
                </a:extLst>
              </p:cNvPr>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4" name="组合 12">
                <a:extLst>
                  <a:ext uri="{FF2B5EF4-FFF2-40B4-BE49-F238E27FC236}">
                    <a16:creationId xmlns="" xmlns:a16="http://schemas.microsoft.com/office/drawing/2014/main" id="{A5379E43-D196-B15F-686A-9245D0C59E84}"/>
                  </a:ext>
                </a:extLst>
              </p:cNvPr>
              <p:cNvGrpSpPr/>
              <p:nvPr/>
            </p:nvGrpSpPr>
            <p:grpSpPr>
              <a:xfrm>
                <a:off x="206190" y="526055"/>
                <a:ext cx="276624" cy="276624"/>
                <a:chOff x="5216663" y="2206897"/>
                <a:chExt cx="276624" cy="276624"/>
              </a:xfrm>
            </p:grpSpPr>
            <p:sp>
              <p:nvSpPr>
                <p:cNvPr id="16" name="Oval 35">
                  <a:extLst>
                    <a:ext uri="{FF2B5EF4-FFF2-40B4-BE49-F238E27FC236}">
                      <a16:creationId xmlns="" xmlns:a16="http://schemas.microsoft.com/office/drawing/2014/main" id="{463EB779-AE73-888E-056D-0E24158FD853}"/>
                    </a:ext>
                  </a:extLst>
                </p:cNvPr>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7" name="Oval 35">
                  <a:extLst>
                    <a:ext uri="{FF2B5EF4-FFF2-40B4-BE49-F238E27FC236}">
                      <a16:creationId xmlns="" xmlns:a16="http://schemas.microsoft.com/office/drawing/2014/main" id="{48444000-2742-6295-79F1-DB03FEFA15B2}"/>
                    </a:ext>
                  </a:extLst>
                </p:cNvPr>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5" name="Oval 35">
                <a:extLst>
                  <a:ext uri="{FF2B5EF4-FFF2-40B4-BE49-F238E27FC236}">
                    <a16:creationId xmlns="" xmlns:a16="http://schemas.microsoft.com/office/drawing/2014/main" id="{68970CAF-DF70-D215-C4F4-9B7F11A05C83}"/>
                  </a:ext>
                </a:extLst>
              </p:cNvPr>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9" name="组合 7">
              <a:extLst>
                <a:ext uri="{FF2B5EF4-FFF2-40B4-BE49-F238E27FC236}">
                  <a16:creationId xmlns="" xmlns:a16="http://schemas.microsoft.com/office/drawing/2014/main" id="{1FA9F9ED-05F9-D9CF-A2D2-879851495A77}"/>
                </a:ext>
              </a:extLst>
            </p:cNvPr>
            <p:cNvGrpSpPr/>
            <p:nvPr/>
          </p:nvGrpSpPr>
          <p:grpSpPr>
            <a:xfrm>
              <a:off x="2909925" y="529575"/>
              <a:ext cx="462807" cy="427775"/>
              <a:chOff x="2909925" y="529575"/>
              <a:chExt cx="462807" cy="427775"/>
            </a:xfrm>
          </p:grpSpPr>
          <p:sp>
            <p:nvSpPr>
              <p:cNvPr id="10" name="任意多边形 8">
                <a:extLst>
                  <a:ext uri="{FF2B5EF4-FFF2-40B4-BE49-F238E27FC236}">
                    <a16:creationId xmlns="" xmlns:a16="http://schemas.microsoft.com/office/drawing/2014/main" id="{94272761-B250-DE62-294F-AC79B6123BFE}"/>
                  </a:ext>
                </a:extLst>
              </p:cNvPr>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11" name="Oval 35">
                <a:extLst>
                  <a:ext uri="{FF2B5EF4-FFF2-40B4-BE49-F238E27FC236}">
                    <a16:creationId xmlns="" xmlns:a16="http://schemas.microsoft.com/office/drawing/2014/main" id="{164CAED4-8BE4-07CB-82C4-2511A3F96A26}"/>
                  </a:ext>
                </a:extLst>
              </p:cNvPr>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 name="Oval 35">
                <a:extLst>
                  <a:ext uri="{FF2B5EF4-FFF2-40B4-BE49-F238E27FC236}">
                    <a16:creationId xmlns="" xmlns:a16="http://schemas.microsoft.com/office/drawing/2014/main" id="{37DF0D37-27AF-208A-1536-BC89BFB15B65}"/>
                  </a:ext>
                </a:extLst>
              </p:cNvPr>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8" name="文本框 6">
            <a:extLst>
              <a:ext uri="{FF2B5EF4-FFF2-40B4-BE49-F238E27FC236}">
                <a16:creationId xmlns="" xmlns:a16="http://schemas.microsoft.com/office/drawing/2014/main" id="{887372B3-67A0-D46E-6A87-0421B414E18B}"/>
              </a:ext>
            </a:extLst>
          </p:cNvPr>
          <p:cNvSpPr txBox="1"/>
          <p:nvPr/>
        </p:nvSpPr>
        <p:spPr>
          <a:xfrm>
            <a:off x="0" y="-67761"/>
            <a:ext cx="7656670" cy="1354217"/>
          </a:xfrm>
          <a:prstGeom prst="rect">
            <a:avLst/>
          </a:prstGeom>
          <a:noFill/>
        </p:spPr>
        <p:txBody>
          <a:bodyPr wrap="square" rtlCol="0">
            <a:spAutoFit/>
          </a:bodyPr>
          <a:lstStyle/>
          <a:p>
            <a:pPr lvl="0" algn="ctr"/>
            <a:r>
              <a:rPr lang="en-US" sz="2800" b="1" dirty="0">
                <a:solidFill>
                  <a:schemeClr val="dk1"/>
                </a:solidFill>
                <a:latin typeface="Times New Roman"/>
                <a:ea typeface="Times New Roman"/>
                <a:cs typeface="Times New Roman"/>
                <a:sym typeface="Times New Roman"/>
              </a:rPr>
              <a:t>Transient Analysis for Strong-Arm </a:t>
            </a:r>
            <a:r>
              <a:rPr lang="en-US" sz="2800" b="1" dirty="0" smtClean="0">
                <a:solidFill>
                  <a:schemeClr val="dk1"/>
                </a:solidFill>
                <a:latin typeface="Times New Roman"/>
                <a:ea typeface="Times New Roman"/>
                <a:cs typeface="Times New Roman"/>
                <a:sym typeface="Times New Roman"/>
              </a:rPr>
              <a:t>Comparator with Buffer and SR-Latch</a:t>
            </a:r>
            <a:endParaRPr lang="en-US" sz="2800" dirty="0"/>
          </a:p>
          <a:p>
            <a:pPr algn="ctr"/>
            <a:endParaRPr lang="zh-CN" altLang="en-US" sz="2600" b="1" dirty="0">
              <a:latin typeface="+mj-lt"/>
              <a:ea typeface="方正清刻本悦宋简体" panose="02000000000000000000" pitchFamily="2" charset="-122"/>
            </a:endParaRPr>
          </a:p>
        </p:txBody>
      </p:sp>
      <p:pic>
        <p:nvPicPr>
          <p:cNvPr id="19" name="Picture 18"/>
          <p:cNvPicPr>
            <a:picLocks noChangeAspect="1"/>
          </p:cNvPicPr>
          <p:nvPr/>
        </p:nvPicPr>
        <p:blipFill>
          <a:blip r:embed="rId5"/>
          <a:stretch>
            <a:fillRect/>
          </a:stretch>
        </p:blipFill>
        <p:spPr>
          <a:xfrm>
            <a:off x="8312529" y="0"/>
            <a:ext cx="3879471" cy="2886851"/>
          </a:xfrm>
          <a:prstGeom prst="rect">
            <a:avLst/>
          </a:prstGeom>
        </p:spPr>
      </p:pic>
    </p:spTree>
    <p:extLst>
      <p:ext uri="{BB962C8B-B14F-4D97-AF65-F5344CB8AC3E}">
        <p14:creationId xmlns:p14="http://schemas.microsoft.com/office/powerpoint/2010/main" val="1712930349"/>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750" fill="hold"/>
                                        <p:tgtEl>
                                          <p:spTgt spid="18"/>
                                        </p:tgtEl>
                                        <p:attrNameLst>
                                          <p:attrName>ppt_x</p:attrName>
                                        </p:attrNameLst>
                                      </p:cBhvr>
                                      <p:tavLst>
                                        <p:tav tm="0">
                                          <p:val>
                                            <p:strVal val="#ppt_x"/>
                                          </p:val>
                                        </p:tav>
                                        <p:tav tm="100000">
                                          <p:val>
                                            <p:strVal val="#ppt_x"/>
                                          </p:val>
                                        </p:tav>
                                      </p:tavLst>
                                    </p:anim>
                                    <p:anim calcmode="lin" valueType="num">
                                      <p:cBhvr additive="base">
                                        <p:cTn id="12" dur="750" fill="hold"/>
                                        <p:tgtEl>
                                          <p:spTgt spid="18"/>
                                        </p:tgtEl>
                                        <p:attrNameLst>
                                          <p:attrName>ppt_y</p:attrName>
                                        </p:attrNameLst>
                                      </p:cBhvr>
                                      <p:tavLst>
                                        <p:tav tm="0">
                                          <p:val>
                                            <p:strVal val="1+#ppt_h/2"/>
                                          </p:val>
                                        </p:tav>
                                        <p:tav tm="100000">
                                          <p:val>
                                            <p:strVal val="#ppt_y"/>
                                          </p:val>
                                        </p:tav>
                                      </p:tavLst>
                                    </p:anim>
                                  </p:childTnLst>
                                </p:cTn>
                              </p:par>
                              <p:par>
                                <p:cTn id="13" presetID="42" presetClass="entr" presetSubtype="0" fill="hold" nodeType="withEffect">
                                  <p:stCondLst>
                                    <p:cond delay="200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1000"/>
                                        <p:tgtEl>
                                          <p:spTgt spid="19"/>
                                        </p:tgtEl>
                                      </p:cBhvr>
                                    </p:animEffect>
                                    <p:anim calcmode="lin" valueType="num">
                                      <p:cBhvr>
                                        <p:cTn id="16" dur="1000" fill="hold"/>
                                        <p:tgtEl>
                                          <p:spTgt spid="19"/>
                                        </p:tgtEl>
                                        <p:attrNameLst>
                                          <p:attrName>ppt_x</p:attrName>
                                        </p:attrNameLst>
                                      </p:cBhvr>
                                      <p:tavLst>
                                        <p:tav tm="0">
                                          <p:val>
                                            <p:strVal val="#ppt_x"/>
                                          </p:val>
                                        </p:tav>
                                        <p:tav tm="100000">
                                          <p:val>
                                            <p:strVal val="#ppt_x"/>
                                          </p:val>
                                        </p:tav>
                                      </p:tavLst>
                                    </p:anim>
                                    <p:anim calcmode="lin" valueType="num">
                                      <p:cBhvr>
                                        <p:cTn id="17"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47554"/>
            <a:ext cx="7656670" cy="5410446"/>
          </a:xfrm>
          <a:prstGeom prst="rect">
            <a:avLst/>
          </a:prstGeom>
        </p:spPr>
      </p:pic>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t="34948" r="19489"/>
          <a:stretch/>
        </p:blipFill>
        <p:spPr>
          <a:xfrm>
            <a:off x="7980218" y="2637223"/>
            <a:ext cx="4211782" cy="2088018"/>
          </a:xfrm>
          <a:prstGeom prst="rect">
            <a:avLst/>
          </a:prstGeom>
        </p:spPr>
      </p:pic>
      <p:pic>
        <p:nvPicPr>
          <p:cNvPr id="8" name="Picture 7"/>
          <p:cNvPicPr>
            <a:picLocks noChangeAspect="1"/>
          </p:cNvPicPr>
          <p:nvPr/>
        </p:nvPicPr>
        <p:blipFill rotWithShape="1">
          <a:blip r:embed="rId4"/>
          <a:srcRect l="4884" t="3955" b="2133"/>
          <a:stretch/>
        </p:blipFill>
        <p:spPr>
          <a:xfrm>
            <a:off x="7656670" y="4725241"/>
            <a:ext cx="4535330" cy="2132758"/>
          </a:xfrm>
          <a:prstGeom prst="rect">
            <a:avLst/>
          </a:prstGeom>
        </p:spPr>
      </p:pic>
      <p:grpSp>
        <p:nvGrpSpPr>
          <p:cNvPr id="9" name="组合 4">
            <a:extLst>
              <a:ext uri="{FF2B5EF4-FFF2-40B4-BE49-F238E27FC236}">
                <a16:creationId xmlns="" xmlns:a16="http://schemas.microsoft.com/office/drawing/2014/main" id="{3E32F614-1F44-C0F3-B006-EDF17941B4F5}"/>
              </a:ext>
            </a:extLst>
          </p:cNvPr>
          <p:cNvGrpSpPr/>
          <p:nvPr/>
        </p:nvGrpSpPr>
        <p:grpSpPr>
          <a:xfrm>
            <a:off x="0" y="855161"/>
            <a:ext cx="3395006" cy="431295"/>
            <a:chOff x="-22274" y="526055"/>
            <a:chExt cx="3395006" cy="431295"/>
          </a:xfrm>
        </p:grpSpPr>
        <p:grpSp>
          <p:nvGrpSpPr>
            <p:cNvPr id="10" name="组合 5">
              <a:extLst>
                <a:ext uri="{FF2B5EF4-FFF2-40B4-BE49-F238E27FC236}">
                  <a16:creationId xmlns="" xmlns:a16="http://schemas.microsoft.com/office/drawing/2014/main" id="{EA1E49F9-7BE1-31F0-1AA4-FC17D17BBCEE}"/>
                </a:ext>
              </a:extLst>
            </p:cNvPr>
            <p:cNvGrpSpPr/>
            <p:nvPr/>
          </p:nvGrpSpPr>
          <p:grpSpPr>
            <a:xfrm>
              <a:off x="-22274" y="526055"/>
              <a:ext cx="2726545" cy="431295"/>
              <a:chOff x="-22274" y="526055"/>
              <a:chExt cx="2726545" cy="431295"/>
            </a:xfrm>
          </p:grpSpPr>
          <p:sp>
            <p:nvSpPr>
              <p:cNvPr id="15" name="任意多边形 11">
                <a:extLst>
                  <a:ext uri="{FF2B5EF4-FFF2-40B4-BE49-F238E27FC236}">
                    <a16:creationId xmlns="" xmlns:a16="http://schemas.microsoft.com/office/drawing/2014/main" id="{70F00A70-44D9-5373-6142-2DA5ABAF3F7A}"/>
                  </a:ext>
                </a:extLst>
              </p:cNvPr>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6" name="组合 12">
                <a:extLst>
                  <a:ext uri="{FF2B5EF4-FFF2-40B4-BE49-F238E27FC236}">
                    <a16:creationId xmlns="" xmlns:a16="http://schemas.microsoft.com/office/drawing/2014/main" id="{A5379E43-D196-B15F-686A-9245D0C59E84}"/>
                  </a:ext>
                </a:extLst>
              </p:cNvPr>
              <p:cNvGrpSpPr/>
              <p:nvPr/>
            </p:nvGrpSpPr>
            <p:grpSpPr>
              <a:xfrm>
                <a:off x="206190" y="526055"/>
                <a:ext cx="276624" cy="276624"/>
                <a:chOff x="5216663" y="2206897"/>
                <a:chExt cx="276624" cy="276624"/>
              </a:xfrm>
            </p:grpSpPr>
            <p:sp>
              <p:nvSpPr>
                <p:cNvPr id="18" name="Oval 35">
                  <a:extLst>
                    <a:ext uri="{FF2B5EF4-FFF2-40B4-BE49-F238E27FC236}">
                      <a16:creationId xmlns="" xmlns:a16="http://schemas.microsoft.com/office/drawing/2014/main" id="{463EB779-AE73-888E-056D-0E24158FD853}"/>
                    </a:ext>
                  </a:extLst>
                </p:cNvPr>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9" name="Oval 35">
                  <a:extLst>
                    <a:ext uri="{FF2B5EF4-FFF2-40B4-BE49-F238E27FC236}">
                      <a16:creationId xmlns="" xmlns:a16="http://schemas.microsoft.com/office/drawing/2014/main" id="{48444000-2742-6295-79F1-DB03FEFA15B2}"/>
                    </a:ext>
                  </a:extLst>
                </p:cNvPr>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7" name="Oval 35">
                <a:extLst>
                  <a:ext uri="{FF2B5EF4-FFF2-40B4-BE49-F238E27FC236}">
                    <a16:creationId xmlns="" xmlns:a16="http://schemas.microsoft.com/office/drawing/2014/main" id="{68970CAF-DF70-D215-C4F4-9B7F11A05C83}"/>
                  </a:ext>
                </a:extLst>
              </p:cNvPr>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11" name="组合 7">
              <a:extLst>
                <a:ext uri="{FF2B5EF4-FFF2-40B4-BE49-F238E27FC236}">
                  <a16:creationId xmlns="" xmlns:a16="http://schemas.microsoft.com/office/drawing/2014/main" id="{1FA9F9ED-05F9-D9CF-A2D2-879851495A77}"/>
                </a:ext>
              </a:extLst>
            </p:cNvPr>
            <p:cNvGrpSpPr/>
            <p:nvPr/>
          </p:nvGrpSpPr>
          <p:grpSpPr>
            <a:xfrm>
              <a:off x="2909925" y="529575"/>
              <a:ext cx="462807" cy="427775"/>
              <a:chOff x="2909925" y="529575"/>
              <a:chExt cx="462807" cy="427775"/>
            </a:xfrm>
          </p:grpSpPr>
          <p:sp>
            <p:nvSpPr>
              <p:cNvPr id="12" name="任意多边形 8">
                <a:extLst>
                  <a:ext uri="{FF2B5EF4-FFF2-40B4-BE49-F238E27FC236}">
                    <a16:creationId xmlns="" xmlns:a16="http://schemas.microsoft.com/office/drawing/2014/main" id="{94272761-B250-DE62-294F-AC79B6123BFE}"/>
                  </a:ext>
                </a:extLst>
              </p:cNvPr>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13" name="Oval 35">
                <a:extLst>
                  <a:ext uri="{FF2B5EF4-FFF2-40B4-BE49-F238E27FC236}">
                    <a16:creationId xmlns="" xmlns:a16="http://schemas.microsoft.com/office/drawing/2014/main" id="{164CAED4-8BE4-07CB-82C4-2511A3F96A26}"/>
                  </a:ext>
                </a:extLst>
              </p:cNvPr>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4" name="Oval 35">
                <a:extLst>
                  <a:ext uri="{FF2B5EF4-FFF2-40B4-BE49-F238E27FC236}">
                    <a16:creationId xmlns="" xmlns:a16="http://schemas.microsoft.com/office/drawing/2014/main" id="{37DF0D37-27AF-208A-1536-BC89BFB15B65}"/>
                  </a:ext>
                </a:extLst>
              </p:cNvPr>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20" name="文本框 6">
            <a:extLst>
              <a:ext uri="{FF2B5EF4-FFF2-40B4-BE49-F238E27FC236}">
                <a16:creationId xmlns="" xmlns:a16="http://schemas.microsoft.com/office/drawing/2014/main" id="{887372B3-67A0-D46E-6A87-0421B414E18B}"/>
              </a:ext>
            </a:extLst>
          </p:cNvPr>
          <p:cNvSpPr txBox="1"/>
          <p:nvPr/>
        </p:nvSpPr>
        <p:spPr>
          <a:xfrm>
            <a:off x="0" y="-67761"/>
            <a:ext cx="7656670" cy="1354217"/>
          </a:xfrm>
          <a:prstGeom prst="rect">
            <a:avLst/>
          </a:prstGeom>
          <a:noFill/>
        </p:spPr>
        <p:txBody>
          <a:bodyPr wrap="square" rtlCol="0">
            <a:spAutoFit/>
          </a:bodyPr>
          <a:lstStyle/>
          <a:p>
            <a:pPr lvl="0" algn="ctr"/>
            <a:r>
              <a:rPr lang="en-US" sz="2800" b="1" dirty="0">
                <a:solidFill>
                  <a:schemeClr val="dk1"/>
                </a:solidFill>
                <a:latin typeface="Times New Roman"/>
                <a:ea typeface="Times New Roman"/>
                <a:cs typeface="Times New Roman"/>
                <a:sym typeface="Times New Roman"/>
              </a:rPr>
              <a:t>Transient Analysis for Strong-Arm </a:t>
            </a:r>
            <a:r>
              <a:rPr lang="en-US" sz="2800" b="1" dirty="0" smtClean="0">
                <a:solidFill>
                  <a:schemeClr val="dk1"/>
                </a:solidFill>
                <a:latin typeface="Times New Roman"/>
                <a:ea typeface="Times New Roman"/>
                <a:cs typeface="Times New Roman"/>
                <a:sym typeface="Times New Roman"/>
              </a:rPr>
              <a:t>Comparator with Buffer and SR-Latch</a:t>
            </a:r>
            <a:endParaRPr lang="en-US" sz="2800" dirty="0"/>
          </a:p>
          <a:p>
            <a:pPr algn="ctr"/>
            <a:endParaRPr lang="zh-CN" altLang="en-US" sz="2600" b="1" dirty="0">
              <a:latin typeface="+mj-lt"/>
              <a:ea typeface="方正清刻本悦宋简体" panose="02000000000000000000" pitchFamily="2" charset="-122"/>
            </a:endParaRPr>
          </a:p>
        </p:txBody>
      </p:sp>
      <p:pic>
        <p:nvPicPr>
          <p:cNvPr id="21" name="Picture 20"/>
          <p:cNvPicPr>
            <a:picLocks noChangeAspect="1"/>
          </p:cNvPicPr>
          <p:nvPr/>
        </p:nvPicPr>
        <p:blipFill>
          <a:blip r:embed="rId5"/>
          <a:stretch>
            <a:fillRect/>
          </a:stretch>
        </p:blipFill>
        <p:spPr>
          <a:xfrm>
            <a:off x="7830065" y="0"/>
            <a:ext cx="4361935" cy="2780778"/>
          </a:xfrm>
          <a:prstGeom prst="rect">
            <a:avLst/>
          </a:prstGeom>
        </p:spPr>
      </p:pic>
    </p:spTree>
    <p:extLst>
      <p:ext uri="{BB962C8B-B14F-4D97-AF65-F5344CB8AC3E}">
        <p14:creationId xmlns:p14="http://schemas.microsoft.com/office/powerpoint/2010/main" val="3607890393"/>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750" fill="hold"/>
                                        <p:tgtEl>
                                          <p:spTgt spid="20"/>
                                        </p:tgtEl>
                                        <p:attrNameLst>
                                          <p:attrName>ppt_x</p:attrName>
                                        </p:attrNameLst>
                                      </p:cBhvr>
                                      <p:tavLst>
                                        <p:tav tm="0">
                                          <p:val>
                                            <p:strVal val="#ppt_x"/>
                                          </p:val>
                                        </p:tav>
                                        <p:tav tm="100000">
                                          <p:val>
                                            <p:strVal val="#ppt_x"/>
                                          </p:val>
                                        </p:tav>
                                      </p:tavLst>
                                    </p:anim>
                                    <p:anim calcmode="lin" valueType="num">
                                      <p:cBhvr additive="base">
                                        <p:cTn id="12" dur="750" fill="hold"/>
                                        <p:tgtEl>
                                          <p:spTgt spid="20"/>
                                        </p:tgtEl>
                                        <p:attrNameLst>
                                          <p:attrName>ppt_y</p:attrName>
                                        </p:attrNameLst>
                                      </p:cBhvr>
                                      <p:tavLst>
                                        <p:tav tm="0">
                                          <p:val>
                                            <p:strVal val="1+#ppt_h/2"/>
                                          </p:val>
                                        </p:tav>
                                        <p:tav tm="100000">
                                          <p:val>
                                            <p:strVal val="#ppt_y"/>
                                          </p:val>
                                        </p:tav>
                                      </p:tavLst>
                                    </p:anim>
                                  </p:childTnLst>
                                </p:cTn>
                              </p:par>
                              <p:par>
                                <p:cTn id="13" presetID="42" presetClass="entr" presetSubtype="0" fill="hold" nodeType="withEffect">
                                  <p:stCondLst>
                                    <p:cond delay="200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1000"/>
                                        <p:tgtEl>
                                          <p:spTgt spid="21"/>
                                        </p:tgtEl>
                                      </p:cBhvr>
                                    </p:animEffect>
                                    <p:anim calcmode="lin" valueType="num">
                                      <p:cBhvr>
                                        <p:cTn id="16" dur="1000" fill="hold"/>
                                        <p:tgtEl>
                                          <p:spTgt spid="21"/>
                                        </p:tgtEl>
                                        <p:attrNameLst>
                                          <p:attrName>ppt_x</p:attrName>
                                        </p:attrNameLst>
                                      </p:cBhvr>
                                      <p:tavLst>
                                        <p:tav tm="0">
                                          <p:val>
                                            <p:strVal val="#ppt_x"/>
                                          </p:val>
                                        </p:tav>
                                        <p:tav tm="100000">
                                          <p:val>
                                            <p:strVal val="#ppt_x"/>
                                          </p:val>
                                        </p:tav>
                                      </p:tavLst>
                                    </p:anim>
                                    <p:anim calcmode="lin" valueType="num">
                                      <p:cBhvr>
                                        <p:cTn id="17"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9618"/>
            <a:ext cx="9057409" cy="5558381"/>
          </a:xfrm>
          <a:prstGeom prst="rect">
            <a:avLst/>
          </a:prstGeom>
        </p:spPr>
      </p:pic>
      <p:grpSp>
        <p:nvGrpSpPr>
          <p:cNvPr id="3" name="组合 4"/>
          <p:cNvGrpSpPr/>
          <p:nvPr/>
        </p:nvGrpSpPr>
        <p:grpSpPr>
          <a:xfrm>
            <a:off x="0" y="552778"/>
            <a:ext cx="3395006" cy="431295"/>
            <a:chOff x="-22274" y="526055"/>
            <a:chExt cx="3395006" cy="431295"/>
          </a:xfrm>
        </p:grpSpPr>
        <p:grpSp>
          <p:nvGrpSpPr>
            <p:cNvPr id="4" name="组合 5"/>
            <p:cNvGrpSpPr/>
            <p:nvPr/>
          </p:nvGrpSpPr>
          <p:grpSpPr>
            <a:xfrm>
              <a:off x="-22274" y="526055"/>
              <a:ext cx="2726545" cy="431295"/>
              <a:chOff x="-22274" y="526055"/>
              <a:chExt cx="2726545" cy="431295"/>
            </a:xfrm>
          </p:grpSpPr>
          <p:sp>
            <p:nvSpPr>
              <p:cNvPr id="9"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0" name="组合 12"/>
              <p:cNvGrpSpPr/>
              <p:nvPr/>
            </p:nvGrpSpPr>
            <p:grpSpPr>
              <a:xfrm>
                <a:off x="206190" y="526055"/>
                <a:ext cx="276624" cy="276624"/>
                <a:chOff x="5216663" y="2206897"/>
                <a:chExt cx="276624" cy="276624"/>
              </a:xfrm>
            </p:grpSpPr>
            <p:sp>
              <p:nvSpPr>
                <p:cNvPr id="12"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1"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 name="组合 7"/>
            <p:cNvGrpSpPr/>
            <p:nvPr/>
          </p:nvGrpSpPr>
          <p:grpSpPr>
            <a:xfrm>
              <a:off x="2909925" y="529575"/>
              <a:ext cx="462807" cy="427775"/>
              <a:chOff x="2909925" y="529575"/>
              <a:chExt cx="462807" cy="427775"/>
            </a:xfrm>
          </p:grpSpPr>
          <p:sp>
            <p:nvSpPr>
              <p:cNvPr id="6"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7"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4" name="文本框 6"/>
          <p:cNvSpPr txBox="1"/>
          <p:nvPr/>
        </p:nvSpPr>
        <p:spPr>
          <a:xfrm>
            <a:off x="127456" y="60335"/>
            <a:ext cx="6274366"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Overdrive Test for Full </a:t>
            </a:r>
            <a:r>
              <a:rPr lang="en-US" altLang="zh-CN" sz="2600" b="1" dirty="0">
                <a:latin typeface="+mj-lt"/>
                <a:ea typeface="方正清刻本悦宋简体" panose="02000000000000000000" pitchFamily="2" charset="-122"/>
              </a:rPr>
              <a:t>C</a:t>
            </a:r>
            <a:r>
              <a:rPr lang="en-US" altLang="zh-CN" sz="2600" b="1" dirty="0" smtClean="0">
                <a:latin typeface="+mj-lt"/>
                <a:ea typeface="方正清刻本悦宋简体" panose="02000000000000000000" pitchFamily="2" charset="-122"/>
              </a:rPr>
              <a:t>omparator</a:t>
            </a:r>
            <a:endParaRPr lang="zh-CN" altLang="en-US" sz="2600" b="1" dirty="0">
              <a:latin typeface="+mj-lt"/>
              <a:ea typeface="方正清刻本悦宋简体" panose="02000000000000000000" pitchFamily="2" charset="-122"/>
            </a:endParaRPr>
          </a:p>
        </p:txBody>
      </p:sp>
      <p:pic>
        <p:nvPicPr>
          <p:cNvPr id="15" name="Picture 14"/>
          <p:cNvPicPr>
            <a:picLocks noChangeAspect="1"/>
          </p:cNvPicPr>
          <p:nvPr/>
        </p:nvPicPr>
        <p:blipFill rotWithShape="1">
          <a:blip r:embed="rId3">
            <a:extLst>
              <a:ext uri="{28A0092B-C50C-407E-A947-70E740481C1C}">
                <a14:useLocalDpi xmlns:a14="http://schemas.microsoft.com/office/drawing/2010/main" val="0"/>
              </a:ext>
            </a:extLst>
          </a:blip>
          <a:srcRect l="6190"/>
          <a:stretch/>
        </p:blipFill>
        <p:spPr>
          <a:xfrm>
            <a:off x="9057409" y="2731324"/>
            <a:ext cx="2892215" cy="3083043"/>
          </a:xfrm>
          <a:prstGeom prst="rect">
            <a:avLst/>
          </a:prstGeom>
        </p:spPr>
      </p:pic>
    </p:spTree>
    <p:extLst>
      <p:ext uri="{BB962C8B-B14F-4D97-AF65-F5344CB8AC3E}">
        <p14:creationId xmlns:p14="http://schemas.microsoft.com/office/powerpoint/2010/main" val="2675742315"/>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heel(1)">
                                      <p:cBhvr>
                                        <p:cTn id="10"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60286"/>
            <a:ext cx="8906494" cy="5497714"/>
          </a:xfrm>
          <a:prstGeom prst="rect">
            <a:avLst/>
          </a:prstGeom>
        </p:spPr>
      </p:pic>
      <p:grpSp>
        <p:nvGrpSpPr>
          <p:cNvPr id="3" name="组合 4"/>
          <p:cNvGrpSpPr/>
          <p:nvPr/>
        </p:nvGrpSpPr>
        <p:grpSpPr>
          <a:xfrm>
            <a:off x="0" y="552778"/>
            <a:ext cx="3395006" cy="431295"/>
            <a:chOff x="-22274" y="526055"/>
            <a:chExt cx="3395006" cy="431295"/>
          </a:xfrm>
        </p:grpSpPr>
        <p:grpSp>
          <p:nvGrpSpPr>
            <p:cNvPr id="4" name="组合 5"/>
            <p:cNvGrpSpPr/>
            <p:nvPr/>
          </p:nvGrpSpPr>
          <p:grpSpPr>
            <a:xfrm>
              <a:off x="-22274" y="526055"/>
              <a:ext cx="2726545" cy="431295"/>
              <a:chOff x="-22274" y="526055"/>
              <a:chExt cx="2726545" cy="431295"/>
            </a:xfrm>
          </p:grpSpPr>
          <p:sp>
            <p:nvSpPr>
              <p:cNvPr id="9"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0" name="组合 12"/>
              <p:cNvGrpSpPr/>
              <p:nvPr/>
            </p:nvGrpSpPr>
            <p:grpSpPr>
              <a:xfrm>
                <a:off x="206190" y="526055"/>
                <a:ext cx="276624" cy="276624"/>
                <a:chOff x="5216663" y="2206897"/>
                <a:chExt cx="276624" cy="276624"/>
              </a:xfrm>
            </p:grpSpPr>
            <p:sp>
              <p:nvSpPr>
                <p:cNvPr id="12"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1"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 name="组合 7"/>
            <p:cNvGrpSpPr/>
            <p:nvPr/>
          </p:nvGrpSpPr>
          <p:grpSpPr>
            <a:xfrm>
              <a:off x="2909925" y="529575"/>
              <a:ext cx="462807" cy="427775"/>
              <a:chOff x="2909925" y="529575"/>
              <a:chExt cx="462807" cy="427775"/>
            </a:xfrm>
          </p:grpSpPr>
          <p:sp>
            <p:nvSpPr>
              <p:cNvPr id="6"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7"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4" name="文本框 6"/>
          <p:cNvSpPr txBox="1"/>
          <p:nvPr/>
        </p:nvSpPr>
        <p:spPr>
          <a:xfrm>
            <a:off x="127456" y="60335"/>
            <a:ext cx="6274366"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Overdrive Test for Full </a:t>
            </a:r>
            <a:r>
              <a:rPr lang="en-US" altLang="zh-CN" sz="2600" b="1" dirty="0">
                <a:latin typeface="+mj-lt"/>
                <a:ea typeface="方正清刻本悦宋简体" panose="02000000000000000000" pitchFamily="2" charset="-122"/>
              </a:rPr>
              <a:t>C</a:t>
            </a:r>
            <a:r>
              <a:rPr lang="en-US" altLang="zh-CN" sz="2600" b="1" dirty="0" smtClean="0">
                <a:latin typeface="+mj-lt"/>
                <a:ea typeface="方正清刻本悦宋简体" panose="02000000000000000000" pitchFamily="2" charset="-122"/>
              </a:rPr>
              <a:t>omparator</a:t>
            </a:r>
            <a:endParaRPr lang="zh-CN" altLang="en-US" sz="2600" b="1" dirty="0">
              <a:latin typeface="+mj-lt"/>
              <a:ea typeface="方正清刻本悦宋简体" panose="02000000000000000000" pitchFamily="2" charset="-122"/>
            </a:endParaRPr>
          </a:p>
        </p:txBody>
      </p:sp>
      <p:pic>
        <p:nvPicPr>
          <p:cNvPr id="15" name="Picture 14"/>
          <p:cNvPicPr>
            <a:picLocks noChangeAspect="1"/>
          </p:cNvPicPr>
          <p:nvPr/>
        </p:nvPicPr>
        <p:blipFill rotWithShape="1">
          <a:blip r:embed="rId3">
            <a:extLst>
              <a:ext uri="{28A0092B-C50C-407E-A947-70E740481C1C}">
                <a14:useLocalDpi xmlns:a14="http://schemas.microsoft.com/office/drawing/2010/main" val="0"/>
              </a:ext>
            </a:extLst>
          </a:blip>
          <a:srcRect l="6190"/>
          <a:stretch/>
        </p:blipFill>
        <p:spPr>
          <a:xfrm>
            <a:off x="9057409" y="2731324"/>
            <a:ext cx="2892215" cy="3083043"/>
          </a:xfrm>
          <a:prstGeom prst="rect">
            <a:avLst/>
          </a:prstGeom>
        </p:spPr>
      </p:pic>
    </p:spTree>
    <p:extLst>
      <p:ext uri="{BB962C8B-B14F-4D97-AF65-F5344CB8AC3E}">
        <p14:creationId xmlns:p14="http://schemas.microsoft.com/office/powerpoint/2010/main" val="3898856087"/>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heel(1)">
                                      <p:cBhvr>
                                        <p:cTn id="10"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70528"/>
            <a:ext cx="7980218" cy="5687472"/>
          </a:xfrm>
          <a:prstGeom prst="rect">
            <a:avLst/>
          </a:prstGeom>
        </p:spPr>
      </p:pic>
      <p:grpSp>
        <p:nvGrpSpPr>
          <p:cNvPr id="3" name="组合 4"/>
          <p:cNvGrpSpPr/>
          <p:nvPr/>
        </p:nvGrpSpPr>
        <p:grpSpPr>
          <a:xfrm>
            <a:off x="0" y="418764"/>
            <a:ext cx="3395006" cy="431295"/>
            <a:chOff x="-22274" y="526055"/>
            <a:chExt cx="3395006" cy="431295"/>
          </a:xfrm>
        </p:grpSpPr>
        <p:grpSp>
          <p:nvGrpSpPr>
            <p:cNvPr id="4" name="组合 5"/>
            <p:cNvGrpSpPr/>
            <p:nvPr/>
          </p:nvGrpSpPr>
          <p:grpSpPr>
            <a:xfrm>
              <a:off x="-22274" y="526055"/>
              <a:ext cx="2726545" cy="431295"/>
              <a:chOff x="-22274" y="526055"/>
              <a:chExt cx="2726545" cy="431295"/>
            </a:xfrm>
          </p:grpSpPr>
          <p:sp>
            <p:nvSpPr>
              <p:cNvPr id="9"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0" name="组合 12"/>
              <p:cNvGrpSpPr/>
              <p:nvPr/>
            </p:nvGrpSpPr>
            <p:grpSpPr>
              <a:xfrm>
                <a:off x="206190" y="526055"/>
                <a:ext cx="276624" cy="276624"/>
                <a:chOff x="5216663" y="2206897"/>
                <a:chExt cx="276624" cy="276624"/>
              </a:xfrm>
            </p:grpSpPr>
            <p:sp>
              <p:nvSpPr>
                <p:cNvPr id="12"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1"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 name="组合 7"/>
            <p:cNvGrpSpPr/>
            <p:nvPr/>
          </p:nvGrpSpPr>
          <p:grpSpPr>
            <a:xfrm>
              <a:off x="2909925" y="529575"/>
              <a:ext cx="462807" cy="427775"/>
              <a:chOff x="2909925" y="529575"/>
              <a:chExt cx="462807" cy="427775"/>
            </a:xfrm>
          </p:grpSpPr>
          <p:sp>
            <p:nvSpPr>
              <p:cNvPr id="6"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7"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4" name="文本框 6"/>
          <p:cNvSpPr txBox="1"/>
          <p:nvPr/>
        </p:nvSpPr>
        <p:spPr>
          <a:xfrm>
            <a:off x="796767" y="37148"/>
            <a:ext cx="5699036"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Offset </a:t>
            </a:r>
            <a:r>
              <a:rPr lang="en-US" altLang="zh-CN" sz="2600" b="1" dirty="0">
                <a:latin typeface="+mj-lt"/>
                <a:ea typeface="方正清刻本悦宋简体" panose="02000000000000000000" pitchFamily="2" charset="-122"/>
              </a:rPr>
              <a:t>O</a:t>
            </a:r>
            <a:r>
              <a:rPr lang="en-US" altLang="zh-CN" sz="2600" b="1" dirty="0" smtClean="0">
                <a:latin typeface="+mj-lt"/>
                <a:ea typeface="方正清刻本悦宋简体" panose="02000000000000000000" pitchFamily="2" charset="-122"/>
              </a:rPr>
              <a:t>utput For The </a:t>
            </a:r>
            <a:r>
              <a:rPr lang="en-US" altLang="zh-CN" sz="2600" b="1" dirty="0">
                <a:latin typeface="+mj-lt"/>
                <a:ea typeface="方正清刻本悦宋简体" panose="02000000000000000000" pitchFamily="2" charset="-122"/>
              </a:rPr>
              <a:t>C</a:t>
            </a:r>
            <a:r>
              <a:rPr lang="en-US" altLang="zh-CN" sz="2600" b="1" dirty="0" smtClean="0">
                <a:latin typeface="+mj-lt"/>
                <a:ea typeface="方正清刻本悦宋简体" panose="02000000000000000000" pitchFamily="2" charset="-122"/>
              </a:rPr>
              <a:t>omparator </a:t>
            </a:r>
            <a:endParaRPr lang="zh-CN" altLang="en-US" sz="2600" b="1" dirty="0">
              <a:latin typeface="+mj-lt"/>
              <a:ea typeface="方正清刻本悦宋简体" panose="02000000000000000000" pitchFamily="2" charset="-122"/>
            </a:endParaRPr>
          </a:p>
        </p:txBody>
      </p:sp>
      <p:sp>
        <p:nvSpPr>
          <p:cNvPr id="18" name="Rounded Rectangle 17"/>
          <p:cNvSpPr/>
          <p:nvPr/>
        </p:nvSpPr>
        <p:spPr>
          <a:xfrm>
            <a:off x="4239492" y="5617029"/>
            <a:ext cx="3598223" cy="17459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p:cNvGraphicFramePr>
            <a:graphicFrameLocks noGrp="1"/>
          </p:cNvGraphicFramePr>
          <p:nvPr>
            <p:extLst>
              <p:ext uri="{D42A27DB-BD31-4B8C-83A1-F6EECF244321}">
                <p14:modId xmlns:p14="http://schemas.microsoft.com/office/powerpoint/2010/main" val="4181934121"/>
              </p:ext>
            </p:extLst>
          </p:nvPr>
        </p:nvGraphicFramePr>
        <p:xfrm>
          <a:off x="8048107" y="4708296"/>
          <a:ext cx="4143893" cy="1010920"/>
        </p:xfrm>
        <a:graphic>
          <a:graphicData uri="http://schemas.openxmlformats.org/drawingml/2006/table">
            <a:tbl>
              <a:tblPr firstRow="1" bandRow="1">
                <a:tableStyleId>{073A0DAA-6AF3-43AB-8588-CEC1D06C72B9}</a:tableStyleId>
              </a:tblPr>
              <a:tblGrid>
                <a:gridCol w="1642555"/>
                <a:gridCol w="1052549"/>
                <a:gridCol w="1448789"/>
              </a:tblGrid>
              <a:tr h="370840">
                <a:tc>
                  <a:txBody>
                    <a:bodyPr/>
                    <a:lstStyle/>
                    <a:p>
                      <a:r>
                        <a:rPr lang="en-US" dirty="0" smtClean="0"/>
                        <a:t>PARAMETER</a:t>
                      </a:r>
                      <a:endParaRPr lang="en-US" dirty="0"/>
                    </a:p>
                  </a:txBody>
                  <a:tcPr/>
                </a:tc>
                <a:tc>
                  <a:txBody>
                    <a:bodyPr/>
                    <a:lstStyle/>
                    <a:p>
                      <a:pPr marL="0" marR="0" indent="0" algn="l" defTabSz="914418" rtl="0" eaLnBrk="1" fontAlgn="auto" latinLnBrk="0" hangingPunct="1">
                        <a:lnSpc>
                          <a:spcPct val="100000"/>
                        </a:lnSpc>
                        <a:spcBef>
                          <a:spcPts val="0"/>
                        </a:spcBef>
                        <a:spcAft>
                          <a:spcPts val="0"/>
                        </a:spcAft>
                        <a:buClrTx/>
                        <a:buSzTx/>
                        <a:buFontTx/>
                        <a:buNone/>
                        <a:tabLst/>
                        <a:defRPr/>
                      </a:pPr>
                      <a:r>
                        <a:rPr lang="en-US" dirty="0" smtClean="0"/>
                        <a:t>SPEC</a:t>
                      </a:r>
                    </a:p>
                    <a:p>
                      <a:endParaRPr lang="en-US" dirty="0"/>
                    </a:p>
                  </a:txBody>
                  <a:tcPr/>
                </a:tc>
                <a:tc>
                  <a:txBody>
                    <a:bodyPr/>
                    <a:lstStyle/>
                    <a:p>
                      <a:r>
                        <a:rPr lang="en-US" dirty="0" smtClean="0"/>
                        <a:t>ACHIEVED</a:t>
                      </a:r>
                      <a:endParaRPr lang="en-US" dirty="0"/>
                    </a:p>
                  </a:txBody>
                  <a:tcPr/>
                </a:tc>
              </a:tr>
              <a:tr h="370840">
                <a:tc>
                  <a:txBody>
                    <a:bodyPr/>
                    <a:lstStyle/>
                    <a:p>
                      <a:r>
                        <a:rPr lang="en-US" b="1" dirty="0" smtClean="0"/>
                        <a:t>OFFSET</a:t>
                      </a:r>
                      <a:endParaRPr lang="en-US" b="1" dirty="0"/>
                    </a:p>
                  </a:txBody>
                  <a:tcPr/>
                </a:tc>
                <a:tc>
                  <a:txBody>
                    <a:bodyPr/>
                    <a:lstStyle/>
                    <a:p>
                      <a:r>
                        <a:rPr lang="en-US" b="1" dirty="0" smtClean="0"/>
                        <a:t>&lt; 5mv</a:t>
                      </a:r>
                      <a:endParaRPr lang="en-US" b="1" dirty="0"/>
                    </a:p>
                  </a:txBody>
                  <a:tcPr/>
                </a:tc>
                <a:tc>
                  <a:txBody>
                    <a:bodyPr/>
                    <a:lstStyle/>
                    <a:p>
                      <a:r>
                        <a:rPr lang="en-US" b="1" dirty="0" smtClean="0"/>
                        <a:t>64.18a</a:t>
                      </a:r>
                      <a:endParaRPr lang="en-US" b="1" dirty="0"/>
                    </a:p>
                  </a:txBody>
                  <a:tcPr/>
                </a:tc>
              </a:tr>
            </a:tbl>
          </a:graphicData>
        </a:graphic>
      </p:graphicFrame>
      <p:pic>
        <p:nvPicPr>
          <p:cNvPr id="20" name="Picture 19"/>
          <p:cNvPicPr>
            <a:picLocks noChangeAspect="1"/>
          </p:cNvPicPr>
          <p:nvPr/>
        </p:nvPicPr>
        <p:blipFill>
          <a:blip r:embed="rId3"/>
          <a:stretch>
            <a:fillRect/>
          </a:stretch>
        </p:blipFill>
        <p:spPr>
          <a:xfrm>
            <a:off x="7837715" y="0"/>
            <a:ext cx="4330081" cy="3657600"/>
          </a:xfrm>
          <a:prstGeom prst="rect">
            <a:avLst/>
          </a:prstGeom>
        </p:spPr>
      </p:pic>
    </p:spTree>
    <p:extLst>
      <p:ext uri="{BB962C8B-B14F-4D97-AF65-F5344CB8AC3E}">
        <p14:creationId xmlns:p14="http://schemas.microsoft.com/office/powerpoint/2010/main" val="3184713040"/>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heel(1)">
                                      <p:cBhvr>
                                        <p:cTn id="10" dur="1000"/>
                                        <p:tgtEl>
                                          <p:spTgt spid="14"/>
                                        </p:tgtEl>
                                      </p:cBhvr>
                                    </p:animEffect>
                                  </p:childTnLst>
                                </p:cTn>
                              </p:par>
                              <p:par>
                                <p:cTn id="11" presetID="42" presetClass="entr" presetSubtype="0" fill="hold" nodeType="withEffect">
                                  <p:stCondLst>
                                    <p:cond delay="200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1000"/>
                                        <p:tgtEl>
                                          <p:spTgt spid="20"/>
                                        </p:tgtEl>
                                      </p:cBhvr>
                                    </p:animEffect>
                                    <p:anim calcmode="lin" valueType="num">
                                      <p:cBhvr>
                                        <p:cTn id="14" dur="1000" fill="hold"/>
                                        <p:tgtEl>
                                          <p:spTgt spid="20"/>
                                        </p:tgtEl>
                                        <p:attrNameLst>
                                          <p:attrName>ppt_x</p:attrName>
                                        </p:attrNameLst>
                                      </p:cBhvr>
                                      <p:tavLst>
                                        <p:tav tm="0">
                                          <p:val>
                                            <p:strVal val="#ppt_x"/>
                                          </p:val>
                                        </p:tav>
                                        <p:tav tm="100000">
                                          <p:val>
                                            <p:strVal val="#ppt_x"/>
                                          </p:val>
                                        </p:tav>
                                      </p:tavLst>
                                    </p:anim>
                                    <p:anim calcmode="lin" valueType="num">
                                      <p:cBhvr>
                                        <p:cTn id="15"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73006"/>
            <a:ext cx="12192000" cy="5784993"/>
          </a:xfrm>
          <a:prstGeom prst="rect">
            <a:avLst/>
          </a:prstGeom>
        </p:spPr>
      </p:pic>
      <p:grpSp>
        <p:nvGrpSpPr>
          <p:cNvPr id="3" name="组合 4"/>
          <p:cNvGrpSpPr/>
          <p:nvPr/>
        </p:nvGrpSpPr>
        <p:grpSpPr>
          <a:xfrm>
            <a:off x="0" y="544774"/>
            <a:ext cx="3395006" cy="431295"/>
            <a:chOff x="-22274" y="526055"/>
            <a:chExt cx="3395006" cy="431295"/>
          </a:xfrm>
        </p:grpSpPr>
        <p:grpSp>
          <p:nvGrpSpPr>
            <p:cNvPr id="4" name="组合 5"/>
            <p:cNvGrpSpPr/>
            <p:nvPr/>
          </p:nvGrpSpPr>
          <p:grpSpPr>
            <a:xfrm>
              <a:off x="-22274" y="526055"/>
              <a:ext cx="2726545" cy="431295"/>
              <a:chOff x="-22274" y="526055"/>
              <a:chExt cx="2726545" cy="431295"/>
            </a:xfrm>
          </p:grpSpPr>
          <p:sp>
            <p:nvSpPr>
              <p:cNvPr id="9"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0" name="组合 12"/>
              <p:cNvGrpSpPr/>
              <p:nvPr/>
            </p:nvGrpSpPr>
            <p:grpSpPr>
              <a:xfrm>
                <a:off x="206190" y="526055"/>
                <a:ext cx="276624" cy="276624"/>
                <a:chOff x="5216663" y="2206897"/>
                <a:chExt cx="276624" cy="276624"/>
              </a:xfrm>
            </p:grpSpPr>
            <p:sp>
              <p:nvSpPr>
                <p:cNvPr id="12"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1"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 name="组合 7"/>
            <p:cNvGrpSpPr/>
            <p:nvPr/>
          </p:nvGrpSpPr>
          <p:grpSpPr>
            <a:xfrm>
              <a:off x="2909925" y="529575"/>
              <a:ext cx="462807" cy="427775"/>
              <a:chOff x="2909925" y="529575"/>
              <a:chExt cx="462807" cy="427775"/>
            </a:xfrm>
          </p:grpSpPr>
          <p:sp>
            <p:nvSpPr>
              <p:cNvPr id="6"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7"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4" name="文本框 6"/>
          <p:cNvSpPr txBox="1"/>
          <p:nvPr/>
        </p:nvSpPr>
        <p:spPr>
          <a:xfrm>
            <a:off x="264095" y="82998"/>
            <a:ext cx="7726796"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Monte Carlo simulation for Offset for +</a:t>
            </a:r>
            <a:r>
              <a:rPr lang="en-US" altLang="zh-CN" sz="2600" b="1" dirty="0" err="1" smtClean="0">
                <a:latin typeface="+mj-lt"/>
                <a:ea typeface="方正清刻本悦宋简体" panose="02000000000000000000" pitchFamily="2" charset="-122"/>
              </a:rPr>
              <a:t>ve</a:t>
            </a:r>
            <a:r>
              <a:rPr lang="en-US" altLang="zh-CN" sz="2600" b="1" dirty="0" smtClean="0">
                <a:latin typeface="+mj-lt"/>
                <a:ea typeface="方正清刻本悦宋简体" panose="02000000000000000000" pitchFamily="2" charset="-122"/>
              </a:rPr>
              <a:t> ramp </a:t>
            </a:r>
            <a:endParaRPr lang="zh-CN" altLang="en-US" sz="2600" b="1" dirty="0">
              <a:latin typeface="+mj-lt"/>
              <a:ea typeface="方正清刻本悦宋简体" panose="02000000000000000000" pitchFamily="2" charset="-122"/>
            </a:endParaRPr>
          </a:p>
        </p:txBody>
      </p:sp>
    </p:spTree>
    <p:extLst>
      <p:ext uri="{BB962C8B-B14F-4D97-AF65-F5344CB8AC3E}">
        <p14:creationId xmlns:p14="http://schemas.microsoft.com/office/powerpoint/2010/main" val="2620587957"/>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heel(1)">
                                      <p:cBhvr>
                                        <p:cTn id="10"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77654"/>
            <a:ext cx="12192000" cy="5580345"/>
          </a:xfrm>
          <a:prstGeom prst="rect">
            <a:avLst/>
          </a:prstGeom>
        </p:spPr>
      </p:pic>
      <p:grpSp>
        <p:nvGrpSpPr>
          <p:cNvPr id="3" name="组合 4"/>
          <p:cNvGrpSpPr/>
          <p:nvPr/>
        </p:nvGrpSpPr>
        <p:grpSpPr>
          <a:xfrm>
            <a:off x="0" y="544774"/>
            <a:ext cx="3395006" cy="431295"/>
            <a:chOff x="-22274" y="526055"/>
            <a:chExt cx="3395006" cy="431295"/>
          </a:xfrm>
        </p:grpSpPr>
        <p:grpSp>
          <p:nvGrpSpPr>
            <p:cNvPr id="4" name="组合 5"/>
            <p:cNvGrpSpPr/>
            <p:nvPr/>
          </p:nvGrpSpPr>
          <p:grpSpPr>
            <a:xfrm>
              <a:off x="-22274" y="526055"/>
              <a:ext cx="2726545" cy="431295"/>
              <a:chOff x="-22274" y="526055"/>
              <a:chExt cx="2726545" cy="431295"/>
            </a:xfrm>
          </p:grpSpPr>
          <p:sp>
            <p:nvSpPr>
              <p:cNvPr id="9"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0" name="组合 12"/>
              <p:cNvGrpSpPr/>
              <p:nvPr/>
            </p:nvGrpSpPr>
            <p:grpSpPr>
              <a:xfrm>
                <a:off x="206190" y="526055"/>
                <a:ext cx="276624" cy="276624"/>
                <a:chOff x="5216663" y="2206897"/>
                <a:chExt cx="276624" cy="276624"/>
              </a:xfrm>
            </p:grpSpPr>
            <p:sp>
              <p:nvSpPr>
                <p:cNvPr id="12"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1"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 name="组合 7"/>
            <p:cNvGrpSpPr/>
            <p:nvPr/>
          </p:nvGrpSpPr>
          <p:grpSpPr>
            <a:xfrm>
              <a:off x="2909925" y="529575"/>
              <a:ext cx="462807" cy="427775"/>
              <a:chOff x="2909925" y="529575"/>
              <a:chExt cx="462807" cy="427775"/>
            </a:xfrm>
          </p:grpSpPr>
          <p:sp>
            <p:nvSpPr>
              <p:cNvPr id="6"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7"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4" name="文本框 6"/>
          <p:cNvSpPr txBox="1"/>
          <p:nvPr/>
        </p:nvSpPr>
        <p:spPr>
          <a:xfrm>
            <a:off x="264095" y="82998"/>
            <a:ext cx="7726796"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Monte Carlo simulation for Offset for </a:t>
            </a:r>
            <a:r>
              <a:rPr lang="en-US" altLang="zh-CN" sz="2600" b="1" dirty="0">
                <a:latin typeface="+mj-lt"/>
                <a:ea typeface="方正清刻本悦宋简体" panose="02000000000000000000" pitchFamily="2" charset="-122"/>
              </a:rPr>
              <a:t>-</a:t>
            </a:r>
            <a:r>
              <a:rPr lang="en-US" altLang="zh-CN" sz="2600" b="1" dirty="0" err="1" smtClean="0">
                <a:latin typeface="+mj-lt"/>
                <a:ea typeface="方正清刻本悦宋简体" panose="02000000000000000000" pitchFamily="2" charset="-122"/>
              </a:rPr>
              <a:t>ve</a:t>
            </a:r>
            <a:r>
              <a:rPr lang="en-US" altLang="zh-CN" sz="2600" b="1" dirty="0" smtClean="0">
                <a:latin typeface="+mj-lt"/>
                <a:ea typeface="方正清刻本悦宋简体" panose="02000000000000000000" pitchFamily="2" charset="-122"/>
              </a:rPr>
              <a:t> ramp </a:t>
            </a:r>
            <a:endParaRPr lang="zh-CN" altLang="en-US" sz="2600" b="1" dirty="0">
              <a:latin typeface="+mj-lt"/>
              <a:ea typeface="方正清刻本悦宋简体" panose="02000000000000000000" pitchFamily="2" charset="-122"/>
            </a:endParaRPr>
          </a:p>
        </p:txBody>
      </p:sp>
    </p:spTree>
    <p:extLst>
      <p:ext uri="{BB962C8B-B14F-4D97-AF65-F5344CB8AC3E}">
        <p14:creationId xmlns:p14="http://schemas.microsoft.com/office/powerpoint/2010/main" val="2714250123"/>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heel(1)">
                                      <p:cBhvr>
                                        <p:cTn id="10"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19200"/>
            <a:ext cx="12192000" cy="5638800"/>
          </a:xfrm>
          <a:prstGeom prst="rect">
            <a:avLst/>
          </a:prstGeom>
        </p:spPr>
      </p:pic>
      <p:grpSp>
        <p:nvGrpSpPr>
          <p:cNvPr id="3" name="组合 4"/>
          <p:cNvGrpSpPr/>
          <p:nvPr/>
        </p:nvGrpSpPr>
        <p:grpSpPr>
          <a:xfrm>
            <a:off x="0" y="544774"/>
            <a:ext cx="3395006" cy="431295"/>
            <a:chOff x="-22274" y="526055"/>
            <a:chExt cx="3395006" cy="431295"/>
          </a:xfrm>
        </p:grpSpPr>
        <p:grpSp>
          <p:nvGrpSpPr>
            <p:cNvPr id="4" name="组合 5"/>
            <p:cNvGrpSpPr/>
            <p:nvPr/>
          </p:nvGrpSpPr>
          <p:grpSpPr>
            <a:xfrm>
              <a:off x="-22274" y="526055"/>
              <a:ext cx="2726545" cy="431295"/>
              <a:chOff x="-22274" y="526055"/>
              <a:chExt cx="2726545" cy="431295"/>
            </a:xfrm>
          </p:grpSpPr>
          <p:sp>
            <p:nvSpPr>
              <p:cNvPr id="9"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0" name="组合 12"/>
              <p:cNvGrpSpPr/>
              <p:nvPr/>
            </p:nvGrpSpPr>
            <p:grpSpPr>
              <a:xfrm>
                <a:off x="206190" y="526055"/>
                <a:ext cx="276624" cy="276624"/>
                <a:chOff x="5216663" y="2206897"/>
                <a:chExt cx="276624" cy="276624"/>
              </a:xfrm>
            </p:grpSpPr>
            <p:sp>
              <p:nvSpPr>
                <p:cNvPr id="12"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1"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 name="组合 7"/>
            <p:cNvGrpSpPr/>
            <p:nvPr/>
          </p:nvGrpSpPr>
          <p:grpSpPr>
            <a:xfrm>
              <a:off x="2909925" y="529575"/>
              <a:ext cx="462807" cy="427775"/>
              <a:chOff x="2909925" y="529575"/>
              <a:chExt cx="462807" cy="427775"/>
            </a:xfrm>
          </p:grpSpPr>
          <p:sp>
            <p:nvSpPr>
              <p:cNvPr id="6"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7"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4" name="文本框 6"/>
          <p:cNvSpPr txBox="1"/>
          <p:nvPr/>
        </p:nvSpPr>
        <p:spPr>
          <a:xfrm>
            <a:off x="264094" y="82998"/>
            <a:ext cx="9997505"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Monte Carlo simulation for Offset for +</a:t>
            </a:r>
            <a:r>
              <a:rPr lang="en-US" altLang="zh-CN" sz="2600" b="1" dirty="0" err="1" smtClean="0">
                <a:latin typeface="+mj-lt"/>
                <a:ea typeface="方正清刻本悦宋简体" panose="02000000000000000000" pitchFamily="2" charset="-122"/>
              </a:rPr>
              <a:t>ve</a:t>
            </a:r>
            <a:r>
              <a:rPr lang="en-US" altLang="zh-CN" sz="2600" b="1" dirty="0" smtClean="0">
                <a:latin typeface="+mj-lt"/>
                <a:ea typeface="方正清刻本悦宋简体" panose="02000000000000000000" pitchFamily="2" charset="-122"/>
              </a:rPr>
              <a:t> and -</a:t>
            </a:r>
            <a:r>
              <a:rPr lang="en-US" altLang="zh-CN" sz="2600" b="1" dirty="0" err="1" smtClean="0">
                <a:latin typeface="+mj-lt"/>
                <a:ea typeface="方正清刻本悦宋简体" panose="02000000000000000000" pitchFamily="2" charset="-122"/>
              </a:rPr>
              <a:t>ve</a:t>
            </a:r>
            <a:r>
              <a:rPr lang="en-US" altLang="zh-CN" sz="2600" b="1" dirty="0" smtClean="0">
                <a:latin typeface="+mj-lt"/>
                <a:ea typeface="方正清刻本悦宋简体" panose="02000000000000000000" pitchFamily="2" charset="-122"/>
              </a:rPr>
              <a:t> ramp </a:t>
            </a:r>
            <a:endParaRPr lang="zh-CN" altLang="en-US" sz="2600" b="1" dirty="0">
              <a:latin typeface="+mj-lt"/>
              <a:ea typeface="方正清刻本悦宋简体" panose="02000000000000000000" pitchFamily="2" charset="-122"/>
            </a:endParaRPr>
          </a:p>
        </p:txBody>
      </p:sp>
    </p:spTree>
    <p:extLst>
      <p:ext uri="{BB962C8B-B14F-4D97-AF65-F5344CB8AC3E}">
        <p14:creationId xmlns:p14="http://schemas.microsoft.com/office/powerpoint/2010/main" val="1562534614"/>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heel(1)">
                                      <p:cBhvr>
                                        <p:cTn id="10"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5D2E0D8-39F0-293E-98A0-F7611E68ABCD}"/>
            </a:ext>
          </a:extLst>
        </p:cNvPr>
        <p:cNvGrpSpPr/>
        <p:nvPr/>
      </p:nvGrpSpPr>
      <p:grpSpPr>
        <a:xfrm>
          <a:off x="0" y="0"/>
          <a:ext cx="0" cy="0"/>
          <a:chOff x="0" y="0"/>
          <a:chExt cx="0" cy="0"/>
        </a:xfrm>
      </p:grpSpPr>
      <p:grpSp>
        <p:nvGrpSpPr>
          <p:cNvPr id="23" name="Group 22">
            <a:extLst>
              <a:ext uri="{FF2B5EF4-FFF2-40B4-BE49-F238E27FC236}">
                <a16:creationId xmlns="" xmlns:a16="http://schemas.microsoft.com/office/drawing/2014/main" id="{A6AF4898-9A3E-3CC0-147A-47F6F74D0F37}"/>
              </a:ext>
            </a:extLst>
          </p:cNvPr>
          <p:cNvGrpSpPr/>
          <p:nvPr/>
        </p:nvGrpSpPr>
        <p:grpSpPr>
          <a:xfrm>
            <a:off x="-372343" y="2738243"/>
            <a:ext cx="1314897" cy="1487188"/>
            <a:chOff x="-305647" y="2467262"/>
            <a:chExt cx="1314897" cy="1487188"/>
          </a:xfrm>
        </p:grpSpPr>
        <p:sp>
          <p:nvSpPr>
            <p:cNvPr id="30" name="KSO_Shape">
              <a:extLst>
                <a:ext uri="{FF2B5EF4-FFF2-40B4-BE49-F238E27FC236}">
                  <a16:creationId xmlns="" xmlns:a16="http://schemas.microsoft.com/office/drawing/2014/main" id="{001687EE-43C4-2AA2-5B73-20E20433233E}"/>
                </a:ext>
              </a:extLst>
            </p:cNvPr>
            <p:cNvSpPr>
              <a:spLocks/>
            </p:cNvSpPr>
            <p:nvPr/>
          </p:nvSpPr>
          <p:spPr bwMode="auto">
            <a:xfrm rot="69658">
              <a:off x="645262" y="2467262"/>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nvGrpSpPr>
            <p:cNvPr id="40" name="组合 39">
              <a:extLst>
                <a:ext uri="{FF2B5EF4-FFF2-40B4-BE49-F238E27FC236}">
                  <a16:creationId xmlns="" xmlns:a16="http://schemas.microsoft.com/office/drawing/2014/main" id="{66BAE30D-D981-8396-6809-5EFDB296DF67}"/>
                </a:ext>
              </a:extLst>
            </p:cNvPr>
            <p:cNvGrpSpPr/>
            <p:nvPr/>
          </p:nvGrpSpPr>
          <p:grpSpPr>
            <a:xfrm rot="18345">
              <a:off x="-289106" y="2535134"/>
              <a:ext cx="585587" cy="91143"/>
              <a:chOff x="8614611" y="410539"/>
              <a:chExt cx="585587" cy="91143"/>
            </a:xfrm>
          </p:grpSpPr>
          <p:sp>
            <p:nvSpPr>
              <p:cNvPr id="41" name="圆角矩形 40">
                <a:extLst>
                  <a:ext uri="{FF2B5EF4-FFF2-40B4-BE49-F238E27FC236}">
                    <a16:creationId xmlns="" xmlns:a16="http://schemas.microsoft.com/office/drawing/2014/main" id="{92FDF6F7-D143-5C8E-2D00-140A6AE281D5}"/>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42" name="圆角矩形 41">
                <a:extLst>
                  <a:ext uri="{FF2B5EF4-FFF2-40B4-BE49-F238E27FC236}">
                    <a16:creationId xmlns="" xmlns:a16="http://schemas.microsoft.com/office/drawing/2014/main" id="{6AA57341-91A3-2C5D-0890-3B82FAE74E35}"/>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43" name="圆角矩形 42">
                <a:extLst>
                  <a:ext uri="{FF2B5EF4-FFF2-40B4-BE49-F238E27FC236}">
                    <a16:creationId xmlns="" xmlns:a16="http://schemas.microsoft.com/office/drawing/2014/main" id="{DB17894B-C3BC-9E7C-9EAC-7D8B25465EA8}"/>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44" name="圆角矩形 43">
                <a:extLst>
                  <a:ext uri="{FF2B5EF4-FFF2-40B4-BE49-F238E27FC236}">
                    <a16:creationId xmlns="" xmlns:a16="http://schemas.microsoft.com/office/drawing/2014/main" id="{3D0CE183-6550-DC06-FBAB-56DFC282770F}"/>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grpSp>
        <p:sp>
          <p:nvSpPr>
            <p:cNvPr id="55" name="KSO_Shape">
              <a:extLst>
                <a:ext uri="{FF2B5EF4-FFF2-40B4-BE49-F238E27FC236}">
                  <a16:creationId xmlns="" xmlns:a16="http://schemas.microsoft.com/office/drawing/2014/main" id="{DF2918E6-D702-5B62-FBD7-BBA3956A842B}"/>
                </a:ext>
              </a:extLst>
            </p:cNvPr>
            <p:cNvSpPr>
              <a:spLocks/>
            </p:cNvSpPr>
            <p:nvPr/>
          </p:nvSpPr>
          <p:spPr bwMode="auto">
            <a:xfrm rot="69658">
              <a:off x="645263" y="3685705"/>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nvGrpSpPr>
            <p:cNvPr id="56" name="组合 55">
              <a:extLst>
                <a:ext uri="{FF2B5EF4-FFF2-40B4-BE49-F238E27FC236}">
                  <a16:creationId xmlns="" xmlns:a16="http://schemas.microsoft.com/office/drawing/2014/main" id="{CC0BA770-A18F-6621-6AA6-C197E8AC5F1D}"/>
                </a:ext>
              </a:extLst>
            </p:cNvPr>
            <p:cNvGrpSpPr/>
            <p:nvPr/>
          </p:nvGrpSpPr>
          <p:grpSpPr>
            <a:xfrm rot="18345">
              <a:off x="-289105" y="3753577"/>
              <a:ext cx="585587" cy="91143"/>
              <a:chOff x="8614611" y="410539"/>
              <a:chExt cx="585587" cy="91143"/>
            </a:xfrm>
          </p:grpSpPr>
          <p:sp>
            <p:nvSpPr>
              <p:cNvPr id="57" name="圆角矩形 56">
                <a:extLst>
                  <a:ext uri="{FF2B5EF4-FFF2-40B4-BE49-F238E27FC236}">
                    <a16:creationId xmlns="" xmlns:a16="http://schemas.microsoft.com/office/drawing/2014/main" id="{153A30DA-590E-6524-FC46-080875D19E65}"/>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58" name="圆角矩形 57">
                <a:extLst>
                  <a:ext uri="{FF2B5EF4-FFF2-40B4-BE49-F238E27FC236}">
                    <a16:creationId xmlns="" xmlns:a16="http://schemas.microsoft.com/office/drawing/2014/main" id="{1E6D74B5-E2C9-8E5B-3BF8-EEA68027766E}"/>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59" name="圆角矩形 58">
                <a:extLst>
                  <a:ext uri="{FF2B5EF4-FFF2-40B4-BE49-F238E27FC236}">
                    <a16:creationId xmlns="" xmlns:a16="http://schemas.microsoft.com/office/drawing/2014/main" id="{56F2CA02-4EBC-6154-B543-DE9355E6C6EA}"/>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60" name="圆角矩形 59">
                <a:extLst>
                  <a:ext uri="{FF2B5EF4-FFF2-40B4-BE49-F238E27FC236}">
                    <a16:creationId xmlns="" xmlns:a16="http://schemas.microsoft.com/office/drawing/2014/main" id="{25795025-361C-F028-D654-A183F8CB3687}"/>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grpSp>
        <p:grpSp>
          <p:nvGrpSpPr>
            <p:cNvPr id="62" name="组合 61">
              <a:extLst>
                <a:ext uri="{FF2B5EF4-FFF2-40B4-BE49-F238E27FC236}">
                  <a16:creationId xmlns="" xmlns:a16="http://schemas.microsoft.com/office/drawing/2014/main" id="{EB798261-43A5-7630-F5C7-564F87D142FB}"/>
                </a:ext>
              </a:extLst>
            </p:cNvPr>
            <p:cNvGrpSpPr/>
            <p:nvPr/>
          </p:nvGrpSpPr>
          <p:grpSpPr>
            <a:xfrm rot="18345">
              <a:off x="423663" y="3145565"/>
              <a:ext cx="585587" cy="91143"/>
              <a:chOff x="8614611" y="410539"/>
              <a:chExt cx="585587" cy="91143"/>
            </a:xfrm>
          </p:grpSpPr>
          <p:sp>
            <p:nvSpPr>
              <p:cNvPr id="63" name="圆角矩形 62">
                <a:extLst>
                  <a:ext uri="{FF2B5EF4-FFF2-40B4-BE49-F238E27FC236}">
                    <a16:creationId xmlns="" xmlns:a16="http://schemas.microsoft.com/office/drawing/2014/main" id="{8939C0E7-5823-A07F-FAC8-75A56D98F79E}"/>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64" name="圆角矩形 63">
                <a:extLst>
                  <a:ext uri="{FF2B5EF4-FFF2-40B4-BE49-F238E27FC236}">
                    <a16:creationId xmlns="" xmlns:a16="http://schemas.microsoft.com/office/drawing/2014/main" id="{F7F5BC4A-745A-7616-D528-34605044946E}"/>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65" name="圆角矩形 64">
                <a:extLst>
                  <a:ext uri="{FF2B5EF4-FFF2-40B4-BE49-F238E27FC236}">
                    <a16:creationId xmlns="" xmlns:a16="http://schemas.microsoft.com/office/drawing/2014/main" id="{53F9060E-694B-61CE-01D5-2CEB1DD6F69B}"/>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66" name="圆角矩形 65">
                <a:extLst>
                  <a:ext uri="{FF2B5EF4-FFF2-40B4-BE49-F238E27FC236}">
                    <a16:creationId xmlns="" xmlns:a16="http://schemas.microsoft.com/office/drawing/2014/main" id="{47D3113C-291F-1C8E-DC4D-4B02169BA3E3}"/>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grpSp>
        <p:sp>
          <p:nvSpPr>
            <p:cNvPr id="67" name="KSO_Shape">
              <a:extLst>
                <a:ext uri="{FF2B5EF4-FFF2-40B4-BE49-F238E27FC236}">
                  <a16:creationId xmlns="" xmlns:a16="http://schemas.microsoft.com/office/drawing/2014/main" id="{6125B240-34B4-D618-F27A-2110728BEC68}"/>
                </a:ext>
              </a:extLst>
            </p:cNvPr>
            <p:cNvSpPr>
              <a:spLocks/>
            </p:cNvSpPr>
            <p:nvPr/>
          </p:nvSpPr>
          <p:spPr bwMode="auto">
            <a:xfrm rot="69658">
              <a:off x="-305647" y="3055198"/>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grpSp>
        <p:nvGrpSpPr>
          <p:cNvPr id="21" name="Group 20">
            <a:extLst>
              <a:ext uri="{FF2B5EF4-FFF2-40B4-BE49-F238E27FC236}">
                <a16:creationId xmlns="" xmlns:a16="http://schemas.microsoft.com/office/drawing/2014/main" id="{A96A47A1-7929-04CA-B84F-B73B22AB3F0F}"/>
              </a:ext>
            </a:extLst>
          </p:cNvPr>
          <p:cNvGrpSpPr/>
          <p:nvPr/>
        </p:nvGrpSpPr>
        <p:grpSpPr>
          <a:xfrm rot="10800000">
            <a:off x="11298884" y="2578950"/>
            <a:ext cx="1314897" cy="1487188"/>
            <a:chOff x="11678273" y="2467261"/>
            <a:chExt cx="1314897" cy="1487188"/>
          </a:xfrm>
        </p:grpSpPr>
        <p:sp>
          <p:nvSpPr>
            <p:cNvPr id="49" name="KSO_Shape">
              <a:extLst>
                <a:ext uri="{FF2B5EF4-FFF2-40B4-BE49-F238E27FC236}">
                  <a16:creationId xmlns="" xmlns:a16="http://schemas.microsoft.com/office/drawing/2014/main" id="{1D3E01FF-6569-405C-D028-6ADBBD22A79C}"/>
                </a:ext>
              </a:extLst>
            </p:cNvPr>
            <p:cNvSpPr>
              <a:spLocks/>
            </p:cNvSpPr>
            <p:nvPr/>
          </p:nvSpPr>
          <p:spPr bwMode="auto">
            <a:xfrm rot="69658">
              <a:off x="12629182" y="2467261"/>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nvGrpSpPr>
            <p:cNvPr id="50" name="组合 39">
              <a:extLst>
                <a:ext uri="{FF2B5EF4-FFF2-40B4-BE49-F238E27FC236}">
                  <a16:creationId xmlns="" xmlns:a16="http://schemas.microsoft.com/office/drawing/2014/main" id="{64D1F69E-7E06-8D39-71A2-C2BDCD5962D8}"/>
                </a:ext>
              </a:extLst>
            </p:cNvPr>
            <p:cNvGrpSpPr/>
            <p:nvPr/>
          </p:nvGrpSpPr>
          <p:grpSpPr>
            <a:xfrm rot="18345">
              <a:off x="11694814" y="2535133"/>
              <a:ext cx="585587" cy="91143"/>
              <a:chOff x="8614611" y="410539"/>
              <a:chExt cx="585587" cy="91143"/>
            </a:xfrm>
          </p:grpSpPr>
          <p:sp>
            <p:nvSpPr>
              <p:cNvPr id="51" name="圆角矩形 40">
                <a:extLst>
                  <a:ext uri="{FF2B5EF4-FFF2-40B4-BE49-F238E27FC236}">
                    <a16:creationId xmlns="" xmlns:a16="http://schemas.microsoft.com/office/drawing/2014/main" id="{FD16CFAB-4083-503F-DFE7-6E55A3994C15}"/>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52" name="圆角矩形 41">
                <a:extLst>
                  <a:ext uri="{FF2B5EF4-FFF2-40B4-BE49-F238E27FC236}">
                    <a16:creationId xmlns="" xmlns:a16="http://schemas.microsoft.com/office/drawing/2014/main" id="{A6065522-0B22-F00A-676E-6CDE8C6C3DC8}"/>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53" name="圆角矩形 42">
                <a:extLst>
                  <a:ext uri="{FF2B5EF4-FFF2-40B4-BE49-F238E27FC236}">
                    <a16:creationId xmlns="" xmlns:a16="http://schemas.microsoft.com/office/drawing/2014/main" id="{B8461E07-FB1A-F67D-90B0-72FEC55E435B}"/>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54" name="圆角矩形 43">
                <a:extLst>
                  <a:ext uri="{FF2B5EF4-FFF2-40B4-BE49-F238E27FC236}">
                    <a16:creationId xmlns="" xmlns:a16="http://schemas.microsoft.com/office/drawing/2014/main" id="{4FA85C76-A0FC-FD78-5BDF-15A375389AC6}"/>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grpSp>
        <p:sp>
          <p:nvSpPr>
            <p:cNvPr id="61" name="KSO_Shape">
              <a:extLst>
                <a:ext uri="{FF2B5EF4-FFF2-40B4-BE49-F238E27FC236}">
                  <a16:creationId xmlns="" xmlns:a16="http://schemas.microsoft.com/office/drawing/2014/main" id="{579347E5-7F4A-7B14-DD57-B3A8FAE3CF56}"/>
                </a:ext>
              </a:extLst>
            </p:cNvPr>
            <p:cNvSpPr>
              <a:spLocks/>
            </p:cNvSpPr>
            <p:nvPr/>
          </p:nvSpPr>
          <p:spPr bwMode="auto">
            <a:xfrm rot="69658">
              <a:off x="12629183" y="3685704"/>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nvGrpSpPr>
            <p:cNvPr id="68" name="组合 55">
              <a:extLst>
                <a:ext uri="{FF2B5EF4-FFF2-40B4-BE49-F238E27FC236}">
                  <a16:creationId xmlns="" xmlns:a16="http://schemas.microsoft.com/office/drawing/2014/main" id="{F056C2DF-681B-7EE4-94BA-F680661478B0}"/>
                </a:ext>
              </a:extLst>
            </p:cNvPr>
            <p:cNvGrpSpPr/>
            <p:nvPr/>
          </p:nvGrpSpPr>
          <p:grpSpPr>
            <a:xfrm rot="18345">
              <a:off x="11694815" y="3753576"/>
              <a:ext cx="585587" cy="91143"/>
              <a:chOff x="8614611" y="410539"/>
              <a:chExt cx="585587" cy="91143"/>
            </a:xfrm>
          </p:grpSpPr>
          <p:sp>
            <p:nvSpPr>
              <p:cNvPr id="69" name="圆角矩形 56">
                <a:extLst>
                  <a:ext uri="{FF2B5EF4-FFF2-40B4-BE49-F238E27FC236}">
                    <a16:creationId xmlns="" xmlns:a16="http://schemas.microsoft.com/office/drawing/2014/main" id="{7CFBDBD3-7A35-4299-476E-37C80982B57F}"/>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0" name="圆角矩形 57">
                <a:extLst>
                  <a:ext uri="{FF2B5EF4-FFF2-40B4-BE49-F238E27FC236}">
                    <a16:creationId xmlns="" xmlns:a16="http://schemas.microsoft.com/office/drawing/2014/main" id="{1F9556D9-8A9F-66DA-8D0A-5E0D51A94A94}"/>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1" name="圆角矩形 58">
                <a:extLst>
                  <a:ext uri="{FF2B5EF4-FFF2-40B4-BE49-F238E27FC236}">
                    <a16:creationId xmlns="" xmlns:a16="http://schemas.microsoft.com/office/drawing/2014/main" id="{0ACCE6F1-B538-F074-34C5-D56C4889793E}"/>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2" name="圆角矩形 59">
                <a:extLst>
                  <a:ext uri="{FF2B5EF4-FFF2-40B4-BE49-F238E27FC236}">
                    <a16:creationId xmlns="" xmlns:a16="http://schemas.microsoft.com/office/drawing/2014/main" id="{A597C7B3-FADD-D9AA-38E8-3FB3AE21BAE9}"/>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dirty="0">
                  <a:latin typeface="+mj-lt"/>
                </a:endParaRPr>
              </a:p>
            </p:txBody>
          </p:sp>
        </p:grpSp>
        <p:grpSp>
          <p:nvGrpSpPr>
            <p:cNvPr id="73" name="组合 61">
              <a:extLst>
                <a:ext uri="{FF2B5EF4-FFF2-40B4-BE49-F238E27FC236}">
                  <a16:creationId xmlns="" xmlns:a16="http://schemas.microsoft.com/office/drawing/2014/main" id="{1586B4CD-0A09-6358-190E-C97633C1E02B}"/>
                </a:ext>
              </a:extLst>
            </p:cNvPr>
            <p:cNvGrpSpPr/>
            <p:nvPr/>
          </p:nvGrpSpPr>
          <p:grpSpPr>
            <a:xfrm rot="18345">
              <a:off x="12407583" y="3145564"/>
              <a:ext cx="585587" cy="91143"/>
              <a:chOff x="8614611" y="410539"/>
              <a:chExt cx="585587" cy="91143"/>
            </a:xfrm>
          </p:grpSpPr>
          <p:sp>
            <p:nvSpPr>
              <p:cNvPr id="74" name="圆角矩形 62">
                <a:extLst>
                  <a:ext uri="{FF2B5EF4-FFF2-40B4-BE49-F238E27FC236}">
                    <a16:creationId xmlns="" xmlns:a16="http://schemas.microsoft.com/office/drawing/2014/main" id="{6D978F2F-D824-A6F3-6529-36B2E2B56FE4}"/>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5" name="圆角矩形 63">
                <a:extLst>
                  <a:ext uri="{FF2B5EF4-FFF2-40B4-BE49-F238E27FC236}">
                    <a16:creationId xmlns="" xmlns:a16="http://schemas.microsoft.com/office/drawing/2014/main" id="{F1B468AD-7F00-0D78-5291-3CE6A754B90C}"/>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6" name="圆角矩形 64">
                <a:extLst>
                  <a:ext uri="{FF2B5EF4-FFF2-40B4-BE49-F238E27FC236}">
                    <a16:creationId xmlns="" xmlns:a16="http://schemas.microsoft.com/office/drawing/2014/main" id="{4C222CB6-27C4-D1D5-3AB9-606A5E7B9E0E}"/>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7" name="圆角矩形 65">
                <a:extLst>
                  <a:ext uri="{FF2B5EF4-FFF2-40B4-BE49-F238E27FC236}">
                    <a16:creationId xmlns="" xmlns:a16="http://schemas.microsoft.com/office/drawing/2014/main" id="{92AA1D5C-4F2A-7F09-4022-405D8258B77B}"/>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grpSp>
        <p:sp>
          <p:nvSpPr>
            <p:cNvPr id="78" name="KSO_Shape">
              <a:extLst>
                <a:ext uri="{FF2B5EF4-FFF2-40B4-BE49-F238E27FC236}">
                  <a16:creationId xmlns="" xmlns:a16="http://schemas.microsoft.com/office/drawing/2014/main" id="{95C99747-2A08-F3B1-3E16-8ADDC8957225}"/>
                </a:ext>
              </a:extLst>
            </p:cNvPr>
            <p:cNvSpPr>
              <a:spLocks/>
            </p:cNvSpPr>
            <p:nvPr/>
          </p:nvSpPr>
          <p:spPr bwMode="auto">
            <a:xfrm rot="69658">
              <a:off x="11678273" y="3055197"/>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grpSp>
        <p:nvGrpSpPr>
          <p:cNvPr id="79" name="组合 4">
            <a:extLst>
              <a:ext uri="{FF2B5EF4-FFF2-40B4-BE49-F238E27FC236}">
                <a16:creationId xmlns="" xmlns:a16="http://schemas.microsoft.com/office/drawing/2014/main" id="{3E32F614-1F44-C0F3-B006-EDF17941B4F5}"/>
              </a:ext>
            </a:extLst>
          </p:cNvPr>
          <p:cNvGrpSpPr/>
          <p:nvPr/>
        </p:nvGrpSpPr>
        <p:grpSpPr>
          <a:xfrm>
            <a:off x="-23313" y="757693"/>
            <a:ext cx="3395006" cy="431295"/>
            <a:chOff x="-22274" y="526055"/>
            <a:chExt cx="3395006" cy="431295"/>
          </a:xfrm>
        </p:grpSpPr>
        <p:grpSp>
          <p:nvGrpSpPr>
            <p:cNvPr id="80" name="组合 5">
              <a:extLst>
                <a:ext uri="{FF2B5EF4-FFF2-40B4-BE49-F238E27FC236}">
                  <a16:creationId xmlns="" xmlns:a16="http://schemas.microsoft.com/office/drawing/2014/main" id="{EA1E49F9-7BE1-31F0-1AA4-FC17D17BBCEE}"/>
                </a:ext>
              </a:extLst>
            </p:cNvPr>
            <p:cNvGrpSpPr/>
            <p:nvPr/>
          </p:nvGrpSpPr>
          <p:grpSpPr>
            <a:xfrm>
              <a:off x="-22274" y="526055"/>
              <a:ext cx="2726545" cy="431295"/>
              <a:chOff x="-22274" y="526055"/>
              <a:chExt cx="2726545" cy="431295"/>
            </a:xfrm>
          </p:grpSpPr>
          <p:sp>
            <p:nvSpPr>
              <p:cNvPr id="85" name="任意多边形 11">
                <a:extLst>
                  <a:ext uri="{FF2B5EF4-FFF2-40B4-BE49-F238E27FC236}">
                    <a16:creationId xmlns="" xmlns:a16="http://schemas.microsoft.com/office/drawing/2014/main" id="{70F00A70-44D9-5373-6142-2DA5ABAF3F7A}"/>
                  </a:ext>
                </a:extLst>
              </p:cNvPr>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86" name="组合 12">
                <a:extLst>
                  <a:ext uri="{FF2B5EF4-FFF2-40B4-BE49-F238E27FC236}">
                    <a16:creationId xmlns="" xmlns:a16="http://schemas.microsoft.com/office/drawing/2014/main" id="{A5379E43-D196-B15F-686A-9245D0C59E84}"/>
                  </a:ext>
                </a:extLst>
              </p:cNvPr>
              <p:cNvGrpSpPr/>
              <p:nvPr/>
            </p:nvGrpSpPr>
            <p:grpSpPr>
              <a:xfrm>
                <a:off x="206190" y="526055"/>
                <a:ext cx="276624" cy="276624"/>
                <a:chOff x="5216663" y="2206897"/>
                <a:chExt cx="276624" cy="276624"/>
              </a:xfrm>
            </p:grpSpPr>
            <p:sp>
              <p:nvSpPr>
                <p:cNvPr id="88" name="Oval 35">
                  <a:extLst>
                    <a:ext uri="{FF2B5EF4-FFF2-40B4-BE49-F238E27FC236}">
                      <a16:creationId xmlns="" xmlns:a16="http://schemas.microsoft.com/office/drawing/2014/main" id="{463EB779-AE73-888E-056D-0E24158FD853}"/>
                    </a:ext>
                  </a:extLst>
                </p:cNvPr>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9" name="Oval 35">
                  <a:extLst>
                    <a:ext uri="{FF2B5EF4-FFF2-40B4-BE49-F238E27FC236}">
                      <a16:creationId xmlns="" xmlns:a16="http://schemas.microsoft.com/office/drawing/2014/main" id="{48444000-2742-6295-79F1-DB03FEFA15B2}"/>
                    </a:ext>
                  </a:extLst>
                </p:cNvPr>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87" name="Oval 35">
                <a:extLst>
                  <a:ext uri="{FF2B5EF4-FFF2-40B4-BE49-F238E27FC236}">
                    <a16:creationId xmlns="" xmlns:a16="http://schemas.microsoft.com/office/drawing/2014/main" id="{68970CAF-DF70-D215-C4F4-9B7F11A05C83}"/>
                  </a:ext>
                </a:extLst>
              </p:cNvPr>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81" name="组合 7">
              <a:extLst>
                <a:ext uri="{FF2B5EF4-FFF2-40B4-BE49-F238E27FC236}">
                  <a16:creationId xmlns="" xmlns:a16="http://schemas.microsoft.com/office/drawing/2014/main" id="{1FA9F9ED-05F9-D9CF-A2D2-879851495A77}"/>
                </a:ext>
              </a:extLst>
            </p:cNvPr>
            <p:cNvGrpSpPr/>
            <p:nvPr/>
          </p:nvGrpSpPr>
          <p:grpSpPr>
            <a:xfrm>
              <a:off x="2909925" y="529575"/>
              <a:ext cx="462807" cy="427775"/>
              <a:chOff x="2909925" y="529575"/>
              <a:chExt cx="462807" cy="427775"/>
            </a:xfrm>
          </p:grpSpPr>
          <p:sp>
            <p:nvSpPr>
              <p:cNvPr id="82" name="任意多边形 8">
                <a:extLst>
                  <a:ext uri="{FF2B5EF4-FFF2-40B4-BE49-F238E27FC236}">
                    <a16:creationId xmlns="" xmlns:a16="http://schemas.microsoft.com/office/drawing/2014/main" id="{94272761-B250-DE62-294F-AC79B6123BFE}"/>
                  </a:ext>
                </a:extLst>
              </p:cNvPr>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83" name="Oval 35">
                <a:extLst>
                  <a:ext uri="{FF2B5EF4-FFF2-40B4-BE49-F238E27FC236}">
                    <a16:creationId xmlns="" xmlns:a16="http://schemas.microsoft.com/office/drawing/2014/main" id="{164CAED4-8BE4-07CB-82C4-2511A3F96A26}"/>
                  </a:ext>
                </a:extLst>
              </p:cNvPr>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4" name="Oval 35">
                <a:extLst>
                  <a:ext uri="{FF2B5EF4-FFF2-40B4-BE49-F238E27FC236}">
                    <a16:creationId xmlns="" xmlns:a16="http://schemas.microsoft.com/office/drawing/2014/main" id="{37DF0D37-27AF-208A-1536-BC89BFB15B65}"/>
                  </a:ext>
                </a:extLst>
              </p:cNvPr>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90" name="文本框 6">
            <a:extLst>
              <a:ext uri="{FF2B5EF4-FFF2-40B4-BE49-F238E27FC236}">
                <a16:creationId xmlns="" xmlns:a16="http://schemas.microsoft.com/office/drawing/2014/main" id="{887372B3-67A0-D46E-6A87-0421B414E18B}"/>
              </a:ext>
            </a:extLst>
          </p:cNvPr>
          <p:cNvSpPr txBox="1"/>
          <p:nvPr/>
        </p:nvSpPr>
        <p:spPr>
          <a:xfrm>
            <a:off x="1287327" y="176774"/>
            <a:ext cx="8898202" cy="492443"/>
          </a:xfrm>
          <a:prstGeom prst="rect">
            <a:avLst/>
          </a:prstGeom>
          <a:noFill/>
        </p:spPr>
        <p:txBody>
          <a:bodyPr wrap="square" rtlCol="0">
            <a:spAutoFit/>
          </a:bodyPr>
          <a:lstStyle/>
          <a:p>
            <a:pPr algn="ctr"/>
            <a:r>
              <a:rPr lang="en-US" altLang="zh-CN" sz="2600" b="1" dirty="0">
                <a:latin typeface="+mj-lt"/>
                <a:ea typeface="方正清刻本悦宋简体" panose="02000000000000000000" pitchFamily="2" charset="-122"/>
              </a:rPr>
              <a:t>Architecture of SAR ADC with Low Dropout Regulator</a:t>
            </a:r>
            <a:endParaRPr lang="zh-CN" altLang="en-US" sz="2600" b="1" dirty="0">
              <a:latin typeface="+mj-lt"/>
              <a:ea typeface="方正清刻本悦宋简体" panose="02000000000000000000" pitchFamily="2" charset="-122"/>
            </a:endParaRPr>
          </a:p>
        </p:txBody>
      </p:sp>
      <p:sp>
        <p:nvSpPr>
          <p:cNvPr id="92" name="Isosceles Triangle 91">
            <a:extLst>
              <a:ext uri="{FF2B5EF4-FFF2-40B4-BE49-F238E27FC236}">
                <a16:creationId xmlns="" xmlns:a16="http://schemas.microsoft.com/office/drawing/2014/main" id="{AADFF2E4-300E-A97E-5600-50CF13BD8EA8}"/>
              </a:ext>
            </a:extLst>
          </p:cNvPr>
          <p:cNvSpPr/>
          <p:nvPr/>
        </p:nvSpPr>
        <p:spPr>
          <a:xfrm rot="5400000">
            <a:off x="5680300" y="3319439"/>
            <a:ext cx="798514" cy="944844"/>
          </a:xfrm>
          <a:prstGeom prst="triangl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grpSp>
        <p:nvGrpSpPr>
          <p:cNvPr id="93" name="Group 92">
            <a:extLst>
              <a:ext uri="{FF2B5EF4-FFF2-40B4-BE49-F238E27FC236}">
                <a16:creationId xmlns="" xmlns:a16="http://schemas.microsoft.com/office/drawing/2014/main" id="{D7AA9A06-7E7D-A7F6-5F3D-2C8843D1D7A7}"/>
              </a:ext>
            </a:extLst>
          </p:cNvPr>
          <p:cNvGrpSpPr/>
          <p:nvPr/>
        </p:nvGrpSpPr>
        <p:grpSpPr>
          <a:xfrm>
            <a:off x="5756532" y="3611898"/>
            <a:ext cx="224280" cy="360844"/>
            <a:chOff x="8452884" y="1637414"/>
            <a:chExt cx="398721" cy="641500"/>
          </a:xfrm>
        </p:grpSpPr>
        <p:cxnSp>
          <p:nvCxnSpPr>
            <p:cNvPr id="94" name="Straight Connector 93">
              <a:extLst>
                <a:ext uri="{FF2B5EF4-FFF2-40B4-BE49-F238E27FC236}">
                  <a16:creationId xmlns="" xmlns:a16="http://schemas.microsoft.com/office/drawing/2014/main" id="{39E5DB80-9143-E8DC-B235-41A753CFB54B}"/>
                </a:ext>
              </a:extLst>
            </p:cNvPr>
            <p:cNvCxnSpPr>
              <a:cxnSpLocks/>
            </p:cNvCxnSpPr>
            <p:nvPr/>
          </p:nvCxnSpPr>
          <p:spPr>
            <a:xfrm>
              <a:off x="8644270" y="1637414"/>
              <a:ext cx="20733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 xmlns:a16="http://schemas.microsoft.com/office/drawing/2014/main" id="{56E307D4-3822-EE9A-CC29-02AA8F9899C0}"/>
                </a:ext>
              </a:extLst>
            </p:cNvPr>
            <p:cNvCxnSpPr>
              <a:cxnSpLocks/>
            </p:cNvCxnSpPr>
            <p:nvPr/>
          </p:nvCxnSpPr>
          <p:spPr>
            <a:xfrm>
              <a:off x="8452884" y="2278912"/>
              <a:ext cx="1913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 xmlns:a16="http://schemas.microsoft.com/office/drawing/2014/main" id="{705DFEC3-2F25-012F-51CD-AFDAD89B5E59}"/>
                </a:ext>
              </a:extLst>
            </p:cNvPr>
            <p:cNvCxnSpPr>
              <a:cxnSpLocks/>
            </p:cNvCxnSpPr>
            <p:nvPr/>
          </p:nvCxnSpPr>
          <p:spPr>
            <a:xfrm flipV="1">
              <a:off x="8644270" y="1637414"/>
              <a:ext cx="0" cy="6415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 xmlns:a16="http://schemas.microsoft.com/office/drawing/2014/main" id="{7AC0A2AE-C709-6426-FB95-F28D97E65C09}"/>
                </a:ext>
              </a:extLst>
            </p:cNvPr>
            <p:cNvCxnSpPr>
              <a:cxnSpLocks/>
            </p:cNvCxnSpPr>
            <p:nvPr/>
          </p:nvCxnSpPr>
          <p:spPr>
            <a:xfrm>
              <a:off x="8452884" y="1949303"/>
              <a:ext cx="31897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8" name="Straight Arrow Connector 97">
            <a:extLst>
              <a:ext uri="{FF2B5EF4-FFF2-40B4-BE49-F238E27FC236}">
                <a16:creationId xmlns="" xmlns:a16="http://schemas.microsoft.com/office/drawing/2014/main" id="{3B8DA9D4-2255-CA73-9721-630CAD7506C7}"/>
              </a:ext>
            </a:extLst>
          </p:cNvPr>
          <p:cNvCxnSpPr>
            <a:cxnSpLocks/>
            <a:stCxn id="92" idx="0"/>
          </p:cNvCxnSpPr>
          <p:nvPr/>
        </p:nvCxnSpPr>
        <p:spPr>
          <a:xfrm flipV="1">
            <a:off x="6551982" y="3787993"/>
            <a:ext cx="326945" cy="3868"/>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99" name="Straight Arrow Connector 98">
            <a:extLst>
              <a:ext uri="{FF2B5EF4-FFF2-40B4-BE49-F238E27FC236}">
                <a16:creationId xmlns="" xmlns:a16="http://schemas.microsoft.com/office/drawing/2014/main" id="{D75A38E8-33C9-1117-94C6-B2919EB72435}"/>
              </a:ext>
            </a:extLst>
          </p:cNvPr>
          <p:cNvCxnSpPr>
            <a:cxnSpLocks/>
          </p:cNvCxnSpPr>
          <p:nvPr/>
        </p:nvCxnSpPr>
        <p:spPr>
          <a:xfrm>
            <a:off x="7941510" y="3787994"/>
            <a:ext cx="430641" cy="43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 xmlns:a16="http://schemas.microsoft.com/office/drawing/2014/main" id="{470E00F5-6EF0-22D7-3DE6-3D55E24C57ED}"/>
              </a:ext>
            </a:extLst>
          </p:cNvPr>
          <p:cNvCxnSpPr>
            <a:cxnSpLocks/>
          </p:cNvCxnSpPr>
          <p:nvPr/>
        </p:nvCxnSpPr>
        <p:spPr>
          <a:xfrm>
            <a:off x="8060342" y="3787336"/>
            <a:ext cx="0" cy="123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 xmlns:a16="http://schemas.microsoft.com/office/drawing/2014/main" id="{0F19C1E5-0D94-65FA-1861-270203C9D4FF}"/>
              </a:ext>
            </a:extLst>
          </p:cNvPr>
          <p:cNvCxnSpPr>
            <a:cxnSpLocks/>
          </p:cNvCxnSpPr>
          <p:nvPr/>
        </p:nvCxnSpPr>
        <p:spPr>
          <a:xfrm flipH="1">
            <a:off x="5676787" y="5014804"/>
            <a:ext cx="238355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2" name="Group 101">
            <a:extLst>
              <a:ext uri="{FF2B5EF4-FFF2-40B4-BE49-F238E27FC236}">
                <a16:creationId xmlns="" xmlns:a16="http://schemas.microsoft.com/office/drawing/2014/main" id="{782DC87F-7D7D-C513-F64B-4B9B3FA83757}"/>
              </a:ext>
            </a:extLst>
          </p:cNvPr>
          <p:cNvGrpSpPr/>
          <p:nvPr/>
        </p:nvGrpSpPr>
        <p:grpSpPr>
          <a:xfrm>
            <a:off x="4779665" y="4756232"/>
            <a:ext cx="897123" cy="538274"/>
            <a:chOff x="5185144" y="4986673"/>
            <a:chExt cx="1594885" cy="956931"/>
          </a:xfrm>
        </p:grpSpPr>
        <p:sp>
          <p:nvSpPr>
            <p:cNvPr id="103" name="Freeform: Shape 33">
              <a:extLst>
                <a:ext uri="{FF2B5EF4-FFF2-40B4-BE49-F238E27FC236}">
                  <a16:creationId xmlns="" xmlns:a16="http://schemas.microsoft.com/office/drawing/2014/main" id="{B5909D65-F4F9-A6A2-4086-A57C6A041855}"/>
                </a:ext>
              </a:extLst>
            </p:cNvPr>
            <p:cNvSpPr/>
            <p:nvPr/>
          </p:nvSpPr>
          <p:spPr>
            <a:xfrm>
              <a:off x="5185144" y="4986673"/>
              <a:ext cx="1594884" cy="956931"/>
            </a:xfrm>
            <a:custGeom>
              <a:avLst/>
              <a:gdLst>
                <a:gd name="connsiteX0" fmla="*/ 1584251 w 1594884"/>
                <a:gd name="connsiteY0" fmla="*/ 0 h 956931"/>
                <a:gd name="connsiteX1" fmla="*/ 1594884 w 1594884"/>
                <a:gd name="connsiteY1" fmla="*/ 946298 h 956931"/>
                <a:gd name="connsiteX2" fmla="*/ 520995 w 1594884"/>
                <a:gd name="connsiteY2" fmla="*/ 956931 h 956931"/>
                <a:gd name="connsiteX3" fmla="*/ 0 w 1594884"/>
                <a:gd name="connsiteY3" fmla="*/ 542261 h 956931"/>
                <a:gd name="connsiteX4" fmla="*/ 499730 w 1594884"/>
                <a:gd name="connsiteY4" fmla="*/ 21266 h 956931"/>
                <a:gd name="connsiteX5" fmla="*/ 1584251 w 1594884"/>
                <a:gd name="connsiteY5" fmla="*/ 0 h 95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4884" h="956931">
                  <a:moveTo>
                    <a:pt x="1584251" y="0"/>
                  </a:moveTo>
                  <a:lnTo>
                    <a:pt x="1594884" y="946298"/>
                  </a:lnTo>
                  <a:lnTo>
                    <a:pt x="520995" y="956931"/>
                  </a:lnTo>
                  <a:lnTo>
                    <a:pt x="0" y="542261"/>
                  </a:lnTo>
                  <a:lnTo>
                    <a:pt x="499730" y="21266"/>
                  </a:lnTo>
                  <a:lnTo>
                    <a:pt x="1584251" y="0"/>
                  </a:ln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sp>
          <p:nvSpPr>
            <p:cNvPr id="104" name="TextBox 103">
              <a:extLst>
                <a:ext uri="{FF2B5EF4-FFF2-40B4-BE49-F238E27FC236}">
                  <a16:creationId xmlns="" xmlns:a16="http://schemas.microsoft.com/office/drawing/2014/main" id="{0368FCBC-78D1-E7C4-DF84-85E439232BFB}"/>
                </a:ext>
              </a:extLst>
            </p:cNvPr>
            <p:cNvSpPr txBox="1"/>
            <p:nvPr/>
          </p:nvSpPr>
          <p:spPr>
            <a:xfrm>
              <a:off x="5472225" y="5111196"/>
              <a:ext cx="1307804" cy="779701"/>
            </a:xfrm>
            <a:prstGeom prst="rect">
              <a:avLst/>
            </a:prstGeom>
            <a:noFill/>
            <a:ln w="28575">
              <a:noFill/>
            </a:ln>
          </p:spPr>
          <p:txBody>
            <a:bodyPr wrap="square" rtlCol="0">
              <a:spAutoFit/>
            </a:bodyPr>
            <a:lstStyle/>
            <a:p>
              <a:pPr algn="ctr"/>
              <a:r>
                <a:rPr lang="en-US" sz="1125" b="1" dirty="0"/>
                <a:t>N-bit</a:t>
              </a:r>
            </a:p>
            <a:p>
              <a:pPr algn="ctr"/>
              <a:r>
                <a:rPr lang="en-US" sz="1125" b="1" dirty="0"/>
                <a:t>DAC</a:t>
              </a:r>
            </a:p>
          </p:txBody>
        </p:sp>
      </p:grpSp>
      <p:sp>
        <p:nvSpPr>
          <p:cNvPr id="105" name="TextBox 104">
            <a:extLst>
              <a:ext uri="{FF2B5EF4-FFF2-40B4-BE49-F238E27FC236}">
                <a16:creationId xmlns="" xmlns:a16="http://schemas.microsoft.com/office/drawing/2014/main" id="{72D30EC9-7DD9-13CB-F0DF-EB2080E7F176}"/>
              </a:ext>
            </a:extLst>
          </p:cNvPr>
          <p:cNvSpPr txBox="1"/>
          <p:nvPr/>
        </p:nvSpPr>
        <p:spPr>
          <a:xfrm>
            <a:off x="4135855" y="3376921"/>
            <a:ext cx="735640" cy="611706"/>
          </a:xfrm>
          <a:prstGeom prst="rect">
            <a:avLst/>
          </a:prstGeom>
          <a:noFill/>
          <a:ln w="28575">
            <a:solidFill>
              <a:schemeClr val="tx1"/>
            </a:solidFill>
          </a:ln>
        </p:spPr>
        <p:txBody>
          <a:bodyPr wrap="square" rtlCol="0">
            <a:spAutoFit/>
          </a:bodyPr>
          <a:lstStyle/>
          <a:p>
            <a:pPr algn="ctr"/>
            <a:r>
              <a:rPr lang="en-US" sz="1125" b="1" dirty="0" smtClean="0"/>
              <a:t>Sample</a:t>
            </a:r>
          </a:p>
          <a:p>
            <a:pPr algn="ctr"/>
            <a:r>
              <a:rPr lang="en-US" sz="1125" b="1" dirty="0" smtClean="0"/>
              <a:t>-And-Hold</a:t>
            </a:r>
            <a:endParaRPr lang="en-US" sz="1125" b="1" dirty="0"/>
          </a:p>
        </p:txBody>
      </p:sp>
      <p:cxnSp>
        <p:nvCxnSpPr>
          <p:cNvPr id="106" name="Straight Arrow Connector 105">
            <a:extLst>
              <a:ext uri="{FF2B5EF4-FFF2-40B4-BE49-F238E27FC236}">
                <a16:creationId xmlns="" xmlns:a16="http://schemas.microsoft.com/office/drawing/2014/main" id="{05F6ADA8-95C3-EB10-EE29-E3AF09A526E1}"/>
              </a:ext>
            </a:extLst>
          </p:cNvPr>
          <p:cNvCxnSpPr>
            <a:cxnSpLocks/>
          </p:cNvCxnSpPr>
          <p:nvPr/>
        </p:nvCxnSpPr>
        <p:spPr>
          <a:xfrm flipV="1">
            <a:off x="4367328" y="4113785"/>
            <a:ext cx="1255638" cy="17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 xmlns:a16="http://schemas.microsoft.com/office/drawing/2014/main" id="{22C1AA4B-F09E-B444-52C8-06E541761732}"/>
              </a:ext>
            </a:extLst>
          </p:cNvPr>
          <p:cNvCxnSpPr>
            <a:cxnSpLocks/>
          </p:cNvCxnSpPr>
          <p:nvPr/>
        </p:nvCxnSpPr>
        <p:spPr>
          <a:xfrm>
            <a:off x="4363572" y="4101546"/>
            <a:ext cx="3748" cy="96645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 xmlns:a16="http://schemas.microsoft.com/office/drawing/2014/main" id="{28FDBE15-6895-3F3F-76D7-3BFEDB248D13}"/>
              </a:ext>
            </a:extLst>
          </p:cNvPr>
          <p:cNvCxnSpPr>
            <a:cxnSpLocks/>
            <a:endCxn id="103" idx="3"/>
          </p:cNvCxnSpPr>
          <p:nvPr/>
        </p:nvCxnSpPr>
        <p:spPr>
          <a:xfrm>
            <a:off x="4367322" y="5061255"/>
            <a:ext cx="412343"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 xmlns:a16="http://schemas.microsoft.com/office/drawing/2014/main" id="{F143B542-3E8C-88BF-1D40-B33D1984FC08}"/>
              </a:ext>
            </a:extLst>
          </p:cNvPr>
          <p:cNvCxnSpPr>
            <a:cxnSpLocks/>
            <a:endCxn id="105" idx="1"/>
          </p:cNvCxnSpPr>
          <p:nvPr/>
        </p:nvCxnSpPr>
        <p:spPr>
          <a:xfrm flipV="1">
            <a:off x="2551241" y="3682774"/>
            <a:ext cx="1584614" cy="2"/>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 xmlns:a16="http://schemas.microsoft.com/office/drawing/2014/main" id="{E1FA0604-133E-01DC-3A0D-438260E4FA78}"/>
              </a:ext>
            </a:extLst>
          </p:cNvPr>
          <p:cNvSpPr txBox="1"/>
          <p:nvPr/>
        </p:nvSpPr>
        <p:spPr>
          <a:xfrm>
            <a:off x="5523401" y="4101098"/>
            <a:ext cx="1122392" cy="265457"/>
          </a:xfrm>
          <a:prstGeom prst="rect">
            <a:avLst/>
          </a:prstGeom>
          <a:noFill/>
          <a:ln w="28575">
            <a:noFill/>
          </a:ln>
        </p:spPr>
        <p:txBody>
          <a:bodyPr wrap="square" rtlCol="0">
            <a:spAutoFit/>
          </a:bodyPr>
          <a:lstStyle/>
          <a:p>
            <a:pPr algn="ctr"/>
            <a:r>
              <a:rPr lang="en-US" sz="1125" b="1" dirty="0"/>
              <a:t>Comparator</a:t>
            </a:r>
          </a:p>
        </p:txBody>
      </p:sp>
      <p:sp>
        <p:nvSpPr>
          <p:cNvPr id="115" name="Rectangle 114">
            <a:extLst>
              <a:ext uri="{FF2B5EF4-FFF2-40B4-BE49-F238E27FC236}">
                <a16:creationId xmlns="" xmlns:a16="http://schemas.microsoft.com/office/drawing/2014/main" id="{5707DFE1-CACD-F8E9-F78E-62D885922AD2}"/>
              </a:ext>
            </a:extLst>
          </p:cNvPr>
          <p:cNvSpPr/>
          <p:nvPr/>
        </p:nvSpPr>
        <p:spPr>
          <a:xfrm>
            <a:off x="3002857" y="2896182"/>
            <a:ext cx="5190858" cy="2488022"/>
          </a:xfrm>
          <a:prstGeom prst="rect">
            <a:avLst/>
          </a:prstGeom>
          <a:noFill/>
          <a:ln w="285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sp>
        <p:nvSpPr>
          <p:cNvPr id="123" name="TextBox 122">
            <a:extLst>
              <a:ext uri="{FF2B5EF4-FFF2-40B4-BE49-F238E27FC236}">
                <a16:creationId xmlns="" xmlns:a16="http://schemas.microsoft.com/office/drawing/2014/main" id="{F2821611-398A-9574-9F2F-D6637605EA40}"/>
              </a:ext>
            </a:extLst>
          </p:cNvPr>
          <p:cNvSpPr txBox="1"/>
          <p:nvPr/>
        </p:nvSpPr>
        <p:spPr>
          <a:xfrm>
            <a:off x="2264162" y="3226560"/>
            <a:ext cx="574158" cy="384849"/>
          </a:xfrm>
          <a:prstGeom prst="rect">
            <a:avLst/>
          </a:prstGeom>
          <a:noFill/>
          <a:ln w="28575">
            <a:noFill/>
          </a:ln>
        </p:spPr>
        <p:txBody>
          <a:bodyPr wrap="square" rtlCol="0">
            <a:spAutoFit/>
          </a:bodyPr>
          <a:lstStyle/>
          <a:p>
            <a:pPr algn="ctr"/>
            <a:r>
              <a:rPr lang="en-US" sz="1901" dirty="0">
                <a:solidFill>
                  <a:srgbClr val="00B0F0"/>
                </a:solidFill>
              </a:rPr>
              <a:t>V</a:t>
            </a:r>
          </a:p>
        </p:txBody>
      </p:sp>
      <p:sp>
        <p:nvSpPr>
          <p:cNvPr id="124" name="TextBox 123">
            <a:extLst>
              <a:ext uri="{FF2B5EF4-FFF2-40B4-BE49-F238E27FC236}">
                <a16:creationId xmlns="" xmlns:a16="http://schemas.microsoft.com/office/drawing/2014/main" id="{10FB2A2F-B0F7-09C0-BE29-0196DEEC9812}"/>
              </a:ext>
            </a:extLst>
          </p:cNvPr>
          <p:cNvSpPr txBox="1"/>
          <p:nvPr/>
        </p:nvSpPr>
        <p:spPr>
          <a:xfrm>
            <a:off x="2468107" y="3397767"/>
            <a:ext cx="429630" cy="265457"/>
          </a:xfrm>
          <a:prstGeom prst="rect">
            <a:avLst/>
          </a:prstGeom>
          <a:noFill/>
          <a:ln w="28575">
            <a:noFill/>
          </a:ln>
        </p:spPr>
        <p:txBody>
          <a:bodyPr wrap="square" rtlCol="0">
            <a:spAutoFit/>
          </a:bodyPr>
          <a:lstStyle/>
          <a:p>
            <a:pPr algn="ctr"/>
            <a:r>
              <a:rPr lang="en-US" sz="1125" b="1" dirty="0">
                <a:solidFill>
                  <a:srgbClr val="00B0F0"/>
                </a:solidFill>
              </a:rPr>
              <a:t>IN</a:t>
            </a:r>
          </a:p>
        </p:txBody>
      </p:sp>
      <p:sp>
        <p:nvSpPr>
          <p:cNvPr id="125" name="TextBox 124">
            <a:extLst>
              <a:ext uri="{FF2B5EF4-FFF2-40B4-BE49-F238E27FC236}">
                <a16:creationId xmlns="" xmlns:a16="http://schemas.microsoft.com/office/drawing/2014/main" id="{635ECD54-C6B9-57B7-3F40-50E2A8A4C05E}"/>
              </a:ext>
            </a:extLst>
          </p:cNvPr>
          <p:cNvSpPr txBox="1"/>
          <p:nvPr/>
        </p:nvSpPr>
        <p:spPr>
          <a:xfrm>
            <a:off x="8266897" y="3611409"/>
            <a:ext cx="574158" cy="384849"/>
          </a:xfrm>
          <a:prstGeom prst="rect">
            <a:avLst/>
          </a:prstGeom>
          <a:noFill/>
          <a:ln w="28575">
            <a:noFill/>
          </a:ln>
        </p:spPr>
        <p:txBody>
          <a:bodyPr wrap="square" rtlCol="0">
            <a:spAutoFit/>
          </a:bodyPr>
          <a:lstStyle/>
          <a:p>
            <a:pPr algn="ctr"/>
            <a:r>
              <a:rPr lang="en-US" sz="1901" dirty="0"/>
              <a:t>D</a:t>
            </a:r>
          </a:p>
        </p:txBody>
      </p:sp>
      <p:sp>
        <p:nvSpPr>
          <p:cNvPr id="126" name="TextBox 125">
            <a:extLst>
              <a:ext uri="{FF2B5EF4-FFF2-40B4-BE49-F238E27FC236}">
                <a16:creationId xmlns="" xmlns:a16="http://schemas.microsoft.com/office/drawing/2014/main" id="{C28D5D25-56EC-CF60-8AC9-6D13436A0B2C}"/>
              </a:ext>
            </a:extLst>
          </p:cNvPr>
          <p:cNvSpPr txBox="1"/>
          <p:nvPr/>
        </p:nvSpPr>
        <p:spPr>
          <a:xfrm>
            <a:off x="8454299" y="3764783"/>
            <a:ext cx="574158" cy="265457"/>
          </a:xfrm>
          <a:prstGeom prst="rect">
            <a:avLst/>
          </a:prstGeom>
          <a:noFill/>
          <a:ln w="28575">
            <a:noFill/>
          </a:ln>
        </p:spPr>
        <p:txBody>
          <a:bodyPr wrap="square" rtlCol="0">
            <a:spAutoFit/>
          </a:bodyPr>
          <a:lstStyle/>
          <a:p>
            <a:pPr algn="ctr"/>
            <a:r>
              <a:rPr lang="en-US" sz="1125" dirty="0"/>
              <a:t>OUT</a:t>
            </a:r>
          </a:p>
        </p:txBody>
      </p:sp>
      <p:sp>
        <p:nvSpPr>
          <p:cNvPr id="132" name="TextBox 131">
            <a:extLst>
              <a:ext uri="{FF2B5EF4-FFF2-40B4-BE49-F238E27FC236}">
                <a16:creationId xmlns="" xmlns:a16="http://schemas.microsoft.com/office/drawing/2014/main" id="{DB1E28FA-576B-6E9E-22EF-BA085B8B560B}"/>
              </a:ext>
            </a:extLst>
          </p:cNvPr>
          <p:cNvSpPr txBox="1"/>
          <p:nvPr/>
        </p:nvSpPr>
        <p:spPr>
          <a:xfrm>
            <a:off x="6878924" y="3593228"/>
            <a:ext cx="1062584" cy="415498"/>
          </a:xfrm>
          <a:prstGeom prst="rect">
            <a:avLst/>
          </a:prstGeom>
          <a:solidFill>
            <a:schemeClr val="bg1"/>
          </a:solidFill>
          <a:ln w="28575">
            <a:solidFill>
              <a:schemeClr val="tx1"/>
            </a:solidFill>
          </a:ln>
        </p:spPr>
        <p:txBody>
          <a:bodyPr wrap="square" rtlCol="0">
            <a:spAutoFit/>
          </a:bodyPr>
          <a:lstStyle/>
          <a:p>
            <a:pPr algn="ctr"/>
            <a:r>
              <a:rPr lang="en-US" sz="1050" b="1" dirty="0" smtClean="0"/>
              <a:t>synchronous </a:t>
            </a:r>
            <a:r>
              <a:rPr lang="en-US" sz="1050" b="1" dirty="0"/>
              <a:t>SAR Logic</a:t>
            </a:r>
          </a:p>
        </p:txBody>
      </p:sp>
      <p:cxnSp>
        <p:nvCxnSpPr>
          <p:cNvPr id="141" name="Straight Arrow Connector 140">
            <a:extLst>
              <a:ext uri="{FF2B5EF4-FFF2-40B4-BE49-F238E27FC236}">
                <a16:creationId xmlns="" xmlns:a16="http://schemas.microsoft.com/office/drawing/2014/main" id="{8475C85B-7A60-4272-9A43-0EC92076D805}"/>
              </a:ext>
            </a:extLst>
          </p:cNvPr>
          <p:cNvCxnSpPr>
            <a:cxnSpLocks/>
          </p:cNvCxnSpPr>
          <p:nvPr/>
        </p:nvCxnSpPr>
        <p:spPr>
          <a:xfrm flipV="1">
            <a:off x="4864191" y="3581229"/>
            <a:ext cx="713498" cy="3818"/>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91" name="Oval 90"/>
          <p:cNvSpPr/>
          <p:nvPr/>
        </p:nvSpPr>
        <p:spPr>
          <a:xfrm>
            <a:off x="6635713" y="3035009"/>
            <a:ext cx="1481339" cy="1413265"/>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Down Arrow 110"/>
          <p:cNvSpPr/>
          <p:nvPr/>
        </p:nvSpPr>
        <p:spPr>
          <a:xfrm rot="10800000">
            <a:off x="7101416" y="4536723"/>
            <a:ext cx="531493" cy="787369"/>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1539302"/>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9"/>
                                        </p:tgtEl>
                                        <p:attrNameLst>
                                          <p:attrName>style.visibility</p:attrName>
                                        </p:attrNameLst>
                                      </p:cBhvr>
                                      <p:to>
                                        <p:strVal val="visible"/>
                                      </p:to>
                                    </p:set>
                                    <p:anim calcmode="lin" valueType="num">
                                      <p:cBhvr additive="base">
                                        <p:cTn id="7" dur="500" fill="hold"/>
                                        <p:tgtEl>
                                          <p:spTgt spid="79"/>
                                        </p:tgtEl>
                                        <p:attrNameLst>
                                          <p:attrName>ppt_x</p:attrName>
                                        </p:attrNameLst>
                                      </p:cBhvr>
                                      <p:tavLst>
                                        <p:tav tm="0">
                                          <p:val>
                                            <p:strVal val="#ppt_x"/>
                                          </p:val>
                                        </p:tav>
                                        <p:tav tm="100000">
                                          <p:val>
                                            <p:strVal val="#ppt_x"/>
                                          </p:val>
                                        </p:tav>
                                      </p:tavLst>
                                    </p:anim>
                                    <p:anim calcmode="lin" valueType="num">
                                      <p:cBhvr additive="base">
                                        <p:cTn id="8" dur="500" fill="hold"/>
                                        <p:tgtEl>
                                          <p:spTgt spid="7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0"/>
                                        </p:tgtEl>
                                        <p:attrNameLst>
                                          <p:attrName>style.visibility</p:attrName>
                                        </p:attrNameLst>
                                      </p:cBhvr>
                                      <p:to>
                                        <p:strVal val="visible"/>
                                      </p:to>
                                    </p:set>
                                    <p:anim calcmode="lin" valueType="num">
                                      <p:cBhvr additive="base">
                                        <p:cTn id="11" dur="750" fill="hold"/>
                                        <p:tgtEl>
                                          <p:spTgt spid="90"/>
                                        </p:tgtEl>
                                        <p:attrNameLst>
                                          <p:attrName>ppt_x</p:attrName>
                                        </p:attrNameLst>
                                      </p:cBhvr>
                                      <p:tavLst>
                                        <p:tav tm="0">
                                          <p:val>
                                            <p:strVal val="#ppt_x"/>
                                          </p:val>
                                        </p:tav>
                                        <p:tav tm="100000">
                                          <p:val>
                                            <p:strVal val="#ppt_x"/>
                                          </p:val>
                                        </p:tav>
                                      </p:tavLst>
                                    </p:anim>
                                    <p:anim calcmode="lin" valueType="num">
                                      <p:cBhvr additive="base">
                                        <p:cTn id="12" dur="750" fill="hold"/>
                                        <p:tgtEl>
                                          <p:spTgt spid="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集成电路行业案例分析_深圳合伙人电子有限公司"/>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saturation sat="660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36" name="组合 35"/>
          <p:cNvGrpSpPr/>
          <p:nvPr/>
        </p:nvGrpSpPr>
        <p:grpSpPr>
          <a:xfrm>
            <a:off x="1137375" y="213578"/>
            <a:ext cx="3403617" cy="932406"/>
            <a:chOff x="7596572" y="1116941"/>
            <a:chExt cx="3216771" cy="932406"/>
          </a:xfrm>
        </p:grpSpPr>
        <p:sp>
          <p:nvSpPr>
            <p:cNvPr id="24" name="圆角矩形 23"/>
            <p:cNvSpPr/>
            <p:nvPr/>
          </p:nvSpPr>
          <p:spPr>
            <a:xfrm>
              <a:off x="7722775" y="1247161"/>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25" name="圆角矩形 24"/>
            <p:cNvSpPr/>
            <p:nvPr/>
          </p:nvSpPr>
          <p:spPr>
            <a:xfrm>
              <a:off x="7596572" y="1116941"/>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32" name="矩形 31"/>
            <p:cNvSpPr/>
            <p:nvPr/>
          </p:nvSpPr>
          <p:spPr>
            <a:xfrm>
              <a:off x="7802806" y="1371982"/>
              <a:ext cx="3010537" cy="677365"/>
            </a:xfrm>
            <a:prstGeom prst="rect">
              <a:avLst/>
            </a:prstGeom>
          </p:spPr>
          <p:txBody>
            <a:bodyPr wrap="square">
              <a:spAutoFit/>
            </a:bodyPr>
            <a:lstStyle/>
            <a:p>
              <a:r>
                <a:rPr lang="tr-TR" altLang="zh-CN" sz="1901" b="1" dirty="0">
                  <a:solidFill>
                    <a:schemeClr val="bg1"/>
                  </a:solidFill>
                  <a:latin typeface="+mj-lt"/>
                  <a:ea typeface="方正正黑简体" panose="02000000000000000000" pitchFamily="2" charset="-122"/>
                </a:rPr>
                <a:t>Technology</a:t>
              </a:r>
              <a:r>
                <a:rPr lang="en-US" altLang="zh-CN" sz="1901" b="1" dirty="0">
                  <a:solidFill>
                    <a:schemeClr val="bg1"/>
                  </a:solidFill>
                  <a:latin typeface="+mj-lt"/>
                  <a:ea typeface="方正正黑简体" panose="02000000000000000000" pitchFamily="2" charset="-122"/>
                </a:rPr>
                <a:t>: </a:t>
              </a:r>
              <a:r>
                <a:rPr lang="tr-TR" altLang="zh-CN" sz="1901" b="1" dirty="0">
                  <a:solidFill>
                    <a:schemeClr val="bg1"/>
                  </a:solidFill>
                  <a:latin typeface="+mj-lt"/>
                  <a:ea typeface="方正正黑简体" panose="02000000000000000000" pitchFamily="2" charset="-122"/>
                </a:rPr>
                <a:t>45 nm CMOS </a:t>
              </a:r>
              <a:endParaRPr lang="zh-CN" altLang="en-US" sz="1901" b="1" dirty="0">
                <a:solidFill>
                  <a:schemeClr val="bg1"/>
                </a:solidFill>
                <a:latin typeface="+mj-lt"/>
                <a:ea typeface="方正正黑简体" panose="02000000000000000000" pitchFamily="2" charset="-122"/>
              </a:endParaRPr>
            </a:p>
          </p:txBody>
        </p:sp>
      </p:grpSp>
      <p:grpSp>
        <p:nvGrpSpPr>
          <p:cNvPr id="38" name="组合 37"/>
          <p:cNvGrpSpPr/>
          <p:nvPr/>
        </p:nvGrpSpPr>
        <p:grpSpPr>
          <a:xfrm>
            <a:off x="1137374" y="1266582"/>
            <a:ext cx="3897763" cy="774378"/>
            <a:chOff x="7596572" y="1991273"/>
            <a:chExt cx="3179378" cy="774378"/>
          </a:xfrm>
        </p:grpSpPr>
        <p:sp>
          <p:nvSpPr>
            <p:cNvPr id="26" name="圆角矩形 25"/>
            <p:cNvSpPr/>
            <p:nvPr/>
          </p:nvSpPr>
          <p:spPr>
            <a:xfrm>
              <a:off x="7722775" y="2124328"/>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27" name="圆角矩形 26"/>
            <p:cNvSpPr/>
            <p:nvPr/>
          </p:nvSpPr>
          <p:spPr>
            <a:xfrm>
              <a:off x="7596572" y="1991273"/>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34" name="矩形 33"/>
            <p:cNvSpPr/>
            <p:nvPr/>
          </p:nvSpPr>
          <p:spPr>
            <a:xfrm>
              <a:off x="7891618" y="2244934"/>
              <a:ext cx="2717178" cy="400110"/>
            </a:xfrm>
            <a:prstGeom prst="rect">
              <a:avLst/>
            </a:prstGeom>
          </p:spPr>
          <p:txBody>
            <a:bodyPr wrap="square">
              <a:spAutoFit/>
            </a:bodyPr>
            <a:lstStyle/>
            <a:p>
              <a:r>
                <a:rPr lang="tr-TR" altLang="zh-CN" sz="2000" b="1" dirty="0">
                  <a:solidFill>
                    <a:schemeClr val="bg1"/>
                  </a:solidFill>
                  <a:latin typeface="+mj-lt"/>
                  <a:ea typeface="方正正黑简体" panose="02000000000000000000" pitchFamily="2" charset="-122"/>
                </a:rPr>
                <a:t>Power Supply</a:t>
              </a:r>
              <a:r>
                <a:rPr lang="en-US" altLang="zh-CN" sz="2000" b="1" dirty="0">
                  <a:solidFill>
                    <a:schemeClr val="bg1"/>
                  </a:solidFill>
                  <a:latin typeface="+mj-lt"/>
                  <a:ea typeface="方正正黑简体" panose="02000000000000000000" pitchFamily="2" charset="-122"/>
                </a:rPr>
                <a:t>: 1.2v</a:t>
              </a:r>
              <a:r>
                <a:rPr lang="tr-TR" altLang="zh-CN" sz="2000" b="1" dirty="0">
                  <a:solidFill>
                    <a:schemeClr val="bg1"/>
                  </a:solidFill>
                  <a:latin typeface="+mj-lt"/>
                  <a:ea typeface="方正正黑简体" panose="02000000000000000000" pitchFamily="2" charset="-122"/>
                </a:rPr>
                <a:t> </a:t>
              </a:r>
              <a:endParaRPr lang="zh-CN" altLang="en-US" sz="2000" b="1" dirty="0">
                <a:solidFill>
                  <a:schemeClr val="bg1"/>
                </a:solidFill>
                <a:latin typeface="+mj-lt"/>
              </a:endParaRPr>
            </a:p>
          </p:txBody>
        </p:sp>
      </p:grpSp>
      <p:grpSp>
        <p:nvGrpSpPr>
          <p:cNvPr id="43" name="组合 39"/>
          <p:cNvGrpSpPr/>
          <p:nvPr/>
        </p:nvGrpSpPr>
        <p:grpSpPr>
          <a:xfrm>
            <a:off x="1135204" y="2379424"/>
            <a:ext cx="4496858" cy="768635"/>
            <a:chOff x="7596572" y="3739865"/>
            <a:chExt cx="3179378" cy="768635"/>
          </a:xfrm>
        </p:grpSpPr>
        <p:sp>
          <p:nvSpPr>
            <p:cNvPr id="44"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45"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46" name="矩形 34"/>
            <p:cNvSpPr/>
            <p:nvPr/>
          </p:nvSpPr>
          <p:spPr>
            <a:xfrm>
              <a:off x="7722774" y="3987783"/>
              <a:ext cx="2701112" cy="400110"/>
            </a:xfrm>
            <a:prstGeom prst="rect">
              <a:avLst/>
            </a:prstGeom>
          </p:spPr>
          <p:txBody>
            <a:bodyPr wrap="square">
              <a:spAutoFit/>
            </a:bodyPr>
            <a:lstStyle/>
            <a:p>
              <a:r>
                <a:rPr lang="en-US" altLang="zh-CN" sz="2000" b="1" dirty="0" smtClean="0">
                  <a:solidFill>
                    <a:schemeClr val="bg1"/>
                  </a:solidFill>
                  <a:latin typeface="+mj-lt"/>
                  <a:ea typeface="方正正黑简体" panose="02000000000000000000" pitchFamily="2" charset="-122"/>
                </a:rPr>
                <a:t>Delay &lt; 200ps</a:t>
              </a:r>
              <a:r>
                <a:rPr lang="tr-TR" altLang="zh-CN" sz="2000" b="1" dirty="0" smtClean="0">
                  <a:solidFill>
                    <a:schemeClr val="bg1"/>
                  </a:solidFill>
                  <a:latin typeface="+mj-lt"/>
                  <a:ea typeface="方正正黑简体" panose="02000000000000000000" pitchFamily="2" charset="-122"/>
                </a:rPr>
                <a:t> </a:t>
              </a:r>
              <a:endParaRPr lang="zh-CN" altLang="en-US" sz="2000" b="1" dirty="0">
                <a:solidFill>
                  <a:schemeClr val="bg1"/>
                </a:solidFill>
                <a:latin typeface="+mj-lt"/>
                <a:ea typeface="方正正黑简体" panose="02000000000000000000" pitchFamily="2" charset="-122"/>
              </a:endParaRPr>
            </a:p>
          </p:txBody>
        </p:sp>
      </p:grpSp>
      <p:grpSp>
        <p:nvGrpSpPr>
          <p:cNvPr id="55" name="组合 39"/>
          <p:cNvGrpSpPr/>
          <p:nvPr/>
        </p:nvGrpSpPr>
        <p:grpSpPr>
          <a:xfrm>
            <a:off x="1135204" y="3613835"/>
            <a:ext cx="4980806" cy="768635"/>
            <a:chOff x="7596572" y="3739865"/>
            <a:chExt cx="3179378" cy="768635"/>
          </a:xfrm>
        </p:grpSpPr>
        <p:sp>
          <p:nvSpPr>
            <p:cNvPr id="56"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57"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58" name="矩形 34"/>
            <p:cNvSpPr/>
            <p:nvPr/>
          </p:nvSpPr>
          <p:spPr>
            <a:xfrm>
              <a:off x="7722774" y="3987783"/>
              <a:ext cx="2243274" cy="400110"/>
            </a:xfrm>
            <a:prstGeom prst="rect">
              <a:avLst/>
            </a:prstGeom>
          </p:spPr>
          <p:txBody>
            <a:bodyPr wrap="square">
              <a:spAutoFit/>
            </a:bodyPr>
            <a:lstStyle/>
            <a:p>
              <a:r>
                <a:rPr lang="en-US" altLang="zh-CN" sz="2000" b="1" dirty="0" err="1" smtClean="0">
                  <a:solidFill>
                    <a:schemeClr val="bg1"/>
                  </a:solidFill>
                  <a:latin typeface="+mj-lt"/>
                  <a:ea typeface="方正正黑简体" panose="02000000000000000000" pitchFamily="2" charset="-122"/>
                </a:rPr>
                <a:t>Tr</a:t>
              </a:r>
              <a:r>
                <a:rPr lang="en-US" altLang="zh-CN" sz="2000" b="1" dirty="0" smtClean="0">
                  <a:solidFill>
                    <a:schemeClr val="bg1"/>
                  </a:solidFill>
                  <a:latin typeface="+mj-lt"/>
                  <a:ea typeface="方正正黑简体" panose="02000000000000000000" pitchFamily="2" charset="-122"/>
                </a:rPr>
                <a:t> = </a:t>
              </a:r>
              <a:r>
                <a:rPr lang="en-US" altLang="zh-CN" sz="2000" b="1" dirty="0" err="1" smtClean="0">
                  <a:solidFill>
                    <a:schemeClr val="bg1"/>
                  </a:solidFill>
                  <a:latin typeface="+mj-lt"/>
                  <a:ea typeface="方正正黑简体" panose="02000000000000000000" pitchFamily="2" charset="-122"/>
                </a:rPr>
                <a:t>Tf</a:t>
              </a:r>
              <a:r>
                <a:rPr lang="en-US" altLang="zh-CN" sz="2000" b="1" dirty="0" smtClean="0">
                  <a:solidFill>
                    <a:schemeClr val="bg1"/>
                  </a:solidFill>
                  <a:latin typeface="+mj-lt"/>
                  <a:ea typeface="方正正黑简体" panose="02000000000000000000" pitchFamily="2" charset="-122"/>
                </a:rPr>
                <a:t> = 10ps</a:t>
              </a:r>
              <a:r>
                <a:rPr lang="tr-TR" altLang="zh-CN" sz="2000" b="1" dirty="0" smtClean="0">
                  <a:solidFill>
                    <a:schemeClr val="bg1"/>
                  </a:solidFill>
                  <a:latin typeface="+mj-lt"/>
                  <a:ea typeface="方正正黑简体" panose="02000000000000000000" pitchFamily="2" charset="-122"/>
                </a:rPr>
                <a:t> </a:t>
              </a:r>
              <a:endParaRPr lang="zh-CN" altLang="en-US" sz="2000" b="1" dirty="0">
                <a:solidFill>
                  <a:schemeClr val="bg1"/>
                </a:solidFill>
                <a:latin typeface="+mj-lt"/>
                <a:ea typeface="方正正黑简体" panose="02000000000000000000" pitchFamily="2" charset="-122"/>
              </a:endParaRPr>
            </a:p>
          </p:txBody>
        </p:sp>
      </p:grpSp>
      <p:grpSp>
        <p:nvGrpSpPr>
          <p:cNvPr id="63" name="组合 39"/>
          <p:cNvGrpSpPr/>
          <p:nvPr/>
        </p:nvGrpSpPr>
        <p:grpSpPr>
          <a:xfrm>
            <a:off x="1135204" y="4794267"/>
            <a:ext cx="6251248" cy="768635"/>
            <a:chOff x="7596572" y="3739865"/>
            <a:chExt cx="3669102" cy="768635"/>
          </a:xfrm>
        </p:grpSpPr>
        <p:sp>
          <p:nvSpPr>
            <p:cNvPr id="64"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65"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66" name="矩形 34"/>
            <p:cNvSpPr/>
            <p:nvPr/>
          </p:nvSpPr>
          <p:spPr>
            <a:xfrm>
              <a:off x="7722774" y="3987783"/>
              <a:ext cx="3542900" cy="400110"/>
            </a:xfrm>
            <a:prstGeom prst="rect">
              <a:avLst/>
            </a:prstGeom>
          </p:spPr>
          <p:txBody>
            <a:bodyPr wrap="square">
              <a:spAutoFit/>
            </a:bodyPr>
            <a:lstStyle/>
            <a:p>
              <a:r>
                <a:rPr lang="en-US" altLang="zh-CN" sz="2000" b="1" dirty="0">
                  <a:solidFill>
                    <a:schemeClr val="bg1"/>
                  </a:solidFill>
                  <a:ea typeface="方正正黑简体" panose="02000000000000000000" pitchFamily="2" charset="-122"/>
                </a:rPr>
                <a:t>Power &lt; 20 </a:t>
              </a:r>
              <a:r>
                <a:rPr lang="en-US" altLang="zh-CN" sz="2000" b="1" dirty="0" err="1">
                  <a:solidFill>
                    <a:schemeClr val="bg1"/>
                  </a:solidFill>
                  <a:ea typeface="方正正黑简体" panose="02000000000000000000" pitchFamily="2" charset="-122"/>
                </a:rPr>
                <a:t>uwatt</a:t>
              </a:r>
              <a:endParaRPr lang="en-US" altLang="zh-CN" sz="2000" b="1" dirty="0">
                <a:solidFill>
                  <a:schemeClr val="bg1"/>
                </a:solidFill>
                <a:ea typeface="方正正黑简体" panose="02000000000000000000" pitchFamily="2" charset="-122"/>
              </a:endParaRPr>
            </a:p>
          </p:txBody>
        </p:sp>
      </p:grpSp>
    </p:spTree>
    <p:extLst>
      <p:ext uri="{BB962C8B-B14F-4D97-AF65-F5344CB8AC3E}">
        <p14:creationId xmlns:p14="http://schemas.microsoft.com/office/powerpoint/2010/main" val="1770198401"/>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strips(downRight)">
                                      <p:cBhvr>
                                        <p:cTn id="7" dur="500"/>
                                        <p:tgtEl>
                                          <p:spTgt spid="36"/>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strips(downRight)">
                                      <p:cBhvr>
                                        <p:cTn id="11" dur="500"/>
                                        <p:tgtEl>
                                          <p:spTgt spid="38"/>
                                        </p:tgtEl>
                                      </p:cBhvr>
                                    </p:animEffect>
                                  </p:child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strips(downRight)">
                                      <p:cBhvr>
                                        <p:cTn id="15" dur="500"/>
                                        <p:tgtEl>
                                          <p:spTgt spid="43"/>
                                        </p:tgtEl>
                                      </p:cBhvr>
                                    </p:animEffect>
                                  </p:childTnLst>
                                </p:cTn>
                              </p:par>
                            </p:childTnLst>
                          </p:cTn>
                        </p:par>
                        <p:par>
                          <p:cTn id="16" fill="hold">
                            <p:stCondLst>
                              <p:cond delay="1500"/>
                            </p:stCondLst>
                            <p:childTnLst>
                              <p:par>
                                <p:cTn id="17" presetID="18" presetClass="entr" presetSubtype="6"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strips(downRight)">
                                      <p:cBhvr>
                                        <p:cTn id="19" dur="500"/>
                                        <p:tgtEl>
                                          <p:spTgt spid="55"/>
                                        </p:tgtEl>
                                      </p:cBhvr>
                                    </p:animEffect>
                                  </p:childTnLst>
                                </p:cTn>
                              </p:par>
                            </p:childTnLst>
                          </p:cTn>
                        </p:par>
                        <p:par>
                          <p:cTn id="20" fill="hold">
                            <p:stCondLst>
                              <p:cond delay="2000"/>
                            </p:stCondLst>
                            <p:childTnLst>
                              <p:par>
                                <p:cTn id="21" presetID="18" presetClass="entr" presetSubtype="6"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trips(downRight)">
                                      <p:cBhvr>
                                        <p:cTn id="23"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xmlns="" id="{A448F730-1F4D-4F55-8FC1-5970056FA291}"/>
              </a:ext>
            </a:extLst>
          </p:cNvPr>
          <p:cNvGraphicFramePr>
            <a:graphicFrameLocks noGrp="1"/>
          </p:cNvGraphicFramePr>
          <p:nvPr>
            <p:extLst>
              <p:ext uri="{D42A27DB-BD31-4B8C-83A1-F6EECF244321}">
                <p14:modId xmlns:p14="http://schemas.microsoft.com/office/powerpoint/2010/main" val="2383458094"/>
              </p:ext>
            </p:extLst>
          </p:nvPr>
        </p:nvGraphicFramePr>
        <p:xfrm>
          <a:off x="-6" y="1523989"/>
          <a:ext cx="12192006" cy="4956637"/>
        </p:xfrm>
        <a:graphic>
          <a:graphicData uri="http://schemas.openxmlformats.org/drawingml/2006/table">
            <a:tbl>
              <a:tblPr/>
              <a:tblGrid>
                <a:gridCol w="193386">
                  <a:extLst>
                    <a:ext uri="{9D8B030D-6E8A-4147-A177-3AD203B41FA5}">
                      <a16:colId xmlns:a16="http://schemas.microsoft.com/office/drawing/2014/main" xmlns="" val="1573852467"/>
                    </a:ext>
                  </a:extLst>
                </a:gridCol>
                <a:gridCol w="1116468">
                  <a:extLst>
                    <a:ext uri="{9D8B030D-6E8A-4147-A177-3AD203B41FA5}">
                      <a16:colId xmlns:a16="http://schemas.microsoft.com/office/drawing/2014/main" xmlns="" val="2704640166"/>
                    </a:ext>
                  </a:extLst>
                </a:gridCol>
                <a:gridCol w="580066">
                  <a:extLst>
                    <a:ext uri="{9D8B030D-6E8A-4147-A177-3AD203B41FA5}">
                      <a16:colId xmlns:a16="http://schemas.microsoft.com/office/drawing/2014/main" xmlns="" val="2097404987"/>
                    </a:ext>
                  </a:extLst>
                </a:gridCol>
                <a:gridCol w="334033"/>
                <a:gridCol w="334033"/>
                <a:gridCol w="334033">
                  <a:extLst>
                    <a:ext uri="{9D8B030D-6E8A-4147-A177-3AD203B41FA5}">
                      <a16:colId xmlns:a16="http://schemas.microsoft.com/office/drawing/2014/main" xmlns="" val="608407458"/>
                    </a:ext>
                  </a:extLst>
                </a:gridCol>
                <a:gridCol w="334033">
                  <a:extLst>
                    <a:ext uri="{9D8B030D-6E8A-4147-A177-3AD203B41FA5}">
                      <a16:colId xmlns:a16="http://schemas.microsoft.com/office/drawing/2014/main" xmlns="" val="2396426247"/>
                    </a:ext>
                  </a:extLst>
                </a:gridCol>
                <a:gridCol w="334033">
                  <a:extLst>
                    <a:ext uri="{9D8B030D-6E8A-4147-A177-3AD203B41FA5}">
                      <a16:colId xmlns:a16="http://schemas.microsoft.com/office/drawing/2014/main" xmlns="" val="2771523098"/>
                    </a:ext>
                  </a:extLst>
                </a:gridCol>
                <a:gridCol w="334033">
                  <a:extLst>
                    <a:ext uri="{9D8B030D-6E8A-4147-A177-3AD203B41FA5}">
                      <a16:colId xmlns:a16="http://schemas.microsoft.com/office/drawing/2014/main" xmlns="" val="2139276700"/>
                    </a:ext>
                  </a:extLst>
                </a:gridCol>
                <a:gridCol w="334033">
                  <a:extLst>
                    <a:ext uri="{9D8B030D-6E8A-4147-A177-3AD203B41FA5}">
                      <a16:colId xmlns:a16="http://schemas.microsoft.com/office/drawing/2014/main" xmlns="" val="3327074755"/>
                    </a:ext>
                  </a:extLst>
                </a:gridCol>
                <a:gridCol w="334033">
                  <a:extLst>
                    <a:ext uri="{9D8B030D-6E8A-4147-A177-3AD203B41FA5}">
                      <a16:colId xmlns:a16="http://schemas.microsoft.com/office/drawing/2014/main" xmlns="" val="3956129649"/>
                    </a:ext>
                  </a:extLst>
                </a:gridCol>
                <a:gridCol w="334033">
                  <a:extLst>
                    <a:ext uri="{9D8B030D-6E8A-4147-A177-3AD203B41FA5}">
                      <a16:colId xmlns:a16="http://schemas.microsoft.com/office/drawing/2014/main" xmlns="" val="2302149421"/>
                    </a:ext>
                  </a:extLst>
                </a:gridCol>
                <a:gridCol w="334033">
                  <a:extLst>
                    <a:ext uri="{9D8B030D-6E8A-4147-A177-3AD203B41FA5}">
                      <a16:colId xmlns:a16="http://schemas.microsoft.com/office/drawing/2014/main" xmlns="" val="1054115614"/>
                    </a:ext>
                  </a:extLst>
                </a:gridCol>
                <a:gridCol w="619449">
                  <a:extLst>
                    <a:ext uri="{9D8B030D-6E8A-4147-A177-3AD203B41FA5}">
                      <a16:colId xmlns:a16="http://schemas.microsoft.com/office/drawing/2014/main" xmlns="" val="2861721931"/>
                    </a:ext>
                  </a:extLst>
                </a:gridCol>
                <a:gridCol w="48618">
                  <a:extLst>
                    <a:ext uri="{9D8B030D-6E8A-4147-A177-3AD203B41FA5}">
                      <a16:colId xmlns:a16="http://schemas.microsoft.com/office/drawing/2014/main" xmlns="" val="1371630450"/>
                    </a:ext>
                  </a:extLst>
                </a:gridCol>
                <a:gridCol w="395564"/>
                <a:gridCol w="395564"/>
                <a:gridCol w="395564">
                  <a:extLst>
                    <a:ext uri="{9D8B030D-6E8A-4147-A177-3AD203B41FA5}">
                      <a16:colId xmlns:a16="http://schemas.microsoft.com/office/drawing/2014/main" xmlns="" val="1140317405"/>
                    </a:ext>
                  </a:extLst>
                </a:gridCol>
                <a:gridCol w="395564">
                  <a:extLst>
                    <a:ext uri="{9D8B030D-6E8A-4147-A177-3AD203B41FA5}">
                      <a16:colId xmlns:a16="http://schemas.microsoft.com/office/drawing/2014/main" xmlns="" val="3775308557"/>
                    </a:ext>
                  </a:extLst>
                </a:gridCol>
                <a:gridCol w="395564">
                  <a:extLst>
                    <a:ext uri="{9D8B030D-6E8A-4147-A177-3AD203B41FA5}">
                      <a16:colId xmlns:a16="http://schemas.microsoft.com/office/drawing/2014/main" xmlns="" val="3077828782"/>
                    </a:ext>
                  </a:extLst>
                </a:gridCol>
                <a:gridCol w="395564">
                  <a:extLst>
                    <a:ext uri="{9D8B030D-6E8A-4147-A177-3AD203B41FA5}">
                      <a16:colId xmlns:a16="http://schemas.microsoft.com/office/drawing/2014/main" xmlns="" val="3692674081"/>
                    </a:ext>
                  </a:extLst>
                </a:gridCol>
                <a:gridCol w="395564">
                  <a:extLst>
                    <a:ext uri="{9D8B030D-6E8A-4147-A177-3AD203B41FA5}">
                      <a16:colId xmlns:a16="http://schemas.microsoft.com/office/drawing/2014/main" xmlns="" val="1437567635"/>
                    </a:ext>
                  </a:extLst>
                </a:gridCol>
                <a:gridCol w="395564">
                  <a:extLst>
                    <a:ext uri="{9D8B030D-6E8A-4147-A177-3AD203B41FA5}">
                      <a16:colId xmlns:a16="http://schemas.microsoft.com/office/drawing/2014/main" xmlns="" val="1245098373"/>
                    </a:ext>
                  </a:extLst>
                </a:gridCol>
                <a:gridCol w="395564">
                  <a:extLst>
                    <a:ext uri="{9D8B030D-6E8A-4147-A177-3AD203B41FA5}">
                      <a16:colId xmlns:a16="http://schemas.microsoft.com/office/drawing/2014/main" xmlns="" val="2166749678"/>
                    </a:ext>
                  </a:extLst>
                </a:gridCol>
                <a:gridCol w="456918">
                  <a:extLst>
                    <a:ext uri="{9D8B030D-6E8A-4147-A177-3AD203B41FA5}">
                      <a16:colId xmlns:a16="http://schemas.microsoft.com/office/drawing/2014/main" xmlns="" val="1843590241"/>
                    </a:ext>
                  </a:extLst>
                </a:gridCol>
                <a:gridCol w="677904">
                  <a:extLst>
                    <a:ext uri="{9D8B030D-6E8A-4147-A177-3AD203B41FA5}">
                      <a16:colId xmlns:a16="http://schemas.microsoft.com/office/drawing/2014/main" xmlns="" val="3551639"/>
                    </a:ext>
                  </a:extLst>
                </a:gridCol>
                <a:gridCol w="1598791">
                  <a:extLst>
                    <a:ext uri="{9D8B030D-6E8A-4147-A177-3AD203B41FA5}">
                      <a16:colId xmlns:a16="http://schemas.microsoft.com/office/drawing/2014/main" xmlns="" val="2655639160"/>
                    </a:ext>
                  </a:extLst>
                </a:gridCol>
              </a:tblGrid>
              <a:tr h="331667">
                <a:tc>
                  <a:txBody>
                    <a:bodyPr/>
                    <a:lstStyle/>
                    <a:p>
                      <a:pPr algn="ctr" fontAlgn="b">
                        <a:lnSpc>
                          <a:spcPct val="150000"/>
                        </a:lnSpc>
                      </a:pPr>
                      <a:endParaRPr lang="en-US" sz="1100" b="0" i="0" u="none" strike="noStrike" dirty="0">
                        <a:solidFill>
                          <a:srgbClr val="000000"/>
                        </a:solidFill>
                        <a:effectLst/>
                        <a:latin typeface="Calibri" panose="020F0502020204030204" pitchFamily="34" charset="0"/>
                      </a:endParaRPr>
                    </a:p>
                  </a:txBody>
                  <a:tcPr marL="2977" marR="2977" marT="2977" marB="0" anchor="ctr">
                    <a:lnL>
                      <a:noFill/>
                    </a:lnL>
                    <a:lnR>
                      <a:noFill/>
                    </a:lnR>
                    <a:lnT>
                      <a:noFill/>
                    </a:lnT>
                    <a:lnB>
                      <a:noFill/>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 </a:t>
                      </a:r>
                    </a:p>
                  </a:txBody>
                  <a:tcPr marL="2977" marR="2977" marT="2977" marB="0" anchor="ctr">
                    <a:lnL>
                      <a:noFill/>
                    </a:lnL>
                    <a:lnR w="6350" cap="flat" cmpd="sng" algn="ctr">
                      <a:solidFill>
                        <a:srgbClr val="000000"/>
                      </a:solidFill>
                      <a:prstDash val="solid"/>
                      <a:round/>
                      <a:headEnd type="none" w="med" len="med"/>
                      <a:tailEnd type="none" w="med" len="med"/>
                    </a:lnR>
                    <a:lnT>
                      <a:noFill/>
                    </a:lnT>
                    <a:lnB>
                      <a:noFill/>
                    </a:lnB>
                  </a:tcPr>
                </a:tc>
                <a:tc gridSpan="12">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Sequencer Register Outputs</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 </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9">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Code Register Outputs</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Comparator Output</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739304816"/>
                  </a:ext>
                </a:extLst>
              </a:tr>
              <a:tr h="644966">
                <a:tc>
                  <a:txBody>
                    <a:bodyPr/>
                    <a:lstStyle/>
                    <a:p>
                      <a:pPr algn="ctr" fontAlgn="b">
                        <a:lnSpc>
                          <a:spcPct val="150000"/>
                        </a:lnSpc>
                      </a:pPr>
                      <a:r>
                        <a:rPr lang="en-US" sz="1100" b="0" i="0" u="none" strike="noStrike">
                          <a:solidFill>
                            <a:srgbClr val="000000"/>
                          </a:solidFill>
                          <a:effectLst/>
                          <a:latin typeface="Calibri" panose="020F0502020204030204" pitchFamily="34" charset="0"/>
                        </a:rPr>
                        <a:t> </a:t>
                      </a:r>
                    </a:p>
                  </a:txBody>
                  <a:tcPr marL="2977" marR="2977" marT="297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 </a:t>
                      </a:r>
                    </a:p>
                  </a:txBody>
                  <a:tcPr marL="2977" marR="2977" marT="2977"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DFF_init</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DFF9</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DFF8</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DFF7</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DFF6</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DFF5</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DFF4</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DFF3</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DFF2</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DFF1</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DFF0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DFF_end</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 </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DFFc9</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DFFc8</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DFFc7</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DFFc6</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DFFc5</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DFFc4</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DFFc3</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DFFc2</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DFFc1</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DFFc0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DFFc_end</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err="1">
                          <a:solidFill>
                            <a:srgbClr val="000000"/>
                          </a:solidFill>
                          <a:effectLst/>
                          <a:latin typeface="Calibri" panose="020F0502020204030204" pitchFamily="34" charset="0"/>
                        </a:rPr>
                        <a:t>Comp_out</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422442218"/>
                  </a:ext>
                </a:extLst>
              </a:tr>
              <a:tr h="331667">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Sampling</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1</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 </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X</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091505667"/>
                  </a:ext>
                </a:extLst>
              </a:tr>
              <a:tr h="331667">
                <a:tc>
                  <a:txBody>
                    <a:bodyPr/>
                    <a:lstStyle/>
                    <a:p>
                      <a:pPr algn="ctr" fontAlgn="b">
                        <a:lnSpc>
                          <a:spcPct val="150000"/>
                        </a:lnSpc>
                      </a:pPr>
                      <a:r>
                        <a:rPr lang="en-US" sz="1100" b="0" i="0" u="none" strike="noStrike">
                          <a:solidFill>
                            <a:srgbClr val="000000"/>
                          </a:solidFill>
                          <a:effectLst/>
                          <a:latin typeface="Calibri" panose="020F0502020204030204" pitchFamily="34" charset="0"/>
                        </a:rPr>
                        <a:t>1</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Comparison 1</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1</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 </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1</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B9</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083626902"/>
                  </a:ext>
                </a:extLst>
              </a:tr>
              <a:tr h="331667">
                <a:tc>
                  <a:txBody>
                    <a:bodyPr/>
                    <a:lstStyle/>
                    <a:p>
                      <a:pPr algn="ctr" fontAlgn="b">
                        <a:lnSpc>
                          <a:spcPct val="150000"/>
                        </a:lnSpc>
                      </a:pPr>
                      <a:r>
                        <a:rPr lang="en-US" sz="1100" b="0" i="0" u="none" strike="noStrike">
                          <a:solidFill>
                            <a:srgbClr val="000000"/>
                          </a:solidFill>
                          <a:effectLst/>
                          <a:latin typeface="Calibri" panose="020F0502020204030204" pitchFamily="34" charset="0"/>
                        </a:rPr>
                        <a:t>2</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Comparison 2</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1</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 </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B9</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1</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B8</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952233368"/>
                  </a:ext>
                </a:extLst>
              </a:tr>
              <a:tr h="331667">
                <a:tc>
                  <a:txBody>
                    <a:bodyPr/>
                    <a:lstStyle/>
                    <a:p>
                      <a:pPr algn="ctr" fontAlgn="b">
                        <a:lnSpc>
                          <a:spcPct val="150000"/>
                        </a:lnSpc>
                      </a:pPr>
                      <a:r>
                        <a:rPr lang="en-US" sz="1100" b="0" i="0" u="none" strike="noStrike">
                          <a:solidFill>
                            <a:srgbClr val="000000"/>
                          </a:solidFill>
                          <a:effectLst/>
                          <a:latin typeface="Calibri" panose="020F0502020204030204" pitchFamily="34" charset="0"/>
                        </a:rPr>
                        <a:t>3</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Comparison 3</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1</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 </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B9</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B8</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1</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B7</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677640281"/>
                  </a:ext>
                </a:extLst>
              </a:tr>
              <a:tr h="331667">
                <a:tc>
                  <a:txBody>
                    <a:bodyPr/>
                    <a:lstStyle/>
                    <a:p>
                      <a:pPr algn="ctr" fontAlgn="b">
                        <a:lnSpc>
                          <a:spcPct val="150000"/>
                        </a:lnSpc>
                      </a:pPr>
                      <a:r>
                        <a:rPr lang="en-US" sz="1100" b="0" i="0" u="none" strike="noStrike">
                          <a:solidFill>
                            <a:srgbClr val="000000"/>
                          </a:solidFill>
                          <a:effectLst/>
                          <a:latin typeface="Calibri" panose="020F0502020204030204" pitchFamily="34" charset="0"/>
                        </a:rPr>
                        <a:t>4</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Comparison 4</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1</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 </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B9</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B8</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B7</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1</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B6</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29948969"/>
                  </a:ext>
                </a:extLst>
              </a:tr>
              <a:tr h="331667">
                <a:tc>
                  <a:txBody>
                    <a:bodyPr/>
                    <a:lstStyle/>
                    <a:p>
                      <a:pPr algn="ctr" fontAlgn="b">
                        <a:lnSpc>
                          <a:spcPct val="150000"/>
                        </a:lnSpc>
                      </a:pPr>
                      <a:r>
                        <a:rPr lang="en-US" sz="1100" b="0" i="0" u="none" strike="noStrike">
                          <a:solidFill>
                            <a:srgbClr val="000000"/>
                          </a:solidFill>
                          <a:effectLst/>
                          <a:latin typeface="Calibri" panose="020F0502020204030204" pitchFamily="34" charset="0"/>
                        </a:rPr>
                        <a:t>5</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Comparison 5</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1</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 </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B9</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B8</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B7</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B6</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1</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B5</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669542959"/>
                  </a:ext>
                </a:extLst>
              </a:tr>
              <a:tr h="331667">
                <a:tc>
                  <a:txBody>
                    <a:bodyPr/>
                    <a:lstStyle/>
                    <a:p>
                      <a:pPr algn="ctr" fontAlgn="b">
                        <a:lnSpc>
                          <a:spcPct val="150000"/>
                        </a:lnSpc>
                      </a:pPr>
                      <a:r>
                        <a:rPr lang="en-US" sz="1100" b="0" i="0" u="none" strike="noStrike">
                          <a:solidFill>
                            <a:srgbClr val="000000"/>
                          </a:solidFill>
                          <a:effectLst/>
                          <a:latin typeface="Calibri" panose="020F0502020204030204" pitchFamily="34" charset="0"/>
                        </a:rPr>
                        <a:t>6</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Comparison 6</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1</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 </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B9</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B8</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B7</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B6</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B5</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1</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B4</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379343243"/>
                  </a:ext>
                </a:extLst>
              </a:tr>
              <a:tr h="331667">
                <a:tc>
                  <a:txBody>
                    <a:bodyPr/>
                    <a:lstStyle/>
                    <a:p>
                      <a:pPr algn="ctr" fontAlgn="b">
                        <a:lnSpc>
                          <a:spcPct val="150000"/>
                        </a:lnSpc>
                      </a:pPr>
                      <a:r>
                        <a:rPr lang="en-US" sz="1100" b="0" i="0" u="none" strike="noStrike">
                          <a:solidFill>
                            <a:srgbClr val="000000"/>
                          </a:solidFill>
                          <a:effectLst/>
                          <a:latin typeface="Calibri" panose="020F0502020204030204" pitchFamily="34" charset="0"/>
                        </a:rPr>
                        <a:t>7</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Comparison 7</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1</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 </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B9</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B8</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B7</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B6</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B5</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B4</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1</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B3</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692591207"/>
                  </a:ext>
                </a:extLst>
              </a:tr>
              <a:tr h="331667">
                <a:tc>
                  <a:txBody>
                    <a:bodyPr/>
                    <a:lstStyle/>
                    <a:p>
                      <a:pPr algn="ctr" fontAlgn="b">
                        <a:lnSpc>
                          <a:spcPct val="150000"/>
                        </a:lnSpc>
                      </a:pPr>
                      <a:r>
                        <a:rPr lang="en-US" sz="1100" b="0" i="0" u="none" strike="noStrike">
                          <a:solidFill>
                            <a:srgbClr val="000000"/>
                          </a:solidFill>
                          <a:effectLst/>
                          <a:latin typeface="Calibri" panose="020F0502020204030204" pitchFamily="34" charset="0"/>
                        </a:rPr>
                        <a:t>8</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Comparison 8</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1</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 </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B9</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B8</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B7</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B6</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B5</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B4</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B3</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1</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B2</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077503384"/>
                  </a:ext>
                </a:extLst>
              </a:tr>
              <a:tr h="331667">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9</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Comparison 9</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1</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endParaRPr lang="en-US" sz="1100" b="0" i="0" u="none" strike="noStrike">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smtClean="0">
                          <a:solidFill>
                            <a:srgbClr val="000000"/>
                          </a:solidFill>
                          <a:effectLst/>
                          <a:latin typeface="Calibri" panose="020F0502020204030204" pitchFamily="34" charset="0"/>
                        </a:rPr>
                        <a:t>B9</a:t>
                      </a:r>
                      <a:endParaRPr lang="en-US" sz="1100" b="0" i="0" u="none" strike="noStrike" dirty="0" smtClean="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smtClean="0">
                          <a:solidFill>
                            <a:srgbClr val="000000"/>
                          </a:solidFill>
                          <a:effectLst/>
                          <a:latin typeface="Calibri" panose="020F0502020204030204" pitchFamily="34" charset="0"/>
                        </a:rPr>
                        <a:t>B8</a:t>
                      </a:r>
                      <a:endParaRPr lang="en-US" sz="1100" b="0" i="0" u="none" strike="noStrike" dirty="0" smtClean="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smtClean="0">
                          <a:solidFill>
                            <a:srgbClr val="000000"/>
                          </a:solidFill>
                          <a:effectLst/>
                          <a:latin typeface="Calibri" panose="020F0502020204030204" pitchFamily="34" charset="0"/>
                        </a:rPr>
                        <a:t>B7</a:t>
                      </a:r>
                      <a:endParaRPr lang="en-US" sz="1100" b="0" i="0" u="none" strike="noStrike" dirty="0" smtClean="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smtClean="0">
                          <a:solidFill>
                            <a:srgbClr val="000000"/>
                          </a:solidFill>
                          <a:effectLst/>
                          <a:latin typeface="Calibri" panose="020F0502020204030204" pitchFamily="34" charset="0"/>
                        </a:rPr>
                        <a:t>B6</a:t>
                      </a:r>
                      <a:endParaRPr lang="en-US" sz="1100" b="0" i="0" u="none" strike="noStrike" dirty="0" smtClean="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smtClean="0">
                          <a:solidFill>
                            <a:srgbClr val="000000"/>
                          </a:solidFill>
                          <a:effectLst/>
                          <a:latin typeface="Calibri" panose="020F0502020204030204" pitchFamily="34" charset="0"/>
                        </a:rPr>
                        <a:t>B5</a:t>
                      </a:r>
                      <a:endParaRPr lang="en-US" sz="1100" b="0" i="0" u="none" strike="noStrike" dirty="0" smtClean="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smtClean="0">
                          <a:solidFill>
                            <a:srgbClr val="000000"/>
                          </a:solidFill>
                          <a:effectLst/>
                          <a:latin typeface="Calibri" panose="020F0502020204030204" pitchFamily="34" charset="0"/>
                        </a:rPr>
                        <a:t>B4</a:t>
                      </a:r>
                      <a:endParaRPr lang="en-US" sz="1100" b="0" i="0" u="none" strike="noStrike" dirty="0" smtClean="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smtClean="0">
                          <a:solidFill>
                            <a:srgbClr val="000000"/>
                          </a:solidFill>
                          <a:effectLst/>
                          <a:latin typeface="Calibri" panose="020F0502020204030204" pitchFamily="34" charset="0"/>
                        </a:rPr>
                        <a:t>B3</a:t>
                      </a:r>
                      <a:endParaRPr lang="en-US" sz="1100" b="0" i="0" u="none" strike="noStrike" dirty="0" smtClean="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smtClean="0">
                          <a:solidFill>
                            <a:srgbClr val="000000"/>
                          </a:solidFill>
                          <a:effectLst/>
                          <a:latin typeface="Calibri" panose="020F0502020204030204" pitchFamily="34" charset="0"/>
                        </a:rPr>
                        <a:t>B2</a:t>
                      </a:r>
                      <a:endParaRPr lang="en-US" sz="1100" b="0" i="0" u="none" strike="noStrike" dirty="0" smtClean="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smtClean="0">
                          <a:solidFill>
                            <a:srgbClr val="000000"/>
                          </a:solidFill>
                          <a:effectLst/>
                          <a:latin typeface="Calibri" panose="020F0502020204030204" pitchFamily="34" charset="0"/>
                        </a:rPr>
                        <a:t>1</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B1</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31667">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10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Comparison 10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1</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endParaRPr lang="en-US" sz="1100" b="0" i="0" u="none" strike="noStrike">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B9</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B8</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B7</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B6</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B5</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B4</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B3</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B2</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000000"/>
                          </a:solidFill>
                          <a:effectLst/>
                          <a:latin typeface="Calibri" panose="020F0502020204030204" pitchFamily="34" charset="0"/>
                        </a:rPr>
                        <a:t>B1</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1</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B0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31667">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11</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Final Output</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smtClean="0">
                          <a:solidFill>
                            <a:srgbClr val="000000"/>
                          </a:solidFill>
                          <a:effectLst/>
                          <a:latin typeface="Calibri" panose="020F0502020204030204" pitchFamily="34" charset="0"/>
                        </a:rPr>
                        <a:t>0</a:t>
                      </a:r>
                      <a:endParaRPr lang="en-US" sz="1100" b="0" i="0" u="none" strike="noStrike" dirty="0">
                        <a:solidFill>
                          <a:srgbClr val="000000"/>
                        </a:solidFill>
                        <a:effectLst/>
                        <a:latin typeface="Calibri" panose="020F0502020204030204" pitchFamily="34" charset="0"/>
                      </a:endParaRP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FF0000"/>
                          </a:solidFill>
                          <a:effectLst/>
                          <a:latin typeface="Calibri" panose="020F0502020204030204" pitchFamily="34" charset="0"/>
                        </a:rPr>
                        <a:t>1</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 </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15EF1F"/>
                          </a:solidFill>
                          <a:effectLst/>
                          <a:latin typeface="Calibri" panose="020F0502020204030204" pitchFamily="34" charset="0"/>
                        </a:rPr>
                        <a:t>B9</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18" rtl="0" eaLnBrk="1" fontAlgn="b" latinLnBrk="0" hangingPunct="1">
                        <a:lnSpc>
                          <a:spcPct val="150000"/>
                        </a:lnSpc>
                        <a:spcBef>
                          <a:spcPts val="0"/>
                        </a:spcBef>
                        <a:spcAft>
                          <a:spcPts val="0"/>
                        </a:spcAft>
                        <a:buClrTx/>
                        <a:buSzTx/>
                        <a:buFontTx/>
                        <a:buNone/>
                        <a:tabLst/>
                        <a:defRPr/>
                      </a:pPr>
                      <a:r>
                        <a:rPr lang="en-US" sz="1100" b="0" i="0" u="none" strike="noStrike" dirty="0" smtClean="0">
                          <a:solidFill>
                            <a:srgbClr val="15EF1F"/>
                          </a:solidFill>
                          <a:effectLst/>
                          <a:latin typeface="Calibri" panose="020F0502020204030204" pitchFamily="34" charset="0"/>
                        </a:rPr>
                        <a:t>B8</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B050"/>
                          </a:solidFill>
                          <a:effectLst/>
                          <a:latin typeface="Calibri" panose="020F0502020204030204" pitchFamily="34" charset="0"/>
                        </a:rPr>
                        <a:t>B7</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B050"/>
                          </a:solidFill>
                          <a:effectLst/>
                          <a:latin typeface="Calibri" panose="020F0502020204030204" pitchFamily="34" charset="0"/>
                        </a:rPr>
                        <a:t>B6</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B050"/>
                          </a:solidFill>
                          <a:effectLst/>
                          <a:latin typeface="Calibri" panose="020F0502020204030204" pitchFamily="34" charset="0"/>
                        </a:rPr>
                        <a:t>B5</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B050"/>
                          </a:solidFill>
                          <a:effectLst/>
                          <a:latin typeface="Calibri" panose="020F0502020204030204" pitchFamily="34" charset="0"/>
                        </a:rPr>
                        <a:t>B4</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B050"/>
                          </a:solidFill>
                          <a:effectLst/>
                          <a:latin typeface="Calibri" panose="020F0502020204030204" pitchFamily="34" charset="0"/>
                        </a:rPr>
                        <a:t>B3</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B050"/>
                          </a:solidFill>
                          <a:effectLst/>
                          <a:latin typeface="Calibri" panose="020F0502020204030204" pitchFamily="34" charset="0"/>
                        </a:rPr>
                        <a:t>B2</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B050"/>
                          </a:solidFill>
                          <a:effectLst/>
                          <a:latin typeface="Calibri" panose="020F0502020204030204" pitchFamily="34" charset="0"/>
                        </a:rPr>
                        <a:t>B1</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B050"/>
                          </a:solidFill>
                          <a:effectLst/>
                          <a:latin typeface="Calibri" panose="020F0502020204030204" pitchFamily="34" charset="0"/>
                        </a:rPr>
                        <a:t>B0</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a:solidFill>
                            <a:srgbClr val="000000"/>
                          </a:solidFill>
                          <a:effectLst/>
                          <a:latin typeface="Calibri" panose="020F0502020204030204" pitchFamily="34" charset="0"/>
                        </a:rPr>
                        <a:t>1</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en-US" sz="1100" b="0" i="0" u="none" strike="noStrike" dirty="0">
                          <a:solidFill>
                            <a:srgbClr val="000000"/>
                          </a:solidFill>
                          <a:effectLst/>
                          <a:latin typeface="Calibri" panose="020F0502020204030204" pitchFamily="34" charset="0"/>
                        </a:rPr>
                        <a:t>X</a:t>
                      </a:r>
                    </a:p>
                  </a:txBody>
                  <a:tcPr marL="2977" marR="2977" marT="297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513524024"/>
                  </a:ext>
                </a:extLst>
              </a:tr>
            </a:tbl>
          </a:graphicData>
        </a:graphic>
      </p:graphicFrame>
      <p:grpSp>
        <p:nvGrpSpPr>
          <p:cNvPr id="5" name="组合 4"/>
          <p:cNvGrpSpPr/>
          <p:nvPr/>
        </p:nvGrpSpPr>
        <p:grpSpPr>
          <a:xfrm>
            <a:off x="0" y="529591"/>
            <a:ext cx="3395006" cy="431295"/>
            <a:chOff x="-22274" y="526055"/>
            <a:chExt cx="3395006" cy="431295"/>
          </a:xfrm>
        </p:grpSpPr>
        <p:grpSp>
          <p:nvGrpSpPr>
            <p:cNvPr id="6" name="组合 5"/>
            <p:cNvGrpSpPr/>
            <p:nvPr/>
          </p:nvGrpSpPr>
          <p:grpSpPr>
            <a:xfrm>
              <a:off x="-22274" y="526055"/>
              <a:ext cx="2726545" cy="431295"/>
              <a:chOff x="-22274" y="526055"/>
              <a:chExt cx="2726545" cy="431295"/>
            </a:xfrm>
          </p:grpSpPr>
          <p:sp>
            <p:nvSpPr>
              <p:cNvPr id="11"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2" name="组合 12"/>
              <p:cNvGrpSpPr/>
              <p:nvPr/>
            </p:nvGrpSpPr>
            <p:grpSpPr>
              <a:xfrm>
                <a:off x="206190" y="526055"/>
                <a:ext cx="276624" cy="276624"/>
                <a:chOff x="5216663" y="2206897"/>
                <a:chExt cx="276624" cy="276624"/>
              </a:xfrm>
            </p:grpSpPr>
            <p:sp>
              <p:nvSpPr>
                <p:cNvPr id="14"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3"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7" name="组合 7"/>
            <p:cNvGrpSpPr/>
            <p:nvPr/>
          </p:nvGrpSpPr>
          <p:grpSpPr>
            <a:xfrm>
              <a:off x="2909925" y="529575"/>
              <a:ext cx="462807" cy="427775"/>
              <a:chOff x="2909925" y="529575"/>
              <a:chExt cx="462807" cy="427775"/>
            </a:xfrm>
          </p:grpSpPr>
          <p:sp>
            <p:nvSpPr>
              <p:cNvPr id="8"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9"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6" name="文本框 6"/>
          <p:cNvSpPr txBox="1"/>
          <p:nvPr/>
        </p:nvSpPr>
        <p:spPr>
          <a:xfrm>
            <a:off x="757900" y="110322"/>
            <a:ext cx="3932853"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Flow of SAR Logic  </a:t>
            </a:r>
            <a:endParaRPr lang="zh-CN" altLang="en-US" sz="2600" b="1" dirty="0">
              <a:latin typeface="+mj-lt"/>
              <a:ea typeface="方正清刻本悦宋简体" panose="02000000000000000000" pitchFamily="2" charset="-122"/>
            </a:endParaRPr>
          </a:p>
        </p:txBody>
      </p:sp>
    </p:spTree>
    <p:extLst>
      <p:ext uri="{BB962C8B-B14F-4D97-AF65-F5344CB8AC3E}">
        <p14:creationId xmlns:p14="http://schemas.microsoft.com/office/powerpoint/2010/main" val="731779938"/>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1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heel(1)">
                                      <p:cBhvr>
                                        <p:cTn id="10"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758357"/>
            <a:ext cx="8201176" cy="5099643"/>
          </a:xfrm>
          <a:prstGeom prst="rect">
            <a:avLst/>
          </a:prstGeom>
        </p:spPr>
      </p:pic>
      <p:pic>
        <p:nvPicPr>
          <p:cNvPr id="3" name="Picture 2"/>
          <p:cNvPicPr>
            <a:picLocks noChangeAspect="1"/>
          </p:cNvPicPr>
          <p:nvPr/>
        </p:nvPicPr>
        <p:blipFill>
          <a:blip r:embed="rId3">
            <a:biLevel thresh="75000"/>
            <a:extLst>
              <a:ext uri="{28A0092B-C50C-407E-A947-70E740481C1C}">
                <a14:useLocalDpi xmlns:a14="http://schemas.microsoft.com/office/drawing/2010/main" val="0"/>
              </a:ext>
            </a:extLst>
          </a:blip>
          <a:stretch>
            <a:fillRect/>
          </a:stretch>
        </p:blipFill>
        <p:spPr>
          <a:xfrm>
            <a:off x="8288977" y="1758357"/>
            <a:ext cx="3903023" cy="1761936"/>
          </a:xfrm>
          <a:prstGeom prst="rect">
            <a:avLst/>
          </a:prstGeom>
        </p:spPr>
      </p:pic>
      <p:pic>
        <p:nvPicPr>
          <p:cNvPr id="4" name="Picture 3"/>
          <p:cNvPicPr>
            <a:picLocks noChangeAspect="1"/>
          </p:cNvPicPr>
          <p:nvPr/>
        </p:nvPicPr>
        <p:blipFill>
          <a:blip r:embed="rId4"/>
          <a:stretch>
            <a:fillRect/>
          </a:stretch>
        </p:blipFill>
        <p:spPr>
          <a:xfrm>
            <a:off x="8305198" y="3742479"/>
            <a:ext cx="3886802" cy="1593728"/>
          </a:xfrm>
          <a:prstGeom prst="rect">
            <a:avLst/>
          </a:prstGeom>
        </p:spPr>
      </p:pic>
      <p:grpSp>
        <p:nvGrpSpPr>
          <p:cNvPr id="5" name="组合 4"/>
          <p:cNvGrpSpPr/>
          <p:nvPr/>
        </p:nvGrpSpPr>
        <p:grpSpPr>
          <a:xfrm>
            <a:off x="0" y="602765"/>
            <a:ext cx="3395006" cy="431295"/>
            <a:chOff x="-22274" y="526055"/>
            <a:chExt cx="3395006" cy="431295"/>
          </a:xfrm>
        </p:grpSpPr>
        <p:grpSp>
          <p:nvGrpSpPr>
            <p:cNvPr id="6" name="组合 5"/>
            <p:cNvGrpSpPr/>
            <p:nvPr/>
          </p:nvGrpSpPr>
          <p:grpSpPr>
            <a:xfrm>
              <a:off x="-22274" y="526055"/>
              <a:ext cx="2726545" cy="431295"/>
              <a:chOff x="-22274" y="526055"/>
              <a:chExt cx="2726545" cy="431295"/>
            </a:xfrm>
          </p:grpSpPr>
          <p:sp>
            <p:nvSpPr>
              <p:cNvPr id="11"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2" name="组合 12"/>
              <p:cNvGrpSpPr/>
              <p:nvPr/>
            </p:nvGrpSpPr>
            <p:grpSpPr>
              <a:xfrm>
                <a:off x="206190" y="526055"/>
                <a:ext cx="276624" cy="276624"/>
                <a:chOff x="5216663" y="2206897"/>
                <a:chExt cx="276624" cy="276624"/>
              </a:xfrm>
            </p:grpSpPr>
            <p:sp>
              <p:nvSpPr>
                <p:cNvPr id="14"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3"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7" name="组合 7"/>
            <p:cNvGrpSpPr/>
            <p:nvPr/>
          </p:nvGrpSpPr>
          <p:grpSpPr>
            <a:xfrm>
              <a:off x="2909925" y="529575"/>
              <a:ext cx="462807" cy="427775"/>
              <a:chOff x="2909925" y="529575"/>
              <a:chExt cx="462807" cy="427775"/>
            </a:xfrm>
          </p:grpSpPr>
          <p:sp>
            <p:nvSpPr>
              <p:cNvPr id="8"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9"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6" name="文本框 6"/>
          <p:cNvSpPr txBox="1"/>
          <p:nvPr/>
        </p:nvSpPr>
        <p:spPr>
          <a:xfrm>
            <a:off x="757900" y="110322"/>
            <a:ext cx="9668635"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Output of SAR Logic when input comparator equals to zero  </a:t>
            </a:r>
            <a:endParaRPr lang="zh-CN" altLang="en-US" sz="2600" b="1" dirty="0">
              <a:latin typeface="+mj-lt"/>
              <a:ea typeface="方正清刻本悦宋简体" panose="02000000000000000000" pitchFamily="2" charset="-122"/>
            </a:endParaRPr>
          </a:p>
        </p:txBody>
      </p:sp>
    </p:spTree>
    <p:extLst>
      <p:ext uri="{BB962C8B-B14F-4D97-AF65-F5344CB8AC3E}">
        <p14:creationId xmlns:p14="http://schemas.microsoft.com/office/powerpoint/2010/main" val="1513441537"/>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1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heel(1)">
                                      <p:cBhvr>
                                        <p:cTn id="10"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58357"/>
            <a:ext cx="8288977" cy="5099643"/>
          </a:xfrm>
          <a:prstGeom prst="rect">
            <a:avLst/>
          </a:prstGeom>
        </p:spPr>
      </p:pic>
      <p:pic>
        <p:nvPicPr>
          <p:cNvPr id="3" name="Picture 2"/>
          <p:cNvPicPr>
            <a:picLocks noChangeAspect="1"/>
          </p:cNvPicPr>
          <p:nvPr/>
        </p:nvPicPr>
        <p:blipFill>
          <a:blip r:embed="rId3">
            <a:biLevel thresh="75000"/>
            <a:extLst>
              <a:ext uri="{28A0092B-C50C-407E-A947-70E740481C1C}">
                <a14:useLocalDpi xmlns:a14="http://schemas.microsoft.com/office/drawing/2010/main" val="0"/>
              </a:ext>
            </a:extLst>
          </a:blip>
          <a:stretch>
            <a:fillRect/>
          </a:stretch>
        </p:blipFill>
        <p:spPr>
          <a:xfrm>
            <a:off x="8288977" y="1758357"/>
            <a:ext cx="3903023" cy="1761936"/>
          </a:xfrm>
          <a:prstGeom prst="rect">
            <a:avLst/>
          </a:prstGeom>
        </p:spPr>
      </p:pic>
      <p:pic>
        <p:nvPicPr>
          <p:cNvPr id="4" name="Picture 3"/>
          <p:cNvPicPr>
            <a:picLocks noChangeAspect="1"/>
          </p:cNvPicPr>
          <p:nvPr/>
        </p:nvPicPr>
        <p:blipFill>
          <a:blip r:embed="rId4"/>
          <a:stretch>
            <a:fillRect/>
          </a:stretch>
        </p:blipFill>
        <p:spPr>
          <a:xfrm>
            <a:off x="8305198" y="3742479"/>
            <a:ext cx="3886802" cy="1593728"/>
          </a:xfrm>
          <a:prstGeom prst="rect">
            <a:avLst/>
          </a:prstGeom>
        </p:spPr>
      </p:pic>
      <p:grpSp>
        <p:nvGrpSpPr>
          <p:cNvPr id="5" name="组合 4"/>
          <p:cNvGrpSpPr/>
          <p:nvPr/>
        </p:nvGrpSpPr>
        <p:grpSpPr>
          <a:xfrm>
            <a:off x="0" y="602765"/>
            <a:ext cx="3395006" cy="431295"/>
            <a:chOff x="-22274" y="526055"/>
            <a:chExt cx="3395006" cy="431295"/>
          </a:xfrm>
        </p:grpSpPr>
        <p:grpSp>
          <p:nvGrpSpPr>
            <p:cNvPr id="6" name="组合 5"/>
            <p:cNvGrpSpPr/>
            <p:nvPr/>
          </p:nvGrpSpPr>
          <p:grpSpPr>
            <a:xfrm>
              <a:off x="-22274" y="526055"/>
              <a:ext cx="2726545" cy="431295"/>
              <a:chOff x="-22274" y="526055"/>
              <a:chExt cx="2726545" cy="431295"/>
            </a:xfrm>
          </p:grpSpPr>
          <p:sp>
            <p:nvSpPr>
              <p:cNvPr id="11"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2" name="组合 12"/>
              <p:cNvGrpSpPr/>
              <p:nvPr/>
            </p:nvGrpSpPr>
            <p:grpSpPr>
              <a:xfrm>
                <a:off x="206190" y="526055"/>
                <a:ext cx="276624" cy="276624"/>
                <a:chOff x="5216663" y="2206897"/>
                <a:chExt cx="276624" cy="276624"/>
              </a:xfrm>
            </p:grpSpPr>
            <p:sp>
              <p:nvSpPr>
                <p:cNvPr id="14"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5"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3"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7" name="组合 7"/>
            <p:cNvGrpSpPr/>
            <p:nvPr/>
          </p:nvGrpSpPr>
          <p:grpSpPr>
            <a:xfrm>
              <a:off x="2909925" y="529575"/>
              <a:ext cx="462807" cy="427775"/>
              <a:chOff x="2909925" y="529575"/>
              <a:chExt cx="462807" cy="427775"/>
            </a:xfrm>
          </p:grpSpPr>
          <p:sp>
            <p:nvSpPr>
              <p:cNvPr id="8"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9"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6" name="文本框 6"/>
          <p:cNvSpPr txBox="1"/>
          <p:nvPr/>
        </p:nvSpPr>
        <p:spPr>
          <a:xfrm>
            <a:off x="757900" y="110322"/>
            <a:ext cx="9668635"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Output of SAR Logic when input comparator equals to one </a:t>
            </a:r>
            <a:endParaRPr lang="zh-CN" altLang="en-US" sz="2600" b="1" dirty="0">
              <a:latin typeface="+mj-lt"/>
              <a:ea typeface="方正清刻本悦宋简体" panose="02000000000000000000" pitchFamily="2" charset="-122"/>
            </a:endParaRPr>
          </a:p>
        </p:txBody>
      </p:sp>
    </p:spTree>
    <p:extLst>
      <p:ext uri="{BB962C8B-B14F-4D97-AF65-F5344CB8AC3E}">
        <p14:creationId xmlns:p14="http://schemas.microsoft.com/office/powerpoint/2010/main" val="315349577"/>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1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heel(1)">
                                      <p:cBhvr>
                                        <p:cTn id="10"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77964"/>
            <a:ext cx="9868395" cy="5580035"/>
          </a:xfrm>
          <a:prstGeom prst="rect">
            <a:avLst/>
          </a:prstGeom>
        </p:spPr>
      </p:pic>
      <p:graphicFrame>
        <p:nvGraphicFramePr>
          <p:cNvPr id="3" name="Table 2"/>
          <p:cNvGraphicFramePr>
            <a:graphicFrameLocks noGrp="1"/>
          </p:cNvGraphicFramePr>
          <p:nvPr>
            <p:extLst>
              <p:ext uri="{D42A27DB-BD31-4B8C-83A1-F6EECF244321}">
                <p14:modId xmlns:p14="http://schemas.microsoft.com/office/powerpoint/2010/main" val="2023775209"/>
              </p:ext>
            </p:extLst>
          </p:nvPr>
        </p:nvGraphicFramePr>
        <p:xfrm>
          <a:off x="7964980" y="3295132"/>
          <a:ext cx="4227020" cy="1381760"/>
        </p:xfrm>
        <a:graphic>
          <a:graphicData uri="http://schemas.openxmlformats.org/drawingml/2006/table">
            <a:tbl>
              <a:tblPr firstRow="1" bandRow="1">
                <a:tableStyleId>{073A0DAA-6AF3-43AB-8588-CEC1D06C72B9}</a:tableStyleId>
              </a:tblPr>
              <a:tblGrid>
                <a:gridCol w="1675505"/>
                <a:gridCol w="1073663"/>
                <a:gridCol w="1477852"/>
              </a:tblGrid>
              <a:tr h="370840">
                <a:tc>
                  <a:txBody>
                    <a:bodyPr/>
                    <a:lstStyle/>
                    <a:p>
                      <a:r>
                        <a:rPr lang="en-US" dirty="0" smtClean="0"/>
                        <a:t>PARAMETER</a:t>
                      </a:r>
                      <a:endParaRPr lang="en-US" dirty="0"/>
                    </a:p>
                  </a:txBody>
                  <a:tcPr/>
                </a:tc>
                <a:tc>
                  <a:txBody>
                    <a:bodyPr/>
                    <a:lstStyle/>
                    <a:p>
                      <a:pPr marL="0" marR="0" indent="0" algn="l" defTabSz="914418" rtl="0" eaLnBrk="1" fontAlgn="auto" latinLnBrk="0" hangingPunct="1">
                        <a:lnSpc>
                          <a:spcPct val="100000"/>
                        </a:lnSpc>
                        <a:spcBef>
                          <a:spcPts val="0"/>
                        </a:spcBef>
                        <a:spcAft>
                          <a:spcPts val="0"/>
                        </a:spcAft>
                        <a:buClrTx/>
                        <a:buSzTx/>
                        <a:buFontTx/>
                        <a:buNone/>
                        <a:tabLst/>
                        <a:defRPr/>
                      </a:pPr>
                      <a:r>
                        <a:rPr lang="en-US" dirty="0" smtClean="0"/>
                        <a:t>SPEC</a:t>
                      </a:r>
                    </a:p>
                    <a:p>
                      <a:endParaRPr lang="en-US" dirty="0"/>
                    </a:p>
                  </a:txBody>
                  <a:tcPr/>
                </a:tc>
                <a:tc>
                  <a:txBody>
                    <a:bodyPr/>
                    <a:lstStyle/>
                    <a:p>
                      <a:r>
                        <a:rPr lang="en-US" dirty="0" smtClean="0"/>
                        <a:t>ACHIEVED</a:t>
                      </a:r>
                      <a:endParaRPr lang="en-US" dirty="0"/>
                    </a:p>
                  </a:txBody>
                  <a:tcPr/>
                </a:tc>
              </a:tr>
              <a:tr h="370840">
                <a:tc>
                  <a:txBody>
                    <a:bodyPr/>
                    <a:lstStyle/>
                    <a:p>
                      <a:r>
                        <a:rPr lang="en-US" b="1" dirty="0" smtClean="0"/>
                        <a:t>DELAY</a:t>
                      </a:r>
                      <a:endParaRPr lang="en-US" b="1" dirty="0"/>
                    </a:p>
                  </a:txBody>
                  <a:tcPr/>
                </a:tc>
                <a:tc>
                  <a:txBody>
                    <a:bodyPr/>
                    <a:lstStyle/>
                    <a:p>
                      <a:r>
                        <a:rPr lang="en-US" b="1" dirty="0" smtClean="0"/>
                        <a:t>&lt;</a:t>
                      </a:r>
                      <a:r>
                        <a:rPr lang="en-US" b="1" baseline="0" dirty="0" smtClean="0"/>
                        <a:t> 200ps</a:t>
                      </a:r>
                      <a:endParaRPr lang="en-US" b="1" dirty="0"/>
                    </a:p>
                  </a:txBody>
                  <a:tcPr/>
                </a:tc>
                <a:tc>
                  <a:txBody>
                    <a:bodyPr/>
                    <a:lstStyle/>
                    <a:p>
                      <a:r>
                        <a:rPr lang="en-US" b="1" dirty="0" smtClean="0"/>
                        <a:t>52.7ps</a:t>
                      </a:r>
                      <a:endParaRPr lang="en-US" b="1" dirty="0"/>
                    </a:p>
                  </a:txBody>
                  <a:tcPr/>
                </a:tc>
              </a:tr>
              <a:tr h="370840">
                <a:tc>
                  <a:txBody>
                    <a:bodyPr/>
                    <a:lstStyle/>
                    <a:p>
                      <a:r>
                        <a:rPr lang="en-US" b="1" dirty="0" smtClean="0"/>
                        <a:t>POWER</a:t>
                      </a:r>
                      <a:endParaRPr lang="en-US" b="1" dirty="0"/>
                    </a:p>
                  </a:txBody>
                  <a:tcPr/>
                </a:tc>
                <a:tc>
                  <a:txBody>
                    <a:bodyPr/>
                    <a:lstStyle/>
                    <a:p>
                      <a:r>
                        <a:rPr lang="en-US" b="1" dirty="0" smtClean="0"/>
                        <a:t>&lt; 20uw</a:t>
                      </a:r>
                      <a:endParaRPr lang="en-US" b="1" dirty="0"/>
                    </a:p>
                  </a:txBody>
                  <a:tcPr/>
                </a:tc>
                <a:tc>
                  <a:txBody>
                    <a:bodyPr/>
                    <a:lstStyle/>
                    <a:p>
                      <a:r>
                        <a:rPr lang="en-US" b="1" dirty="0" smtClean="0"/>
                        <a:t>9.5uwatt</a:t>
                      </a:r>
                      <a:endParaRPr lang="en-US" b="1" dirty="0"/>
                    </a:p>
                  </a:txBody>
                  <a:tcPr/>
                </a:tc>
              </a:tr>
            </a:tbl>
          </a:graphicData>
        </a:graphic>
      </p:graphicFrame>
      <p:sp>
        <p:nvSpPr>
          <p:cNvPr id="4" name="Rounded Rectangle 3"/>
          <p:cNvSpPr/>
          <p:nvPr/>
        </p:nvSpPr>
        <p:spPr>
          <a:xfrm>
            <a:off x="7308246" y="2591421"/>
            <a:ext cx="2075654" cy="179864"/>
          </a:xfrm>
          <a:prstGeom prst="roundRect">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5311806" y="4778361"/>
            <a:ext cx="1194150" cy="179864"/>
          </a:xfrm>
          <a:prstGeom prst="roundRect">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组合 4"/>
          <p:cNvGrpSpPr/>
          <p:nvPr/>
        </p:nvGrpSpPr>
        <p:grpSpPr>
          <a:xfrm>
            <a:off x="0" y="601961"/>
            <a:ext cx="3395006" cy="431295"/>
            <a:chOff x="-22274" y="526055"/>
            <a:chExt cx="3395006" cy="431295"/>
          </a:xfrm>
        </p:grpSpPr>
        <p:grpSp>
          <p:nvGrpSpPr>
            <p:cNvPr id="7" name="组合 5"/>
            <p:cNvGrpSpPr/>
            <p:nvPr/>
          </p:nvGrpSpPr>
          <p:grpSpPr>
            <a:xfrm>
              <a:off x="-22274" y="526055"/>
              <a:ext cx="2726545" cy="431295"/>
              <a:chOff x="-22274" y="526055"/>
              <a:chExt cx="2726545" cy="431295"/>
            </a:xfrm>
          </p:grpSpPr>
          <p:sp>
            <p:nvSpPr>
              <p:cNvPr id="12"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3" name="组合 12"/>
              <p:cNvGrpSpPr/>
              <p:nvPr/>
            </p:nvGrpSpPr>
            <p:grpSpPr>
              <a:xfrm>
                <a:off x="206190" y="526055"/>
                <a:ext cx="276624" cy="276624"/>
                <a:chOff x="5216663" y="2206897"/>
                <a:chExt cx="276624" cy="276624"/>
              </a:xfrm>
            </p:grpSpPr>
            <p:sp>
              <p:nvSpPr>
                <p:cNvPr id="15"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6"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4"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8" name="组合 7"/>
            <p:cNvGrpSpPr/>
            <p:nvPr/>
          </p:nvGrpSpPr>
          <p:grpSpPr>
            <a:xfrm>
              <a:off x="2909925" y="529575"/>
              <a:ext cx="462807" cy="427775"/>
              <a:chOff x="2909925" y="529575"/>
              <a:chExt cx="462807" cy="427775"/>
            </a:xfrm>
          </p:grpSpPr>
          <p:sp>
            <p:nvSpPr>
              <p:cNvPr id="9"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10"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7" name="文本框 6"/>
          <p:cNvSpPr txBox="1"/>
          <p:nvPr/>
        </p:nvSpPr>
        <p:spPr>
          <a:xfrm>
            <a:off x="846049" y="80650"/>
            <a:ext cx="5142647"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Delay and Power of SAR Logic  </a:t>
            </a:r>
            <a:endParaRPr lang="zh-CN" altLang="en-US" sz="2600" b="1" dirty="0">
              <a:latin typeface="+mj-lt"/>
              <a:ea typeface="方正清刻本悦宋简体" panose="02000000000000000000" pitchFamily="2" charset="-122"/>
            </a:endParaRPr>
          </a:p>
        </p:txBody>
      </p:sp>
    </p:spTree>
    <p:extLst>
      <p:ext uri="{BB962C8B-B14F-4D97-AF65-F5344CB8AC3E}">
        <p14:creationId xmlns:p14="http://schemas.microsoft.com/office/powerpoint/2010/main" val="3520419248"/>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1000"/>
                                        <p:tgtEl>
                                          <p:spTgt spid="6"/>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heel(1)">
                                      <p:cBhvr>
                                        <p:cTn id="10"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33714"/>
            <a:ext cx="12192000" cy="5624286"/>
          </a:xfrm>
          <a:prstGeom prst="rect">
            <a:avLst/>
          </a:prstGeom>
        </p:spPr>
      </p:pic>
      <p:grpSp>
        <p:nvGrpSpPr>
          <p:cNvPr id="3" name="组合 4"/>
          <p:cNvGrpSpPr/>
          <p:nvPr/>
        </p:nvGrpSpPr>
        <p:grpSpPr>
          <a:xfrm>
            <a:off x="0" y="601961"/>
            <a:ext cx="3395006" cy="431295"/>
            <a:chOff x="-22274" y="526055"/>
            <a:chExt cx="3395006" cy="431295"/>
          </a:xfrm>
        </p:grpSpPr>
        <p:grpSp>
          <p:nvGrpSpPr>
            <p:cNvPr id="4" name="组合 5"/>
            <p:cNvGrpSpPr/>
            <p:nvPr/>
          </p:nvGrpSpPr>
          <p:grpSpPr>
            <a:xfrm>
              <a:off x="-22274" y="526055"/>
              <a:ext cx="2726545" cy="431295"/>
              <a:chOff x="-22274" y="526055"/>
              <a:chExt cx="2726545" cy="431295"/>
            </a:xfrm>
          </p:grpSpPr>
          <p:sp>
            <p:nvSpPr>
              <p:cNvPr id="9"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0" name="组合 12"/>
              <p:cNvGrpSpPr/>
              <p:nvPr/>
            </p:nvGrpSpPr>
            <p:grpSpPr>
              <a:xfrm>
                <a:off x="206190" y="526055"/>
                <a:ext cx="276624" cy="276624"/>
                <a:chOff x="5216663" y="2206897"/>
                <a:chExt cx="276624" cy="276624"/>
              </a:xfrm>
            </p:grpSpPr>
            <p:sp>
              <p:nvSpPr>
                <p:cNvPr id="12"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1"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 name="组合 7"/>
            <p:cNvGrpSpPr/>
            <p:nvPr/>
          </p:nvGrpSpPr>
          <p:grpSpPr>
            <a:xfrm>
              <a:off x="2909925" y="529575"/>
              <a:ext cx="462807" cy="427775"/>
              <a:chOff x="2909925" y="529575"/>
              <a:chExt cx="462807" cy="427775"/>
            </a:xfrm>
          </p:grpSpPr>
          <p:sp>
            <p:nvSpPr>
              <p:cNvPr id="6"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7"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4" name="文本框 6"/>
          <p:cNvSpPr txBox="1"/>
          <p:nvPr/>
        </p:nvSpPr>
        <p:spPr>
          <a:xfrm>
            <a:off x="171176" y="126913"/>
            <a:ext cx="11402873"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SAR Logic corners </a:t>
            </a:r>
            <a:r>
              <a:rPr lang="en-US" altLang="zh-CN" sz="2600" b="1" dirty="0">
                <a:latin typeface="+mj-lt"/>
                <a:ea typeface="方正清刻本悦宋简体" panose="02000000000000000000" pitchFamily="2" charset="-122"/>
              </a:rPr>
              <a:t>with temperature -30 °K, supply voltage 1, 1.2, 1.4 V  </a:t>
            </a:r>
            <a:endParaRPr lang="zh-CN" altLang="en-US" sz="2600" b="1" dirty="0">
              <a:latin typeface="+mj-lt"/>
              <a:ea typeface="方正清刻本悦宋简体" panose="02000000000000000000" pitchFamily="2" charset="-122"/>
            </a:endParaRPr>
          </a:p>
        </p:txBody>
      </p:sp>
    </p:spTree>
    <p:extLst>
      <p:ext uri="{BB962C8B-B14F-4D97-AF65-F5344CB8AC3E}">
        <p14:creationId xmlns:p14="http://schemas.microsoft.com/office/powerpoint/2010/main" val="912749524"/>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heel(1)">
                                      <p:cBhvr>
                                        <p:cTn id="10"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19519"/>
            <a:ext cx="12192000" cy="5638481"/>
          </a:xfrm>
          <a:prstGeom prst="rect">
            <a:avLst/>
          </a:prstGeom>
        </p:spPr>
      </p:pic>
      <p:grpSp>
        <p:nvGrpSpPr>
          <p:cNvPr id="15" name="组合 4"/>
          <p:cNvGrpSpPr/>
          <p:nvPr/>
        </p:nvGrpSpPr>
        <p:grpSpPr>
          <a:xfrm>
            <a:off x="0" y="601961"/>
            <a:ext cx="3395006" cy="431295"/>
            <a:chOff x="-22274" y="526055"/>
            <a:chExt cx="3395006" cy="431295"/>
          </a:xfrm>
        </p:grpSpPr>
        <p:grpSp>
          <p:nvGrpSpPr>
            <p:cNvPr id="16" name="组合 5"/>
            <p:cNvGrpSpPr/>
            <p:nvPr/>
          </p:nvGrpSpPr>
          <p:grpSpPr>
            <a:xfrm>
              <a:off x="-22274" y="526055"/>
              <a:ext cx="2726545" cy="431295"/>
              <a:chOff x="-22274" y="526055"/>
              <a:chExt cx="2726545" cy="431295"/>
            </a:xfrm>
          </p:grpSpPr>
          <p:sp>
            <p:nvSpPr>
              <p:cNvPr id="21"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22" name="组合 12"/>
              <p:cNvGrpSpPr/>
              <p:nvPr/>
            </p:nvGrpSpPr>
            <p:grpSpPr>
              <a:xfrm>
                <a:off x="206190" y="526055"/>
                <a:ext cx="276624" cy="276624"/>
                <a:chOff x="5216663" y="2206897"/>
                <a:chExt cx="276624" cy="276624"/>
              </a:xfrm>
            </p:grpSpPr>
            <p:sp>
              <p:nvSpPr>
                <p:cNvPr id="24"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5"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23"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17" name="组合 7"/>
            <p:cNvGrpSpPr/>
            <p:nvPr/>
          </p:nvGrpSpPr>
          <p:grpSpPr>
            <a:xfrm>
              <a:off x="2909925" y="529575"/>
              <a:ext cx="462807" cy="427775"/>
              <a:chOff x="2909925" y="529575"/>
              <a:chExt cx="462807" cy="427775"/>
            </a:xfrm>
          </p:grpSpPr>
          <p:sp>
            <p:nvSpPr>
              <p:cNvPr id="18"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19"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26" name="文本框 6"/>
          <p:cNvSpPr txBox="1"/>
          <p:nvPr/>
        </p:nvSpPr>
        <p:spPr>
          <a:xfrm>
            <a:off x="171177" y="126913"/>
            <a:ext cx="11290138"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SAR Logic corners </a:t>
            </a:r>
            <a:r>
              <a:rPr lang="en-US" altLang="zh-CN" sz="2600" b="1" dirty="0">
                <a:latin typeface="+mj-lt"/>
                <a:ea typeface="方正清刻本悦宋简体" panose="02000000000000000000" pitchFamily="2" charset="-122"/>
              </a:rPr>
              <a:t>with temperature </a:t>
            </a:r>
            <a:r>
              <a:rPr lang="en-US" altLang="zh-CN" sz="2600" b="1" dirty="0" smtClean="0">
                <a:latin typeface="+mj-lt"/>
                <a:ea typeface="方正清刻本悦宋简体" panose="02000000000000000000" pitchFamily="2" charset="-122"/>
              </a:rPr>
              <a:t>27 </a:t>
            </a:r>
            <a:r>
              <a:rPr lang="en-US" altLang="zh-CN" sz="2600" b="1" dirty="0">
                <a:latin typeface="+mj-lt"/>
                <a:ea typeface="方正清刻本悦宋简体" panose="02000000000000000000" pitchFamily="2" charset="-122"/>
              </a:rPr>
              <a:t>°K, supply voltage 1, 1.2, 1.4 V  </a:t>
            </a:r>
            <a:endParaRPr lang="zh-CN" altLang="en-US" sz="2600" b="1" dirty="0">
              <a:latin typeface="+mj-lt"/>
              <a:ea typeface="方正清刻本悦宋简体" panose="02000000000000000000" pitchFamily="2" charset="-122"/>
            </a:endParaRPr>
          </a:p>
        </p:txBody>
      </p:sp>
    </p:spTree>
    <p:extLst>
      <p:ext uri="{BB962C8B-B14F-4D97-AF65-F5344CB8AC3E}">
        <p14:creationId xmlns:p14="http://schemas.microsoft.com/office/powerpoint/2010/main" val="3768436840"/>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1000"/>
                                        <p:tgtEl>
                                          <p:spTgt spid="1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heel(1)">
                                      <p:cBhvr>
                                        <p:cTn id="10"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94354"/>
            <a:ext cx="12192000" cy="5663646"/>
          </a:xfrm>
          <a:prstGeom prst="rect">
            <a:avLst/>
          </a:prstGeom>
        </p:spPr>
      </p:pic>
      <p:grpSp>
        <p:nvGrpSpPr>
          <p:cNvPr id="15" name="组合 4"/>
          <p:cNvGrpSpPr/>
          <p:nvPr/>
        </p:nvGrpSpPr>
        <p:grpSpPr>
          <a:xfrm>
            <a:off x="0" y="601961"/>
            <a:ext cx="3395006" cy="431295"/>
            <a:chOff x="-22274" y="526055"/>
            <a:chExt cx="3395006" cy="431295"/>
          </a:xfrm>
        </p:grpSpPr>
        <p:grpSp>
          <p:nvGrpSpPr>
            <p:cNvPr id="16" name="组合 5"/>
            <p:cNvGrpSpPr/>
            <p:nvPr/>
          </p:nvGrpSpPr>
          <p:grpSpPr>
            <a:xfrm>
              <a:off x="-22274" y="526055"/>
              <a:ext cx="2726545" cy="431295"/>
              <a:chOff x="-22274" y="526055"/>
              <a:chExt cx="2726545" cy="431295"/>
            </a:xfrm>
          </p:grpSpPr>
          <p:sp>
            <p:nvSpPr>
              <p:cNvPr id="21"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22" name="组合 12"/>
              <p:cNvGrpSpPr/>
              <p:nvPr/>
            </p:nvGrpSpPr>
            <p:grpSpPr>
              <a:xfrm>
                <a:off x="206190" y="526055"/>
                <a:ext cx="276624" cy="276624"/>
                <a:chOff x="5216663" y="2206897"/>
                <a:chExt cx="276624" cy="276624"/>
              </a:xfrm>
            </p:grpSpPr>
            <p:sp>
              <p:nvSpPr>
                <p:cNvPr id="24"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5"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23"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17" name="组合 7"/>
            <p:cNvGrpSpPr/>
            <p:nvPr/>
          </p:nvGrpSpPr>
          <p:grpSpPr>
            <a:xfrm>
              <a:off x="2909925" y="529575"/>
              <a:ext cx="462807" cy="427775"/>
              <a:chOff x="2909925" y="529575"/>
              <a:chExt cx="462807" cy="427775"/>
            </a:xfrm>
          </p:grpSpPr>
          <p:sp>
            <p:nvSpPr>
              <p:cNvPr id="18"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19"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20"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26" name="文本框 6"/>
          <p:cNvSpPr txBox="1"/>
          <p:nvPr/>
        </p:nvSpPr>
        <p:spPr>
          <a:xfrm>
            <a:off x="171176" y="126913"/>
            <a:ext cx="11452977"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SAR Logic corners </a:t>
            </a:r>
            <a:r>
              <a:rPr lang="en-US" altLang="zh-CN" sz="2600" b="1" dirty="0">
                <a:latin typeface="+mj-lt"/>
                <a:ea typeface="方正清刻本悦宋简体" panose="02000000000000000000" pitchFamily="2" charset="-122"/>
              </a:rPr>
              <a:t>with temperature </a:t>
            </a:r>
            <a:r>
              <a:rPr lang="en-US" altLang="zh-CN" sz="2600" b="1" dirty="0" smtClean="0">
                <a:latin typeface="+mj-lt"/>
                <a:ea typeface="方正清刻本悦宋简体" panose="02000000000000000000" pitchFamily="2" charset="-122"/>
              </a:rPr>
              <a:t>150 </a:t>
            </a:r>
            <a:r>
              <a:rPr lang="en-US" altLang="zh-CN" sz="2600" b="1" dirty="0">
                <a:latin typeface="+mj-lt"/>
                <a:ea typeface="方正清刻本悦宋简体" panose="02000000000000000000" pitchFamily="2" charset="-122"/>
              </a:rPr>
              <a:t>°K, supply voltage 1, 1.2, 1.4 V  </a:t>
            </a:r>
            <a:endParaRPr lang="zh-CN" altLang="en-US" sz="2600" b="1" dirty="0">
              <a:latin typeface="+mj-lt"/>
              <a:ea typeface="方正清刻本悦宋简体" panose="02000000000000000000" pitchFamily="2" charset="-122"/>
            </a:endParaRPr>
          </a:p>
        </p:txBody>
      </p:sp>
    </p:spTree>
    <p:extLst>
      <p:ext uri="{BB962C8B-B14F-4D97-AF65-F5344CB8AC3E}">
        <p14:creationId xmlns:p14="http://schemas.microsoft.com/office/powerpoint/2010/main" val="1624461449"/>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1000"/>
                                        <p:tgtEl>
                                          <p:spTgt spid="1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heel(1)">
                                      <p:cBhvr>
                                        <p:cTn id="10"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5D2E0D8-39F0-293E-98A0-F7611E68ABCD}"/>
            </a:ext>
          </a:extLst>
        </p:cNvPr>
        <p:cNvGrpSpPr/>
        <p:nvPr/>
      </p:nvGrpSpPr>
      <p:grpSpPr>
        <a:xfrm>
          <a:off x="0" y="0"/>
          <a:ext cx="0" cy="0"/>
          <a:chOff x="0" y="0"/>
          <a:chExt cx="0" cy="0"/>
        </a:xfrm>
      </p:grpSpPr>
      <p:grpSp>
        <p:nvGrpSpPr>
          <p:cNvPr id="23" name="Group 22">
            <a:extLst>
              <a:ext uri="{FF2B5EF4-FFF2-40B4-BE49-F238E27FC236}">
                <a16:creationId xmlns="" xmlns:a16="http://schemas.microsoft.com/office/drawing/2014/main" id="{A6AF4898-9A3E-3CC0-147A-47F6F74D0F37}"/>
              </a:ext>
            </a:extLst>
          </p:cNvPr>
          <p:cNvGrpSpPr/>
          <p:nvPr/>
        </p:nvGrpSpPr>
        <p:grpSpPr>
          <a:xfrm>
            <a:off x="-372343" y="2738243"/>
            <a:ext cx="1314897" cy="1487188"/>
            <a:chOff x="-305647" y="2467262"/>
            <a:chExt cx="1314897" cy="1487188"/>
          </a:xfrm>
        </p:grpSpPr>
        <p:sp>
          <p:nvSpPr>
            <p:cNvPr id="30" name="KSO_Shape">
              <a:extLst>
                <a:ext uri="{FF2B5EF4-FFF2-40B4-BE49-F238E27FC236}">
                  <a16:creationId xmlns="" xmlns:a16="http://schemas.microsoft.com/office/drawing/2014/main" id="{001687EE-43C4-2AA2-5B73-20E20433233E}"/>
                </a:ext>
              </a:extLst>
            </p:cNvPr>
            <p:cNvSpPr>
              <a:spLocks/>
            </p:cNvSpPr>
            <p:nvPr/>
          </p:nvSpPr>
          <p:spPr bwMode="auto">
            <a:xfrm rot="69658">
              <a:off x="645262" y="2467262"/>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nvGrpSpPr>
            <p:cNvPr id="40" name="组合 39">
              <a:extLst>
                <a:ext uri="{FF2B5EF4-FFF2-40B4-BE49-F238E27FC236}">
                  <a16:creationId xmlns="" xmlns:a16="http://schemas.microsoft.com/office/drawing/2014/main" id="{66BAE30D-D981-8396-6809-5EFDB296DF67}"/>
                </a:ext>
              </a:extLst>
            </p:cNvPr>
            <p:cNvGrpSpPr/>
            <p:nvPr/>
          </p:nvGrpSpPr>
          <p:grpSpPr>
            <a:xfrm rot="18345">
              <a:off x="-289106" y="2535134"/>
              <a:ext cx="585587" cy="91143"/>
              <a:chOff x="8614611" y="410539"/>
              <a:chExt cx="585587" cy="91143"/>
            </a:xfrm>
          </p:grpSpPr>
          <p:sp>
            <p:nvSpPr>
              <p:cNvPr id="41" name="圆角矩形 40">
                <a:extLst>
                  <a:ext uri="{FF2B5EF4-FFF2-40B4-BE49-F238E27FC236}">
                    <a16:creationId xmlns="" xmlns:a16="http://schemas.microsoft.com/office/drawing/2014/main" id="{92FDF6F7-D143-5C8E-2D00-140A6AE281D5}"/>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42" name="圆角矩形 41">
                <a:extLst>
                  <a:ext uri="{FF2B5EF4-FFF2-40B4-BE49-F238E27FC236}">
                    <a16:creationId xmlns="" xmlns:a16="http://schemas.microsoft.com/office/drawing/2014/main" id="{6AA57341-91A3-2C5D-0890-3B82FAE74E35}"/>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43" name="圆角矩形 42">
                <a:extLst>
                  <a:ext uri="{FF2B5EF4-FFF2-40B4-BE49-F238E27FC236}">
                    <a16:creationId xmlns="" xmlns:a16="http://schemas.microsoft.com/office/drawing/2014/main" id="{DB17894B-C3BC-9E7C-9EAC-7D8B25465EA8}"/>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44" name="圆角矩形 43">
                <a:extLst>
                  <a:ext uri="{FF2B5EF4-FFF2-40B4-BE49-F238E27FC236}">
                    <a16:creationId xmlns="" xmlns:a16="http://schemas.microsoft.com/office/drawing/2014/main" id="{3D0CE183-6550-DC06-FBAB-56DFC282770F}"/>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grpSp>
        <p:sp>
          <p:nvSpPr>
            <p:cNvPr id="55" name="KSO_Shape">
              <a:extLst>
                <a:ext uri="{FF2B5EF4-FFF2-40B4-BE49-F238E27FC236}">
                  <a16:creationId xmlns="" xmlns:a16="http://schemas.microsoft.com/office/drawing/2014/main" id="{DF2918E6-D702-5B62-FBD7-BBA3956A842B}"/>
                </a:ext>
              </a:extLst>
            </p:cNvPr>
            <p:cNvSpPr>
              <a:spLocks/>
            </p:cNvSpPr>
            <p:nvPr/>
          </p:nvSpPr>
          <p:spPr bwMode="auto">
            <a:xfrm rot="69658">
              <a:off x="645263" y="3685705"/>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nvGrpSpPr>
            <p:cNvPr id="56" name="组合 55">
              <a:extLst>
                <a:ext uri="{FF2B5EF4-FFF2-40B4-BE49-F238E27FC236}">
                  <a16:creationId xmlns="" xmlns:a16="http://schemas.microsoft.com/office/drawing/2014/main" id="{CC0BA770-A18F-6621-6AA6-C197E8AC5F1D}"/>
                </a:ext>
              </a:extLst>
            </p:cNvPr>
            <p:cNvGrpSpPr/>
            <p:nvPr/>
          </p:nvGrpSpPr>
          <p:grpSpPr>
            <a:xfrm rot="18345">
              <a:off x="-289105" y="3753577"/>
              <a:ext cx="585587" cy="91143"/>
              <a:chOff x="8614611" y="410539"/>
              <a:chExt cx="585587" cy="91143"/>
            </a:xfrm>
          </p:grpSpPr>
          <p:sp>
            <p:nvSpPr>
              <p:cNvPr id="57" name="圆角矩形 56">
                <a:extLst>
                  <a:ext uri="{FF2B5EF4-FFF2-40B4-BE49-F238E27FC236}">
                    <a16:creationId xmlns="" xmlns:a16="http://schemas.microsoft.com/office/drawing/2014/main" id="{153A30DA-590E-6524-FC46-080875D19E65}"/>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58" name="圆角矩形 57">
                <a:extLst>
                  <a:ext uri="{FF2B5EF4-FFF2-40B4-BE49-F238E27FC236}">
                    <a16:creationId xmlns="" xmlns:a16="http://schemas.microsoft.com/office/drawing/2014/main" id="{1E6D74B5-E2C9-8E5B-3BF8-EEA68027766E}"/>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59" name="圆角矩形 58">
                <a:extLst>
                  <a:ext uri="{FF2B5EF4-FFF2-40B4-BE49-F238E27FC236}">
                    <a16:creationId xmlns="" xmlns:a16="http://schemas.microsoft.com/office/drawing/2014/main" id="{56F2CA02-4EBC-6154-B543-DE9355E6C6EA}"/>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60" name="圆角矩形 59">
                <a:extLst>
                  <a:ext uri="{FF2B5EF4-FFF2-40B4-BE49-F238E27FC236}">
                    <a16:creationId xmlns="" xmlns:a16="http://schemas.microsoft.com/office/drawing/2014/main" id="{25795025-361C-F028-D654-A183F8CB3687}"/>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grpSp>
        <p:grpSp>
          <p:nvGrpSpPr>
            <p:cNvPr id="62" name="组合 61">
              <a:extLst>
                <a:ext uri="{FF2B5EF4-FFF2-40B4-BE49-F238E27FC236}">
                  <a16:creationId xmlns="" xmlns:a16="http://schemas.microsoft.com/office/drawing/2014/main" id="{EB798261-43A5-7630-F5C7-564F87D142FB}"/>
                </a:ext>
              </a:extLst>
            </p:cNvPr>
            <p:cNvGrpSpPr/>
            <p:nvPr/>
          </p:nvGrpSpPr>
          <p:grpSpPr>
            <a:xfrm rot="18345">
              <a:off x="423663" y="3145565"/>
              <a:ext cx="585587" cy="91143"/>
              <a:chOff x="8614611" y="410539"/>
              <a:chExt cx="585587" cy="91143"/>
            </a:xfrm>
          </p:grpSpPr>
          <p:sp>
            <p:nvSpPr>
              <p:cNvPr id="63" name="圆角矩形 62">
                <a:extLst>
                  <a:ext uri="{FF2B5EF4-FFF2-40B4-BE49-F238E27FC236}">
                    <a16:creationId xmlns="" xmlns:a16="http://schemas.microsoft.com/office/drawing/2014/main" id="{8939C0E7-5823-A07F-FAC8-75A56D98F79E}"/>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64" name="圆角矩形 63">
                <a:extLst>
                  <a:ext uri="{FF2B5EF4-FFF2-40B4-BE49-F238E27FC236}">
                    <a16:creationId xmlns="" xmlns:a16="http://schemas.microsoft.com/office/drawing/2014/main" id="{F7F5BC4A-745A-7616-D528-34605044946E}"/>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65" name="圆角矩形 64">
                <a:extLst>
                  <a:ext uri="{FF2B5EF4-FFF2-40B4-BE49-F238E27FC236}">
                    <a16:creationId xmlns="" xmlns:a16="http://schemas.microsoft.com/office/drawing/2014/main" id="{53F9060E-694B-61CE-01D5-2CEB1DD6F69B}"/>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66" name="圆角矩形 65">
                <a:extLst>
                  <a:ext uri="{FF2B5EF4-FFF2-40B4-BE49-F238E27FC236}">
                    <a16:creationId xmlns="" xmlns:a16="http://schemas.microsoft.com/office/drawing/2014/main" id="{47D3113C-291F-1C8E-DC4D-4B02169BA3E3}"/>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grpSp>
        <p:sp>
          <p:nvSpPr>
            <p:cNvPr id="67" name="KSO_Shape">
              <a:extLst>
                <a:ext uri="{FF2B5EF4-FFF2-40B4-BE49-F238E27FC236}">
                  <a16:creationId xmlns="" xmlns:a16="http://schemas.microsoft.com/office/drawing/2014/main" id="{6125B240-34B4-D618-F27A-2110728BEC68}"/>
                </a:ext>
              </a:extLst>
            </p:cNvPr>
            <p:cNvSpPr>
              <a:spLocks/>
            </p:cNvSpPr>
            <p:nvPr/>
          </p:nvSpPr>
          <p:spPr bwMode="auto">
            <a:xfrm rot="69658">
              <a:off x="-305647" y="3055198"/>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grpSp>
        <p:nvGrpSpPr>
          <p:cNvPr id="21" name="Group 20">
            <a:extLst>
              <a:ext uri="{FF2B5EF4-FFF2-40B4-BE49-F238E27FC236}">
                <a16:creationId xmlns="" xmlns:a16="http://schemas.microsoft.com/office/drawing/2014/main" id="{A96A47A1-7929-04CA-B84F-B73B22AB3F0F}"/>
              </a:ext>
            </a:extLst>
          </p:cNvPr>
          <p:cNvGrpSpPr/>
          <p:nvPr/>
        </p:nvGrpSpPr>
        <p:grpSpPr>
          <a:xfrm rot="10800000">
            <a:off x="11298884" y="2578950"/>
            <a:ext cx="1314897" cy="1487188"/>
            <a:chOff x="11678273" y="2467261"/>
            <a:chExt cx="1314897" cy="1487188"/>
          </a:xfrm>
        </p:grpSpPr>
        <p:sp>
          <p:nvSpPr>
            <p:cNvPr id="49" name="KSO_Shape">
              <a:extLst>
                <a:ext uri="{FF2B5EF4-FFF2-40B4-BE49-F238E27FC236}">
                  <a16:creationId xmlns="" xmlns:a16="http://schemas.microsoft.com/office/drawing/2014/main" id="{1D3E01FF-6569-405C-D028-6ADBBD22A79C}"/>
                </a:ext>
              </a:extLst>
            </p:cNvPr>
            <p:cNvSpPr>
              <a:spLocks/>
            </p:cNvSpPr>
            <p:nvPr/>
          </p:nvSpPr>
          <p:spPr bwMode="auto">
            <a:xfrm rot="69658">
              <a:off x="12629182" y="2467261"/>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nvGrpSpPr>
            <p:cNvPr id="50" name="组合 39">
              <a:extLst>
                <a:ext uri="{FF2B5EF4-FFF2-40B4-BE49-F238E27FC236}">
                  <a16:creationId xmlns="" xmlns:a16="http://schemas.microsoft.com/office/drawing/2014/main" id="{64D1F69E-7E06-8D39-71A2-C2BDCD5962D8}"/>
                </a:ext>
              </a:extLst>
            </p:cNvPr>
            <p:cNvGrpSpPr/>
            <p:nvPr/>
          </p:nvGrpSpPr>
          <p:grpSpPr>
            <a:xfrm rot="18345">
              <a:off x="11694814" y="2535133"/>
              <a:ext cx="585587" cy="91143"/>
              <a:chOff x="8614611" y="410539"/>
              <a:chExt cx="585587" cy="91143"/>
            </a:xfrm>
          </p:grpSpPr>
          <p:sp>
            <p:nvSpPr>
              <p:cNvPr id="51" name="圆角矩形 40">
                <a:extLst>
                  <a:ext uri="{FF2B5EF4-FFF2-40B4-BE49-F238E27FC236}">
                    <a16:creationId xmlns="" xmlns:a16="http://schemas.microsoft.com/office/drawing/2014/main" id="{FD16CFAB-4083-503F-DFE7-6E55A3994C15}"/>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52" name="圆角矩形 41">
                <a:extLst>
                  <a:ext uri="{FF2B5EF4-FFF2-40B4-BE49-F238E27FC236}">
                    <a16:creationId xmlns="" xmlns:a16="http://schemas.microsoft.com/office/drawing/2014/main" id="{A6065522-0B22-F00A-676E-6CDE8C6C3DC8}"/>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53" name="圆角矩形 42">
                <a:extLst>
                  <a:ext uri="{FF2B5EF4-FFF2-40B4-BE49-F238E27FC236}">
                    <a16:creationId xmlns="" xmlns:a16="http://schemas.microsoft.com/office/drawing/2014/main" id="{B8461E07-FB1A-F67D-90B0-72FEC55E435B}"/>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54" name="圆角矩形 43">
                <a:extLst>
                  <a:ext uri="{FF2B5EF4-FFF2-40B4-BE49-F238E27FC236}">
                    <a16:creationId xmlns="" xmlns:a16="http://schemas.microsoft.com/office/drawing/2014/main" id="{4FA85C76-A0FC-FD78-5BDF-15A375389AC6}"/>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grpSp>
        <p:sp>
          <p:nvSpPr>
            <p:cNvPr id="61" name="KSO_Shape">
              <a:extLst>
                <a:ext uri="{FF2B5EF4-FFF2-40B4-BE49-F238E27FC236}">
                  <a16:creationId xmlns="" xmlns:a16="http://schemas.microsoft.com/office/drawing/2014/main" id="{579347E5-7F4A-7B14-DD57-B3A8FAE3CF56}"/>
                </a:ext>
              </a:extLst>
            </p:cNvPr>
            <p:cNvSpPr>
              <a:spLocks/>
            </p:cNvSpPr>
            <p:nvPr/>
          </p:nvSpPr>
          <p:spPr bwMode="auto">
            <a:xfrm rot="69658">
              <a:off x="12629183" y="3685704"/>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nvGrpSpPr>
            <p:cNvPr id="68" name="组合 55">
              <a:extLst>
                <a:ext uri="{FF2B5EF4-FFF2-40B4-BE49-F238E27FC236}">
                  <a16:creationId xmlns="" xmlns:a16="http://schemas.microsoft.com/office/drawing/2014/main" id="{F056C2DF-681B-7EE4-94BA-F680661478B0}"/>
                </a:ext>
              </a:extLst>
            </p:cNvPr>
            <p:cNvGrpSpPr/>
            <p:nvPr/>
          </p:nvGrpSpPr>
          <p:grpSpPr>
            <a:xfrm rot="18345">
              <a:off x="11694815" y="3753576"/>
              <a:ext cx="585587" cy="91143"/>
              <a:chOff x="8614611" y="410539"/>
              <a:chExt cx="585587" cy="91143"/>
            </a:xfrm>
          </p:grpSpPr>
          <p:sp>
            <p:nvSpPr>
              <p:cNvPr id="69" name="圆角矩形 56">
                <a:extLst>
                  <a:ext uri="{FF2B5EF4-FFF2-40B4-BE49-F238E27FC236}">
                    <a16:creationId xmlns="" xmlns:a16="http://schemas.microsoft.com/office/drawing/2014/main" id="{7CFBDBD3-7A35-4299-476E-37C80982B57F}"/>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0" name="圆角矩形 57">
                <a:extLst>
                  <a:ext uri="{FF2B5EF4-FFF2-40B4-BE49-F238E27FC236}">
                    <a16:creationId xmlns="" xmlns:a16="http://schemas.microsoft.com/office/drawing/2014/main" id="{1F9556D9-8A9F-66DA-8D0A-5E0D51A94A94}"/>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1" name="圆角矩形 58">
                <a:extLst>
                  <a:ext uri="{FF2B5EF4-FFF2-40B4-BE49-F238E27FC236}">
                    <a16:creationId xmlns="" xmlns:a16="http://schemas.microsoft.com/office/drawing/2014/main" id="{0ACCE6F1-B538-F074-34C5-D56C4889793E}"/>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2" name="圆角矩形 59">
                <a:extLst>
                  <a:ext uri="{FF2B5EF4-FFF2-40B4-BE49-F238E27FC236}">
                    <a16:creationId xmlns="" xmlns:a16="http://schemas.microsoft.com/office/drawing/2014/main" id="{A597C7B3-FADD-D9AA-38E8-3FB3AE21BAE9}"/>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dirty="0">
                  <a:latin typeface="+mj-lt"/>
                </a:endParaRPr>
              </a:p>
            </p:txBody>
          </p:sp>
        </p:grpSp>
        <p:grpSp>
          <p:nvGrpSpPr>
            <p:cNvPr id="73" name="组合 61">
              <a:extLst>
                <a:ext uri="{FF2B5EF4-FFF2-40B4-BE49-F238E27FC236}">
                  <a16:creationId xmlns="" xmlns:a16="http://schemas.microsoft.com/office/drawing/2014/main" id="{1586B4CD-0A09-6358-190E-C97633C1E02B}"/>
                </a:ext>
              </a:extLst>
            </p:cNvPr>
            <p:cNvGrpSpPr/>
            <p:nvPr/>
          </p:nvGrpSpPr>
          <p:grpSpPr>
            <a:xfrm rot="18345">
              <a:off x="12407583" y="3145564"/>
              <a:ext cx="585587" cy="91143"/>
              <a:chOff x="8614611" y="410539"/>
              <a:chExt cx="585587" cy="91143"/>
            </a:xfrm>
          </p:grpSpPr>
          <p:sp>
            <p:nvSpPr>
              <p:cNvPr id="74" name="圆角矩形 62">
                <a:extLst>
                  <a:ext uri="{FF2B5EF4-FFF2-40B4-BE49-F238E27FC236}">
                    <a16:creationId xmlns="" xmlns:a16="http://schemas.microsoft.com/office/drawing/2014/main" id="{6D978F2F-D824-A6F3-6529-36B2E2B56FE4}"/>
                  </a:ext>
                </a:extLst>
              </p:cNvPr>
              <p:cNvSpPr/>
              <p:nvPr/>
            </p:nvSpPr>
            <p:spPr>
              <a:xfrm>
                <a:off x="861461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5" name="圆角矩形 63">
                <a:extLst>
                  <a:ext uri="{FF2B5EF4-FFF2-40B4-BE49-F238E27FC236}">
                    <a16:creationId xmlns="" xmlns:a16="http://schemas.microsoft.com/office/drawing/2014/main" id="{F1B468AD-7F00-0D78-5291-3CE6A754B90C}"/>
                  </a:ext>
                </a:extLst>
              </p:cNvPr>
              <p:cNvSpPr/>
              <p:nvPr/>
            </p:nvSpPr>
            <p:spPr>
              <a:xfrm>
                <a:off x="8779426"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6" name="圆角矩形 64">
                <a:extLst>
                  <a:ext uri="{FF2B5EF4-FFF2-40B4-BE49-F238E27FC236}">
                    <a16:creationId xmlns="" xmlns:a16="http://schemas.microsoft.com/office/drawing/2014/main" id="{4C222CB6-27C4-D1D5-3AB9-606A5E7B9E0E}"/>
                  </a:ext>
                </a:extLst>
              </p:cNvPr>
              <p:cNvSpPr/>
              <p:nvPr/>
            </p:nvSpPr>
            <p:spPr>
              <a:xfrm>
                <a:off x="8944241"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sp>
            <p:nvSpPr>
              <p:cNvPr id="77" name="圆角矩形 65">
                <a:extLst>
                  <a:ext uri="{FF2B5EF4-FFF2-40B4-BE49-F238E27FC236}">
                    <a16:creationId xmlns="" xmlns:a16="http://schemas.microsoft.com/office/drawing/2014/main" id="{92AA1D5C-4F2A-7F09-4022-405D8258B77B}"/>
                  </a:ext>
                </a:extLst>
              </p:cNvPr>
              <p:cNvSpPr/>
              <p:nvPr/>
            </p:nvSpPr>
            <p:spPr>
              <a:xfrm>
                <a:off x="9109055" y="410539"/>
                <a:ext cx="91143" cy="91143"/>
              </a:xfrm>
              <a:prstGeom prst="roundRect">
                <a:avLst/>
              </a:prstGeom>
              <a:solidFill>
                <a:schemeClr val="tx1">
                  <a:alpha val="20000"/>
                </a:schemeClr>
              </a:solidFill>
              <a:ln>
                <a:noFill/>
              </a:ln>
            </p:spPr>
            <p:txBody>
              <a:bodyPr anchor="ctr"/>
              <a:lstStyle/>
              <a:p>
                <a:endParaRPr lang="zh-CN" altLang="en-US" sz="1901">
                  <a:latin typeface="+mj-lt"/>
                </a:endParaRPr>
              </a:p>
            </p:txBody>
          </p:sp>
        </p:grpSp>
        <p:sp>
          <p:nvSpPr>
            <p:cNvPr id="78" name="KSO_Shape">
              <a:extLst>
                <a:ext uri="{FF2B5EF4-FFF2-40B4-BE49-F238E27FC236}">
                  <a16:creationId xmlns="" xmlns:a16="http://schemas.microsoft.com/office/drawing/2014/main" id="{95C99747-2A08-F3B1-3E16-8ADDC8957225}"/>
                </a:ext>
              </a:extLst>
            </p:cNvPr>
            <p:cNvSpPr>
              <a:spLocks/>
            </p:cNvSpPr>
            <p:nvPr/>
          </p:nvSpPr>
          <p:spPr bwMode="auto">
            <a:xfrm rot="69658">
              <a:off x="11678273" y="3055197"/>
              <a:ext cx="361541" cy="268745"/>
            </a:xfrm>
            <a:custGeom>
              <a:avLst/>
              <a:gdLst>
                <a:gd name="T0" fmla="*/ 2147483646 w 4707"/>
                <a:gd name="T1" fmla="*/ 2147483646 h 3496"/>
                <a:gd name="T2" fmla="*/ 2147483646 w 4707"/>
                <a:gd name="T3" fmla="*/ 2147483646 h 3496"/>
                <a:gd name="T4" fmla="*/ 2147483646 w 4707"/>
                <a:gd name="T5" fmla="*/ 2147483646 h 3496"/>
                <a:gd name="T6" fmla="*/ 2147483646 w 4707"/>
                <a:gd name="T7" fmla="*/ 2147483646 h 3496"/>
                <a:gd name="T8" fmla="*/ 2147483646 w 4707"/>
                <a:gd name="T9" fmla="*/ 2147483646 h 3496"/>
                <a:gd name="T10" fmla="*/ 2147483646 w 4707"/>
                <a:gd name="T11" fmla="*/ 2147483646 h 3496"/>
                <a:gd name="T12" fmla="*/ 2147483646 w 4707"/>
                <a:gd name="T13" fmla="*/ 2147483646 h 3496"/>
                <a:gd name="T14" fmla="*/ 2147483646 w 4707"/>
                <a:gd name="T15" fmla="*/ 2147483646 h 3496"/>
                <a:gd name="T16" fmla="*/ 2147483646 w 4707"/>
                <a:gd name="T17" fmla="*/ 2147483646 h 3496"/>
                <a:gd name="T18" fmla="*/ 2147483646 w 4707"/>
                <a:gd name="T19" fmla="*/ 2147483646 h 3496"/>
                <a:gd name="T20" fmla="*/ 2147483646 w 4707"/>
                <a:gd name="T21" fmla="*/ 2147483646 h 3496"/>
                <a:gd name="T22" fmla="*/ 2147483646 w 4707"/>
                <a:gd name="T23" fmla="*/ 2147483646 h 3496"/>
                <a:gd name="T24" fmla="*/ 2147483646 w 4707"/>
                <a:gd name="T25" fmla="*/ 2147483646 h 3496"/>
                <a:gd name="T26" fmla="*/ 2147483646 w 4707"/>
                <a:gd name="T27" fmla="*/ 2147483646 h 3496"/>
                <a:gd name="T28" fmla="*/ 2147483646 w 4707"/>
                <a:gd name="T29" fmla="*/ 2147483646 h 3496"/>
                <a:gd name="T30" fmla="*/ 2147483646 w 4707"/>
                <a:gd name="T31" fmla="*/ 2147483646 h 3496"/>
                <a:gd name="T32" fmla="*/ 2147483646 w 4707"/>
                <a:gd name="T33" fmla="*/ 2147483646 h 3496"/>
                <a:gd name="T34" fmla="*/ 2147483646 w 4707"/>
                <a:gd name="T35" fmla="*/ 2147483646 h 3496"/>
                <a:gd name="T36" fmla="*/ 2147483646 w 4707"/>
                <a:gd name="T37" fmla="*/ 2147483646 h 3496"/>
                <a:gd name="T38" fmla="*/ 2147483646 w 4707"/>
                <a:gd name="T39" fmla="*/ 2147483646 h 3496"/>
                <a:gd name="T40" fmla="*/ 2147483646 w 4707"/>
                <a:gd name="T41" fmla="*/ 2147483646 h 3496"/>
                <a:gd name="T42" fmla="*/ 2147483646 w 4707"/>
                <a:gd name="T43" fmla="*/ 2147483646 h 3496"/>
                <a:gd name="T44" fmla="*/ 2147483646 w 4707"/>
                <a:gd name="T45" fmla="*/ 2147483646 h 3496"/>
                <a:gd name="T46" fmla="*/ 2147483646 w 4707"/>
                <a:gd name="T47" fmla="*/ 2147483646 h 3496"/>
                <a:gd name="T48" fmla="*/ 2147483646 w 4707"/>
                <a:gd name="T49" fmla="*/ 2147483646 h 3496"/>
                <a:gd name="T50" fmla="*/ 2147483646 w 4707"/>
                <a:gd name="T51" fmla="*/ 2147483646 h 3496"/>
                <a:gd name="T52" fmla="*/ 2147483646 w 4707"/>
                <a:gd name="T53" fmla="*/ 2147483646 h 3496"/>
                <a:gd name="T54" fmla="*/ 2147483646 w 4707"/>
                <a:gd name="T55" fmla="*/ 2147483646 h 3496"/>
                <a:gd name="T56" fmla="*/ 2147483646 w 4707"/>
                <a:gd name="T57" fmla="*/ 2147483646 h 3496"/>
                <a:gd name="T58" fmla="*/ 2147483646 w 4707"/>
                <a:gd name="T59" fmla="*/ 2147483646 h 3496"/>
                <a:gd name="T60" fmla="*/ 2147483646 w 4707"/>
                <a:gd name="T61" fmla="*/ 2147483646 h 3496"/>
                <a:gd name="T62" fmla="*/ 2147483646 w 4707"/>
                <a:gd name="T63" fmla="*/ 2147483646 h 3496"/>
                <a:gd name="T64" fmla="*/ 2147483646 w 4707"/>
                <a:gd name="T65" fmla="*/ 2147483646 h 3496"/>
                <a:gd name="T66" fmla="*/ 2147483646 w 4707"/>
                <a:gd name="T67" fmla="*/ 2147483646 h 3496"/>
                <a:gd name="T68" fmla="*/ 2147483646 w 4707"/>
                <a:gd name="T69" fmla="*/ 2147483646 h 3496"/>
                <a:gd name="T70" fmla="*/ 2147483646 w 4707"/>
                <a:gd name="T71" fmla="*/ 2147483646 h 3496"/>
                <a:gd name="T72" fmla="*/ 2147483646 w 4707"/>
                <a:gd name="T73" fmla="*/ 2147483646 h 3496"/>
                <a:gd name="T74" fmla="*/ 2147483646 w 4707"/>
                <a:gd name="T75" fmla="*/ 2147483646 h 3496"/>
                <a:gd name="T76" fmla="*/ 2147483646 w 4707"/>
                <a:gd name="T77" fmla="*/ 2147483646 h 3496"/>
                <a:gd name="T78" fmla="*/ 2147483646 w 4707"/>
                <a:gd name="T79" fmla="*/ 2147483646 h 3496"/>
                <a:gd name="T80" fmla="*/ 2147483646 w 4707"/>
                <a:gd name="T81" fmla="*/ 2147483646 h 3496"/>
                <a:gd name="T82" fmla="*/ 2147483646 w 4707"/>
                <a:gd name="T83" fmla="*/ 2147483646 h 3496"/>
                <a:gd name="T84" fmla="*/ 2147483646 w 4707"/>
                <a:gd name="T85" fmla="*/ 2147483646 h 3496"/>
                <a:gd name="T86" fmla="*/ 2147483646 w 4707"/>
                <a:gd name="T87" fmla="*/ 2147483646 h 3496"/>
                <a:gd name="T88" fmla="*/ 2147483646 w 4707"/>
                <a:gd name="T89" fmla="*/ 2147483646 h 3496"/>
                <a:gd name="T90" fmla="*/ 2147483646 w 4707"/>
                <a:gd name="T91" fmla="*/ 2147483646 h 3496"/>
                <a:gd name="T92" fmla="*/ 2147483646 w 4707"/>
                <a:gd name="T93" fmla="*/ 2147483646 h 3496"/>
                <a:gd name="T94" fmla="*/ 2147483646 w 4707"/>
                <a:gd name="T95" fmla="*/ 2147483646 h 3496"/>
                <a:gd name="T96" fmla="*/ 2147483646 w 4707"/>
                <a:gd name="T97" fmla="*/ 2147483646 h 3496"/>
                <a:gd name="T98" fmla="*/ 2147483646 w 4707"/>
                <a:gd name="T99" fmla="*/ 2147483646 h 3496"/>
                <a:gd name="T100" fmla="*/ 2147483646 w 4707"/>
                <a:gd name="T101" fmla="*/ 2147483646 h 3496"/>
                <a:gd name="T102" fmla="*/ 2147483646 w 4707"/>
                <a:gd name="T103" fmla="*/ 2147483646 h 3496"/>
                <a:gd name="T104" fmla="*/ 2147483646 w 4707"/>
                <a:gd name="T105" fmla="*/ 2147483646 h 3496"/>
                <a:gd name="T106" fmla="*/ 2147483646 w 4707"/>
                <a:gd name="T107" fmla="*/ 2147483646 h 34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07" h="3496">
                  <a:moveTo>
                    <a:pt x="2998" y="2222"/>
                  </a:moveTo>
                  <a:lnTo>
                    <a:pt x="581" y="2244"/>
                  </a:lnTo>
                  <a:lnTo>
                    <a:pt x="565" y="2244"/>
                  </a:lnTo>
                  <a:lnTo>
                    <a:pt x="530" y="2242"/>
                  </a:lnTo>
                  <a:lnTo>
                    <a:pt x="498" y="2241"/>
                  </a:lnTo>
                  <a:lnTo>
                    <a:pt x="465" y="2238"/>
                  </a:lnTo>
                  <a:lnTo>
                    <a:pt x="435" y="2236"/>
                  </a:lnTo>
                  <a:lnTo>
                    <a:pt x="404" y="2230"/>
                  </a:lnTo>
                  <a:lnTo>
                    <a:pt x="376" y="2225"/>
                  </a:lnTo>
                  <a:lnTo>
                    <a:pt x="347" y="2219"/>
                  </a:lnTo>
                  <a:lnTo>
                    <a:pt x="322" y="2211"/>
                  </a:lnTo>
                  <a:lnTo>
                    <a:pt x="295" y="2203"/>
                  </a:lnTo>
                  <a:lnTo>
                    <a:pt x="270" y="2194"/>
                  </a:lnTo>
                  <a:lnTo>
                    <a:pt x="247" y="2183"/>
                  </a:lnTo>
                  <a:lnTo>
                    <a:pt x="224" y="2172"/>
                  </a:lnTo>
                  <a:lnTo>
                    <a:pt x="203" y="2160"/>
                  </a:lnTo>
                  <a:lnTo>
                    <a:pt x="181" y="2146"/>
                  </a:lnTo>
                  <a:lnTo>
                    <a:pt x="162" y="2131"/>
                  </a:lnTo>
                  <a:lnTo>
                    <a:pt x="143" y="2117"/>
                  </a:lnTo>
                  <a:lnTo>
                    <a:pt x="126" y="2100"/>
                  </a:lnTo>
                  <a:lnTo>
                    <a:pt x="109" y="2083"/>
                  </a:lnTo>
                  <a:lnTo>
                    <a:pt x="95" y="2065"/>
                  </a:lnTo>
                  <a:lnTo>
                    <a:pt x="80" y="2046"/>
                  </a:lnTo>
                  <a:lnTo>
                    <a:pt x="67" y="2027"/>
                  </a:lnTo>
                  <a:lnTo>
                    <a:pt x="55" y="2006"/>
                  </a:lnTo>
                  <a:lnTo>
                    <a:pt x="45" y="1984"/>
                  </a:lnTo>
                  <a:lnTo>
                    <a:pt x="35" y="1962"/>
                  </a:lnTo>
                  <a:lnTo>
                    <a:pt x="27" y="1938"/>
                  </a:lnTo>
                  <a:lnTo>
                    <a:pt x="20" y="1914"/>
                  </a:lnTo>
                  <a:lnTo>
                    <a:pt x="13" y="1889"/>
                  </a:lnTo>
                  <a:lnTo>
                    <a:pt x="8" y="1864"/>
                  </a:lnTo>
                  <a:lnTo>
                    <a:pt x="4" y="1837"/>
                  </a:lnTo>
                  <a:lnTo>
                    <a:pt x="1" y="1808"/>
                  </a:lnTo>
                  <a:lnTo>
                    <a:pt x="0" y="1780"/>
                  </a:lnTo>
                  <a:lnTo>
                    <a:pt x="0" y="1752"/>
                  </a:lnTo>
                  <a:lnTo>
                    <a:pt x="0" y="1722"/>
                  </a:lnTo>
                  <a:lnTo>
                    <a:pt x="1" y="1692"/>
                  </a:lnTo>
                  <a:lnTo>
                    <a:pt x="4" y="1664"/>
                  </a:lnTo>
                  <a:lnTo>
                    <a:pt x="8" y="1637"/>
                  </a:lnTo>
                  <a:lnTo>
                    <a:pt x="13" y="1610"/>
                  </a:lnTo>
                  <a:lnTo>
                    <a:pt x="20" y="1585"/>
                  </a:lnTo>
                  <a:lnTo>
                    <a:pt x="27" y="1559"/>
                  </a:lnTo>
                  <a:lnTo>
                    <a:pt x="35" y="1536"/>
                  </a:lnTo>
                  <a:lnTo>
                    <a:pt x="45" y="1514"/>
                  </a:lnTo>
                  <a:lnTo>
                    <a:pt x="55" y="1492"/>
                  </a:lnTo>
                  <a:lnTo>
                    <a:pt x="67" y="1472"/>
                  </a:lnTo>
                  <a:lnTo>
                    <a:pt x="80" y="1451"/>
                  </a:lnTo>
                  <a:lnTo>
                    <a:pt x="95" y="1432"/>
                  </a:lnTo>
                  <a:lnTo>
                    <a:pt x="109" y="1415"/>
                  </a:lnTo>
                  <a:lnTo>
                    <a:pt x="126" y="1397"/>
                  </a:lnTo>
                  <a:lnTo>
                    <a:pt x="143" y="1382"/>
                  </a:lnTo>
                  <a:lnTo>
                    <a:pt x="162" y="1366"/>
                  </a:lnTo>
                  <a:lnTo>
                    <a:pt x="181" y="1351"/>
                  </a:lnTo>
                  <a:lnTo>
                    <a:pt x="203" y="1338"/>
                  </a:lnTo>
                  <a:lnTo>
                    <a:pt x="224" y="1324"/>
                  </a:lnTo>
                  <a:lnTo>
                    <a:pt x="247" y="1313"/>
                  </a:lnTo>
                  <a:lnTo>
                    <a:pt x="270" y="1303"/>
                  </a:lnTo>
                  <a:lnTo>
                    <a:pt x="295" y="1293"/>
                  </a:lnTo>
                  <a:lnTo>
                    <a:pt x="322" y="1285"/>
                  </a:lnTo>
                  <a:lnTo>
                    <a:pt x="347" y="1277"/>
                  </a:lnTo>
                  <a:lnTo>
                    <a:pt x="376" y="1270"/>
                  </a:lnTo>
                  <a:lnTo>
                    <a:pt x="404" y="1265"/>
                  </a:lnTo>
                  <a:lnTo>
                    <a:pt x="435" y="1261"/>
                  </a:lnTo>
                  <a:lnTo>
                    <a:pt x="465" y="1257"/>
                  </a:lnTo>
                  <a:lnTo>
                    <a:pt x="498" y="1254"/>
                  </a:lnTo>
                  <a:lnTo>
                    <a:pt x="530" y="1253"/>
                  </a:lnTo>
                  <a:lnTo>
                    <a:pt x="565" y="1253"/>
                  </a:lnTo>
                  <a:lnTo>
                    <a:pt x="581" y="1253"/>
                  </a:lnTo>
                  <a:lnTo>
                    <a:pt x="2997" y="1273"/>
                  </a:lnTo>
                  <a:lnTo>
                    <a:pt x="2622" y="920"/>
                  </a:lnTo>
                  <a:lnTo>
                    <a:pt x="2599" y="897"/>
                  </a:lnTo>
                  <a:lnTo>
                    <a:pt x="2579" y="873"/>
                  </a:lnTo>
                  <a:lnTo>
                    <a:pt x="2558" y="847"/>
                  </a:lnTo>
                  <a:lnTo>
                    <a:pt x="2539" y="823"/>
                  </a:lnTo>
                  <a:lnTo>
                    <a:pt x="2522" y="797"/>
                  </a:lnTo>
                  <a:lnTo>
                    <a:pt x="2506" y="771"/>
                  </a:lnTo>
                  <a:lnTo>
                    <a:pt x="2491" y="745"/>
                  </a:lnTo>
                  <a:lnTo>
                    <a:pt x="2479" y="720"/>
                  </a:lnTo>
                  <a:lnTo>
                    <a:pt x="2465" y="694"/>
                  </a:lnTo>
                  <a:lnTo>
                    <a:pt x="2454" y="668"/>
                  </a:lnTo>
                  <a:lnTo>
                    <a:pt x="2446" y="641"/>
                  </a:lnTo>
                  <a:lnTo>
                    <a:pt x="2438" y="616"/>
                  </a:lnTo>
                  <a:lnTo>
                    <a:pt x="2431" y="591"/>
                  </a:lnTo>
                  <a:lnTo>
                    <a:pt x="2427" y="566"/>
                  </a:lnTo>
                  <a:lnTo>
                    <a:pt x="2425" y="540"/>
                  </a:lnTo>
                  <a:lnTo>
                    <a:pt x="2425" y="516"/>
                  </a:lnTo>
                  <a:lnTo>
                    <a:pt x="2425" y="491"/>
                  </a:lnTo>
                  <a:lnTo>
                    <a:pt x="2427" y="467"/>
                  </a:lnTo>
                  <a:lnTo>
                    <a:pt x="2430" y="443"/>
                  </a:lnTo>
                  <a:lnTo>
                    <a:pt x="2434" y="420"/>
                  </a:lnTo>
                  <a:lnTo>
                    <a:pt x="2439" y="395"/>
                  </a:lnTo>
                  <a:lnTo>
                    <a:pt x="2446" y="372"/>
                  </a:lnTo>
                  <a:lnTo>
                    <a:pt x="2454" y="349"/>
                  </a:lnTo>
                  <a:lnTo>
                    <a:pt x="2464" y="328"/>
                  </a:lnTo>
                  <a:lnTo>
                    <a:pt x="2475" y="305"/>
                  </a:lnTo>
                  <a:lnTo>
                    <a:pt x="2487" y="283"/>
                  </a:lnTo>
                  <a:lnTo>
                    <a:pt x="2499" y="261"/>
                  </a:lnTo>
                  <a:lnTo>
                    <a:pt x="2514" y="241"/>
                  </a:lnTo>
                  <a:lnTo>
                    <a:pt x="2529" y="219"/>
                  </a:lnTo>
                  <a:lnTo>
                    <a:pt x="2545" y="199"/>
                  </a:lnTo>
                  <a:lnTo>
                    <a:pt x="2562" y="180"/>
                  </a:lnTo>
                  <a:lnTo>
                    <a:pt x="2581" y="160"/>
                  </a:lnTo>
                  <a:lnTo>
                    <a:pt x="2602" y="141"/>
                  </a:lnTo>
                  <a:lnTo>
                    <a:pt x="2622" y="123"/>
                  </a:lnTo>
                  <a:lnTo>
                    <a:pt x="2641" y="106"/>
                  </a:lnTo>
                  <a:lnTo>
                    <a:pt x="2663" y="91"/>
                  </a:lnTo>
                  <a:lnTo>
                    <a:pt x="2683" y="76"/>
                  </a:lnTo>
                  <a:lnTo>
                    <a:pt x="2704" y="63"/>
                  </a:lnTo>
                  <a:lnTo>
                    <a:pt x="2726" y="50"/>
                  </a:lnTo>
                  <a:lnTo>
                    <a:pt x="2748" y="41"/>
                  </a:lnTo>
                  <a:lnTo>
                    <a:pt x="2769" y="31"/>
                  </a:lnTo>
                  <a:lnTo>
                    <a:pt x="2791" y="23"/>
                  </a:lnTo>
                  <a:lnTo>
                    <a:pt x="2814" y="15"/>
                  </a:lnTo>
                  <a:lnTo>
                    <a:pt x="2837" y="10"/>
                  </a:lnTo>
                  <a:lnTo>
                    <a:pt x="2860" y="6"/>
                  </a:lnTo>
                  <a:lnTo>
                    <a:pt x="2883" y="3"/>
                  </a:lnTo>
                  <a:lnTo>
                    <a:pt x="2906" y="0"/>
                  </a:lnTo>
                  <a:lnTo>
                    <a:pt x="2930" y="0"/>
                  </a:lnTo>
                  <a:lnTo>
                    <a:pt x="2960" y="0"/>
                  </a:lnTo>
                  <a:lnTo>
                    <a:pt x="2988" y="3"/>
                  </a:lnTo>
                  <a:lnTo>
                    <a:pt x="3017" y="8"/>
                  </a:lnTo>
                  <a:lnTo>
                    <a:pt x="3045" y="14"/>
                  </a:lnTo>
                  <a:lnTo>
                    <a:pt x="3071" y="22"/>
                  </a:lnTo>
                  <a:lnTo>
                    <a:pt x="3098" y="31"/>
                  </a:lnTo>
                  <a:lnTo>
                    <a:pt x="3122" y="42"/>
                  </a:lnTo>
                  <a:lnTo>
                    <a:pt x="3147" y="54"/>
                  </a:lnTo>
                  <a:lnTo>
                    <a:pt x="3171" y="68"/>
                  </a:lnTo>
                  <a:lnTo>
                    <a:pt x="3195" y="86"/>
                  </a:lnTo>
                  <a:lnTo>
                    <a:pt x="3221" y="104"/>
                  </a:lnTo>
                  <a:lnTo>
                    <a:pt x="3247" y="126"/>
                  </a:lnTo>
                  <a:lnTo>
                    <a:pt x="3272" y="150"/>
                  </a:lnTo>
                  <a:lnTo>
                    <a:pt x="3298" y="176"/>
                  </a:lnTo>
                  <a:lnTo>
                    <a:pt x="3325" y="205"/>
                  </a:lnTo>
                  <a:lnTo>
                    <a:pt x="3352" y="236"/>
                  </a:lnTo>
                  <a:lnTo>
                    <a:pt x="4707" y="1752"/>
                  </a:lnTo>
                  <a:lnTo>
                    <a:pt x="3352" y="3265"/>
                  </a:lnTo>
                  <a:lnTo>
                    <a:pt x="3326" y="3296"/>
                  </a:lnTo>
                  <a:lnTo>
                    <a:pt x="3301" y="3324"/>
                  </a:lnTo>
                  <a:lnTo>
                    <a:pt x="3275" y="3350"/>
                  </a:lnTo>
                  <a:lnTo>
                    <a:pt x="3249" y="3373"/>
                  </a:lnTo>
                  <a:lnTo>
                    <a:pt x="3225" y="3394"/>
                  </a:lnTo>
                  <a:lnTo>
                    <a:pt x="3199" y="3412"/>
                  </a:lnTo>
                  <a:lnTo>
                    <a:pt x="3175" y="3428"/>
                  </a:lnTo>
                  <a:lnTo>
                    <a:pt x="3152" y="3442"/>
                  </a:lnTo>
                  <a:lnTo>
                    <a:pt x="3126" y="3454"/>
                  </a:lnTo>
                  <a:lnTo>
                    <a:pt x="3101" y="3465"/>
                  </a:lnTo>
                  <a:lnTo>
                    <a:pt x="3074" y="3474"/>
                  </a:lnTo>
                  <a:lnTo>
                    <a:pt x="3047" y="3481"/>
                  </a:lnTo>
                  <a:lnTo>
                    <a:pt x="3018" y="3488"/>
                  </a:lnTo>
                  <a:lnTo>
                    <a:pt x="2990" y="3492"/>
                  </a:lnTo>
                  <a:lnTo>
                    <a:pt x="2960" y="3495"/>
                  </a:lnTo>
                  <a:lnTo>
                    <a:pt x="2930" y="3496"/>
                  </a:lnTo>
                  <a:lnTo>
                    <a:pt x="2906" y="3495"/>
                  </a:lnTo>
                  <a:lnTo>
                    <a:pt x="2883" y="3493"/>
                  </a:lnTo>
                  <a:lnTo>
                    <a:pt x="2860" y="3489"/>
                  </a:lnTo>
                  <a:lnTo>
                    <a:pt x="2837" y="3485"/>
                  </a:lnTo>
                  <a:lnTo>
                    <a:pt x="2814" y="3480"/>
                  </a:lnTo>
                  <a:lnTo>
                    <a:pt x="2791" y="3473"/>
                  </a:lnTo>
                  <a:lnTo>
                    <a:pt x="2769" y="3465"/>
                  </a:lnTo>
                  <a:lnTo>
                    <a:pt x="2748" y="3455"/>
                  </a:lnTo>
                  <a:lnTo>
                    <a:pt x="2726" y="3445"/>
                  </a:lnTo>
                  <a:lnTo>
                    <a:pt x="2704" y="3434"/>
                  </a:lnTo>
                  <a:lnTo>
                    <a:pt x="2683" y="3420"/>
                  </a:lnTo>
                  <a:lnTo>
                    <a:pt x="2663" y="3407"/>
                  </a:lnTo>
                  <a:lnTo>
                    <a:pt x="2641" y="3390"/>
                  </a:lnTo>
                  <a:lnTo>
                    <a:pt x="2622" y="3374"/>
                  </a:lnTo>
                  <a:lnTo>
                    <a:pt x="2602" y="3357"/>
                  </a:lnTo>
                  <a:lnTo>
                    <a:pt x="2581" y="3338"/>
                  </a:lnTo>
                  <a:lnTo>
                    <a:pt x="2562" y="3317"/>
                  </a:lnTo>
                  <a:lnTo>
                    <a:pt x="2545" y="3297"/>
                  </a:lnTo>
                  <a:lnTo>
                    <a:pt x="2529" y="3277"/>
                  </a:lnTo>
                  <a:lnTo>
                    <a:pt x="2514" y="3257"/>
                  </a:lnTo>
                  <a:lnTo>
                    <a:pt x="2499" y="3235"/>
                  </a:lnTo>
                  <a:lnTo>
                    <a:pt x="2487" y="3213"/>
                  </a:lnTo>
                  <a:lnTo>
                    <a:pt x="2475" y="3192"/>
                  </a:lnTo>
                  <a:lnTo>
                    <a:pt x="2464" y="3170"/>
                  </a:lnTo>
                  <a:lnTo>
                    <a:pt x="2454" y="3147"/>
                  </a:lnTo>
                  <a:lnTo>
                    <a:pt x="2446" y="3125"/>
                  </a:lnTo>
                  <a:lnTo>
                    <a:pt x="2439" y="3102"/>
                  </a:lnTo>
                  <a:lnTo>
                    <a:pt x="2434" y="3078"/>
                  </a:lnTo>
                  <a:lnTo>
                    <a:pt x="2430" y="3055"/>
                  </a:lnTo>
                  <a:lnTo>
                    <a:pt x="2427" y="3031"/>
                  </a:lnTo>
                  <a:lnTo>
                    <a:pt x="2425" y="3006"/>
                  </a:lnTo>
                  <a:lnTo>
                    <a:pt x="2425" y="2982"/>
                  </a:lnTo>
                  <a:lnTo>
                    <a:pt x="2425" y="2958"/>
                  </a:lnTo>
                  <a:lnTo>
                    <a:pt x="2427" y="2932"/>
                  </a:lnTo>
                  <a:lnTo>
                    <a:pt x="2431" y="2908"/>
                  </a:lnTo>
                  <a:lnTo>
                    <a:pt x="2438" y="2882"/>
                  </a:lnTo>
                  <a:lnTo>
                    <a:pt x="2445" y="2858"/>
                  </a:lnTo>
                  <a:lnTo>
                    <a:pt x="2454" y="2832"/>
                  </a:lnTo>
                  <a:lnTo>
                    <a:pt x="2464" y="2808"/>
                  </a:lnTo>
                  <a:lnTo>
                    <a:pt x="2476" y="2782"/>
                  </a:lnTo>
                  <a:lnTo>
                    <a:pt x="2488" y="2756"/>
                  </a:lnTo>
                  <a:lnTo>
                    <a:pt x="2503" y="2731"/>
                  </a:lnTo>
                  <a:lnTo>
                    <a:pt x="2519" y="2706"/>
                  </a:lnTo>
                  <a:lnTo>
                    <a:pt x="2537" y="2680"/>
                  </a:lnTo>
                  <a:lnTo>
                    <a:pt x="2556" y="2656"/>
                  </a:lnTo>
                  <a:lnTo>
                    <a:pt x="2576" y="2633"/>
                  </a:lnTo>
                  <a:lnTo>
                    <a:pt x="2599" y="2609"/>
                  </a:lnTo>
                  <a:lnTo>
                    <a:pt x="2622" y="2587"/>
                  </a:lnTo>
                  <a:lnTo>
                    <a:pt x="2998" y="2222"/>
                  </a:lnTo>
                  <a:close/>
                </a:path>
              </a:pathLst>
            </a:custGeom>
            <a:solidFill>
              <a:schemeClr val="tx1">
                <a:alpha val="20000"/>
              </a:schemeClr>
            </a:solidFill>
            <a:ln>
              <a:noFill/>
            </a:ln>
          </p:spPr>
          <p:txBody>
            <a:bodyPr anchor="ctr"/>
            <a:lstStyle/>
            <a:p>
              <a:endParaRPr lang="zh-CN" altLang="en-US" sz="1901">
                <a:latin typeface="+mj-lt"/>
              </a:endParaRPr>
            </a:p>
          </p:txBody>
        </p:sp>
      </p:grpSp>
      <p:grpSp>
        <p:nvGrpSpPr>
          <p:cNvPr id="79" name="组合 4">
            <a:extLst>
              <a:ext uri="{FF2B5EF4-FFF2-40B4-BE49-F238E27FC236}">
                <a16:creationId xmlns="" xmlns:a16="http://schemas.microsoft.com/office/drawing/2014/main" id="{3E32F614-1F44-C0F3-B006-EDF17941B4F5}"/>
              </a:ext>
            </a:extLst>
          </p:cNvPr>
          <p:cNvGrpSpPr/>
          <p:nvPr/>
        </p:nvGrpSpPr>
        <p:grpSpPr>
          <a:xfrm>
            <a:off x="-23313" y="757693"/>
            <a:ext cx="3395006" cy="431295"/>
            <a:chOff x="-22274" y="526055"/>
            <a:chExt cx="3395006" cy="431295"/>
          </a:xfrm>
        </p:grpSpPr>
        <p:grpSp>
          <p:nvGrpSpPr>
            <p:cNvPr id="80" name="组合 5">
              <a:extLst>
                <a:ext uri="{FF2B5EF4-FFF2-40B4-BE49-F238E27FC236}">
                  <a16:creationId xmlns="" xmlns:a16="http://schemas.microsoft.com/office/drawing/2014/main" id="{EA1E49F9-7BE1-31F0-1AA4-FC17D17BBCEE}"/>
                </a:ext>
              </a:extLst>
            </p:cNvPr>
            <p:cNvGrpSpPr/>
            <p:nvPr/>
          </p:nvGrpSpPr>
          <p:grpSpPr>
            <a:xfrm>
              <a:off x="-22274" y="526055"/>
              <a:ext cx="2726545" cy="431295"/>
              <a:chOff x="-22274" y="526055"/>
              <a:chExt cx="2726545" cy="431295"/>
            </a:xfrm>
          </p:grpSpPr>
          <p:sp>
            <p:nvSpPr>
              <p:cNvPr id="85" name="任意多边形 11">
                <a:extLst>
                  <a:ext uri="{FF2B5EF4-FFF2-40B4-BE49-F238E27FC236}">
                    <a16:creationId xmlns="" xmlns:a16="http://schemas.microsoft.com/office/drawing/2014/main" id="{70F00A70-44D9-5373-6142-2DA5ABAF3F7A}"/>
                  </a:ext>
                </a:extLst>
              </p:cNvPr>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86" name="组合 12">
                <a:extLst>
                  <a:ext uri="{FF2B5EF4-FFF2-40B4-BE49-F238E27FC236}">
                    <a16:creationId xmlns="" xmlns:a16="http://schemas.microsoft.com/office/drawing/2014/main" id="{A5379E43-D196-B15F-686A-9245D0C59E84}"/>
                  </a:ext>
                </a:extLst>
              </p:cNvPr>
              <p:cNvGrpSpPr/>
              <p:nvPr/>
            </p:nvGrpSpPr>
            <p:grpSpPr>
              <a:xfrm>
                <a:off x="206190" y="526055"/>
                <a:ext cx="276624" cy="276624"/>
                <a:chOff x="5216663" y="2206897"/>
                <a:chExt cx="276624" cy="276624"/>
              </a:xfrm>
            </p:grpSpPr>
            <p:sp>
              <p:nvSpPr>
                <p:cNvPr id="88" name="Oval 35">
                  <a:extLst>
                    <a:ext uri="{FF2B5EF4-FFF2-40B4-BE49-F238E27FC236}">
                      <a16:creationId xmlns="" xmlns:a16="http://schemas.microsoft.com/office/drawing/2014/main" id="{463EB779-AE73-888E-056D-0E24158FD853}"/>
                    </a:ext>
                  </a:extLst>
                </p:cNvPr>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9" name="Oval 35">
                  <a:extLst>
                    <a:ext uri="{FF2B5EF4-FFF2-40B4-BE49-F238E27FC236}">
                      <a16:creationId xmlns="" xmlns:a16="http://schemas.microsoft.com/office/drawing/2014/main" id="{48444000-2742-6295-79F1-DB03FEFA15B2}"/>
                    </a:ext>
                  </a:extLst>
                </p:cNvPr>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87" name="Oval 35">
                <a:extLst>
                  <a:ext uri="{FF2B5EF4-FFF2-40B4-BE49-F238E27FC236}">
                    <a16:creationId xmlns="" xmlns:a16="http://schemas.microsoft.com/office/drawing/2014/main" id="{68970CAF-DF70-D215-C4F4-9B7F11A05C83}"/>
                  </a:ext>
                </a:extLst>
              </p:cNvPr>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81" name="组合 7">
              <a:extLst>
                <a:ext uri="{FF2B5EF4-FFF2-40B4-BE49-F238E27FC236}">
                  <a16:creationId xmlns="" xmlns:a16="http://schemas.microsoft.com/office/drawing/2014/main" id="{1FA9F9ED-05F9-D9CF-A2D2-879851495A77}"/>
                </a:ext>
              </a:extLst>
            </p:cNvPr>
            <p:cNvGrpSpPr/>
            <p:nvPr/>
          </p:nvGrpSpPr>
          <p:grpSpPr>
            <a:xfrm>
              <a:off x="2909925" y="529575"/>
              <a:ext cx="462807" cy="427775"/>
              <a:chOff x="2909925" y="529575"/>
              <a:chExt cx="462807" cy="427775"/>
            </a:xfrm>
          </p:grpSpPr>
          <p:sp>
            <p:nvSpPr>
              <p:cNvPr id="82" name="任意多边形 8">
                <a:extLst>
                  <a:ext uri="{FF2B5EF4-FFF2-40B4-BE49-F238E27FC236}">
                    <a16:creationId xmlns="" xmlns:a16="http://schemas.microsoft.com/office/drawing/2014/main" id="{94272761-B250-DE62-294F-AC79B6123BFE}"/>
                  </a:ext>
                </a:extLst>
              </p:cNvPr>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83" name="Oval 35">
                <a:extLst>
                  <a:ext uri="{FF2B5EF4-FFF2-40B4-BE49-F238E27FC236}">
                    <a16:creationId xmlns="" xmlns:a16="http://schemas.microsoft.com/office/drawing/2014/main" id="{164CAED4-8BE4-07CB-82C4-2511A3F96A26}"/>
                  </a:ext>
                </a:extLst>
              </p:cNvPr>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4" name="Oval 35">
                <a:extLst>
                  <a:ext uri="{FF2B5EF4-FFF2-40B4-BE49-F238E27FC236}">
                    <a16:creationId xmlns="" xmlns:a16="http://schemas.microsoft.com/office/drawing/2014/main" id="{37DF0D37-27AF-208A-1536-BC89BFB15B65}"/>
                  </a:ext>
                </a:extLst>
              </p:cNvPr>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90" name="文本框 6">
            <a:extLst>
              <a:ext uri="{FF2B5EF4-FFF2-40B4-BE49-F238E27FC236}">
                <a16:creationId xmlns="" xmlns:a16="http://schemas.microsoft.com/office/drawing/2014/main" id="{887372B3-67A0-D46E-6A87-0421B414E18B}"/>
              </a:ext>
            </a:extLst>
          </p:cNvPr>
          <p:cNvSpPr txBox="1"/>
          <p:nvPr/>
        </p:nvSpPr>
        <p:spPr>
          <a:xfrm>
            <a:off x="444426" y="189943"/>
            <a:ext cx="8783599" cy="492443"/>
          </a:xfrm>
          <a:prstGeom prst="rect">
            <a:avLst/>
          </a:prstGeom>
          <a:noFill/>
        </p:spPr>
        <p:txBody>
          <a:bodyPr wrap="square" rtlCol="0">
            <a:spAutoFit/>
          </a:bodyPr>
          <a:lstStyle/>
          <a:p>
            <a:pPr algn="ctr"/>
            <a:r>
              <a:rPr lang="en-US" altLang="zh-CN" sz="2600" b="1" dirty="0">
                <a:latin typeface="+mj-lt"/>
                <a:ea typeface="方正清刻本悦宋简体" panose="02000000000000000000" pitchFamily="2" charset="-122"/>
              </a:rPr>
              <a:t>Architecture of SAR ADC with Low Dropout Regulator</a:t>
            </a:r>
            <a:endParaRPr lang="zh-CN" altLang="en-US" sz="2600" b="1" dirty="0">
              <a:latin typeface="+mj-lt"/>
              <a:ea typeface="方正清刻本悦宋简体" panose="02000000000000000000" pitchFamily="2" charset="-122"/>
            </a:endParaRPr>
          </a:p>
        </p:txBody>
      </p:sp>
      <p:sp>
        <p:nvSpPr>
          <p:cNvPr id="92" name="Isosceles Triangle 91">
            <a:extLst>
              <a:ext uri="{FF2B5EF4-FFF2-40B4-BE49-F238E27FC236}">
                <a16:creationId xmlns="" xmlns:a16="http://schemas.microsoft.com/office/drawing/2014/main" id="{AADFF2E4-300E-A97E-5600-50CF13BD8EA8}"/>
              </a:ext>
            </a:extLst>
          </p:cNvPr>
          <p:cNvSpPr/>
          <p:nvPr/>
        </p:nvSpPr>
        <p:spPr>
          <a:xfrm rot="5400000">
            <a:off x="5680300" y="3319439"/>
            <a:ext cx="798514" cy="944844"/>
          </a:xfrm>
          <a:prstGeom prst="triangl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grpSp>
        <p:nvGrpSpPr>
          <p:cNvPr id="93" name="Group 92">
            <a:extLst>
              <a:ext uri="{FF2B5EF4-FFF2-40B4-BE49-F238E27FC236}">
                <a16:creationId xmlns="" xmlns:a16="http://schemas.microsoft.com/office/drawing/2014/main" id="{D7AA9A06-7E7D-A7F6-5F3D-2C8843D1D7A7}"/>
              </a:ext>
            </a:extLst>
          </p:cNvPr>
          <p:cNvGrpSpPr/>
          <p:nvPr/>
        </p:nvGrpSpPr>
        <p:grpSpPr>
          <a:xfrm>
            <a:off x="5756532" y="3611898"/>
            <a:ext cx="224280" cy="360844"/>
            <a:chOff x="8452884" y="1637414"/>
            <a:chExt cx="398721" cy="641500"/>
          </a:xfrm>
        </p:grpSpPr>
        <p:cxnSp>
          <p:nvCxnSpPr>
            <p:cNvPr id="94" name="Straight Connector 93">
              <a:extLst>
                <a:ext uri="{FF2B5EF4-FFF2-40B4-BE49-F238E27FC236}">
                  <a16:creationId xmlns="" xmlns:a16="http://schemas.microsoft.com/office/drawing/2014/main" id="{39E5DB80-9143-E8DC-B235-41A753CFB54B}"/>
                </a:ext>
              </a:extLst>
            </p:cNvPr>
            <p:cNvCxnSpPr>
              <a:cxnSpLocks/>
            </p:cNvCxnSpPr>
            <p:nvPr/>
          </p:nvCxnSpPr>
          <p:spPr>
            <a:xfrm>
              <a:off x="8644270" y="1637414"/>
              <a:ext cx="20733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 xmlns:a16="http://schemas.microsoft.com/office/drawing/2014/main" id="{56E307D4-3822-EE9A-CC29-02AA8F9899C0}"/>
                </a:ext>
              </a:extLst>
            </p:cNvPr>
            <p:cNvCxnSpPr>
              <a:cxnSpLocks/>
            </p:cNvCxnSpPr>
            <p:nvPr/>
          </p:nvCxnSpPr>
          <p:spPr>
            <a:xfrm>
              <a:off x="8452884" y="2278912"/>
              <a:ext cx="1913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 xmlns:a16="http://schemas.microsoft.com/office/drawing/2014/main" id="{705DFEC3-2F25-012F-51CD-AFDAD89B5E59}"/>
                </a:ext>
              </a:extLst>
            </p:cNvPr>
            <p:cNvCxnSpPr>
              <a:cxnSpLocks/>
            </p:cNvCxnSpPr>
            <p:nvPr/>
          </p:nvCxnSpPr>
          <p:spPr>
            <a:xfrm flipV="1">
              <a:off x="8644270" y="1637414"/>
              <a:ext cx="0" cy="6415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 xmlns:a16="http://schemas.microsoft.com/office/drawing/2014/main" id="{7AC0A2AE-C709-6426-FB95-F28D97E65C09}"/>
                </a:ext>
              </a:extLst>
            </p:cNvPr>
            <p:cNvCxnSpPr>
              <a:cxnSpLocks/>
            </p:cNvCxnSpPr>
            <p:nvPr/>
          </p:nvCxnSpPr>
          <p:spPr>
            <a:xfrm>
              <a:off x="8452884" y="1949303"/>
              <a:ext cx="31897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8" name="Straight Arrow Connector 97">
            <a:extLst>
              <a:ext uri="{FF2B5EF4-FFF2-40B4-BE49-F238E27FC236}">
                <a16:creationId xmlns="" xmlns:a16="http://schemas.microsoft.com/office/drawing/2014/main" id="{3B8DA9D4-2255-CA73-9721-630CAD7506C7}"/>
              </a:ext>
            </a:extLst>
          </p:cNvPr>
          <p:cNvCxnSpPr>
            <a:cxnSpLocks/>
            <a:stCxn id="92" idx="0"/>
          </p:cNvCxnSpPr>
          <p:nvPr/>
        </p:nvCxnSpPr>
        <p:spPr>
          <a:xfrm flipV="1">
            <a:off x="6551982" y="3787993"/>
            <a:ext cx="326945" cy="3868"/>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99" name="Straight Arrow Connector 98">
            <a:extLst>
              <a:ext uri="{FF2B5EF4-FFF2-40B4-BE49-F238E27FC236}">
                <a16:creationId xmlns="" xmlns:a16="http://schemas.microsoft.com/office/drawing/2014/main" id="{D75A38E8-33C9-1117-94C6-B2919EB72435}"/>
              </a:ext>
            </a:extLst>
          </p:cNvPr>
          <p:cNvCxnSpPr>
            <a:cxnSpLocks/>
          </p:cNvCxnSpPr>
          <p:nvPr/>
        </p:nvCxnSpPr>
        <p:spPr>
          <a:xfrm>
            <a:off x="7941510" y="3787994"/>
            <a:ext cx="430641" cy="43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 xmlns:a16="http://schemas.microsoft.com/office/drawing/2014/main" id="{470E00F5-6EF0-22D7-3DE6-3D55E24C57ED}"/>
              </a:ext>
            </a:extLst>
          </p:cNvPr>
          <p:cNvCxnSpPr>
            <a:cxnSpLocks/>
          </p:cNvCxnSpPr>
          <p:nvPr/>
        </p:nvCxnSpPr>
        <p:spPr>
          <a:xfrm>
            <a:off x="8060342" y="3787336"/>
            <a:ext cx="0" cy="1238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 xmlns:a16="http://schemas.microsoft.com/office/drawing/2014/main" id="{0F19C1E5-0D94-65FA-1861-270203C9D4FF}"/>
              </a:ext>
            </a:extLst>
          </p:cNvPr>
          <p:cNvCxnSpPr>
            <a:cxnSpLocks/>
          </p:cNvCxnSpPr>
          <p:nvPr/>
        </p:nvCxnSpPr>
        <p:spPr>
          <a:xfrm flipH="1">
            <a:off x="5676787" y="5014804"/>
            <a:ext cx="238355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2" name="Group 101">
            <a:extLst>
              <a:ext uri="{FF2B5EF4-FFF2-40B4-BE49-F238E27FC236}">
                <a16:creationId xmlns="" xmlns:a16="http://schemas.microsoft.com/office/drawing/2014/main" id="{782DC87F-7D7D-C513-F64B-4B9B3FA83757}"/>
              </a:ext>
            </a:extLst>
          </p:cNvPr>
          <p:cNvGrpSpPr/>
          <p:nvPr/>
        </p:nvGrpSpPr>
        <p:grpSpPr>
          <a:xfrm>
            <a:off x="4779665" y="4756232"/>
            <a:ext cx="897123" cy="538274"/>
            <a:chOff x="5185144" y="4986673"/>
            <a:chExt cx="1594885" cy="956931"/>
          </a:xfrm>
        </p:grpSpPr>
        <p:sp>
          <p:nvSpPr>
            <p:cNvPr id="103" name="Freeform: Shape 33">
              <a:extLst>
                <a:ext uri="{FF2B5EF4-FFF2-40B4-BE49-F238E27FC236}">
                  <a16:creationId xmlns="" xmlns:a16="http://schemas.microsoft.com/office/drawing/2014/main" id="{B5909D65-F4F9-A6A2-4086-A57C6A041855}"/>
                </a:ext>
              </a:extLst>
            </p:cNvPr>
            <p:cNvSpPr/>
            <p:nvPr/>
          </p:nvSpPr>
          <p:spPr>
            <a:xfrm>
              <a:off x="5185144" y="4986673"/>
              <a:ext cx="1594884" cy="956931"/>
            </a:xfrm>
            <a:custGeom>
              <a:avLst/>
              <a:gdLst>
                <a:gd name="connsiteX0" fmla="*/ 1584251 w 1594884"/>
                <a:gd name="connsiteY0" fmla="*/ 0 h 956931"/>
                <a:gd name="connsiteX1" fmla="*/ 1594884 w 1594884"/>
                <a:gd name="connsiteY1" fmla="*/ 946298 h 956931"/>
                <a:gd name="connsiteX2" fmla="*/ 520995 w 1594884"/>
                <a:gd name="connsiteY2" fmla="*/ 956931 h 956931"/>
                <a:gd name="connsiteX3" fmla="*/ 0 w 1594884"/>
                <a:gd name="connsiteY3" fmla="*/ 542261 h 956931"/>
                <a:gd name="connsiteX4" fmla="*/ 499730 w 1594884"/>
                <a:gd name="connsiteY4" fmla="*/ 21266 h 956931"/>
                <a:gd name="connsiteX5" fmla="*/ 1584251 w 1594884"/>
                <a:gd name="connsiteY5" fmla="*/ 0 h 95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4884" h="956931">
                  <a:moveTo>
                    <a:pt x="1584251" y="0"/>
                  </a:moveTo>
                  <a:lnTo>
                    <a:pt x="1594884" y="946298"/>
                  </a:lnTo>
                  <a:lnTo>
                    <a:pt x="520995" y="956931"/>
                  </a:lnTo>
                  <a:lnTo>
                    <a:pt x="0" y="542261"/>
                  </a:lnTo>
                  <a:lnTo>
                    <a:pt x="499730" y="21266"/>
                  </a:lnTo>
                  <a:lnTo>
                    <a:pt x="1584251" y="0"/>
                  </a:ln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sp>
          <p:nvSpPr>
            <p:cNvPr id="104" name="TextBox 103">
              <a:extLst>
                <a:ext uri="{FF2B5EF4-FFF2-40B4-BE49-F238E27FC236}">
                  <a16:creationId xmlns="" xmlns:a16="http://schemas.microsoft.com/office/drawing/2014/main" id="{0368FCBC-78D1-E7C4-DF84-85E439232BFB}"/>
                </a:ext>
              </a:extLst>
            </p:cNvPr>
            <p:cNvSpPr txBox="1"/>
            <p:nvPr/>
          </p:nvSpPr>
          <p:spPr>
            <a:xfrm>
              <a:off x="5472225" y="5111196"/>
              <a:ext cx="1307804" cy="779701"/>
            </a:xfrm>
            <a:prstGeom prst="rect">
              <a:avLst/>
            </a:prstGeom>
            <a:noFill/>
            <a:ln w="28575">
              <a:noFill/>
            </a:ln>
          </p:spPr>
          <p:txBody>
            <a:bodyPr wrap="square" rtlCol="0">
              <a:spAutoFit/>
            </a:bodyPr>
            <a:lstStyle/>
            <a:p>
              <a:pPr algn="ctr"/>
              <a:r>
                <a:rPr lang="en-US" sz="1125" b="1" dirty="0"/>
                <a:t>N-bit</a:t>
              </a:r>
            </a:p>
            <a:p>
              <a:pPr algn="ctr"/>
              <a:r>
                <a:rPr lang="en-US" sz="1125" b="1" dirty="0"/>
                <a:t>DAC</a:t>
              </a:r>
            </a:p>
          </p:txBody>
        </p:sp>
      </p:grpSp>
      <p:sp>
        <p:nvSpPr>
          <p:cNvPr id="105" name="TextBox 104">
            <a:extLst>
              <a:ext uri="{FF2B5EF4-FFF2-40B4-BE49-F238E27FC236}">
                <a16:creationId xmlns="" xmlns:a16="http://schemas.microsoft.com/office/drawing/2014/main" id="{72D30EC9-7DD9-13CB-F0DF-EB2080E7F176}"/>
              </a:ext>
            </a:extLst>
          </p:cNvPr>
          <p:cNvSpPr txBox="1"/>
          <p:nvPr/>
        </p:nvSpPr>
        <p:spPr>
          <a:xfrm>
            <a:off x="4135855" y="3376921"/>
            <a:ext cx="735640" cy="611706"/>
          </a:xfrm>
          <a:prstGeom prst="rect">
            <a:avLst/>
          </a:prstGeom>
          <a:noFill/>
          <a:ln w="28575">
            <a:solidFill>
              <a:schemeClr val="tx1"/>
            </a:solidFill>
          </a:ln>
        </p:spPr>
        <p:txBody>
          <a:bodyPr wrap="square" rtlCol="0">
            <a:spAutoFit/>
          </a:bodyPr>
          <a:lstStyle/>
          <a:p>
            <a:pPr algn="ctr"/>
            <a:r>
              <a:rPr lang="en-US" sz="1125" b="1" dirty="0" smtClean="0"/>
              <a:t>Sample</a:t>
            </a:r>
          </a:p>
          <a:p>
            <a:pPr algn="ctr"/>
            <a:r>
              <a:rPr lang="en-US" sz="1125" b="1" dirty="0" smtClean="0"/>
              <a:t>-And-Hold</a:t>
            </a:r>
            <a:endParaRPr lang="en-US" sz="1125" b="1" dirty="0"/>
          </a:p>
        </p:txBody>
      </p:sp>
      <p:cxnSp>
        <p:nvCxnSpPr>
          <p:cNvPr id="106" name="Straight Arrow Connector 105">
            <a:extLst>
              <a:ext uri="{FF2B5EF4-FFF2-40B4-BE49-F238E27FC236}">
                <a16:creationId xmlns="" xmlns:a16="http://schemas.microsoft.com/office/drawing/2014/main" id="{05F6ADA8-95C3-EB10-EE29-E3AF09A526E1}"/>
              </a:ext>
            </a:extLst>
          </p:cNvPr>
          <p:cNvCxnSpPr>
            <a:cxnSpLocks/>
          </p:cNvCxnSpPr>
          <p:nvPr/>
        </p:nvCxnSpPr>
        <p:spPr>
          <a:xfrm flipV="1">
            <a:off x="4367328" y="4113785"/>
            <a:ext cx="1255638" cy="17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 xmlns:a16="http://schemas.microsoft.com/office/drawing/2014/main" id="{22C1AA4B-F09E-B444-52C8-06E541761732}"/>
              </a:ext>
            </a:extLst>
          </p:cNvPr>
          <p:cNvCxnSpPr>
            <a:cxnSpLocks/>
          </p:cNvCxnSpPr>
          <p:nvPr/>
        </p:nvCxnSpPr>
        <p:spPr>
          <a:xfrm>
            <a:off x="4363572" y="4101546"/>
            <a:ext cx="3748" cy="96645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 xmlns:a16="http://schemas.microsoft.com/office/drawing/2014/main" id="{28FDBE15-6895-3F3F-76D7-3BFEDB248D13}"/>
              </a:ext>
            </a:extLst>
          </p:cNvPr>
          <p:cNvCxnSpPr>
            <a:cxnSpLocks/>
            <a:endCxn id="103" idx="3"/>
          </p:cNvCxnSpPr>
          <p:nvPr/>
        </p:nvCxnSpPr>
        <p:spPr>
          <a:xfrm>
            <a:off x="4367322" y="5061255"/>
            <a:ext cx="412343"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 xmlns:a16="http://schemas.microsoft.com/office/drawing/2014/main" id="{F143B542-3E8C-88BF-1D40-B33D1984FC08}"/>
              </a:ext>
            </a:extLst>
          </p:cNvPr>
          <p:cNvCxnSpPr>
            <a:cxnSpLocks/>
            <a:endCxn id="105" idx="1"/>
          </p:cNvCxnSpPr>
          <p:nvPr/>
        </p:nvCxnSpPr>
        <p:spPr>
          <a:xfrm flipV="1">
            <a:off x="2551241" y="3682774"/>
            <a:ext cx="1584614" cy="2"/>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 xmlns:a16="http://schemas.microsoft.com/office/drawing/2014/main" id="{E1FA0604-133E-01DC-3A0D-438260E4FA78}"/>
              </a:ext>
            </a:extLst>
          </p:cNvPr>
          <p:cNvSpPr txBox="1"/>
          <p:nvPr/>
        </p:nvSpPr>
        <p:spPr>
          <a:xfrm>
            <a:off x="5523401" y="4101098"/>
            <a:ext cx="1122392" cy="265457"/>
          </a:xfrm>
          <a:prstGeom prst="rect">
            <a:avLst/>
          </a:prstGeom>
          <a:noFill/>
          <a:ln w="28575">
            <a:noFill/>
          </a:ln>
        </p:spPr>
        <p:txBody>
          <a:bodyPr wrap="square" rtlCol="0">
            <a:spAutoFit/>
          </a:bodyPr>
          <a:lstStyle/>
          <a:p>
            <a:pPr algn="ctr"/>
            <a:r>
              <a:rPr lang="en-US" sz="1125" b="1" dirty="0"/>
              <a:t>Comparator</a:t>
            </a:r>
          </a:p>
        </p:txBody>
      </p:sp>
      <p:sp>
        <p:nvSpPr>
          <p:cNvPr id="115" name="Rectangle 114">
            <a:extLst>
              <a:ext uri="{FF2B5EF4-FFF2-40B4-BE49-F238E27FC236}">
                <a16:creationId xmlns="" xmlns:a16="http://schemas.microsoft.com/office/drawing/2014/main" id="{5707DFE1-CACD-F8E9-F78E-62D885922AD2}"/>
              </a:ext>
            </a:extLst>
          </p:cNvPr>
          <p:cNvSpPr/>
          <p:nvPr/>
        </p:nvSpPr>
        <p:spPr>
          <a:xfrm>
            <a:off x="3002857" y="2896182"/>
            <a:ext cx="5190858" cy="2488022"/>
          </a:xfrm>
          <a:prstGeom prst="rect">
            <a:avLst/>
          </a:prstGeom>
          <a:noFill/>
          <a:ln w="285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55"/>
          </a:p>
        </p:txBody>
      </p:sp>
      <p:sp>
        <p:nvSpPr>
          <p:cNvPr id="123" name="TextBox 122">
            <a:extLst>
              <a:ext uri="{FF2B5EF4-FFF2-40B4-BE49-F238E27FC236}">
                <a16:creationId xmlns="" xmlns:a16="http://schemas.microsoft.com/office/drawing/2014/main" id="{F2821611-398A-9574-9F2F-D6637605EA40}"/>
              </a:ext>
            </a:extLst>
          </p:cNvPr>
          <p:cNvSpPr txBox="1"/>
          <p:nvPr/>
        </p:nvSpPr>
        <p:spPr>
          <a:xfrm>
            <a:off x="2264162" y="3226560"/>
            <a:ext cx="574158" cy="384849"/>
          </a:xfrm>
          <a:prstGeom prst="rect">
            <a:avLst/>
          </a:prstGeom>
          <a:noFill/>
          <a:ln w="28575">
            <a:noFill/>
          </a:ln>
        </p:spPr>
        <p:txBody>
          <a:bodyPr wrap="square" rtlCol="0">
            <a:spAutoFit/>
          </a:bodyPr>
          <a:lstStyle/>
          <a:p>
            <a:pPr algn="ctr"/>
            <a:r>
              <a:rPr lang="en-US" sz="1901" dirty="0">
                <a:solidFill>
                  <a:srgbClr val="00B0F0"/>
                </a:solidFill>
              </a:rPr>
              <a:t>V</a:t>
            </a:r>
          </a:p>
        </p:txBody>
      </p:sp>
      <p:sp>
        <p:nvSpPr>
          <p:cNvPr id="124" name="TextBox 123">
            <a:extLst>
              <a:ext uri="{FF2B5EF4-FFF2-40B4-BE49-F238E27FC236}">
                <a16:creationId xmlns="" xmlns:a16="http://schemas.microsoft.com/office/drawing/2014/main" id="{10FB2A2F-B0F7-09C0-BE29-0196DEEC9812}"/>
              </a:ext>
            </a:extLst>
          </p:cNvPr>
          <p:cNvSpPr txBox="1"/>
          <p:nvPr/>
        </p:nvSpPr>
        <p:spPr>
          <a:xfrm>
            <a:off x="2468107" y="3397767"/>
            <a:ext cx="429630" cy="265457"/>
          </a:xfrm>
          <a:prstGeom prst="rect">
            <a:avLst/>
          </a:prstGeom>
          <a:noFill/>
          <a:ln w="28575">
            <a:noFill/>
          </a:ln>
        </p:spPr>
        <p:txBody>
          <a:bodyPr wrap="square" rtlCol="0">
            <a:spAutoFit/>
          </a:bodyPr>
          <a:lstStyle/>
          <a:p>
            <a:pPr algn="ctr"/>
            <a:r>
              <a:rPr lang="en-US" sz="1125" b="1" dirty="0">
                <a:solidFill>
                  <a:srgbClr val="00B0F0"/>
                </a:solidFill>
              </a:rPr>
              <a:t>IN</a:t>
            </a:r>
          </a:p>
        </p:txBody>
      </p:sp>
      <p:sp>
        <p:nvSpPr>
          <p:cNvPr id="132" name="TextBox 131">
            <a:extLst>
              <a:ext uri="{FF2B5EF4-FFF2-40B4-BE49-F238E27FC236}">
                <a16:creationId xmlns="" xmlns:a16="http://schemas.microsoft.com/office/drawing/2014/main" id="{DB1E28FA-576B-6E9E-22EF-BA085B8B560B}"/>
              </a:ext>
            </a:extLst>
          </p:cNvPr>
          <p:cNvSpPr txBox="1"/>
          <p:nvPr/>
        </p:nvSpPr>
        <p:spPr>
          <a:xfrm>
            <a:off x="6878924" y="3593228"/>
            <a:ext cx="1062584" cy="415498"/>
          </a:xfrm>
          <a:prstGeom prst="rect">
            <a:avLst/>
          </a:prstGeom>
          <a:solidFill>
            <a:schemeClr val="bg1"/>
          </a:solidFill>
          <a:ln w="28575">
            <a:solidFill>
              <a:schemeClr val="tx1"/>
            </a:solidFill>
          </a:ln>
        </p:spPr>
        <p:txBody>
          <a:bodyPr wrap="square" rtlCol="0">
            <a:spAutoFit/>
          </a:bodyPr>
          <a:lstStyle/>
          <a:p>
            <a:pPr algn="ctr"/>
            <a:r>
              <a:rPr lang="en-US" sz="1050" b="1" dirty="0" smtClean="0"/>
              <a:t>synchronous </a:t>
            </a:r>
            <a:r>
              <a:rPr lang="en-US" sz="1050" b="1" dirty="0"/>
              <a:t>SAR Logic</a:t>
            </a:r>
          </a:p>
        </p:txBody>
      </p:sp>
      <p:cxnSp>
        <p:nvCxnSpPr>
          <p:cNvPr id="141" name="Straight Arrow Connector 140">
            <a:extLst>
              <a:ext uri="{FF2B5EF4-FFF2-40B4-BE49-F238E27FC236}">
                <a16:creationId xmlns="" xmlns:a16="http://schemas.microsoft.com/office/drawing/2014/main" id="{8475C85B-7A60-4272-9A43-0EC92076D805}"/>
              </a:ext>
            </a:extLst>
          </p:cNvPr>
          <p:cNvCxnSpPr>
            <a:cxnSpLocks/>
          </p:cNvCxnSpPr>
          <p:nvPr/>
        </p:nvCxnSpPr>
        <p:spPr>
          <a:xfrm flipV="1">
            <a:off x="4864191" y="3581229"/>
            <a:ext cx="713498" cy="3818"/>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91" name="Oval 90"/>
          <p:cNvSpPr/>
          <p:nvPr/>
        </p:nvSpPr>
        <p:spPr>
          <a:xfrm>
            <a:off x="4573081" y="4346580"/>
            <a:ext cx="1481339" cy="1413265"/>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Down Arrow 110"/>
          <p:cNvSpPr/>
          <p:nvPr/>
        </p:nvSpPr>
        <p:spPr>
          <a:xfrm rot="10800000">
            <a:off x="4995147" y="5871364"/>
            <a:ext cx="531493" cy="787369"/>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TextBox 111">
            <a:extLst>
              <a:ext uri="{FF2B5EF4-FFF2-40B4-BE49-F238E27FC236}">
                <a16:creationId xmlns="" xmlns:a16="http://schemas.microsoft.com/office/drawing/2014/main" id="{635ECD54-C6B9-57B7-3F40-50E2A8A4C05E}"/>
              </a:ext>
            </a:extLst>
          </p:cNvPr>
          <p:cNvSpPr txBox="1"/>
          <p:nvPr/>
        </p:nvSpPr>
        <p:spPr>
          <a:xfrm>
            <a:off x="8266897" y="3611409"/>
            <a:ext cx="574158" cy="384849"/>
          </a:xfrm>
          <a:prstGeom prst="rect">
            <a:avLst/>
          </a:prstGeom>
          <a:noFill/>
          <a:ln w="28575">
            <a:noFill/>
          </a:ln>
        </p:spPr>
        <p:txBody>
          <a:bodyPr wrap="square" rtlCol="0">
            <a:spAutoFit/>
          </a:bodyPr>
          <a:lstStyle/>
          <a:p>
            <a:pPr algn="ctr"/>
            <a:r>
              <a:rPr lang="en-US" sz="1901" dirty="0"/>
              <a:t>D</a:t>
            </a:r>
          </a:p>
        </p:txBody>
      </p:sp>
      <p:sp>
        <p:nvSpPr>
          <p:cNvPr id="113" name="TextBox 112">
            <a:extLst>
              <a:ext uri="{FF2B5EF4-FFF2-40B4-BE49-F238E27FC236}">
                <a16:creationId xmlns="" xmlns:a16="http://schemas.microsoft.com/office/drawing/2014/main" id="{C28D5D25-56EC-CF60-8AC9-6D13436A0B2C}"/>
              </a:ext>
            </a:extLst>
          </p:cNvPr>
          <p:cNvSpPr txBox="1"/>
          <p:nvPr/>
        </p:nvSpPr>
        <p:spPr>
          <a:xfrm>
            <a:off x="8454299" y="3764783"/>
            <a:ext cx="574158" cy="265457"/>
          </a:xfrm>
          <a:prstGeom prst="rect">
            <a:avLst/>
          </a:prstGeom>
          <a:noFill/>
          <a:ln w="28575">
            <a:noFill/>
          </a:ln>
        </p:spPr>
        <p:txBody>
          <a:bodyPr wrap="square" rtlCol="0">
            <a:spAutoFit/>
          </a:bodyPr>
          <a:lstStyle/>
          <a:p>
            <a:pPr algn="ctr"/>
            <a:r>
              <a:rPr lang="en-US" sz="1125" dirty="0"/>
              <a:t>OUT</a:t>
            </a:r>
          </a:p>
        </p:txBody>
      </p:sp>
    </p:spTree>
    <p:extLst>
      <p:ext uri="{BB962C8B-B14F-4D97-AF65-F5344CB8AC3E}">
        <p14:creationId xmlns:p14="http://schemas.microsoft.com/office/powerpoint/2010/main" val="2610910645"/>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9"/>
                                        </p:tgtEl>
                                        <p:attrNameLst>
                                          <p:attrName>style.visibility</p:attrName>
                                        </p:attrNameLst>
                                      </p:cBhvr>
                                      <p:to>
                                        <p:strVal val="visible"/>
                                      </p:to>
                                    </p:set>
                                    <p:anim calcmode="lin" valueType="num">
                                      <p:cBhvr additive="base">
                                        <p:cTn id="7" dur="500" fill="hold"/>
                                        <p:tgtEl>
                                          <p:spTgt spid="79"/>
                                        </p:tgtEl>
                                        <p:attrNameLst>
                                          <p:attrName>ppt_x</p:attrName>
                                        </p:attrNameLst>
                                      </p:cBhvr>
                                      <p:tavLst>
                                        <p:tav tm="0">
                                          <p:val>
                                            <p:strVal val="#ppt_x"/>
                                          </p:val>
                                        </p:tav>
                                        <p:tav tm="100000">
                                          <p:val>
                                            <p:strVal val="#ppt_x"/>
                                          </p:val>
                                        </p:tav>
                                      </p:tavLst>
                                    </p:anim>
                                    <p:anim calcmode="lin" valueType="num">
                                      <p:cBhvr additive="base">
                                        <p:cTn id="8" dur="500" fill="hold"/>
                                        <p:tgtEl>
                                          <p:spTgt spid="7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0"/>
                                        </p:tgtEl>
                                        <p:attrNameLst>
                                          <p:attrName>style.visibility</p:attrName>
                                        </p:attrNameLst>
                                      </p:cBhvr>
                                      <p:to>
                                        <p:strVal val="visible"/>
                                      </p:to>
                                    </p:set>
                                    <p:anim calcmode="lin" valueType="num">
                                      <p:cBhvr additive="base">
                                        <p:cTn id="11" dur="750" fill="hold"/>
                                        <p:tgtEl>
                                          <p:spTgt spid="90"/>
                                        </p:tgtEl>
                                        <p:attrNameLst>
                                          <p:attrName>ppt_x</p:attrName>
                                        </p:attrNameLst>
                                      </p:cBhvr>
                                      <p:tavLst>
                                        <p:tav tm="0">
                                          <p:val>
                                            <p:strVal val="#ppt_x"/>
                                          </p:val>
                                        </p:tav>
                                        <p:tav tm="100000">
                                          <p:val>
                                            <p:strVal val="#ppt_x"/>
                                          </p:val>
                                        </p:tav>
                                      </p:tavLst>
                                    </p:anim>
                                    <p:anim calcmode="lin" valueType="num">
                                      <p:cBhvr additive="base">
                                        <p:cTn id="12" dur="750" fill="hold"/>
                                        <p:tgtEl>
                                          <p:spTgt spid="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集成电路行业案例分析_深圳合伙人电子有限公司"/>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saturation sat="660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36" name="组合 35"/>
          <p:cNvGrpSpPr/>
          <p:nvPr/>
        </p:nvGrpSpPr>
        <p:grpSpPr>
          <a:xfrm>
            <a:off x="1137375" y="213578"/>
            <a:ext cx="3403617" cy="932406"/>
            <a:chOff x="7596572" y="1116941"/>
            <a:chExt cx="3216771" cy="932406"/>
          </a:xfrm>
        </p:grpSpPr>
        <p:sp>
          <p:nvSpPr>
            <p:cNvPr id="24" name="圆角矩形 23"/>
            <p:cNvSpPr/>
            <p:nvPr/>
          </p:nvSpPr>
          <p:spPr>
            <a:xfrm>
              <a:off x="7722775" y="1247161"/>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25" name="圆角矩形 24"/>
            <p:cNvSpPr/>
            <p:nvPr/>
          </p:nvSpPr>
          <p:spPr>
            <a:xfrm>
              <a:off x="7596572" y="1116941"/>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32" name="矩形 31"/>
            <p:cNvSpPr/>
            <p:nvPr/>
          </p:nvSpPr>
          <p:spPr>
            <a:xfrm>
              <a:off x="7802806" y="1371982"/>
              <a:ext cx="3010537" cy="677365"/>
            </a:xfrm>
            <a:prstGeom prst="rect">
              <a:avLst/>
            </a:prstGeom>
          </p:spPr>
          <p:txBody>
            <a:bodyPr wrap="square">
              <a:spAutoFit/>
            </a:bodyPr>
            <a:lstStyle/>
            <a:p>
              <a:r>
                <a:rPr lang="tr-TR" altLang="zh-CN" sz="1901" b="1" dirty="0">
                  <a:solidFill>
                    <a:schemeClr val="bg1"/>
                  </a:solidFill>
                  <a:latin typeface="+mj-lt"/>
                  <a:ea typeface="方正正黑简体" panose="02000000000000000000" pitchFamily="2" charset="-122"/>
                </a:rPr>
                <a:t>Technology</a:t>
              </a:r>
              <a:r>
                <a:rPr lang="en-US" altLang="zh-CN" sz="1901" b="1" dirty="0">
                  <a:solidFill>
                    <a:schemeClr val="bg1"/>
                  </a:solidFill>
                  <a:latin typeface="+mj-lt"/>
                  <a:ea typeface="方正正黑简体" panose="02000000000000000000" pitchFamily="2" charset="-122"/>
                </a:rPr>
                <a:t>: </a:t>
              </a:r>
              <a:r>
                <a:rPr lang="tr-TR" altLang="zh-CN" sz="1901" b="1" dirty="0">
                  <a:solidFill>
                    <a:schemeClr val="bg1"/>
                  </a:solidFill>
                  <a:latin typeface="+mj-lt"/>
                  <a:ea typeface="方正正黑简体" panose="02000000000000000000" pitchFamily="2" charset="-122"/>
                </a:rPr>
                <a:t>45 nm CMOS </a:t>
              </a:r>
              <a:endParaRPr lang="zh-CN" altLang="en-US" sz="1901" b="1" dirty="0">
                <a:solidFill>
                  <a:schemeClr val="bg1"/>
                </a:solidFill>
                <a:latin typeface="+mj-lt"/>
                <a:ea typeface="方正正黑简体" panose="02000000000000000000" pitchFamily="2" charset="-122"/>
              </a:endParaRPr>
            </a:p>
          </p:txBody>
        </p:sp>
      </p:grpSp>
      <p:grpSp>
        <p:nvGrpSpPr>
          <p:cNvPr id="38" name="组合 37"/>
          <p:cNvGrpSpPr/>
          <p:nvPr/>
        </p:nvGrpSpPr>
        <p:grpSpPr>
          <a:xfrm>
            <a:off x="1137374" y="1266582"/>
            <a:ext cx="3897763" cy="774378"/>
            <a:chOff x="7596572" y="1991273"/>
            <a:chExt cx="3179378" cy="774378"/>
          </a:xfrm>
        </p:grpSpPr>
        <p:sp>
          <p:nvSpPr>
            <p:cNvPr id="26" name="圆角矩形 25"/>
            <p:cNvSpPr/>
            <p:nvPr/>
          </p:nvSpPr>
          <p:spPr>
            <a:xfrm>
              <a:off x="7722775" y="2124328"/>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27" name="圆角矩形 26"/>
            <p:cNvSpPr/>
            <p:nvPr/>
          </p:nvSpPr>
          <p:spPr>
            <a:xfrm>
              <a:off x="7596572" y="1991273"/>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34" name="矩形 33"/>
            <p:cNvSpPr/>
            <p:nvPr/>
          </p:nvSpPr>
          <p:spPr>
            <a:xfrm>
              <a:off x="7891618" y="2244934"/>
              <a:ext cx="2717178" cy="400110"/>
            </a:xfrm>
            <a:prstGeom prst="rect">
              <a:avLst/>
            </a:prstGeom>
          </p:spPr>
          <p:txBody>
            <a:bodyPr wrap="square">
              <a:spAutoFit/>
            </a:bodyPr>
            <a:lstStyle/>
            <a:p>
              <a:r>
                <a:rPr lang="tr-TR" altLang="zh-CN" sz="2000" b="1" dirty="0">
                  <a:solidFill>
                    <a:schemeClr val="bg1"/>
                  </a:solidFill>
                  <a:latin typeface="+mj-lt"/>
                  <a:ea typeface="方正正黑简体" panose="02000000000000000000" pitchFamily="2" charset="-122"/>
                </a:rPr>
                <a:t>Power Supply</a:t>
              </a:r>
              <a:r>
                <a:rPr lang="en-US" altLang="zh-CN" sz="2000" b="1" dirty="0">
                  <a:solidFill>
                    <a:schemeClr val="bg1"/>
                  </a:solidFill>
                  <a:latin typeface="+mj-lt"/>
                  <a:ea typeface="方正正黑简体" panose="02000000000000000000" pitchFamily="2" charset="-122"/>
                </a:rPr>
                <a:t>: </a:t>
              </a:r>
              <a:r>
                <a:rPr lang="en-US" altLang="zh-CN" sz="2000" b="1" dirty="0" smtClean="0">
                  <a:solidFill>
                    <a:schemeClr val="bg1"/>
                  </a:solidFill>
                  <a:latin typeface="+mj-lt"/>
                  <a:ea typeface="方正正黑简体" panose="02000000000000000000" pitchFamily="2" charset="-122"/>
                </a:rPr>
                <a:t>1.2v</a:t>
              </a:r>
              <a:r>
                <a:rPr lang="tr-TR" altLang="zh-CN" sz="2000" b="1" dirty="0" smtClean="0">
                  <a:solidFill>
                    <a:schemeClr val="bg1"/>
                  </a:solidFill>
                  <a:latin typeface="+mj-lt"/>
                  <a:ea typeface="方正正黑简体" panose="02000000000000000000" pitchFamily="2" charset="-122"/>
                </a:rPr>
                <a:t> </a:t>
              </a:r>
              <a:endParaRPr lang="zh-CN" altLang="en-US" sz="2000" b="1" dirty="0">
                <a:solidFill>
                  <a:schemeClr val="bg1"/>
                </a:solidFill>
                <a:latin typeface="+mj-lt"/>
              </a:endParaRPr>
            </a:p>
          </p:txBody>
        </p:sp>
      </p:grpSp>
      <p:grpSp>
        <p:nvGrpSpPr>
          <p:cNvPr id="43" name="组合 39"/>
          <p:cNvGrpSpPr/>
          <p:nvPr/>
        </p:nvGrpSpPr>
        <p:grpSpPr>
          <a:xfrm>
            <a:off x="1135204" y="2379424"/>
            <a:ext cx="4496858" cy="768635"/>
            <a:chOff x="7596572" y="3739865"/>
            <a:chExt cx="3179378" cy="768635"/>
          </a:xfrm>
        </p:grpSpPr>
        <p:sp>
          <p:nvSpPr>
            <p:cNvPr id="44"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45"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46" name="矩形 34"/>
            <p:cNvSpPr/>
            <p:nvPr/>
          </p:nvSpPr>
          <p:spPr>
            <a:xfrm>
              <a:off x="7722774" y="3987783"/>
              <a:ext cx="2701112" cy="400110"/>
            </a:xfrm>
            <a:prstGeom prst="rect">
              <a:avLst/>
            </a:prstGeom>
          </p:spPr>
          <p:txBody>
            <a:bodyPr wrap="square">
              <a:spAutoFit/>
            </a:bodyPr>
            <a:lstStyle/>
            <a:p>
              <a:r>
                <a:rPr lang="en-US" altLang="zh-CN" sz="2000" b="1" dirty="0" smtClean="0">
                  <a:solidFill>
                    <a:schemeClr val="bg1"/>
                  </a:solidFill>
                  <a:latin typeface="+mj-lt"/>
                  <a:ea typeface="方正正黑简体" panose="02000000000000000000" pitchFamily="2" charset="-122"/>
                </a:rPr>
                <a:t>Capacitor : </a:t>
              </a:r>
              <a:r>
                <a:rPr lang="ar-EG" altLang="zh-CN" sz="2000" b="1" dirty="0" smtClean="0">
                  <a:solidFill>
                    <a:schemeClr val="bg1"/>
                  </a:solidFill>
                  <a:latin typeface="+mj-lt"/>
                  <a:ea typeface="方正正黑简体" panose="02000000000000000000" pitchFamily="2" charset="-122"/>
                </a:rPr>
                <a:t>1</a:t>
              </a:r>
              <a:r>
                <a:rPr lang="en-US" altLang="zh-CN" sz="2000" b="1" dirty="0" smtClean="0">
                  <a:solidFill>
                    <a:schemeClr val="bg1"/>
                  </a:solidFill>
                  <a:latin typeface="+mj-lt"/>
                  <a:ea typeface="方正正黑简体" panose="02000000000000000000" pitchFamily="2" charset="-122"/>
                </a:rPr>
                <a:t>5</a:t>
              </a:r>
              <a:r>
                <a:rPr lang="ar-EG" altLang="zh-CN" sz="2000" b="1" dirty="0" smtClean="0">
                  <a:solidFill>
                    <a:schemeClr val="bg1"/>
                  </a:solidFill>
                  <a:latin typeface="+mj-lt"/>
                  <a:ea typeface="方正正黑简体" panose="02000000000000000000" pitchFamily="2" charset="-122"/>
                </a:rPr>
                <a:t> </a:t>
              </a:r>
              <a:r>
                <a:rPr lang="en-US" altLang="zh-CN" sz="2000" b="1" dirty="0" err="1" smtClean="0">
                  <a:solidFill>
                    <a:schemeClr val="bg1"/>
                  </a:solidFill>
                  <a:latin typeface="+mj-lt"/>
                  <a:ea typeface="方正正黑简体" panose="02000000000000000000" pitchFamily="2" charset="-122"/>
                </a:rPr>
                <a:t>fF</a:t>
              </a:r>
              <a:r>
                <a:rPr lang="tr-TR" altLang="zh-CN" sz="2000" b="1" dirty="0" smtClean="0">
                  <a:solidFill>
                    <a:schemeClr val="bg1"/>
                  </a:solidFill>
                  <a:latin typeface="+mj-lt"/>
                  <a:ea typeface="方正正黑简体" panose="02000000000000000000" pitchFamily="2" charset="-122"/>
                </a:rPr>
                <a:t> </a:t>
              </a:r>
              <a:endParaRPr lang="zh-CN" altLang="en-US" sz="2000" b="1" dirty="0">
                <a:solidFill>
                  <a:schemeClr val="bg1"/>
                </a:solidFill>
                <a:latin typeface="+mj-lt"/>
                <a:ea typeface="方正正黑简体" panose="02000000000000000000" pitchFamily="2" charset="-122"/>
              </a:endParaRPr>
            </a:p>
          </p:txBody>
        </p:sp>
      </p:grpSp>
      <p:grpSp>
        <p:nvGrpSpPr>
          <p:cNvPr id="63" name="组合 39"/>
          <p:cNvGrpSpPr/>
          <p:nvPr/>
        </p:nvGrpSpPr>
        <p:grpSpPr>
          <a:xfrm>
            <a:off x="1135204" y="4659734"/>
            <a:ext cx="6251248" cy="768635"/>
            <a:chOff x="7596572" y="3739865"/>
            <a:chExt cx="3669102" cy="768635"/>
          </a:xfrm>
        </p:grpSpPr>
        <p:sp>
          <p:nvSpPr>
            <p:cNvPr id="64"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65"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66" name="矩形 34"/>
            <p:cNvSpPr/>
            <p:nvPr/>
          </p:nvSpPr>
          <p:spPr>
            <a:xfrm>
              <a:off x="7722774" y="3987783"/>
              <a:ext cx="3542900" cy="400110"/>
            </a:xfrm>
            <a:prstGeom prst="rect">
              <a:avLst/>
            </a:prstGeom>
          </p:spPr>
          <p:txBody>
            <a:bodyPr wrap="square">
              <a:spAutoFit/>
            </a:bodyPr>
            <a:lstStyle/>
            <a:p>
              <a:r>
                <a:rPr lang="en-US" altLang="zh-CN" sz="2000" b="1" dirty="0" smtClean="0">
                  <a:solidFill>
                    <a:schemeClr val="bg1"/>
                  </a:solidFill>
                  <a:latin typeface="+mj-lt"/>
                  <a:ea typeface="方正正黑简体" panose="02000000000000000000" pitchFamily="2" charset="-122"/>
                </a:rPr>
                <a:t>INL = + 0.5 LSB, -0.5</a:t>
              </a:r>
              <a:r>
                <a:rPr lang="tr-TR" altLang="zh-CN" sz="2000" b="1" dirty="0" smtClean="0">
                  <a:solidFill>
                    <a:schemeClr val="bg1"/>
                  </a:solidFill>
                  <a:latin typeface="+mj-lt"/>
                  <a:ea typeface="方正正黑简体" panose="02000000000000000000" pitchFamily="2" charset="-122"/>
                </a:rPr>
                <a:t> </a:t>
              </a:r>
              <a:r>
                <a:rPr lang="en-US" altLang="zh-CN" sz="2000" b="1" dirty="0" smtClean="0">
                  <a:solidFill>
                    <a:schemeClr val="bg1"/>
                  </a:solidFill>
                  <a:latin typeface="+mj-lt"/>
                  <a:ea typeface="方正正黑简体" panose="02000000000000000000" pitchFamily="2" charset="-122"/>
                </a:rPr>
                <a:t>LSB</a:t>
              </a:r>
              <a:endParaRPr lang="zh-CN" altLang="en-US" sz="2000" b="1" dirty="0">
                <a:solidFill>
                  <a:schemeClr val="bg1"/>
                </a:solidFill>
                <a:latin typeface="+mj-lt"/>
                <a:ea typeface="方正正黑简体" panose="02000000000000000000" pitchFamily="2" charset="-122"/>
              </a:endParaRPr>
            </a:p>
          </p:txBody>
        </p:sp>
      </p:grpSp>
      <p:grpSp>
        <p:nvGrpSpPr>
          <p:cNvPr id="51" name="组合 39"/>
          <p:cNvGrpSpPr/>
          <p:nvPr/>
        </p:nvGrpSpPr>
        <p:grpSpPr>
          <a:xfrm>
            <a:off x="1135204" y="5654795"/>
            <a:ext cx="6975643" cy="955804"/>
            <a:chOff x="7596572" y="3739865"/>
            <a:chExt cx="3669102" cy="955804"/>
          </a:xfrm>
        </p:grpSpPr>
        <p:sp>
          <p:nvSpPr>
            <p:cNvPr id="52"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53"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54" name="矩形 34"/>
            <p:cNvSpPr/>
            <p:nvPr/>
          </p:nvSpPr>
          <p:spPr>
            <a:xfrm>
              <a:off x="7722774" y="3987783"/>
              <a:ext cx="3542900" cy="707886"/>
            </a:xfrm>
            <a:prstGeom prst="rect">
              <a:avLst/>
            </a:prstGeom>
          </p:spPr>
          <p:txBody>
            <a:bodyPr wrap="square">
              <a:spAutoFit/>
            </a:bodyPr>
            <a:lstStyle/>
            <a:p>
              <a:r>
                <a:rPr lang="en-US" altLang="zh-CN" sz="2000" b="1" dirty="0">
                  <a:solidFill>
                    <a:schemeClr val="bg1"/>
                  </a:solidFill>
                  <a:ea typeface="方正正黑简体" panose="02000000000000000000" pitchFamily="2" charset="-122"/>
                </a:rPr>
                <a:t>D</a:t>
              </a:r>
              <a:r>
                <a:rPr lang="en-US" altLang="zh-CN" sz="2000" b="1" dirty="0" smtClean="0">
                  <a:solidFill>
                    <a:schemeClr val="bg1"/>
                  </a:solidFill>
                  <a:ea typeface="方正正黑简体" panose="02000000000000000000" pitchFamily="2" charset="-122"/>
                </a:rPr>
                <a:t>NL </a:t>
              </a:r>
              <a:r>
                <a:rPr lang="en-US" altLang="zh-CN" sz="2000" b="1" dirty="0">
                  <a:solidFill>
                    <a:schemeClr val="bg1"/>
                  </a:solidFill>
                  <a:ea typeface="方正正黑简体" panose="02000000000000000000" pitchFamily="2" charset="-122"/>
                </a:rPr>
                <a:t>= + 0.5 LSB, -0.5</a:t>
              </a:r>
              <a:r>
                <a:rPr lang="tr-TR" altLang="zh-CN" sz="2000" b="1" dirty="0">
                  <a:solidFill>
                    <a:schemeClr val="bg1"/>
                  </a:solidFill>
                  <a:ea typeface="方正正黑简体" panose="02000000000000000000" pitchFamily="2" charset="-122"/>
                </a:rPr>
                <a:t> </a:t>
              </a:r>
              <a:r>
                <a:rPr lang="en-US" altLang="zh-CN" sz="2000" b="1" dirty="0">
                  <a:solidFill>
                    <a:schemeClr val="bg1"/>
                  </a:solidFill>
                  <a:ea typeface="方正正黑简体" panose="02000000000000000000" pitchFamily="2" charset="-122"/>
                </a:rPr>
                <a:t>LSB</a:t>
              </a:r>
              <a:endParaRPr lang="zh-CN" altLang="en-US" sz="2000" b="1" dirty="0">
                <a:solidFill>
                  <a:schemeClr val="bg1"/>
                </a:solidFill>
                <a:ea typeface="方正正黑简体" panose="02000000000000000000" pitchFamily="2" charset="-122"/>
              </a:endParaRPr>
            </a:p>
            <a:p>
              <a:endParaRPr lang="zh-CN" altLang="en-US" sz="2000" b="1" dirty="0">
                <a:solidFill>
                  <a:schemeClr val="bg1"/>
                </a:solidFill>
                <a:latin typeface="+mj-lt"/>
                <a:ea typeface="方正正黑简体" panose="02000000000000000000" pitchFamily="2" charset="-122"/>
              </a:endParaRPr>
            </a:p>
          </p:txBody>
        </p:sp>
      </p:grpSp>
      <p:grpSp>
        <p:nvGrpSpPr>
          <p:cNvPr id="23" name="组合 39"/>
          <p:cNvGrpSpPr/>
          <p:nvPr/>
        </p:nvGrpSpPr>
        <p:grpSpPr>
          <a:xfrm>
            <a:off x="1135204" y="3523811"/>
            <a:ext cx="4980806" cy="768635"/>
            <a:chOff x="7596572" y="3739865"/>
            <a:chExt cx="3179378" cy="768635"/>
          </a:xfrm>
        </p:grpSpPr>
        <p:sp>
          <p:nvSpPr>
            <p:cNvPr id="28" name="圆角矩形 29"/>
            <p:cNvSpPr/>
            <p:nvPr/>
          </p:nvSpPr>
          <p:spPr>
            <a:xfrm>
              <a:off x="7722775" y="3867177"/>
              <a:ext cx="3053175" cy="641323"/>
            </a:xfrm>
            <a:prstGeom prst="roundRect">
              <a:avLst>
                <a:gd name="adj" fmla="val 11981"/>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29" name="圆角矩形 30"/>
            <p:cNvSpPr/>
            <p:nvPr/>
          </p:nvSpPr>
          <p:spPr>
            <a:xfrm>
              <a:off x="7596572" y="3739865"/>
              <a:ext cx="252405" cy="260439"/>
            </a:xfrm>
            <a:prstGeom prst="roundRect">
              <a:avLst>
                <a:gd name="adj" fmla="val 26524"/>
              </a:avLst>
            </a:prstGeom>
            <a:noFill/>
            <a:ln>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solidFill>
                  <a:schemeClr val="bg1"/>
                </a:solidFill>
                <a:latin typeface="+mj-lt"/>
              </a:endParaRPr>
            </a:p>
          </p:txBody>
        </p:sp>
        <p:sp>
          <p:nvSpPr>
            <p:cNvPr id="30" name="矩形 34"/>
            <p:cNvSpPr/>
            <p:nvPr/>
          </p:nvSpPr>
          <p:spPr>
            <a:xfrm>
              <a:off x="7722774" y="3987783"/>
              <a:ext cx="2243274" cy="400110"/>
            </a:xfrm>
            <a:prstGeom prst="rect">
              <a:avLst/>
            </a:prstGeom>
          </p:spPr>
          <p:txBody>
            <a:bodyPr wrap="square">
              <a:spAutoFit/>
            </a:bodyPr>
            <a:lstStyle/>
            <a:p>
              <a:r>
                <a:rPr lang="en-US" altLang="zh-CN" sz="2000" b="1" dirty="0" smtClean="0">
                  <a:solidFill>
                    <a:schemeClr val="bg1"/>
                  </a:solidFill>
                  <a:latin typeface="+mj-lt"/>
                  <a:ea typeface="方正正黑简体" panose="02000000000000000000" pitchFamily="2" charset="-122"/>
                </a:rPr>
                <a:t>Power &lt; 7 </a:t>
              </a:r>
              <a:r>
                <a:rPr lang="en-US" altLang="zh-CN" sz="2000" b="1" dirty="0" err="1" smtClean="0">
                  <a:solidFill>
                    <a:schemeClr val="bg1"/>
                  </a:solidFill>
                  <a:latin typeface="+mj-lt"/>
                  <a:ea typeface="方正正黑简体" panose="02000000000000000000" pitchFamily="2" charset="-122"/>
                </a:rPr>
                <a:t>uwatt</a:t>
              </a:r>
              <a:r>
                <a:rPr lang="en-US" altLang="zh-CN" sz="2000" b="1" dirty="0" smtClean="0">
                  <a:solidFill>
                    <a:schemeClr val="bg1"/>
                  </a:solidFill>
                  <a:latin typeface="+mj-lt"/>
                  <a:ea typeface="方正正黑简体" panose="02000000000000000000" pitchFamily="2" charset="-122"/>
                </a:rPr>
                <a:t> </a:t>
              </a:r>
              <a:r>
                <a:rPr lang="tr-TR" altLang="zh-CN" sz="2000" b="1" dirty="0" smtClean="0">
                  <a:solidFill>
                    <a:schemeClr val="bg1"/>
                  </a:solidFill>
                  <a:latin typeface="+mj-lt"/>
                  <a:ea typeface="方正正黑简体" panose="02000000000000000000" pitchFamily="2" charset="-122"/>
                </a:rPr>
                <a:t> </a:t>
              </a:r>
              <a:endParaRPr lang="zh-CN" altLang="en-US" sz="2000" b="1" dirty="0">
                <a:solidFill>
                  <a:schemeClr val="bg1"/>
                </a:solidFill>
                <a:latin typeface="+mj-lt"/>
                <a:ea typeface="方正正黑简体" panose="02000000000000000000" pitchFamily="2" charset="-122"/>
              </a:endParaRPr>
            </a:p>
          </p:txBody>
        </p:sp>
      </p:grpSp>
    </p:spTree>
    <p:extLst>
      <p:ext uri="{BB962C8B-B14F-4D97-AF65-F5344CB8AC3E}">
        <p14:creationId xmlns:p14="http://schemas.microsoft.com/office/powerpoint/2010/main" val="3832681552"/>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strips(downRight)">
                                      <p:cBhvr>
                                        <p:cTn id="7" dur="500"/>
                                        <p:tgtEl>
                                          <p:spTgt spid="36"/>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strips(downRight)">
                                      <p:cBhvr>
                                        <p:cTn id="11" dur="500"/>
                                        <p:tgtEl>
                                          <p:spTgt spid="38"/>
                                        </p:tgtEl>
                                      </p:cBhvr>
                                    </p:animEffect>
                                  </p:child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strips(downRight)">
                                      <p:cBhvr>
                                        <p:cTn id="15" dur="500"/>
                                        <p:tgtEl>
                                          <p:spTgt spid="43"/>
                                        </p:tgtEl>
                                      </p:cBhvr>
                                    </p:animEffect>
                                  </p:childTnLst>
                                </p:cTn>
                              </p:par>
                            </p:childTnLst>
                          </p:cTn>
                        </p:par>
                        <p:par>
                          <p:cTn id="16" fill="hold">
                            <p:stCondLst>
                              <p:cond delay="1500"/>
                            </p:stCondLst>
                            <p:childTnLst>
                              <p:par>
                                <p:cTn id="17" presetID="18" presetClass="entr" presetSubtype="6" fill="hold" nodeType="afterEffect">
                                  <p:stCondLst>
                                    <p:cond delay="0"/>
                                  </p:stCondLst>
                                  <p:childTnLst>
                                    <p:set>
                                      <p:cBhvr>
                                        <p:cTn id="18" dur="1" fill="hold">
                                          <p:stCondLst>
                                            <p:cond delay="0"/>
                                          </p:stCondLst>
                                        </p:cTn>
                                        <p:tgtEl>
                                          <p:spTgt spid="63"/>
                                        </p:tgtEl>
                                        <p:attrNameLst>
                                          <p:attrName>style.visibility</p:attrName>
                                        </p:attrNameLst>
                                      </p:cBhvr>
                                      <p:to>
                                        <p:strVal val="visible"/>
                                      </p:to>
                                    </p:set>
                                    <p:animEffect transition="in" filter="strips(downRight)">
                                      <p:cBhvr>
                                        <p:cTn id="19" dur="500"/>
                                        <p:tgtEl>
                                          <p:spTgt spid="63"/>
                                        </p:tgtEl>
                                      </p:cBhvr>
                                    </p:animEffect>
                                  </p:childTnLst>
                                </p:cTn>
                              </p:par>
                            </p:childTnLst>
                          </p:cTn>
                        </p:par>
                        <p:par>
                          <p:cTn id="20" fill="hold">
                            <p:stCondLst>
                              <p:cond delay="2000"/>
                            </p:stCondLst>
                            <p:childTnLst>
                              <p:par>
                                <p:cTn id="21" presetID="18" presetClass="entr" presetSubtype="6" fill="hold" nodeType="after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strips(downRight)">
                                      <p:cBhvr>
                                        <p:cTn id="23" dur="500"/>
                                        <p:tgtEl>
                                          <p:spTgt spid="51"/>
                                        </p:tgtEl>
                                      </p:cBhvr>
                                    </p:animEffect>
                                  </p:childTnLst>
                                </p:cTn>
                              </p:par>
                            </p:childTnLst>
                          </p:cTn>
                        </p:par>
                        <p:par>
                          <p:cTn id="24" fill="hold">
                            <p:stCondLst>
                              <p:cond delay="2500"/>
                            </p:stCondLst>
                            <p:childTnLst>
                              <p:par>
                                <p:cTn id="25" presetID="18" presetClass="entr" presetSubtype="6" fill="hold"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strips(downRight)">
                                      <p:cBhvr>
                                        <p:cTn id="2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297460"/>
            <a:ext cx="8395855" cy="5657850"/>
          </a:xfrm>
          <a:prstGeom prst="rect">
            <a:avLst/>
          </a:prstGeom>
        </p:spPr>
      </p:pic>
      <p:grpSp>
        <p:nvGrpSpPr>
          <p:cNvPr id="3" name="组合 4">
            <a:extLst>
              <a:ext uri="{FF2B5EF4-FFF2-40B4-BE49-F238E27FC236}">
                <a16:creationId xmlns="" xmlns:a16="http://schemas.microsoft.com/office/drawing/2014/main" id="{3E32F614-1F44-C0F3-B006-EDF17941B4F5}"/>
              </a:ext>
            </a:extLst>
          </p:cNvPr>
          <p:cNvGrpSpPr/>
          <p:nvPr/>
        </p:nvGrpSpPr>
        <p:grpSpPr>
          <a:xfrm>
            <a:off x="-23313" y="757693"/>
            <a:ext cx="3395006" cy="431295"/>
            <a:chOff x="-22274" y="526055"/>
            <a:chExt cx="3395006" cy="431295"/>
          </a:xfrm>
        </p:grpSpPr>
        <p:grpSp>
          <p:nvGrpSpPr>
            <p:cNvPr id="4" name="组合 5">
              <a:extLst>
                <a:ext uri="{FF2B5EF4-FFF2-40B4-BE49-F238E27FC236}">
                  <a16:creationId xmlns="" xmlns:a16="http://schemas.microsoft.com/office/drawing/2014/main" id="{EA1E49F9-7BE1-31F0-1AA4-FC17D17BBCEE}"/>
                </a:ext>
              </a:extLst>
            </p:cNvPr>
            <p:cNvGrpSpPr/>
            <p:nvPr/>
          </p:nvGrpSpPr>
          <p:grpSpPr>
            <a:xfrm>
              <a:off x="-22274" y="526055"/>
              <a:ext cx="2726545" cy="431295"/>
              <a:chOff x="-22274" y="526055"/>
              <a:chExt cx="2726545" cy="431295"/>
            </a:xfrm>
          </p:grpSpPr>
          <p:sp>
            <p:nvSpPr>
              <p:cNvPr id="9" name="任意多边形 11">
                <a:extLst>
                  <a:ext uri="{FF2B5EF4-FFF2-40B4-BE49-F238E27FC236}">
                    <a16:creationId xmlns="" xmlns:a16="http://schemas.microsoft.com/office/drawing/2014/main" id="{70F00A70-44D9-5373-6142-2DA5ABAF3F7A}"/>
                  </a:ext>
                </a:extLst>
              </p:cNvPr>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0" name="组合 12">
                <a:extLst>
                  <a:ext uri="{FF2B5EF4-FFF2-40B4-BE49-F238E27FC236}">
                    <a16:creationId xmlns="" xmlns:a16="http://schemas.microsoft.com/office/drawing/2014/main" id="{A5379E43-D196-B15F-686A-9245D0C59E84}"/>
                  </a:ext>
                </a:extLst>
              </p:cNvPr>
              <p:cNvGrpSpPr/>
              <p:nvPr/>
            </p:nvGrpSpPr>
            <p:grpSpPr>
              <a:xfrm>
                <a:off x="206190" y="526055"/>
                <a:ext cx="276624" cy="276624"/>
                <a:chOff x="5216663" y="2206897"/>
                <a:chExt cx="276624" cy="276624"/>
              </a:xfrm>
            </p:grpSpPr>
            <p:sp>
              <p:nvSpPr>
                <p:cNvPr id="12" name="Oval 35">
                  <a:extLst>
                    <a:ext uri="{FF2B5EF4-FFF2-40B4-BE49-F238E27FC236}">
                      <a16:creationId xmlns="" xmlns:a16="http://schemas.microsoft.com/office/drawing/2014/main" id="{463EB779-AE73-888E-056D-0E24158FD853}"/>
                    </a:ext>
                  </a:extLst>
                </p:cNvPr>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 name="Oval 35">
                  <a:extLst>
                    <a:ext uri="{FF2B5EF4-FFF2-40B4-BE49-F238E27FC236}">
                      <a16:creationId xmlns="" xmlns:a16="http://schemas.microsoft.com/office/drawing/2014/main" id="{48444000-2742-6295-79F1-DB03FEFA15B2}"/>
                    </a:ext>
                  </a:extLst>
                </p:cNvPr>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1" name="Oval 35">
                <a:extLst>
                  <a:ext uri="{FF2B5EF4-FFF2-40B4-BE49-F238E27FC236}">
                    <a16:creationId xmlns="" xmlns:a16="http://schemas.microsoft.com/office/drawing/2014/main" id="{68970CAF-DF70-D215-C4F4-9B7F11A05C83}"/>
                  </a:ext>
                </a:extLst>
              </p:cNvPr>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 name="组合 7">
              <a:extLst>
                <a:ext uri="{FF2B5EF4-FFF2-40B4-BE49-F238E27FC236}">
                  <a16:creationId xmlns="" xmlns:a16="http://schemas.microsoft.com/office/drawing/2014/main" id="{1FA9F9ED-05F9-D9CF-A2D2-879851495A77}"/>
                </a:ext>
              </a:extLst>
            </p:cNvPr>
            <p:cNvGrpSpPr/>
            <p:nvPr/>
          </p:nvGrpSpPr>
          <p:grpSpPr>
            <a:xfrm>
              <a:off x="2909925" y="529575"/>
              <a:ext cx="462807" cy="427775"/>
              <a:chOff x="2909925" y="529575"/>
              <a:chExt cx="462807" cy="427775"/>
            </a:xfrm>
          </p:grpSpPr>
          <p:sp>
            <p:nvSpPr>
              <p:cNvPr id="6" name="任意多边形 8">
                <a:extLst>
                  <a:ext uri="{FF2B5EF4-FFF2-40B4-BE49-F238E27FC236}">
                    <a16:creationId xmlns="" xmlns:a16="http://schemas.microsoft.com/office/drawing/2014/main" id="{94272761-B250-DE62-294F-AC79B6123BFE}"/>
                  </a:ext>
                </a:extLst>
              </p:cNvPr>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7" name="Oval 35">
                <a:extLst>
                  <a:ext uri="{FF2B5EF4-FFF2-40B4-BE49-F238E27FC236}">
                    <a16:creationId xmlns="" xmlns:a16="http://schemas.microsoft.com/office/drawing/2014/main" id="{164CAED4-8BE4-07CB-82C4-2511A3F96A26}"/>
                  </a:ext>
                </a:extLst>
              </p:cNvPr>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 name="Oval 35">
                <a:extLst>
                  <a:ext uri="{FF2B5EF4-FFF2-40B4-BE49-F238E27FC236}">
                    <a16:creationId xmlns="" xmlns:a16="http://schemas.microsoft.com/office/drawing/2014/main" id="{37DF0D37-27AF-208A-1536-BC89BFB15B65}"/>
                  </a:ext>
                </a:extLst>
              </p:cNvPr>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4" name="文本框 6">
            <a:extLst>
              <a:ext uri="{FF2B5EF4-FFF2-40B4-BE49-F238E27FC236}">
                <a16:creationId xmlns="" xmlns:a16="http://schemas.microsoft.com/office/drawing/2014/main" id="{887372B3-67A0-D46E-6A87-0421B414E18B}"/>
              </a:ext>
            </a:extLst>
          </p:cNvPr>
          <p:cNvSpPr txBox="1"/>
          <p:nvPr/>
        </p:nvSpPr>
        <p:spPr>
          <a:xfrm>
            <a:off x="776689" y="189311"/>
            <a:ext cx="5730990"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Monte Carlo Analysis for MIM Cap</a:t>
            </a:r>
            <a:endParaRPr lang="zh-CN" altLang="en-US" sz="2600" b="1" dirty="0">
              <a:latin typeface="+mj-lt"/>
              <a:ea typeface="方正清刻本悦宋简体" panose="02000000000000000000" pitchFamily="2" charset="-122"/>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5184" y="2744440"/>
            <a:ext cx="5446816" cy="2948089"/>
          </a:xfrm>
          <a:prstGeom prst="rect">
            <a:avLst/>
          </a:prstGeom>
        </p:spPr>
      </p:pic>
    </p:spTree>
    <p:extLst>
      <p:ext uri="{BB962C8B-B14F-4D97-AF65-F5344CB8AC3E}">
        <p14:creationId xmlns:p14="http://schemas.microsoft.com/office/powerpoint/2010/main" val="1275674806"/>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750" fill="hold"/>
                                        <p:tgtEl>
                                          <p:spTgt spid="14"/>
                                        </p:tgtEl>
                                        <p:attrNameLst>
                                          <p:attrName>ppt_x</p:attrName>
                                        </p:attrNameLst>
                                      </p:cBhvr>
                                      <p:tavLst>
                                        <p:tav tm="0">
                                          <p:val>
                                            <p:strVal val="#ppt_x"/>
                                          </p:val>
                                        </p:tav>
                                        <p:tav tm="100000">
                                          <p:val>
                                            <p:strVal val="#ppt_x"/>
                                          </p:val>
                                        </p:tav>
                                      </p:tavLst>
                                    </p:anim>
                                    <p:anim calcmode="lin" valueType="num">
                                      <p:cBhvr additive="base">
                                        <p:cTn id="12" dur="75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170528"/>
            <a:ext cx="6697683" cy="5687472"/>
          </a:xfrm>
          <a:prstGeom prst="rect">
            <a:avLst/>
          </a:prstGeom>
        </p:spPr>
      </p:pic>
      <p:grpSp>
        <p:nvGrpSpPr>
          <p:cNvPr id="3" name="组合 4">
            <a:extLst>
              <a:ext uri="{FF2B5EF4-FFF2-40B4-BE49-F238E27FC236}">
                <a16:creationId xmlns="" xmlns:a16="http://schemas.microsoft.com/office/drawing/2014/main" id="{3E32F614-1F44-C0F3-B006-EDF17941B4F5}"/>
              </a:ext>
            </a:extLst>
          </p:cNvPr>
          <p:cNvGrpSpPr/>
          <p:nvPr/>
        </p:nvGrpSpPr>
        <p:grpSpPr>
          <a:xfrm>
            <a:off x="-23313" y="757693"/>
            <a:ext cx="3395006" cy="431295"/>
            <a:chOff x="-22274" y="526055"/>
            <a:chExt cx="3395006" cy="431295"/>
          </a:xfrm>
        </p:grpSpPr>
        <p:grpSp>
          <p:nvGrpSpPr>
            <p:cNvPr id="4" name="组合 5">
              <a:extLst>
                <a:ext uri="{FF2B5EF4-FFF2-40B4-BE49-F238E27FC236}">
                  <a16:creationId xmlns="" xmlns:a16="http://schemas.microsoft.com/office/drawing/2014/main" id="{EA1E49F9-7BE1-31F0-1AA4-FC17D17BBCEE}"/>
                </a:ext>
              </a:extLst>
            </p:cNvPr>
            <p:cNvGrpSpPr/>
            <p:nvPr/>
          </p:nvGrpSpPr>
          <p:grpSpPr>
            <a:xfrm>
              <a:off x="-22274" y="526055"/>
              <a:ext cx="2726545" cy="431295"/>
              <a:chOff x="-22274" y="526055"/>
              <a:chExt cx="2726545" cy="431295"/>
            </a:xfrm>
          </p:grpSpPr>
          <p:sp>
            <p:nvSpPr>
              <p:cNvPr id="9" name="任意多边形 11">
                <a:extLst>
                  <a:ext uri="{FF2B5EF4-FFF2-40B4-BE49-F238E27FC236}">
                    <a16:creationId xmlns="" xmlns:a16="http://schemas.microsoft.com/office/drawing/2014/main" id="{70F00A70-44D9-5373-6142-2DA5ABAF3F7A}"/>
                  </a:ext>
                </a:extLst>
              </p:cNvPr>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0" name="组合 12">
                <a:extLst>
                  <a:ext uri="{FF2B5EF4-FFF2-40B4-BE49-F238E27FC236}">
                    <a16:creationId xmlns="" xmlns:a16="http://schemas.microsoft.com/office/drawing/2014/main" id="{A5379E43-D196-B15F-686A-9245D0C59E84}"/>
                  </a:ext>
                </a:extLst>
              </p:cNvPr>
              <p:cNvGrpSpPr/>
              <p:nvPr/>
            </p:nvGrpSpPr>
            <p:grpSpPr>
              <a:xfrm>
                <a:off x="206190" y="526055"/>
                <a:ext cx="276624" cy="276624"/>
                <a:chOff x="5216663" y="2206897"/>
                <a:chExt cx="276624" cy="276624"/>
              </a:xfrm>
            </p:grpSpPr>
            <p:sp>
              <p:nvSpPr>
                <p:cNvPr id="12" name="Oval 35">
                  <a:extLst>
                    <a:ext uri="{FF2B5EF4-FFF2-40B4-BE49-F238E27FC236}">
                      <a16:creationId xmlns="" xmlns:a16="http://schemas.microsoft.com/office/drawing/2014/main" id="{463EB779-AE73-888E-056D-0E24158FD853}"/>
                    </a:ext>
                  </a:extLst>
                </p:cNvPr>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 name="Oval 35">
                  <a:extLst>
                    <a:ext uri="{FF2B5EF4-FFF2-40B4-BE49-F238E27FC236}">
                      <a16:creationId xmlns="" xmlns:a16="http://schemas.microsoft.com/office/drawing/2014/main" id="{48444000-2742-6295-79F1-DB03FEFA15B2}"/>
                    </a:ext>
                  </a:extLst>
                </p:cNvPr>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1" name="Oval 35">
                <a:extLst>
                  <a:ext uri="{FF2B5EF4-FFF2-40B4-BE49-F238E27FC236}">
                    <a16:creationId xmlns="" xmlns:a16="http://schemas.microsoft.com/office/drawing/2014/main" id="{68970CAF-DF70-D215-C4F4-9B7F11A05C83}"/>
                  </a:ext>
                </a:extLst>
              </p:cNvPr>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 name="组合 7">
              <a:extLst>
                <a:ext uri="{FF2B5EF4-FFF2-40B4-BE49-F238E27FC236}">
                  <a16:creationId xmlns="" xmlns:a16="http://schemas.microsoft.com/office/drawing/2014/main" id="{1FA9F9ED-05F9-D9CF-A2D2-879851495A77}"/>
                </a:ext>
              </a:extLst>
            </p:cNvPr>
            <p:cNvGrpSpPr/>
            <p:nvPr/>
          </p:nvGrpSpPr>
          <p:grpSpPr>
            <a:xfrm>
              <a:off x="2909925" y="529575"/>
              <a:ext cx="462807" cy="427775"/>
              <a:chOff x="2909925" y="529575"/>
              <a:chExt cx="462807" cy="427775"/>
            </a:xfrm>
          </p:grpSpPr>
          <p:sp>
            <p:nvSpPr>
              <p:cNvPr id="6" name="任意多边形 8">
                <a:extLst>
                  <a:ext uri="{FF2B5EF4-FFF2-40B4-BE49-F238E27FC236}">
                    <a16:creationId xmlns="" xmlns:a16="http://schemas.microsoft.com/office/drawing/2014/main" id="{94272761-B250-DE62-294F-AC79B6123BFE}"/>
                  </a:ext>
                </a:extLst>
              </p:cNvPr>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7" name="Oval 35">
                <a:extLst>
                  <a:ext uri="{FF2B5EF4-FFF2-40B4-BE49-F238E27FC236}">
                    <a16:creationId xmlns="" xmlns:a16="http://schemas.microsoft.com/office/drawing/2014/main" id="{164CAED4-8BE4-07CB-82C4-2511A3F96A26}"/>
                  </a:ext>
                </a:extLst>
              </p:cNvPr>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 name="Oval 35">
                <a:extLst>
                  <a:ext uri="{FF2B5EF4-FFF2-40B4-BE49-F238E27FC236}">
                    <a16:creationId xmlns="" xmlns:a16="http://schemas.microsoft.com/office/drawing/2014/main" id="{37DF0D37-27AF-208A-1536-BC89BFB15B65}"/>
                  </a:ext>
                </a:extLst>
              </p:cNvPr>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4" name="文本框 6">
            <a:extLst>
              <a:ext uri="{FF2B5EF4-FFF2-40B4-BE49-F238E27FC236}">
                <a16:creationId xmlns="" xmlns:a16="http://schemas.microsoft.com/office/drawing/2014/main" id="{887372B3-67A0-D46E-6A87-0421B414E18B}"/>
              </a:ext>
            </a:extLst>
          </p:cNvPr>
          <p:cNvSpPr txBox="1"/>
          <p:nvPr/>
        </p:nvSpPr>
        <p:spPr>
          <a:xfrm>
            <a:off x="342604" y="150948"/>
            <a:ext cx="4113830"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Output of </a:t>
            </a:r>
            <a:r>
              <a:rPr lang="en-US" altLang="zh-CN" sz="2600" b="1" dirty="0" err="1" smtClean="0">
                <a:latin typeface="+mj-lt"/>
                <a:ea typeface="方正清刻本悦宋简体" panose="02000000000000000000" pitchFamily="2" charset="-122"/>
              </a:rPr>
              <a:t>C_Bridge</a:t>
            </a:r>
            <a:r>
              <a:rPr lang="en-US" altLang="zh-CN" sz="2600" b="1" dirty="0" smtClean="0">
                <a:latin typeface="+mj-lt"/>
                <a:ea typeface="方正清刻本悦宋简体" panose="02000000000000000000" pitchFamily="2" charset="-122"/>
              </a:rPr>
              <a:t> DAC</a:t>
            </a:r>
            <a:endParaRPr lang="zh-CN" altLang="en-US" sz="2600" b="1" dirty="0">
              <a:latin typeface="+mj-lt"/>
              <a:ea typeface="方正清刻本悦宋简体" panose="02000000000000000000" pitchFamily="2" charset="-122"/>
            </a:endParaRPr>
          </a:p>
        </p:txBody>
      </p:sp>
      <p:pic>
        <p:nvPicPr>
          <p:cNvPr id="15" name="Picture 14"/>
          <p:cNvPicPr>
            <a:picLocks noChangeAspect="1"/>
          </p:cNvPicPr>
          <p:nvPr/>
        </p:nvPicPr>
        <p:blipFill rotWithShape="1">
          <a:blip r:embed="rId3">
            <a:extLst>
              <a:ext uri="{28A0092B-C50C-407E-A947-70E740481C1C}">
                <a14:useLocalDpi xmlns:a14="http://schemas.microsoft.com/office/drawing/2010/main" val="0"/>
              </a:ext>
            </a:extLst>
          </a:blip>
          <a:srcRect b="3752"/>
          <a:stretch/>
        </p:blipFill>
        <p:spPr>
          <a:xfrm>
            <a:off x="6571268" y="3076852"/>
            <a:ext cx="5620732" cy="2072088"/>
          </a:xfrm>
          <a:prstGeom prst="rect">
            <a:avLst/>
          </a:prstGeom>
        </p:spPr>
      </p:pic>
    </p:spTree>
    <p:extLst>
      <p:ext uri="{BB962C8B-B14F-4D97-AF65-F5344CB8AC3E}">
        <p14:creationId xmlns:p14="http://schemas.microsoft.com/office/powerpoint/2010/main" val="864010947"/>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750" fill="hold"/>
                                        <p:tgtEl>
                                          <p:spTgt spid="14"/>
                                        </p:tgtEl>
                                        <p:attrNameLst>
                                          <p:attrName>ppt_x</p:attrName>
                                        </p:attrNameLst>
                                      </p:cBhvr>
                                      <p:tavLst>
                                        <p:tav tm="0">
                                          <p:val>
                                            <p:strVal val="#ppt_x"/>
                                          </p:val>
                                        </p:tav>
                                        <p:tav tm="100000">
                                          <p:val>
                                            <p:strVal val="#ppt_x"/>
                                          </p:val>
                                        </p:tav>
                                      </p:tavLst>
                                    </p:anim>
                                    <p:anim calcmode="lin" valueType="num">
                                      <p:cBhvr additive="base">
                                        <p:cTn id="12" dur="75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431204"/>
            <a:ext cx="8134597" cy="5426796"/>
          </a:xfrm>
          <a:prstGeom prst="rect">
            <a:avLst/>
          </a:prstGeom>
        </p:spPr>
      </p:pic>
      <p:grpSp>
        <p:nvGrpSpPr>
          <p:cNvPr id="3" name="组合 4">
            <a:extLst>
              <a:ext uri="{FF2B5EF4-FFF2-40B4-BE49-F238E27FC236}">
                <a16:creationId xmlns="" xmlns:a16="http://schemas.microsoft.com/office/drawing/2014/main" id="{3E32F614-1F44-C0F3-B006-EDF17941B4F5}"/>
              </a:ext>
            </a:extLst>
          </p:cNvPr>
          <p:cNvGrpSpPr/>
          <p:nvPr/>
        </p:nvGrpSpPr>
        <p:grpSpPr>
          <a:xfrm>
            <a:off x="0" y="669751"/>
            <a:ext cx="3395006" cy="431295"/>
            <a:chOff x="-22274" y="526055"/>
            <a:chExt cx="3395006" cy="431295"/>
          </a:xfrm>
        </p:grpSpPr>
        <p:grpSp>
          <p:nvGrpSpPr>
            <p:cNvPr id="4" name="组合 5">
              <a:extLst>
                <a:ext uri="{FF2B5EF4-FFF2-40B4-BE49-F238E27FC236}">
                  <a16:creationId xmlns="" xmlns:a16="http://schemas.microsoft.com/office/drawing/2014/main" id="{EA1E49F9-7BE1-31F0-1AA4-FC17D17BBCEE}"/>
                </a:ext>
              </a:extLst>
            </p:cNvPr>
            <p:cNvGrpSpPr/>
            <p:nvPr/>
          </p:nvGrpSpPr>
          <p:grpSpPr>
            <a:xfrm>
              <a:off x="-22274" y="526055"/>
              <a:ext cx="2726545" cy="431295"/>
              <a:chOff x="-22274" y="526055"/>
              <a:chExt cx="2726545" cy="431295"/>
            </a:xfrm>
          </p:grpSpPr>
          <p:sp>
            <p:nvSpPr>
              <p:cNvPr id="9" name="任意多边形 11">
                <a:extLst>
                  <a:ext uri="{FF2B5EF4-FFF2-40B4-BE49-F238E27FC236}">
                    <a16:creationId xmlns="" xmlns:a16="http://schemas.microsoft.com/office/drawing/2014/main" id="{70F00A70-44D9-5373-6142-2DA5ABAF3F7A}"/>
                  </a:ext>
                </a:extLst>
              </p:cNvPr>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0" name="组合 12">
                <a:extLst>
                  <a:ext uri="{FF2B5EF4-FFF2-40B4-BE49-F238E27FC236}">
                    <a16:creationId xmlns="" xmlns:a16="http://schemas.microsoft.com/office/drawing/2014/main" id="{A5379E43-D196-B15F-686A-9245D0C59E84}"/>
                  </a:ext>
                </a:extLst>
              </p:cNvPr>
              <p:cNvGrpSpPr/>
              <p:nvPr/>
            </p:nvGrpSpPr>
            <p:grpSpPr>
              <a:xfrm>
                <a:off x="206190" y="526055"/>
                <a:ext cx="276624" cy="276624"/>
                <a:chOff x="5216663" y="2206897"/>
                <a:chExt cx="276624" cy="276624"/>
              </a:xfrm>
            </p:grpSpPr>
            <p:sp>
              <p:nvSpPr>
                <p:cNvPr id="12" name="Oval 35">
                  <a:extLst>
                    <a:ext uri="{FF2B5EF4-FFF2-40B4-BE49-F238E27FC236}">
                      <a16:creationId xmlns="" xmlns:a16="http://schemas.microsoft.com/office/drawing/2014/main" id="{463EB779-AE73-888E-056D-0E24158FD853}"/>
                    </a:ext>
                  </a:extLst>
                </p:cNvPr>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 name="Oval 35">
                  <a:extLst>
                    <a:ext uri="{FF2B5EF4-FFF2-40B4-BE49-F238E27FC236}">
                      <a16:creationId xmlns="" xmlns:a16="http://schemas.microsoft.com/office/drawing/2014/main" id="{48444000-2742-6295-79F1-DB03FEFA15B2}"/>
                    </a:ext>
                  </a:extLst>
                </p:cNvPr>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1" name="Oval 35">
                <a:extLst>
                  <a:ext uri="{FF2B5EF4-FFF2-40B4-BE49-F238E27FC236}">
                    <a16:creationId xmlns="" xmlns:a16="http://schemas.microsoft.com/office/drawing/2014/main" id="{68970CAF-DF70-D215-C4F4-9B7F11A05C83}"/>
                  </a:ext>
                </a:extLst>
              </p:cNvPr>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 name="组合 7">
              <a:extLst>
                <a:ext uri="{FF2B5EF4-FFF2-40B4-BE49-F238E27FC236}">
                  <a16:creationId xmlns="" xmlns:a16="http://schemas.microsoft.com/office/drawing/2014/main" id="{1FA9F9ED-05F9-D9CF-A2D2-879851495A77}"/>
                </a:ext>
              </a:extLst>
            </p:cNvPr>
            <p:cNvGrpSpPr/>
            <p:nvPr/>
          </p:nvGrpSpPr>
          <p:grpSpPr>
            <a:xfrm>
              <a:off x="2909925" y="529575"/>
              <a:ext cx="462807" cy="427775"/>
              <a:chOff x="2909925" y="529575"/>
              <a:chExt cx="462807" cy="427775"/>
            </a:xfrm>
          </p:grpSpPr>
          <p:sp>
            <p:nvSpPr>
              <p:cNvPr id="6" name="任意多边形 8">
                <a:extLst>
                  <a:ext uri="{FF2B5EF4-FFF2-40B4-BE49-F238E27FC236}">
                    <a16:creationId xmlns="" xmlns:a16="http://schemas.microsoft.com/office/drawing/2014/main" id="{94272761-B250-DE62-294F-AC79B6123BFE}"/>
                  </a:ext>
                </a:extLst>
              </p:cNvPr>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7" name="Oval 35">
                <a:extLst>
                  <a:ext uri="{FF2B5EF4-FFF2-40B4-BE49-F238E27FC236}">
                    <a16:creationId xmlns="" xmlns:a16="http://schemas.microsoft.com/office/drawing/2014/main" id="{164CAED4-8BE4-07CB-82C4-2511A3F96A26}"/>
                  </a:ext>
                </a:extLst>
              </p:cNvPr>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 name="Oval 35">
                <a:extLst>
                  <a:ext uri="{FF2B5EF4-FFF2-40B4-BE49-F238E27FC236}">
                    <a16:creationId xmlns="" xmlns:a16="http://schemas.microsoft.com/office/drawing/2014/main" id="{37DF0D37-27AF-208A-1536-BC89BFB15B65}"/>
                  </a:ext>
                </a:extLst>
              </p:cNvPr>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4" name="文本框 6">
            <a:extLst>
              <a:ext uri="{FF2B5EF4-FFF2-40B4-BE49-F238E27FC236}">
                <a16:creationId xmlns="" xmlns:a16="http://schemas.microsoft.com/office/drawing/2014/main" id="{887372B3-67A0-D46E-6A87-0421B414E18B}"/>
              </a:ext>
            </a:extLst>
          </p:cNvPr>
          <p:cNvSpPr txBox="1"/>
          <p:nvPr/>
        </p:nvSpPr>
        <p:spPr>
          <a:xfrm>
            <a:off x="733552" y="149834"/>
            <a:ext cx="7452913"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ENOB value for C_ Bridge DAC with ideal T&amp;H </a:t>
            </a:r>
            <a:endParaRPr lang="zh-CN" altLang="en-US" sz="2600" b="1" dirty="0">
              <a:latin typeface="+mj-lt"/>
              <a:ea typeface="方正清刻本悦宋简体" panose="02000000000000000000" pitchFamily="2" charset="-122"/>
            </a:endParaRPr>
          </a:p>
        </p:txBody>
      </p:sp>
      <p:pic>
        <p:nvPicPr>
          <p:cNvPr id="15" name="Picture 14"/>
          <p:cNvPicPr>
            <a:picLocks noChangeAspect="1"/>
          </p:cNvPicPr>
          <p:nvPr/>
        </p:nvPicPr>
        <p:blipFill rotWithShape="1">
          <a:blip r:embed="rId3">
            <a:extLst>
              <a:ext uri="{28A0092B-C50C-407E-A947-70E740481C1C}">
                <a14:useLocalDpi xmlns:a14="http://schemas.microsoft.com/office/drawing/2010/main" val="0"/>
              </a:ext>
            </a:extLst>
          </a:blip>
          <a:srcRect b="3752"/>
          <a:stretch/>
        </p:blipFill>
        <p:spPr>
          <a:xfrm>
            <a:off x="6571268" y="4236622"/>
            <a:ext cx="5620732" cy="2072088"/>
          </a:xfrm>
          <a:prstGeom prst="rect">
            <a:avLst/>
          </a:prstGeom>
        </p:spPr>
      </p:pic>
      <p:graphicFrame>
        <p:nvGraphicFramePr>
          <p:cNvPr id="16" name="Table 15"/>
          <p:cNvGraphicFramePr>
            <a:graphicFrameLocks noGrp="1"/>
          </p:cNvGraphicFramePr>
          <p:nvPr>
            <p:extLst>
              <p:ext uri="{D42A27DB-BD31-4B8C-83A1-F6EECF244321}">
                <p14:modId xmlns:p14="http://schemas.microsoft.com/office/powerpoint/2010/main" val="3227203160"/>
              </p:ext>
            </p:extLst>
          </p:nvPr>
        </p:nvGraphicFramePr>
        <p:xfrm>
          <a:off x="8048107" y="2677615"/>
          <a:ext cx="4143893" cy="1010920"/>
        </p:xfrm>
        <a:graphic>
          <a:graphicData uri="http://schemas.openxmlformats.org/drawingml/2006/table">
            <a:tbl>
              <a:tblPr firstRow="1" bandRow="1">
                <a:tableStyleId>{073A0DAA-6AF3-43AB-8588-CEC1D06C72B9}</a:tableStyleId>
              </a:tblPr>
              <a:tblGrid>
                <a:gridCol w="1642555"/>
                <a:gridCol w="1052549"/>
                <a:gridCol w="1448789"/>
              </a:tblGrid>
              <a:tr h="370840">
                <a:tc>
                  <a:txBody>
                    <a:bodyPr/>
                    <a:lstStyle/>
                    <a:p>
                      <a:r>
                        <a:rPr lang="en-US" dirty="0" smtClean="0"/>
                        <a:t>PARAMETER</a:t>
                      </a:r>
                      <a:endParaRPr lang="en-US" dirty="0"/>
                    </a:p>
                  </a:txBody>
                  <a:tcPr/>
                </a:tc>
                <a:tc>
                  <a:txBody>
                    <a:bodyPr/>
                    <a:lstStyle/>
                    <a:p>
                      <a:pPr marL="0" marR="0" indent="0" algn="l" defTabSz="914418" rtl="0" eaLnBrk="1" fontAlgn="auto" latinLnBrk="0" hangingPunct="1">
                        <a:lnSpc>
                          <a:spcPct val="100000"/>
                        </a:lnSpc>
                        <a:spcBef>
                          <a:spcPts val="0"/>
                        </a:spcBef>
                        <a:spcAft>
                          <a:spcPts val="0"/>
                        </a:spcAft>
                        <a:buClrTx/>
                        <a:buSzTx/>
                        <a:buFontTx/>
                        <a:buNone/>
                        <a:tabLst/>
                        <a:defRPr/>
                      </a:pPr>
                      <a:r>
                        <a:rPr lang="en-US" dirty="0" smtClean="0"/>
                        <a:t>SPEC</a:t>
                      </a:r>
                    </a:p>
                    <a:p>
                      <a:endParaRPr lang="en-US" dirty="0"/>
                    </a:p>
                  </a:txBody>
                  <a:tcPr/>
                </a:tc>
                <a:tc>
                  <a:txBody>
                    <a:bodyPr/>
                    <a:lstStyle/>
                    <a:p>
                      <a:r>
                        <a:rPr lang="en-US" dirty="0" smtClean="0"/>
                        <a:t>ACHIEVED</a:t>
                      </a:r>
                      <a:endParaRPr lang="en-US" dirty="0"/>
                    </a:p>
                  </a:txBody>
                  <a:tcPr/>
                </a:tc>
              </a:tr>
              <a:tr h="370840">
                <a:tc>
                  <a:txBody>
                    <a:bodyPr/>
                    <a:lstStyle/>
                    <a:p>
                      <a:r>
                        <a:rPr lang="en-US" b="1" dirty="0" smtClean="0"/>
                        <a:t>ENOB</a:t>
                      </a:r>
                      <a:endParaRPr lang="en-US" b="1" dirty="0"/>
                    </a:p>
                  </a:txBody>
                  <a:tcPr/>
                </a:tc>
                <a:tc>
                  <a:txBody>
                    <a:bodyPr/>
                    <a:lstStyle/>
                    <a:p>
                      <a:r>
                        <a:rPr lang="en-US" dirty="0" smtClean="0"/>
                        <a:t>10 bits</a:t>
                      </a:r>
                      <a:endParaRPr lang="en-US" dirty="0"/>
                    </a:p>
                  </a:txBody>
                  <a:tcPr/>
                </a:tc>
                <a:tc>
                  <a:txBody>
                    <a:bodyPr/>
                    <a:lstStyle/>
                    <a:p>
                      <a:r>
                        <a:rPr lang="en-US" dirty="0" smtClean="0"/>
                        <a:t>10 bits</a:t>
                      </a:r>
                      <a:endParaRPr lang="en-US" dirty="0"/>
                    </a:p>
                  </a:txBody>
                  <a:tcPr/>
                </a:tc>
              </a:tr>
            </a:tbl>
          </a:graphicData>
        </a:graphic>
      </p:graphicFrame>
      <p:sp>
        <p:nvSpPr>
          <p:cNvPr id="17" name="Rounded Rectangle 16"/>
          <p:cNvSpPr/>
          <p:nvPr/>
        </p:nvSpPr>
        <p:spPr>
          <a:xfrm>
            <a:off x="1710048" y="2278328"/>
            <a:ext cx="2315688" cy="179864"/>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7143269"/>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750" fill="hold"/>
                                        <p:tgtEl>
                                          <p:spTgt spid="14"/>
                                        </p:tgtEl>
                                        <p:attrNameLst>
                                          <p:attrName>ppt_x</p:attrName>
                                        </p:attrNameLst>
                                      </p:cBhvr>
                                      <p:tavLst>
                                        <p:tav tm="0">
                                          <p:val>
                                            <p:strVal val="#ppt_x"/>
                                          </p:val>
                                        </p:tav>
                                        <p:tav tm="100000">
                                          <p:val>
                                            <p:strVal val="#ppt_x"/>
                                          </p:val>
                                        </p:tav>
                                      </p:tavLst>
                                    </p:anim>
                                    <p:anim calcmode="lin" valueType="num">
                                      <p:cBhvr additive="base">
                                        <p:cTn id="12" dur="75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70528"/>
            <a:ext cx="8146473" cy="5687472"/>
          </a:xfrm>
          <a:prstGeom prst="rect">
            <a:avLst/>
          </a:prstGeom>
        </p:spPr>
      </p:pic>
      <p:grpSp>
        <p:nvGrpSpPr>
          <p:cNvPr id="3" name="组合 4">
            <a:extLst>
              <a:ext uri="{FF2B5EF4-FFF2-40B4-BE49-F238E27FC236}">
                <a16:creationId xmlns="" xmlns:a16="http://schemas.microsoft.com/office/drawing/2014/main" id="{3E32F614-1F44-C0F3-B006-EDF17941B4F5}"/>
              </a:ext>
            </a:extLst>
          </p:cNvPr>
          <p:cNvGrpSpPr/>
          <p:nvPr/>
        </p:nvGrpSpPr>
        <p:grpSpPr>
          <a:xfrm>
            <a:off x="0" y="669751"/>
            <a:ext cx="3395006" cy="431295"/>
            <a:chOff x="-22274" y="526055"/>
            <a:chExt cx="3395006" cy="431295"/>
          </a:xfrm>
        </p:grpSpPr>
        <p:grpSp>
          <p:nvGrpSpPr>
            <p:cNvPr id="4" name="组合 5">
              <a:extLst>
                <a:ext uri="{FF2B5EF4-FFF2-40B4-BE49-F238E27FC236}">
                  <a16:creationId xmlns="" xmlns:a16="http://schemas.microsoft.com/office/drawing/2014/main" id="{EA1E49F9-7BE1-31F0-1AA4-FC17D17BBCEE}"/>
                </a:ext>
              </a:extLst>
            </p:cNvPr>
            <p:cNvGrpSpPr/>
            <p:nvPr/>
          </p:nvGrpSpPr>
          <p:grpSpPr>
            <a:xfrm>
              <a:off x="-22274" y="526055"/>
              <a:ext cx="2726545" cy="431295"/>
              <a:chOff x="-22274" y="526055"/>
              <a:chExt cx="2726545" cy="431295"/>
            </a:xfrm>
          </p:grpSpPr>
          <p:sp>
            <p:nvSpPr>
              <p:cNvPr id="9" name="任意多边形 11">
                <a:extLst>
                  <a:ext uri="{FF2B5EF4-FFF2-40B4-BE49-F238E27FC236}">
                    <a16:creationId xmlns="" xmlns:a16="http://schemas.microsoft.com/office/drawing/2014/main" id="{70F00A70-44D9-5373-6142-2DA5ABAF3F7A}"/>
                  </a:ext>
                </a:extLst>
              </p:cNvPr>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0" name="组合 12">
                <a:extLst>
                  <a:ext uri="{FF2B5EF4-FFF2-40B4-BE49-F238E27FC236}">
                    <a16:creationId xmlns="" xmlns:a16="http://schemas.microsoft.com/office/drawing/2014/main" id="{A5379E43-D196-B15F-686A-9245D0C59E84}"/>
                  </a:ext>
                </a:extLst>
              </p:cNvPr>
              <p:cNvGrpSpPr/>
              <p:nvPr/>
            </p:nvGrpSpPr>
            <p:grpSpPr>
              <a:xfrm>
                <a:off x="206190" y="526055"/>
                <a:ext cx="276624" cy="276624"/>
                <a:chOff x="5216663" y="2206897"/>
                <a:chExt cx="276624" cy="276624"/>
              </a:xfrm>
            </p:grpSpPr>
            <p:sp>
              <p:nvSpPr>
                <p:cNvPr id="12" name="Oval 35">
                  <a:extLst>
                    <a:ext uri="{FF2B5EF4-FFF2-40B4-BE49-F238E27FC236}">
                      <a16:creationId xmlns="" xmlns:a16="http://schemas.microsoft.com/office/drawing/2014/main" id="{463EB779-AE73-888E-056D-0E24158FD853}"/>
                    </a:ext>
                  </a:extLst>
                </p:cNvPr>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 name="Oval 35">
                  <a:extLst>
                    <a:ext uri="{FF2B5EF4-FFF2-40B4-BE49-F238E27FC236}">
                      <a16:creationId xmlns="" xmlns:a16="http://schemas.microsoft.com/office/drawing/2014/main" id="{48444000-2742-6295-79F1-DB03FEFA15B2}"/>
                    </a:ext>
                  </a:extLst>
                </p:cNvPr>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1" name="Oval 35">
                <a:extLst>
                  <a:ext uri="{FF2B5EF4-FFF2-40B4-BE49-F238E27FC236}">
                    <a16:creationId xmlns="" xmlns:a16="http://schemas.microsoft.com/office/drawing/2014/main" id="{68970CAF-DF70-D215-C4F4-9B7F11A05C83}"/>
                  </a:ext>
                </a:extLst>
              </p:cNvPr>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 name="组合 7">
              <a:extLst>
                <a:ext uri="{FF2B5EF4-FFF2-40B4-BE49-F238E27FC236}">
                  <a16:creationId xmlns="" xmlns:a16="http://schemas.microsoft.com/office/drawing/2014/main" id="{1FA9F9ED-05F9-D9CF-A2D2-879851495A77}"/>
                </a:ext>
              </a:extLst>
            </p:cNvPr>
            <p:cNvGrpSpPr/>
            <p:nvPr/>
          </p:nvGrpSpPr>
          <p:grpSpPr>
            <a:xfrm>
              <a:off x="2909925" y="529575"/>
              <a:ext cx="462807" cy="427775"/>
              <a:chOff x="2909925" y="529575"/>
              <a:chExt cx="462807" cy="427775"/>
            </a:xfrm>
          </p:grpSpPr>
          <p:sp>
            <p:nvSpPr>
              <p:cNvPr id="6" name="任意多边形 8">
                <a:extLst>
                  <a:ext uri="{FF2B5EF4-FFF2-40B4-BE49-F238E27FC236}">
                    <a16:creationId xmlns="" xmlns:a16="http://schemas.microsoft.com/office/drawing/2014/main" id="{94272761-B250-DE62-294F-AC79B6123BFE}"/>
                  </a:ext>
                </a:extLst>
              </p:cNvPr>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7" name="Oval 35">
                <a:extLst>
                  <a:ext uri="{FF2B5EF4-FFF2-40B4-BE49-F238E27FC236}">
                    <a16:creationId xmlns="" xmlns:a16="http://schemas.microsoft.com/office/drawing/2014/main" id="{164CAED4-8BE4-07CB-82C4-2511A3F96A26}"/>
                  </a:ext>
                </a:extLst>
              </p:cNvPr>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 name="Oval 35">
                <a:extLst>
                  <a:ext uri="{FF2B5EF4-FFF2-40B4-BE49-F238E27FC236}">
                    <a16:creationId xmlns="" xmlns:a16="http://schemas.microsoft.com/office/drawing/2014/main" id="{37DF0D37-27AF-208A-1536-BC89BFB15B65}"/>
                  </a:ext>
                </a:extLst>
              </p:cNvPr>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4" name="文本框 6">
            <a:extLst>
              <a:ext uri="{FF2B5EF4-FFF2-40B4-BE49-F238E27FC236}">
                <a16:creationId xmlns="" xmlns:a16="http://schemas.microsoft.com/office/drawing/2014/main" id="{887372B3-67A0-D46E-6A87-0421B414E18B}"/>
              </a:ext>
            </a:extLst>
          </p:cNvPr>
          <p:cNvSpPr txBox="1"/>
          <p:nvPr/>
        </p:nvSpPr>
        <p:spPr>
          <a:xfrm>
            <a:off x="562376" y="65406"/>
            <a:ext cx="8106055"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ENOB value for C_ Bridge DAC with Practical T&amp;H </a:t>
            </a:r>
            <a:endParaRPr lang="zh-CN" altLang="en-US" sz="2600" b="1" dirty="0">
              <a:latin typeface="+mj-lt"/>
              <a:ea typeface="方正清刻本悦宋简体" panose="02000000000000000000" pitchFamily="2" charset="-122"/>
            </a:endParaRPr>
          </a:p>
        </p:txBody>
      </p:sp>
      <p:pic>
        <p:nvPicPr>
          <p:cNvPr id="15" name="Picture 14"/>
          <p:cNvPicPr>
            <a:picLocks noChangeAspect="1"/>
          </p:cNvPicPr>
          <p:nvPr/>
        </p:nvPicPr>
        <p:blipFill rotWithShape="1">
          <a:blip r:embed="rId3">
            <a:extLst>
              <a:ext uri="{28A0092B-C50C-407E-A947-70E740481C1C}">
                <a14:useLocalDpi xmlns:a14="http://schemas.microsoft.com/office/drawing/2010/main" val="0"/>
              </a:ext>
            </a:extLst>
          </a:blip>
          <a:srcRect b="3752"/>
          <a:stretch/>
        </p:blipFill>
        <p:spPr>
          <a:xfrm>
            <a:off x="6571268" y="4236622"/>
            <a:ext cx="5620732" cy="2072088"/>
          </a:xfrm>
          <a:prstGeom prst="rect">
            <a:avLst/>
          </a:prstGeom>
        </p:spPr>
      </p:pic>
      <p:graphicFrame>
        <p:nvGraphicFramePr>
          <p:cNvPr id="16" name="Table 15"/>
          <p:cNvGraphicFramePr>
            <a:graphicFrameLocks noGrp="1"/>
          </p:cNvGraphicFramePr>
          <p:nvPr>
            <p:extLst>
              <p:ext uri="{D42A27DB-BD31-4B8C-83A1-F6EECF244321}">
                <p14:modId xmlns:p14="http://schemas.microsoft.com/office/powerpoint/2010/main" val="2865735807"/>
              </p:ext>
            </p:extLst>
          </p:nvPr>
        </p:nvGraphicFramePr>
        <p:xfrm>
          <a:off x="8059984" y="2535111"/>
          <a:ext cx="4227020" cy="1381760"/>
        </p:xfrm>
        <a:graphic>
          <a:graphicData uri="http://schemas.openxmlformats.org/drawingml/2006/table">
            <a:tbl>
              <a:tblPr firstRow="1" bandRow="1">
                <a:tableStyleId>{073A0DAA-6AF3-43AB-8588-CEC1D06C72B9}</a:tableStyleId>
              </a:tblPr>
              <a:tblGrid>
                <a:gridCol w="1675505"/>
                <a:gridCol w="1073663"/>
                <a:gridCol w="1477852"/>
              </a:tblGrid>
              <a:tr h="370840">
                <a:tc>
                  <a:txBody>
                    <a:bodyPr/>
                    <a:lstStyle/>
                    <a:p>
                      <a:r>
                        <a:rPr lang="en-US" dirty="0" smtClean="0"/>
                        <a:t>PARAMETER</a:t>
                      </a:r>
                      <a:endParaRPr lang="en-US" dirty="0"/>
                    </a:p>
                  </a:txBody>
                  <a:tcPr/>
                </a:tc>
                <a:tc>
                  <a:txBody>
                    <a:bodyPr/>
                    <a:lstStyle/>
                    <a:p>
                      <a:pPr marL="0" marR="0" indent="0" algn="l" defTabSz="914418" rtl="0" eaLnBrk="1" fontAlgn="auto" latinLnBrk="0" hangingPunct="1">
                        <a:lnSpc>
                          <a:spcPct val="100000"/>
                        </a:lnSpc>
                        <a:spcBef>
                          <a:spcPts val="0"/>
                        </a:spcBef>
                        <a:spcAft>
                          <a:spcPts val="0"/>
                        </a:spcAft>
                        <a:buClrTx/>
                        <a:buSzTx/>
                        <a:buFontTx/>
                        <a:buNone/>
                        <a:tabLst/>
                        <a:defRPr/>
                      </a:pPr>
                      <a:r>
                        <a:rPr lang="en-US" dirty="0" smtClean="0"/>
                        <a:t>SPEC</a:t>
                      </a:r>
                    </a:p>
                    <a:p>
                      <a:endParaRPr lang="en-US" dirty="0"/>
                    </a:p>
                  </a:txBody>
                  <a:tcPr/>
                </a:tc>
                <a:tc>
                  <a:txBody>
                    <a:bodyPr/>
                    <a:lstStyle/>
                    <a:p>
                      <a:r>
                        <a:rPr lang="en-US" dirty="0" smtClean="0"/>
                        <a:t>ACHIEVED</a:t>
                      </a:r>
                      <a:endParaRPr lang="en-US" dirty="0"/>
                    </a:p>
                  </a:txBody>
                  <a:tcPr/>
                </a:tc>
              </a:tr>
              <a:tr h="370840">
                <a:tc>
                  <a:txBody>
                    <a:bodyPr/>
                    <a:lstStyle/>
                    <a:p>
                      <a:r>
                        <a:rPr lang="en-US" b="1" dirty="0" smtClean="0"/>
                        <a:t>ENOB</a:t>
                      </a:r>
                      <a:endParaRPr lang="en-US" b="1" dirty="0"/>
                    </a:p>
                  </a:txBody>
                  <a:tcPr/>
                </a:tc>
                <a:tc>
                  <a:txBody>
                    <a:bodyPr/>
                    <a:lstStyle/>
                    <a:p>
                      <a:r>
                        <a:rPr lang="en-US" dirty="0" smtClean="0"/>
                        <a:t>10 bits</a:t>
                      </a:r>
                      <a:endParaRPr lang="en-US" dirty="0"/>
                    </a:p>
                  </a:txBody>
                  <a:tcPr/>
                </a:tc>
                <a:tc>
                  <a:txBody>
                    <a:bodyPr/>
                    <a:lstStyle/>
                    <a:p>
                      <a:r>
                        <a:rPr lang="en-US" dirty="0" smtClean="0"/>
                        <a:t>9.29 bits</a:t>
                      </a:r>
                      <a:endParaRPr lang="en-US" dirty="0"/>
                    </a:p>
                  </a:txBody>
                  <a:tcPr/>
                </a:tc>
              </a:tr>
              <a:tr h="370840">
                <a:tc>
                  <a:txBody>
                    <a:bodyPr/>
                    <a:lstStyle/>
                    <a:p>
                      <a:r>
                        <a:rPr lang="en-US" b="1" dirty="0" smtClean="0"/>
                        <a:t>POWER</a:t>
                      </a:r>
                      <a:endParaRPr lang="en-US" b="1" dirty="0"/>
                    </a:p>
                  </a:txBody>
                  <a:tcPr/>
                </a:tc>
                <a:tc>
                  <a:txBody>
                    <a:bodyPr/>
                    <a:lstStyle/>
                    <a:p>
                      <a:r>
                        <a:rPr lang="en-US" dirty="0" smtClean="0"/>
                        <a:t>&lt; 7uwatt</a:t>
                      </a:r>
                      <a:endParaRPr lang="en-US" dirty="0"/>
                    </a:p>
                  </a:txBody>
                  <a:tcPr/>
                </a:tc>
                <a:tc>
                  <a:txBody>
                    <a:bodyPr/>
                    <a:lstStyle/>
                    <a:p>
                      <a:r>
                        <a:rPr lang="en-US" dirty="0" smtClean="0"/>
                        <a:t>5.85uwatt</a:t>
                      </a:r>
                      <a:endParaRPr lang="en-US" dirty="0"/>
                    </a:p>
                  </a:txBody>
                  <a:tcPr/>
                </a:tc>
              </a:tr>
            </a:tbl>
          </a:graphicData>
        </a:graphic>
      </p:graphicFrame>
      <p:sp>
        <p:nvSpPr>
          <p:cNvPr id="17" name="Rounded Rectangle 16"/>
          <p:cNvSpPr/>
          <p:nvPr/>
        </p:nvSpPr>
        <p:spPr>
          <a:xfrm>
            <a:off x="1947553" y="2028946"/>
            <a:ext cx="1911508" cy="179864"/>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p:cNvPicPr>
            <a:picLocks noChangeAspect="1"/>
          </p:cNvPicPr>
          <p:nvPr/>
        </p:nvPicPr>
        <p:blipFill rotWithShape="1">
          <a:blip r:embed="rId4">
            <a:extLst>
              <a:ext uri="{28A0092B-C50C-407E-A947-70E740481C1C}">
                <a14:useLocalDpi xmlns:a14="http://schemas.microsoft.com/office/drawing/2010/main" val="0"/>
              </a:ext>
            </a:extLst>
          </a:blip>
          <a:srcRect l="73334" t="19334" r="2880" b="76683"/>
          <a:stretch/>
        </p:blipFill>
        <p:spPr>
          <a:xfrm>
            <a:off x="1947553" y="2909648"/>
            <a:ext cx="1940181" cy="168327"/>
          </a:xfrm>
          <a:prstGeom prst="rect">
            <a:avLst/>
          </a:prstGeom>
        </p:spPr>
      </p:pic>
      <p:sp>
        <p:nvSpPr>
          <p:cNvPr id="19" name="Rounded Rectangle 18"/>
          <p:cNvSpPr/>
          <p:nvPr/>
        </p:nvSpPr>
        <p:spPr>
          <a:xfrm>
            <a:off x="1947553" y="2887364"/>
            <a:ext cx="1911508" cy="179864"/>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0703976"/>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750" fill="hold"/>
                                        <p:tgtEl>
                                          <p:spTgt spid="14"/>
                                        </p:tgtEl>
                                        <p:attrNameLst>
                                          <p:attrName>ppt_x</p:attrName>
                                        </p:attrNameLst>
                                      </p:cBhvr>
                                      <p:tavLst>
                                        <p:tav tm="0">
                                          <p:val>
                                            <p:strVal val="#ppt_x"/>
                                          </p:val>
                                        </p:tav>
                                        <p:tav tm="100000">
                                          <p:val>
                                            <p:strVal val="#ppt_x"/>
                                          </p:val>
                                        </p:tav>
                                      </p:tavLst>
                                    </p:anim>
                                    <p:anim calcmode="lin" valueType="num">
                                      <p:cBhvr additive="base">
                                        <p:cTn id="12" dur="75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473101"/>
            <a:ext cx="12192002" cy="5384899"/>
          </a:xfrm>
          <a:prstGeom prst="rect">
            <a:avLst/>
          </a:prstGeom>
        </p:spPr>
      </p:pic>
      <p:grpSp>
        <p:nvGrpSpPr>
          <p:cNvPr id="3" name="组合 4"/>
          <p:cNvGrpSpPr/>
          <p:nvPr/>
        </p:nvGrpSpPr>
        <p:grpSpPr>
          <a:xfrm>
            <a:off x="0" y="601961"/>
            <a:ext cx="3395006" cy="431295"/>
            <a:chOff x="-22274" y="526055"/>
            <a:chExt cx="3395006" cy="431295"/>
          </a:xfrm>
        </p:grpSpPr>
        <p:grpSp>
          <p:nvGrpSpPr>
            <p:cNvPr id="4" name="组合 5"/>
            <p:cNvGrpSpPr/>
            <p:nvPr/>
          </p:nvGrpSpPr>
          <p:grpSpPr>
            <a:xfrm>
              <a:off x="-22274" y="526055"/>
              <a:ext cx="2726545" cy="431295"/>
              <a:chOff x="-22274" y="526055"/>
              <a:chExt cx="2726545" cy="431295"/>
            </a:xfrm>
          </p:grpSpPr>
          <p:sp>
            <p:nvSpPr>
              <p:cNvPr id="9"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0" name="组合 12"/>
              <p:cNvGrpSpPr/>
              <p:nvPr/>
            </p:nvGrpSpPr>
            <p:grpSpPr>
              <a:xfrm>
                <a:off x="206190" y="526055"/>
                <a:ext cx="276624" cy="276624"/>
                <a:chOff x="5216663" y="2206897"/>
                <a:chExt cx="276624" cy="276624"/>
              </a:xfrm>
            </p:grpSpPr>
            <p:sp>
              <p:nvSpPr>
                <p:cNvPr id="12"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1"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 name="组合 7"/>
            <p:cNvGrpSpPr/>
            <p:nvPr/>
          </p:nvGrpSpPr>
          <p:grpSpPr>
            <a:xfrm>
              <a:off x="2909925" y="529575"/>
              <a:ext cx="462807" cy="427775"/>
              <a:chOff x="2909925" y="529575"/>
              <a:chExt cx="462807" cy="427775"/>
            </a:xfrm>
          </p:grpSpPr>
          <p:sp>
            <p:nvSpPr>
              <p:cNvPr id="6"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7"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4" name="文本框 6"/>
          <p:cNvSpPr txBox="1"/>
          <p:nvPr/>
        </p:nvSpPr>
        <p:spPr>
          <a:xfrm>
            <a:off x="846050" y="80650"/>
            <a:ext cx="2571324"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DNL Of DAC  </a:t>
            </a:r>
            <a:endParaRPr lang="zh-CN" altLang="en-US" sz="2600" b="1" dirty="0">
              <a:latin typeface="+mj-lt"/>
              <a:ea typeface="方正清刻本悦宋简体" panose="02000000000000000000" pitchFamily="2" charset="-122"/>
            </a:endParaRPr>
          </a:p>
        </p:txBody>
      </p:sp>
      <p:pic>
        <p:nvPicPr>
          <p:cNvPr id="17" name="Pictur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2981" y="1148287"/>
            <a:ext cx="502770" cy="502770"/>
          </a:xfrm>
          <a:prstGeom prst="rect">
            <a:avLst/>
          </a:prstGeom>
        </p:spPr>
      </p:pic>
      <p:sp>
        <p:nvSpPr>
          <p:cNvPr id="18" name="文本框 6">
            <a:extLst>
              <a:ext uri="{FF2B5EF4-FFF2-40B4-BE49-F238E27FC236}">
                <a16:creationId xmlns="" xmlns:a16="http://schemas.microsoft.com/office/drawing/2014/main" id="{887372B3-67A0-D46E-6A87-0421B414E18B}"/>
              </a:ext>
            </a:extLst>
          </p:cNvPr>
          <p:cNvSpPr txBox="1"/>
          <p:nvPr/>
        </p:nvSpPr>
        <p:spPr>
          <a:xfrm>
            <a:off x="8785751" y="1148287"/>
            <a:ext cx="3539859" cy="461665"/>
          </a:xfrm>
          <a:prstGeom prst="rect">
            <a:avLst/>
          </a:prstGeom>
          <a:noFill/>
        </p:spPr>
        <p:txBody>
          <a:bodyPr wrap="square" rtlCol="0">
            <a:spAutoFit/>
          </a:bodyPr>
          <a:lstStyle/>
          <a:p>
            <a:pPr algn="ctr"/>
            <a:r>
              <a:rPr lang="en-US" altLang="zh-CN" sz="2400" b="1" dirty="0" smtClean="0">
                <a:latin typeface="+mj-lt"/>
                <a:ea typeface="方正清刻本悦宋简体" panose="02000000000000000000" pitchFamily="2" charset="-122"/>
              </a:rPr>
              <a:t>Unfortunately, it is bad   </a:t>
            </a:r>
            <a:endParaRPr lang="zh-CN" altLang="en-US" sz="2400" b="1" dirty="0">
              <a:latin typeface="+mj-lt"/>
              <a:ea typeface="方正清刻本悦宋简体" panose="02000000000000000000" pitchFamily="2" charset="-122"/>
            </a:endParaRPr>
          </a:p>
        </p:txBody>
      </p:sp>
    </p:spTree>
    <p:extLst>
      <p:ext uri="{BB962C8B-B14F-4D97-AF65-F5344CB8AC3E}">
        <p14:creationId xmlns:p14="http://schemas.microsoft.com/office/powerpoint/2010/main" val="2054506608"/>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heel(1)">
                                      <p:cBhvr>
                                        <p:cTn id="10" dur="1000"/>
                                        <p:tgtEl>
                                          <p:spTgt spid="14"/>
                                        </p:tgtEl>
                                      </p:cBhvr>
                                    </p:animEffect>
                                  </p:childTnLst>
                                </p:cTn>
                              </p:par>
                              <p:par>
                                <p:cTn id="11" presetID="2" presetClass="entr" presetSubtype="4"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750" fill="hold"/>
                                        <p:tgtEl>
                                          <p:spTgt spid="18"/>
                                        </p:tgtEl>
                                        <p:attrNameLst>
                                          <p:attrName>ppt_x</p:attrName>
                                        </p:attrNameLst>
                                      </p:cBhvr>
                                      <p:tavLst>
                                        <p:tav tm="0">
                                          <p:val>
                                            <p:strVal val="#ppt_x"/>
                                          </p:val>
                                        </p:tav>
                                        <p:tav tm="100000">
                                          <p:val>
                                            <p:strVal val="#ppt_x"/>
                                          </p:val>
                                        </p:tav>
                                      </p:tavLst>
                                    </p:anim>
                                    <p:anim calcmode="lin" valueType="num">
                                      <p:cBhvr additive="base">
                                        <p:cTn id="14" dur="75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80765"/>
            <a:ext cx="12192000" cy="5277235"/>
          </a:xfrm>
          <a:prstGeom prst="rect">
            <a:avLst/>
          </a:prstGeom>
        </p:spPr>
      </p:pic>
      <p:grpSp>
        <p:nvGrpSpPr>
          <p:cNvPr id="3" name="组合 4"/>
          <p:cNvGrpSpPr/>
          <p:nvPr/>
        </p:nvGrpSpPr>
        <p:grpSpPr>
          <a:xfrm>
            <a:off x="0" y="601961"/>
            <a:ext cx="3395006" cy="431295"/>
            <a:chOff x="-22274" y="526055"/>
            <a:chExt cx="3395006" cy="431295"/>
          </a:xfrm>
        </p:grpSpPr>
        <p:grpSp>
          <p:nvGrpSpPr>
            <p:cNvPr id="4" name="组合 5"/>
            <p:cNvGrpSpPr/>
            <p:nvPr/>
          </p:nvGrpSpPr>
          <p:grpSpPr>
            <a:xfrm>
              <a:off x="-22274" y="526055"/>
              <a:ext cx="2726545" cy="431295"/>
              <a:chOff x="-22274" y="526055"/>
              <a:chExt cx="2726545" cy="431295"/>
            </a:xfrm>
          </p:grpSpPr>
          <p:sp>
            <p:nvSpPr>
              <p:cNvPr id="9"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0" name="组合 12"/>
              <p:cNvGrpSpPr/>
              <p:nvPr/>
            </p:nvGrpSpPr>
            <p:grpSpPr>
              <a:xfrm>
                <a:off x="206190" y="526055"/>
                <a:ext cx="276624" cy="276624"/>
                <a:chOff x="5216663" y="2206897"/>
                <a:chExt cx="276624" cy="276624"/>
              </a:xfrm>
            </p:grpSpPr>
            <p:sp>
              <p:nvSpPr>
                <p:cNvPr id="12"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1"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 name="组合 7"/>
            <p:cNvGrpSpPr/>
            <p:nvPr/>
          </p:nvGrpSpPr>
          <p:grpSpPr>
            <a:xfrm>
              <a:off x="2909925" y="529575"/>
              <a:ext cx="462807" cy="427775"/>
              <a:chOff x="2909925" y="529575"/>
              <a:chExt cx="462807" cy="427775"/>
            </a:xfrm>
          </p:grpSpPr>
          <p:sp>
            <p:nvSpPr>
              <p:cNvPr id="6"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7"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4" name="文本框 6"/>
          <p:cNvSpPr txBox="1"/>
          <p:nvPr/>
        </p:nvSpPr>
        <p:spPr>
          <a:xfrm>
            <a:off x="846050" y="80650"/>
            <a:ext cx="2418590"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INL Of DAC </a:t>
            </a:r>
            <a:endParaRPr lang="zh-CN" altLang="en-US" sz="2600" b="1" dirty="0">
              <a:latin typeface="+mj-lt"/>
              <a:ea typeface="方正清刻本悦宋简体" panose="02000000000000000000" pitchFamily="2" charset="-122"/>
            </a:endParaRPr>
          </a:p>
        </p:txBody>
      </p:sp>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05339" y="1308827"/>
            <a:ext cx="502770" cy="502770"/>
          </a:xfrm>
          <a:prstGeom prst="rect">
            <a:avLst/>
          </a:prstGeom>
        </p:spPr>
      </p:pic>
      <p:sp>
        <p:nvSpPr>
          <p:cNvPr id="17" name="文本框 6">
            <a:extLst>
              <a:ext uri="{FF2B5EF4-FFF2-40B4-BE49-F238E27FC236}">
                <a16:creationId xmlns="" xmlns:a16="http://schemas.microsoft.com/office/drawing/2014/main" id="{887372B3-67A0-D46E-6A87-0421B414E18B}"/>
              </a:ext>
            </a:extLst>
          </p:cNvPr>
          <p:cNvSpPr txBox="1"/>
          <p:nvPr/>
        </p:nvSpPr>
        <p:spPr>
          <a:xfrm>
            <a:off x="8773225" y="1349932"/>
            <a:ext cx="3539859" cy="461665"/>
          </a:xfrm>
          <a:prstGeom prst="rect">
            <a:avLst/>
          </a:prstGeom>
          <a:noFill/>
        </p:spPr>
        <p:txBody>
          <a:bodyPr wrap="square" rtlCol="0">
            <a:spAutoFit/>
          </a:bodyPr>
          <a:lstStyle/>
          <a:p>
            <a:pPr algn="ctr"/>
            <a:r>
              <a:rPr lang="en-US" altLang="zh-CN" sz="2400" b="1" dirty="0" smtClean="0">
                <a:latin typeface="+mj-lt"/>
                <a:ea typeface="方正清刻本悦宋简体" panose="02000000000000000000" pitchFamily="2" charset="-122"/>
              </a:rPr>
              <a:t>Unfortunately, it is bad   </a:t>
            </a:r>
            <a:endParaRPr lang="zh-CN" altLang="en-US" sz="2400" b="1" dirty="0">
              <a:latin typeface="+mj-lt"/>
              <a:ea typeface="方正清刻本悦宋简体" panose="02000000000000000000" pitchFamily="2" charset="-122"/>
            </a:endParaRPr>
          </a:p>
        </p:txBody>
      </p:sp>
    </p:spTree>
    <p:extLst>
      <p:ext uri="{BB962C8B-B14F-4D97-AF65-F5344CB8AC3E}">
        <p14:creationId xmlns:p14="http://schemas.microsoft.com/office/powerpoint/2010/main" val="1328094078"/>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heel(1)">
                                      <p:cBhvr>
                                        <p:cTn id="10" dur="1000"/>
                                        <p:tgtEl>
                                          <p:spTgt spid="14"/>
                                        </p:tgtEl>
                                      </p:cBhvr>
                                    </p:animEffect>
                                  </p:childTnLst>
                                </p:cTn>
                              </p:par>
                              <p:par>
                                <p:cTn id="11" presetID="2" presetClass="entr" presetSubtype="4"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750" fill="hold"/>
                                        <p:tgtEl>
                                          <p:spTgt spid="17"/>
                                        </p:tgtEl>
                                        <p:attrNameLst>
                                          <p:attrName>ppt_x</p:attrName>
                                        </p:attrNameLst>
                                      </p:cBhvr>
                                      <p:tavLst>
                                        <p:tav tm="0">
                                          <p:val>
                                            <p:strVal val="#ppt_x"/>
                                          </p:val>
                                        </p:tav>
                                        <p:tav tm="100000">
                                          <p:val>
                                            <p:strVal val="#ppt_x"/>
                                          </p:val>
                                        </p:tav>
                                      </p:tavLst>
                                    </p:anim>
                                    <p:anim calcmode="lin" valueType="num">
                                      <p:cBhvr additive="base">
                                        <p:cTn id="14" dur="75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095" y="1175944"/>
            <a:ext cx="11634790" cy="5577886"/>
          </a:xfrm>
          <a:prstGeom prst="rect">
            <a:avLst/>
          </a:prstGeom>
        </p:spPr>
      </p:pic>
      <p:grpSp>
        <p:nvGrpSpPr>
          <p:cNvPr id="3" name="组合 4"/>
          <p:cNvGrpSpPr/>
          <p:nvPr/>
        </p:nvGrpSpPr>
        <p:grpSpPr>
          <a:xfrm>
            <a:off x="0" y="601961"/>
            <a:ext cx="3395006" cy="431295"/>
            <a:chOff x="-22274" y="526055"/>
            <a:chExt cx="3395006" cy="431295"/>
          </a:xfrm>
        </p:grpSpPr>
        <p:grpSp>
          <p:nvGrpSpPr>
            <p:cNvPr id="4" name="组合 5"/>
            <p:cNvGrpSpPr/>
            <p:nvPr/>
          </p:nvGrpSpPr>
          <p:grpSpPr>
            <a:xfrm>
              <a:off x="-22274" y="526055"/>
              <a:ext cx="2726545" cy="431295"/>
              <a:chOff x="-22274" y="526055"/>
              <a:chExt cx="2726545" cy="431295"/>
            </a:xfrm>
          </p:grpSpPr>
          <p:sp>
            <p:nvSpPr>
              <p:cNvPr id="9"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0" name="组合 12"/>
              <p:cNvGrpSpPr/>
              <p:nvPr/>
            </p:nvGrpSpPr>
            <p:grpSpPr>
              <a:xfrm>
                <a:off x="206190" y="526055"/>
                <a:ext cx="276624" cy="276624"/>
                <a:chOff x="5216663" y="2206897"/>
                <a:chExt cx="276624" cy="276624"/>
              </a:xfrm>
            </p:grpSpPr>
            <p:sp>
              <p:nvSpPr>
                <p:cNvPr id="12"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1"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5" name="组合 7"/>
            <p:cNvGrpSpPr/>
            <p:nvPr/>
          </p:nvGrpSpPr>
          <p:grpSpPr>
            <a:xfrm>
              <a:off x="2909925" y="529575"/>
              <a:ext cx="462807" cy="427775"/>
              <a:chOff x="2909925" y="529575"/>
              <a:chExt cx="462807" cy="427775"/>
            </a:xfrm>
          </p:grpSpPr>
          <p:sp>
            <p:nvSpPr>
              <p:cNvPr id="6"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7"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4" name="文本框 6"/>
          <p:cNvSpPr txBox="1"/>
          <p:nvPr/>
        </p:nvSpPr>
        <p:spPr>
          <a:xfrm>
            <a:off x="365917" y="67102"/>
            <a:ext cx="5742640"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Full System of Synchronous ADC</a:t>
            </a:r>
            <a:endParaRPr lang="zh-CN" altLang="en-US" sz="2600" b="1" dirty="0">
              <a:latin typeface="+mj-lt"/>
              <a:ea typeface="方正清刻本悦宋简体" panose="02000000000000000000" pitchFamily="2" charset="-122"/>
            </a:endParaRPr>
          </a:p>
        </p:txBody>
      </p:sp>
    </p:spTree>
    <p:extLst>
      <p:ext uri="{BB962C8B-B14F-4D97-AF65-F5344CB8AC3E}">
        <p14:creationId xmlns:p14="http://schemas.microsoft.com/office/powerpoint/2010/main" val="4160926765"/>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heel(1)">
                                      <p:cBhvr>
                                        <p:cTn id="10"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
          <p:cNvGrpSpPr/>
          <p:nvPr/>
        </p:nvGrpSpPr>
        <p:grpSpPr>
          <a:xfrm>
            <a:off x="0" y="601961"/>
            <a:ext cx="3395006" cy="431295"/>
            <a:chOff x="-22274" y="526055"/>
            <a:chExt cx="3395006" cy="431295"/>
          </a:xfrm>
        </p:grpSpPr>
        <p:grpSp>
          <p:nvGrpSpPr>
            <p:cNvPr id="3" name="组合 5"/>
            <p:cNvGrpSpPr/>
            <p:nvPr/>
          </p:nvGrpSpPr>
          <p:grpSpPr>
            <a:xfrm>
              <a:off x="-22274" y="526055"/>
              <a:ext cx="2726545" cy="431295"/>
              <a:chOff x="-22274" y="526055"/>
              <a:chExt cx="2726545" cy="431295"/>
            </a:xfrm>
          </p:grpSpPr>
          <p:sp>
            <p:nvSpPr>
              <p:cNvPr id="8" name="任意多边形 11"/>
              <p:cNvSpPr/>
              <p:nvPr/>
            </p:nvSpPr>
            <p:spPr>
              <a:xfrm>
                <a:off x="-22274" y="663087"/>
                <a:ext cx="2621280" cy="243840"/>
              </a:xfrm>
              <a:custGeom>
                <a:avLst/>
                <a:gdLst>
                  <a:gd name="connsiteX0" fmla="*/ 0 w 2621280"/>
                  <a:gd name="connsiteY0" fmla="*/ 0 h 243840"/>
                  <a:gd name="connsiteX1" fmla="*/ 937260 w 2621280"/>
                  <a:gd name="connsiteY1" fmla="*/ 0 h 243840"/>
                  <a:gd name="connsiteX2" fmla="*/ 1181100 w 2621280"/>
                  <a:gd name="connsiteY2" fmla="*/ 243840 h 243840"/>
                  <a:gd name="connsiteX3" fmla="*/ 2621280 w 2621280"/>
                  <a:gd name="connsiteY3" fmla="*/ 243840 h 243840"/>
                </a:gdLst>
                <a:ahLst/>
                <a:cxnLst>
                  <a:cxn ang="0">
                    <a:pos x="connsiteX0" y="connsiteY0"/>
                  </a:cxn>
                  <a:cxn ang="0">
                    <a:pos x="connsiteX1" y="connsiteY1"/>
                  </a:cxn>
                  <a:cxn ang="0">
                    <a:pos x="connsiteX2" y="connsiteY2"/>
                  </a:cxn>
                  <a:cxn ang="0">
                    <a:pos x="connsiteX3" y="connsiteY3"/>
                  </a:cxn>
                </a:cxnLst>
                <a:rect l="l" t="t" r="r" b="b"/>
                <a:pathLst>
                  <a:path w="2621280" h="243840">
                    <a:moveTo>
                      <a:pt x="0" y="0"/>
                    </a:moveTo>
                    <a:lnTo>
                      <a:pt x="937260" y="0"/>
                    </a:lnTo>
                    <a:lnTo>
                      <a:pt x="1181100" y="243840"/>
                    </a:lnTo>
                    <a:lnTo>
                      <a:pt x="2621280" y="24384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9" name="组合 12"/>
              <p:cNvGrpSpPr/>
              <p:nvPr/>
            </p:nvGrpSpPr>
            <p:grpSpPr>
              <a:xfrm>
                <a:off x="206190" y="526055"/>
                <a:ext cx="276624" cy="276624"/>
                <a:chOff x="5216663" y="2206897"/>
                <a:chExt cx="276624" cy="276624"/>
              </a:xfrm>
            </p:grpSpPr>
            <p:sp>
              <p:nvSpPr>
                <p:cNvPr id="11" name="Oval 35"/>
                <p:cNvSpPr>
                  <a:spLocks noChangeAspect="1" noChangeArrowheads="1"/>
                </p:cNvSpPr>
                <p:nvPr/>
              </p:nvSpPr>
              <p:spPr bwMode="auto">
                <a:xfrm rot="18881770" flipH="1">
                  <a:off x="5216663" y="2206897"/>
                  <a:ext cx="276624" cy="276624"/>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 name="Oval 35"/>
                <p:cNvSpPr>
                  <a:spLocks noChangeAspect="1" noChangeArrowheads="1"/>
                </p:cNvSpPr>
                <p:nvPr/>
              </p:nvSpPr>
              <p:spPr bwMode="auto">
                <a:xfrm rot="18881770" flipH="1">
                  <a:off x="5282116" y="2273211"/>
                  <a:ext cx="144000" cy="144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0" name="Oval 35"/>
              <p:cNvSpPr>
                <a:spLocks noChangeAspect="1" noChangeArrowheads="1"/>
              </p:cNvSpPr>
              <p:nvPr/>
            </p:nvSpPr>
            <p:spPr bwMode="auto">
              <a:xfrm rot="18881770" flipH="1">
                <a:off x="2596271" y="849350"/>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4" name="组合 7"/>
            <p:cNvGrpSpPr/>
            <p:nvPr/>
          </p:nvGrpSpPr>
          <p:grpSpPr>
            <a:xfrm>
              <a:off x="2909925" y="529575"/>
              <a:ext cx="462807" cy="427775"/>
              <a:chOff x="2909925" y="529575"/>
              <a:chExt cx="462807" cy="427775"/>
            </a:xfrm>
          </p:grpSpPr>
          <p:sp>
            <p:nvSpPr>
              <p:cNvPr id="5" name="任意多边形 8"/>
              <p:cNvSpPr/>
              <p:nvPr/>
            </p:nvSpPr>
            <p:spPr>
              <a:xfrm>
                <a:off x="3003896" y="614253"/>
                <a:ext cx="309544" cy="291465"/>
              </a:xfrm>
              <a:custGeom>
                <a:avLst/>
                <a:gdLst>
                  <a:gd name="connsiteX0" fmla="*/ 411480 w 411480"/>
                  <a:gd name="connsiteY0" fmla="*/ 0 h 1036320"/>
                  <a:gd name="connsiteX1" fmla="*/ 411480 w 411480"/>
                  <a:gd name="connsiteY1" fmla="*/ 883920 h 1036320"/>
                  <a:gd name="connsiteX2" fmla="*/ 259080 w 411480"/>
                  <a:gd name="connsiteY2" fmla="*/ 1036320 h 1036320"/>
                  <a:gd name="connsiteX3" fmla="*/ 0 w 411480"/>
                  <a:gd name="connsiteY3" fmla="*/ 1036320 h 1036320"/>
                  <a:gd name="connsiteX0" fmla="*/ 309086 w 309086"/>
                  <a:gd name="connsiteY0" fmla="*/ 0 h 1036320"/>
                  <a:gd name="connsiteX1" fmla="*/ 309086 w 309086"/>
                  <a:gd name="connsiteY1" fmla="*/ 883920 h 1036320"/>
                  <a:gd name="connsiteX2" fmla="*/ 156686 w 309086"/>
                  <a:gd name="connsiteY2" fmla="*/ 1036320 h 1036320"/>
                  <a:gd name="connsiteX3" fmla="*/ 0 w 309086"/>
                  <a:gd name="connsiteY3" fmla="*/ 1036320 h 1036320"/>
                  <a:gd name="connsiteX0" fmla="*/ 309086 w 309086"/>
                  <a:gd name="connsiteY0" fmla="*/ 0 h 434340"/>
                  <a:gd name="connsiteX1" fmla="*/ 309086 w 309086"/>
                  <a:gd name="connsiteY1" fmla="*/ 281940 h 434340"/>
                  <a:gd name="connsiteX2" fmla="*/ 156686 w 309086"/>
                  <a:gd name="connsiteY2" fmla="*/ 434340 h 434340"/>
                  <a:gd name="connsiteX3" fmla="*/ 0 w 309086"/>
                  <a:gd name="connsiteY3" fmla="*/ 434340 h 434340"/>
                  <a:gd name="connsiteX0" fmla="*/ 309086 w 309086"/>
                  <a:gd name="connsiteY0" fmla="*/ 0 h 434340"/>
                  <a:gd name="connsiteX1" fmla="*/ 309086 w 309086"/>
                  <a:gd name="connsiteY1" fmla="*/ 281940 h 434340"/>
                  <a:gd name="connsiteX2" fmla="*/ 309086 w 309086"/>
                  <a:gd name="connsiteY2" fmla="*/ 434340 h 434340"/>
                  <a:gd name="connsiteX3" fmla="*/ 0 w 309086"/>
                  <a:gd name="connsiteY3" fmla="*/ 434340 h 434340"/>
                  <a:gd name="connsiteX0" fmla="*/ 309086 w 432911"/>
                  <a:gd name="connsiteY0" fmla="*/ 0 h 434340"/>
                  <a:gd name="connsiteX1" fmla="*/ 432911 w 432911"/>
                  <a:gd name="connsiteY1" fmla="*/ 310515 h 434340"/>
                  <a:gd name="connsiteX2" fmla="*/ 309086 w 432911"/>
                  <a:gd name="connsiteY2" fmla="*/ 434340 h 434340"/>
                  <a:gd name="connsiteX3" fmla="*/ 0 w 432911"/>
                  <a:gd name="connsiteY3" fmla="*/ 434340 h 434340"/>
                  <a:gd name="connsiteX0" fmla="*/ 432911 w 432911"/>
                  <a:gd name="connsiteY0" fmla="*/ 0 h 453390"/>
                  <a:gd name="connsiteX1" fmla="*/ 432911 w 432911"/>
                  <a:gd name="connsiteY1" fmla="*/ 329565 h 453390"/>
                  <a:gd name="connsiteX2" fmla="*/ 309086 w 432911"/>
                  <a:gd name="connsiteY2" fmla="*/ 453390 h 453390"/>
                  <a:gd name="connsiteX3" fmla="*/ 0 w 432911"/>
                  <a:gd name="connsiteY3" fmla="*/ 453390 h 453390"/>
                  <a:gd name="connsiteX0" fmla="*/ 432911 w 432911"/>
                  <a:gd name="connsiteY0" fmla="*/ 0 h 453390"/>
                  <a:gd name="connsiteX1" fmla="*/ 432911 w 432911"/>
                  <a:gd name="connsiteY1" fmla="*/ 329565 h 453390"/>
                  <a:gd name="connsiteX2" fmla="*/ 356711 w 432911"/>
                  <a:gd name="connsiteY2" fmla="*/ 453390 h 453390"/>
                  <a:gd name="connsiteX3" fmla="*/ 0 w 432911"/>
                  <a:gd name="connsiteY3" fmla="*/ 453390 h 453390"/>
                  <a:gd name="connsiteX0" fmla="*/ 432911 w 451961"/>
                  <a:gd name="connsiteY0" fmla="*/ 0 h 453390"/>
                  <a:gd name="connsiteX1" fmla="*/ 451961 w 451961"/>
                  <a:gd name="connsiteY1" fmla="*/ 358140 h 453390"/>
                  <a:gd name="connsiteX2" fmla="*/ 356711 w 451961"/>
                  <a:gd name="connsiteY2" fmla="*/ 453390 h 453390"/>
                  <a:gd name="connsiteX3" fmla="*/ 0 w 451961"/>
                  <a:gd name="connsiteY3" fmla="*/ 453390 h 453390"/>
                  <a:gd name="connsiteX0" fmla="*/ 466249 w 466249"/>
                  <a:gd name="connsiteY0" fmla="*/ 0 h 443865"/>
                  <a:gd name="connsiteX1" fmla="*/ 451961 w 466249"/>
                  <a:gd name="connsiteY1" fmla="*/ 348615 h 443865"/>
                  <a:gd name="connsiteX2" fmla="*/ 356711 w 466249"/>
                  <a:gd name="connsiteY2" fmla="*/ 443865 h 443865"/>
                  <a:gd name="connsiteX3" fmla="*/ 0 w 466249"/>
                  <a:gd name="connsiteY3" fmla="*/ 443865 h 443865"/>
                  <a:gd name="connsiteX0" fmla="*/ 456724 w 456724"/>
                  <a:gd name="connsiteY0" fmla="*/ 0 h 443865"/>
                  <a:gd name="connsiteX1" fmla="*/ 451961 w 456724"/>
                  <a:gd name="connsiteY1" fmla="*/ 348615 h 443865"/>
                  <a:gd name="connsiteX2" fmla="*/ 356711 w 456724"/>
                  <a:gd name="connsiteY2" fmla="*/ 443865 h 443865"/>
                  <a:gd name="connsiteX3" fmla="*/ 0 w 456724"/>
                  <a:gd name="connsiteY3" fmla="*/ 443865 h 443865"/>
                  <a:gd name="connsiteX0" fmla="*/ 451961 w 452419"/>
                  <a:gd name="connsiteY0" fmla="*/ 0 h 443865"/>
                  <a:gd name="connsiteX1" fmla="*/ 451961 w 452419"/>
                  <a:gd name="connsiteY1" fmla="*/ 348615 h 443865"/>
                  <a:gd name="connsiteX2" fmla="*/ 356711 w 452419"/>
                  <a:gd name="connsiteY2" fmla="*/ 443865 h 443865"/>
                  <a:gd name="connsiteX3" fmla="*/ 0 w 452419"/>
                  <a:gd name="connsiteY3" fmla="*/ 443865 h 443865"/>
                  <a:gd name="connsiteX0" fmla="*/ 309086 w 309544"/>
                  <a:gd name="connsiteY0" fmla="*/ 0 h 443865"/>
                  <a:gd name="connsiteX1" fmla="*/ 309086 w 309544"/>
                  <a:gd name="connsiteY1" fmla="*/ 348615 h 443865"/>
                  <a:gd name="connsiteX2" fmla="*/ 213836 w 309544"/>
                  <a:gd name="connsiteY2" fmla="*/ 443865 h 443865"/>
                  <a:gd name="connsiteX3" fmla="*/ 0 w 309544"/>
                  <a:gd name="connsiteY3" fmla="*/ 443865 h 443865"/>
                  <a:gd name="connsiteX0" fmla="*/ 309086 w 309544"/>
                  <a:gd name="connsiteY0" fmla="*/ 0 h 291465"/>
                  <a:gd name="connsiteX1" fmla="*/ 309086 w 309544"/>
                  <a:gd name="connsiteY1" fmla="*/ 196215 h 291465"/>
                  <a:gd name="connsiteX2" fmla="*/ 213836 w 309544"/>
                  <a:gd name="connsiteY2" fmla="*/ 291465 h 291465"/>
                  <a:gd name="connsiteX3" fmla="*/ 0 w 309544"/>
                  <a:gd name="connsiteY3" fmla="*/ 291465 h 291465"/>
                </a:gdLst>
                <a:ahLst/>
                <a:cxnLst>
                  <a:cxn ang="0">
                    <a:pos x="connsiteX0" y="connsiteY0"/>
                  </a:cxn>
                  <a:cxn ang="0">
                    <a:pos x="connsiteX1" y="connsiteY1"/>
                  </a:cxn>
                  <a:cxn ang="0">
                    <a:pos x="connsiteX2" y="connsiteY2"/>
                  </a:cxn>
                  <a:cxn ang="0">
                    <a:pos x="connsiteX3" y="connsiteY3"/>
                  </a:cxn>
                </a:cxnLst>
                <a:rect l="l" t="t" r="r" b="b"/>
                <a:pathLst>
                  <a:path w="309544" h="291465">
                    <a:moveTo>
                      <a:pt x="309086" y="0"/>
                    </a:moveTo>
                    <a:cubicBezTo>
                      <a:pt x="307498" y="116205"/>
                      <a:pt x="310674" y="80010"/>
                      <a:pt x="309086" y="196215"/>
                    </a:cubicBezTo>
                    <a:lnTo>
                      <a:pt x="213836" y="291465"/>
                    </a:lnTo>
                    <a:lnTo>
                      <a:pt x="0" y="291465"/>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6" name="Oval 35"/>
              <p:cNvSpPr>
                <a:spLocks noChangeAspect="1" noChangeArrowheads="1"/>
              </p:cNvSpPr>
              <p:nvPr/>
            </p:nvSpPr>
            <p:spPr bwMode="auto">
              <a:xfrm rot="18881770" flipH="1">
                <a:off x="2909925" y="849350"/>
                <a:ext cx="108000" cy="1080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 name="Oval 35"/>
              <p:cNvSpPr>
                <a:spLocks noChangeAspect="1" noChangeArrowheads="1"/>
              </p:cNvSpPr>
              <p:nvPr/>
            </p:nvSpPr>
            <p:spPr bwMode="auto">
              <a:xfrm rot="18881770" flipH="1">
                <a:off x="3264732" y="529575"/>
                <a:ext cx="108000" cy="108000"/>
              </a:xfrm>
              <a:prstGeom prst="ellipse">
                <a:avLst/>
              </a:prstGeom>
              <a:solidFill>
                <a:schemeClr val="bg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sp>
        <p:nvSpPr>
          <p:cNvPr id="13" name="文本框 6"/>
          <p:cNvSpPr txBox="1"/>
          <p:nvPr/>
        </p:nvSpPr>
        <p:spPr>
          <a:xfrm>
            <a:off x="365917" y="67102"/>
            <a:ext cx="4694598" cy="492443"/>
          </a:xfrm>
          <a:prstGeom prst="rect">
            <a:avLst/>
          </a:prstGeom>
          <a:noFill/>
        </p:spPr>
        <p:txBody>
          <a:bodyPr wrap="square" rtlCol="0">
            <a:spAutoFit/>
          </a:bodyPr>
          <a:lstStyle/>
          <a:p>
            <a:pPr algn="ctr"/>
            <a:r>
              <a:rPr lang="en-US" altLang="zh-CN" sz="2600" b="1" dirty="0" smtClean="0">
                <a:latin typeface="+mj-lt"/>
                <a:ea typeface="方正清刻本悦宋简体" panose="02000000000000000000" pitchFamily="2" charset="-122"/>
              </a:rPr>
              <a:t>Spectrum Analysis of ADC</a:t>
            </a:r>
            <a:endParaRPr lang="zh-CN" altLang="en-US" sz="2600" b="1" dirty="0">
              <a:latin typeface="+mj-lt"/>
              <a:ea typeface="方正清刻本悦宋简体" panose="02000000000000000000" pitchFamily="2" charset="-122"/>
            </a:endParaRPr>
          </a:p>
        </p:txBody>
      </p:sp>
      <p:pic>
        <p:nvPicPr>
          <p:cNvPr id="14" name="Picture 13"/>
          <p:cNvPicPr>
            <a:picLocks noChangeAspect="1"/>
          </p:cNvPicPr>
          <p:nvPr/>
        </p:nvPicPr>
        <p:blipFill rotWithShape="1">
          <a:blip r:embed="rId2">
            <a:extLst>
              <a:ext uri="{28A0092B-C50C-407E-A947-70E740481C1C}">
                <a14:useLocalDpi xmlns:a14="http://schemas.microsoft.com/office/drawing/2010/main" val="0"/>
              </a:ext>
            </a:extLst>
          </a:blip>
          <a:srcRect l="26452" t="24645" r="19333" b="12127"/>
          <a:stretch/>
        </p:blipFill>
        <p:spPr>
          <a:xfrm>
            <a:off x="0" y="1268354"/>
            <a:ext cx="12192000" cy="5577226"/>
          </a:xfrm>
          <a:prstGeom prst="rect">
            <a:avLst/>
          </a:prstGeom>
        </p:spPr>
      </p:pic>
    </p:spTree>
    <p:extLst>
      <p:ext uri="{BB962C8B-B14F-4D97-AF65-F5344CB8AC3E}">
        <p14:creationId xmlns:p14="http://schemas.microsoft.com/office/powerpoint/2010/main" val="2606611516"/>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1000"/>
                                        <p:tgtEl>
                                          <p:spTgt spid="2"/>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heel(1)">
                                      <p:cBhvr>
                                        <p:cTn id="10"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4" name="任意多边形 1313"/>
          <p:cNvSpPr/>
          <p:nvPr/>
        </p:nvSpPr>
        <p:spPr>
          <a:xfrm>
            <a:off x="4614900" y="2767344"/>
            <a:ext cx="2929284" cy="923245"/>
          </a:xfrm>
          <a:custGeom>
            <a:avLst/>
            <a:gdLst>
              <a:gd name="connsiteX0" fmla="*/ 280239 w 2929284"/>
              <a:gd name="connsiteY0" fmla="*/ 0 h 923245"/>
              <a:gd name="connsiteX1" fmla="*/ 2929284 w 2929284"/>
              <a:gd name="connsiteY1" fmla="*/ 0 h 923245"/>
              <a:gd name="connsiteX2" fmla="*/ 2929284 w 2929284"/>
              <a:gd name="connsiteY2" fmla="*/ 634439 h 923245"/>
              <a:gd name="connsiteX3" fmla="*/ 2640478 w 2929284"/>
              <a:gd name="connsiteY3" fmla="*/ 923245 h 923245"/>
              <a:gd name="connsiteX4" fmla="*/ 0 w 2929284"/>
              <a:gd name="connsiteY4" fmla="*/ 923245 h 923245"/>
              <a:gd name="connsiteX5" fmla="*/ 0 w 2929284"/>
              <a:gd name="connsiteY5" fmla="*/ 280239 h 923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29284" h="923245">
                <a:moveTo>
                  <a:pt x="280239" y="0"/>
                </a:moveTo>
                <a:lnTo>
                  <a:pt x="2929284" y="0"/>
                </a:lnTo>
                <a:lnTo>
                  <a:pt x="2929284" y="634439"/>
                </a:lnTo>
                <a:lnTo>
                  <a:pt x="2640478" y="923245"/>
                </a:lnTo>
                <a:lnTo>
                  <a:pt x="0" y="923245"/>
                </a:lnTo>
                <a:lnTo>
                  <a:pt x="0" y="28023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901">
              <a:latin typeface="+mj-lt"/>
            </a:endParaRPr>
          </a:p>
        </p:txBody>
      </p:sp>
      <p:sp>
        <p:nvSpPr>
          <p:cNvPr id="1255" name="Freeform 811"/>
          <p:cNvSpPr>
            <a:spLocks/>
          </p:cNvSpPr>
          <p:nvPr/>
        </p:nvSpPr>
        <p:spPr bwMode="auto">
          <a:xfrm>
            <a:off x="6429376" y="-2705106"/>
            <a:ext cx="141288" cy="141288"/>
          </a:xfrm>
          <a:custGeom>
            <a:avLst/>
            <a:gdLst>
              <a:gd name="T0" fmla="*/ 17 w 34"/>
              <a:gd name="T1" fmla="*/ 0 h 34"/>
              <a:gd name="T2" fmla="*/ 5 w 34"/>
              <a:gd name="T3" fmla="*/ 5 h 34"/>
              <a:gd name="T4" fmla="*/ 4 w 34"/>
              <a:gd name="T5" fmla="*/ 4 h 34"/>
              <a:gd name="T6" fmla="*/ 5 w 34"/>
              <a:gd name="T7" fmla="*/ 5 h 34"/>
              <a:gd name="T8" fmla="*/ 0 w 34"/>
              <a:gd name="T9" fmla="*/ 17 h 34"/>
              <a:gd name="T10" fmla="*/ 5 w 34"/>
              <a:gd name="T11" fmla="*/ 29 h 34"/>
              <a:gd name="T12" fmla="*/ 17 w 34"/>
              <a:gd name="T13" fmla="*/ 34 h 34"/>
              <a:gd name="T14" fmla="*/ 29 w 34"/>
              <a:gd name="T15" fmla="*/ 29 h 34"/>
              <a:gd name="T16" fmla="*/ 34 w 34"/>
              <a:gd name="T17" fmla="*/ 17 h 34"/>
              <a:gd name="T18" fmla="*/ 29 w 34"/>
              <a:gd name="T19" fmla="*/ 5 h 34"/>
              <a:gd name="T20" fmla="*/ 17 w 34"/>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 h="34">
                <a:moveTo>
                  <a:pt x="17" y="0"/>
                </a:moveTo>
                <a:cubicBezTo>
                  <a:pt x="13" y="0"/>
                  <a:pt x="8" y="2"/>
                  <a:pt x="5" y="5"/>
                </a:cubicBezTo>
                <a:cubicBezTo>
                  <a:pt x="4" y="4"/>
                  <a:pt x="4" y="4"/>
                  <a:pt x="4" y="4"/>
                </a:cubicBezTo>
                <a:cubicBezTo>
                  <a:pt x="5" y="5"/>
                  <a:pt x="5" y="5"/>
                  <a:pt x="5" y="5"/>
                </a:cubicBezTo>
                <a:cubicBezTo>
                  <a:pt x="2" y="8"/>
                  <a:pt x="0" y="13"/>
                  <a:pt x="0" y="17"/>
                </a:cubicBezTo>
                <a:cubicBezTo>
                  <a:pt x="0" y="21"/>
                  <a:pt x="2" y="25"/>
                  <a:pt x="5" y="29"/>
                </a:cubicBezTo>
                <a:cubicBezTo>
                  <a:pt x="8" y="32"/>
                  <a:pt x="13" y="34"/>
                  <a:pt x="17" y="34"/>
                </a:cubicBezTo>
                <a:cubicBezTo>
                  <a:pt x="21" y="34"/>
                  <a:pt x="25" y="32"/>
                  <a:pt x="29" y="29"/>
                </a:cubicBezTo>
                <a:cubicBezTo>
                  <a:pt x="32" y="25"/>
                  <a:pt x="34" y="21"/>
                  <a:pt x="34" y="17"/>
                </a:cubicBezTo>
                <a:cubicBezTo>
                  <a:pt x="34" y="13"/>
                  <a:pt x="32" y="8"/>
                  <a:pt x="29"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56" name="Freeform 812"/>
          <p:cNvSpPr>
            <a:spLocks noEditPoints="1"/>
          </p:cNvSpPr>
          <p:nvPr/>
        </p:nvSpPr>
        <p:spPr bwMode="auto">
          <a:xfrm>
            <a:off x="6413501" y="-2720982"/>
            <a:ext cx="173038" cy="174625"/>
          </a:xfrm>
          <a:custGeom>
            <a:avLst/>
            <a:gdLst>
              <a:gd name="T0" fmla="*/ 9 w 42"/>
              <a:gd name="T1" fmla="*/ 9 h 42"/>
              <a:gd name="T2" fmla="*/ 21 w 42"/>
              <a:gd name="T3" fmla="*/ 4 h 42"/>
              <a:gd name="T4" fmla="*/ 33 w 42"/>
              <a:gd name="T5" fmla="*/ 9 h 42"/>
              <a:gd name="T6" fmla="*/ 38 w 42"/>
              <a:gd name="T7" fmla="*/ 21 h 42"/>
              <a:gd name="T8" fmla="*/ 33 w 42"/>
              <a:gd name="T9" fmla="*/ 33 h 42"/>
              <a:gd name="T10" fmla="*/ 21 w 42"/>
              <a:gd name="T11" fmla="*/ 38 h 42"/>
              <a:gd name="T12" fmla="*/ 9 w 42"/>
              <a:gd name="T13" fmla="*/ 33 h 42"/>
              <a:gd name="T14" fmla="*/ 4 w 42"/>
              <a:gd name="T15" fmla="*/ 21 h 42"/>
              <a:gd name="T16" fmla="*/ 9 w 42"/>
              <a:gd name="T17" fmla="*/ 9 h 42"/>
              <a:gd name="T18" fmla="*/ 8 w 42"/>
              <a:gd name="T19" fmla="*/ 8 h 42"/>
              <a:gd name="T20" fmla="*/ 9 w 42"/>
              <a:gd name="T21" fmla="*/ 9 h 42"/>
              <a:gd name="T22" fmla="*/ 21 w 42"/>
              <a:gd name="T23" fmla="*/ 0 h 42"/>
              <a:gd name="T24" fmla="*/ 21 w 42"/>
              <a:gd name="T25" fmla="*/ 0 h 42"/>
              <a:gd name="T26" fmla="*/ 20 w 42"/>
              <a:gd name="T27" fmla="*/ 0 h 42"/>
              <a:gd name="T28" fmla="*/ 6 w 42"/>
              <a:gd name="T29" fmla="*/ 6 h 42"/>
              <a:gd name="T30" fmla="*/ 6 w 42"/>
              <a:gd name="T31" fmla="*/ 6 h 42"/>
              <a:gd name="T32" fmla="*/ 0 w 42"/>
              <a:gd name="T33" fmla="*/ 21 h 42"/>
              <a:gd name="T34" fmla="*/ 6 w 42"/>
              <a:gd name="T35" fmla="*/ 36 h 42"/>
              <a:gd name="T36" fmla="*/ 20 w 42"/>
              <a:gd name="T37" fmla="*/ 42 h 42"/>
              <a:gd name="T38" fmla="*/ 21 w 42"/>
              <a:gd name="T39" fmla="*/ 42 h 42"/>
              <a:gd name="T40" fmla="*/ 21 w 42"/>
              <a:gd name="T41" fmla="*/ 42 h 42"/>
              <a:gd name="T42" fmla="*/ 24 w 42"/>
              <a:gd name="T43" fmla="*/ 41 h 42"/>
              <a:gd name="T44" fmla="*/ 35 w 42"/>
              <a:gd name="T45" fmla="*/ 36 h 42"/>
              <a:gd name="T46" fmla="*/ 42 w 42"/>
              <a:gd name="T47" fmla="*/ 21 h 42"/>
              <a:gd name="T48" fmla="*/ 35 w 42"/>
              <a:gd name="T49" fmla="*/ 6 h 42"/>
              <a:gd name="T50" fmla="*/ 24 w 42"/>
              <a:gd name="T51" fmla="*/ 1 h 42"/>
              <a:gd name="T52" fmla="*/ 21 w 42"/>
              <a:gd name="T5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2" h="42">
                <a:moveTo>
                  <a:pt x="9" y="9"/>
                </a:moveTo>
                <a:cubicBezTo>
                  <a:pt x="12" y="6"/>
                  <a:pt x="17" y="4"/>
                  <a:pt x="21" y="4"/>
                </a:cubicBezTo>
                <a:cubicBezTo>
                  <a:pt x="25" y="4"/>
                  <a:pt x="29" y="6"/>
                  <a:pt x="33" y="9"/>
                </a:cubicBezTo>
                <a:cubicBezTo>
                  <a:pt x="36" y="12"/>
                  <a:pt x="38" y="17"/>
                  <a:pt x="38" y="21"/>
                </a:cubicBezTo>
                <a:cubicBezTo>
                  <a:pt x="38" y="25"/>
                  <a:pt x="36" y="29"/>
                  <a:pt x="33" y="33"/>
                </a:cubicBezTo>
                <a:cubicBezTo>
                  <a:pt x="29" y="36"/>
                  <a:pt x="25" y="38"/>
                  <a:pt x="21" y="38"/>
                </a:cubicBezTo>
                <a:cubicBezTo>
                  <a:pt x="17" y="38"/>
                  <a:pt x="12" y="36"/>
                  <a:pt x="9" y="33"/>
                </a:cubicBezTo>
                <a:cubicBezTo>
                  <a:pt x="6" y="29"/>
                  <a:pt x="4" y="25"/>
                  <a:pt x="4" y="21"/>
                </a:cubicBezTo>
                <a:cubicBezTo>
                  <a:pt x="4" y="17"/>
                  <a:pt x="6" y="12"/>
                  <a:pt x="9" y="9"/>
                </a:cubicBezTo>
                <a:cubicBezTo>
                  <a:pt x="8" y="8"/>
                  <a:pt x="8" y="8"/>
                  <a:pt x="8" y="8"/>
                </a:cubicBezTo>
                <a:cubicBezTo>
                  <a:pt x="9" y="9"/>
                  <a:pt x="9" y="9"/>
                  <a:pt x="9" y="9"/>
                </a:cubicBezTo>
                <a:moveTo>
                  <a:pt x="21" y="0"/>
                </a:moveTo>
                <a:cubicBezTo>
                  <a:pt x="21" y="0"/>
                  <a:pt x="21" y="0"/>
                  <a:pt x="21" y="0"/>
                </a:cubicBezTo>
                <a:cubicBezTo>
                  <a:pt x="21" y="0"/>
                  <a:pt x="20" y="0"/>
                  <a:pt x="20" y="0"/>
                </a:cubicBezTo>
                <a:cubicBezTo>
                  <a:pt x="15" y="1"/>
                  <a:pt x="10" y="3"/>
                  <a:pt x="6" y="6"/>
                </a:cubicBezTo>
                <a:cubicBezTo>
                  <a:pt x="6" y="6"/>
                  <a:pt x="6" y="6"/>
                  <a:pt x="6" y="6"/>
                </a:cubicBezTo>
                <a:cubicBezTo>
                  <a:pt x="2" y="10"/>
                  <a:pt x="0" y="16"/>
                  <a:pt x="0" y="21"/>
                </a:cubicBezTo>
                <a:cubicBezTo>
                  <a:pt x="0" y="26"/>
                  <a:pt x="2" y="32"/>
                  <a:pt x="6" y="36"/>
                </a:cubicBezTo>
                <a:cubicBezTo>
                  <a:pt x="10" y="39"/>
                  <a:pt x="15" y="41"/>
                  <a:pt x="20" y="42"/>
                </a:cubicBezTo>
                <a:cubicBezTo>
                  <a:pt x="20" y="42"/>
                  <a:pt x="21" y="42"/>
                  <a:pt x="21" y="42"/>
                </a:cubicBezTo>
                <a:cubicBezTo>
                  <a:pt x="21" y="42"/>
                  <a:pt x="21" y="42"/>
                  <a:pt x="21" y="42"/>
                </a:cubicBezTo>
                <a:cubicBezTo>
                  <a:pt x="22" y="42"/>
                  <a:pt x="23" y="42"/>
                  <a:pt x="24" y="41"/>
                </a:cubicBezTo>
                <a:cubicBezTo>
                  <a:pt x="28" y="41"/>
                  <a:pt x="32" y="39"/>
                  <a:pt x="35" y="36"/>
                </a:cubicBezTo>
                <a:cubicBezTo>
                  <a:pt x="40" y="32"/>
                  <a:pt x="42" y="26"/>
                  <a:pt x="42" y="21"/>
                </a:cubicBezTo>
                <a:cubicBezTo>
                  <a:pt x="42" y="16"/>
                  <a:pt x="40" y="10"/>
                  <a:pt x="35" y="6"/>
                </a:cubicBezTo>
                <a:cubicBezTo>
                  <a:pt x="32" y="3"/>
                  <a:pt x="28" y="1"/>
                  <a:pt x="24" y="1"/>
                </a:cubicBezTo>
                <a:cubicBezTo>
                  <a:pt x="23" y="0"/>
                  <a:pt x="22"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96" name="Freeform 652"/>
          <p:cNvSpPr>
            <a:spLocks/>
          </p:cNvSpPr>
          <p:nvPr/>
        </p:nvSpPr>
        <p:spPr bwMode="auto">
          <a:xfrm>
            <a:off x="12499206" y="-331788"/>
            <a:ext cx="169863" cy="152400"/>
          </a:xfrm>
          <a:custGeom>
            <a:avLst/>
            <a:gdLst>
              <a:gd name="T0" fmla="*/ 19 w 41"/>
              <a:gd name="T1" fmla="*/ 0 h 37"/>
              <a:gd name="T2" fmla="*/ 7 w 41"/>
              <a:gd name="T3" fmla="*/ 5 h 37"/>
              <a:gd name="T4" fmla="*/ 7 w 41"/>
              <a:gd name="T5" fmla="*/ 32 h 37"/>
              <a:gd name="T6" fmla="*/ 20 w 41"/>
              <a:gd name="T7" fmla="*/ 37 h 37"/>
              <a:gd name="T8" fmla="*/ 34 w 41"/>
              <a:gd name="T9" fmla="*/ 32 h 37"/>
              <a:gd name="T10" fmla="*/ 34 w 41"/>
              <a:gd name="T11" fmla="*/ 5 h 37"/>
              <a:gd name="T12" fmla="*/ 23 w 41"/>
              <a:gd name="T13" fmla="*/ 0 h 37"/>
              <a:gd name="T14" fmla="*/ 23 w 41"/>
              <a:gd name="T15" fmla="*/ 20 h 37"/>
              <a:gd name="T16" fmla="*/ 19 w 41"/>
              <a:gd name="T17" fmla="*/ 20 h 37"/>
              <a:gd name="T18" fmla="*/ 19 w 41"/>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7">
                <a:moveTo>
                  <a:pt x="19" y="0"/>
                </a:moveTo>
                <a:cubicBezTo>
                  <a:pt x="15" y="0"/>
                  <a:pt x="10" y="2"/>
                  <a:pt x="7" y="5"/>
                </a:cubicBezTo>
                <a:cubicBezTo>
                  <a:pt x="0" y="12"/>
                  <a:pt x="0" y="24"/>
                  <a:pt x="7" y="32"/>
                </a:cubicBezTo>
                <a:cubicBezTo>
                  <a:pt x="11" y="35"/>
                  <a:pt x="16" y="37"/>
                  <a:pt x="20" y="37"/>
                </a:cubicBezTo>
                <a:cubicBezTo>
                  <a:pt x="25" y="37"/>
                  <a:pt x="30" y="35"/>
                  <a:pt x="34" y="32"/>
                </a:cubicBezTo>
                <a:cubicBezTo>
                  <a:pt x="41" y="24"/>
                  <a:pt x="41" y="12"/>
                  <a:pt x="34" y="5"/>
                </a:cubicBezTo>
                <a:cubicBezTo>
                  <a:pt x="31" y="2"/>
                  <a:pt x="27" y="0"/>
                  <a:pt x="23" y="0"/>
                </a:cubicBezTo>
                <a:cubicBezTo>
                  <a:pt x="23" y="20"/>
                  <a:pt x="23" y="20"/>
                  <a:pt x="23" y="20"/>
                </a:cubicBezTo>
                <a:cubicBezTo>
                  <a:pt x="19" y="20"/>
                  <a:pt x="19" y="20"/>
                  <a:pt x="19" y="20"/>
                </a:cubicBezTo>
                <a:cubicBezTo>
                  <a:pt x="19" y="0"/>
                  <a:pt x="19" y="0"/>
                  <a:pt x="19"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97" name="Freeform 653"/>
          <p:cNvSpPr>
            <a:spLocks/>
          </p:cNvSpPr>
          <p:nvPr/>
        </p:nvSpPr>
        <p:spPr bwMode="auto">
          <a:xfrm>
            <a:off x="12203931" y="-1165227"/>
            <a:ext cx="161925" cy="152400"/>
          </a:xfrm>
          <a:custGeom>
            <a:avLst/>
            <a:gdLst>
              <a:gd name="T0" fmla="*/ 21 w 39"/>
              <a:gd name="T1" fmla="*/ 0 h 37"/>
              <a:gd name="T2" fmla="*/ 7 w 39"/>
              <a:gd name="T3" fmla="*/ 5 h 37"/>
              <a:gd name="T4" fmla="*/ 7 w 39"/>
              <a:gd name="T5" fmla="*/ 32 h 37"/>
              <a:gd name="T6" fmla="*/ 21 w 39"/>
              <a:gd name="T7" fmla="*/ 37 h 37"/>
              <a:gd name="T8" fmla="*/ 34 w 39"/>
              <a:gd name="T9" fmla="*/ 32 h 37"/>
              <a:gd name="T10" fmla="*/ 39 w 39"/>
              <a:gd name="T11" fmla="*/ 19 h 37"/>
              <a:gd name="T12" fmla="*/ 23 w 39"/>
              <a:gd name="T13" fmla="*/ 19 h 37"/>
              <a:gd name="T14" fmla="*/ 23 w 39"/>
              <a:gd name="T15" fmla="*/ 15 h 37"/>
              <a:gd name="T16" fmla="*/ 39 w 39"/>
              <a:gd name="T17" fmla="*/ 15 h 37"/>
              <a:gd name="T18" fmla="*/ 34 w 39"/>
              <a:gd name="T19" fmla="*/ 5 h 37"/>
              <a:gd name="T20" fmla="*/ 21 w 39"/>
              <a:gd name="T2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37">
                <a:moveTo>
                  <a:pt x="21" y="0"/>
                </a:moveTo>
                <a:cubicBezTo>
                  <a:pt x="16" y="0"/>
                  <a:pt x="11" y="2"/>
                  <a:pt x="7" y="5"/>
                </a:cubicBezTo>
                <a:cubicBezTo>
                  <a:pt x="0" y="13"/>
                  <a:pt x="0" y="24"/>
                  <a:pt x="7" y="32"/>
                </a:cubicBezTo>
                <a:cubicBezTo>
                  <a:pt x="11" y="35"/>
                  <a:pt x="16" y="37"/>
                  <a:pt x="21" y="37"/>
                </a:cubicBezTo>
                <a:cubicBezTo>
                  <a:pt x="25" y="37"/>
                  <a:pt x="30" y="35"/>
                  <a:pt x="34" y="32"/>
                </a:cubicBezTo>
                <a:cubicBezTo>
                  <a:pt x="37" y="28"/>
                  <a:pt x="39" y="24"/>
                  <a:pt x="39" y="19"/>
                </a:cubicBezTo>
                <a:cubicBezTo>
                  <a:pt x="23" y="19"/>
                  <a:pt x="23" y="19"/>
                  <a:pt x="23" y="19"/>
                </a:cubicBezTo>
                <a:cubicBezTo>
                  <a:pt x="23" y="15"/>
                  <a:pt x="23" y="15"/>
                  <a:pt x="23" y="15"/>
                </a:cubicBezTo>
                <a:cubicBezTo>
                  <a:pt x="39" y="15"/>
                  <a:pt x="39" y="15"/>
                  <a:pt x="39" y="15"/>
                </a:cubicBezTo>
                <a:cubicBezTo>
                  <a:pt x="38" y="11"/>
                  <a:pt x="37" y="8"/>
                  <a:pt x="34" y="5"/>
                </a:cubicBezTo>
                <a:cubicBezTo>
                  <a:pt x="30" y="2"/>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98" name="Freeform 654"/>
          <p:cNvSpPr>
            <a:spLocks/>
          </p:cNvSpPr>
          <p:nvPr/>
        </p:nvSpPr>
        <p:spPr bwMode="auto">
          <a:xfrm>
            <a:off x="12638906" y="-4762"/>
            <a:ext cx="161925" cy="152400"/>
          </a:xfrm>
          <a:custGeom>
            <a:avLst/>
            <a:gdLst>
              <a:gd name="T0" fmla="*/ 20 w 39"/>
              <a:gd name="T1" fmla="*/ 0 h 37"/>
              <a:gd name="T2" fmla="*/ 7 w 39"/>
              <a:gd name="T3" fmla="*/ 5 h 37"/>
              <a:gd name="T4" fmla="*/ 7 w 39"/>
              <a:gd name="T5" fmla="*/ 32 h 37"/>
              <a:gd name="T6" fmla="*/ 20 w 39"/>
              <a:gd name="T7" fmla="*/ 37 h 37"/>
              <a:gd name="T8" fmla="*/ 34 w 39"/>
              <a:gd name="T9" fmla="*/ 32 h 37"/>
              <a:gd name="T10" fmla="*/ 39 w 39"/>
              <a:gd name="T11" fmla="*/ 18 h 37"/>
              <a:gd name="T12" fmla="*/ 26 w 39"/>
              <a:gd name="T13" fmla="*/ 18 h 37"/>
              <a:gd name="T14" fmla="*/ 26 w 39"/>
              <a:gd name="T15" fmla="*/ 14 h 37"/>
              <a:gd name="T16" fmla="*/ 38 w 39"/>
              <a:gd name="T17" fmla="*/ 14 h 37"/>
              <a:gd name="T18" fmla="*/ 34 w 39"/>
              <a:gd name="T19" fmla="*/ 5 h 37"/>
              <a:gd name="T20" fmla="*/ 20 w 39"/>
              <a:gd name="T2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37">
                <a:moveTo>
                  <a:pt x="20" y="0"/>
                </a:moveTo>
                <a:cubicBezTo>
                  <a:pt x="16" y="0"/>
                  <a:pt x="11" y="2"/>
                  <a:pt x="7" y="5"/>
                </a:cubicBezTo>
                <a:cubicBezTo>
                  <a:pt x="0" y="13"/>
                  <a:pt x="0" y="24"/>
                  <a:pt x="7" y="32"/>
                </a:cubicBezTo>
                <a:cubicBezTo>
                  <a:pt x="11" y="35"/>
                  <a:pt x="16" y="37"/>
                  <a:pt x="20" y="37"/>
                </a:cubicBezTo>
                <a:cubicBezTo>
                  <a:pt x="25" y="37"/>
                  <a:pt x="30" y="35"/>
                  <a:pt x="34" y="32"/>
                </a:cubicBezTo>
                <a:cubicBezTo>
                  <a:pt x="37" y="28"/>
                  <a:pt x="39" y="23"/>
                  <a:pt x="39" y="18"/>
                </a:cubicBezTo>
                <a:cubicBezTo>
                  <a:pt x="26" y="18"/>
                  <a:pt x="26" y="18"/>
                  <a:pt x="26" y="18"/>
                </a:cubicBezTo>
                <a:cubicBezTo>
                  <a:pt x="26" y="14"/>
                  <a:pt x="26" y="14"/>
                  <a:pt x="26" y="14"/>
                </a:cubicBezTo>
                <a:cubicBezTo>
                  <a:pt x="38" y="14"/>
                  <a:pt x="38" y="14"/>
                  <a:pt x="38" y="14"/>
                </a:cubicBezTo>
                <a:cubicBezTo>
                  <a:pt x="38" y="11"/>
                  <a:pt x="36" y="8"/>
                  <a:pt x="34" y="5"/>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99" name="Freeform 655"/>
          <p:cNvSpPr>
            <a:spLocks/>
          </p:cNvSpPr>
          <p:nvPr/>
        </p:nvSpPr>
        <p:spPr bwMode="auto">
          <a:xfrm>
            <a:off x="10446569" y="2138370"/>
            <a:ext cx="169863" cy="157163"/>
          </a:xfrm>
          <a:custGeom>
            <a:avLst/>
            <a:gdLst>
              <a:gd name="T0" fmla="*/ 20 w 41"/>
              <a:gd name="T1" fmla="*/ 0 h 38"/>
              <a:gd name="T2" fmla="*/ 7 w 41"/>
              <a:gd name="T3" fmla="*/ 6 h 38"/>
              <a:gd name="T4" fmla="*/ 7 w 41"/>
              <a:gd name="T5" fmla="*/ 32 h 38"/>
              <a:gd name="T6" fmla="*/ 20 w 41"/>
              <a:gd name="T7" fmla="*/ 38 h 38"/>
              <a:gd name="T8" fmla="*/ 34 w 41"/>
              <a:gd name="T9" fmla="*/ 32 h 38"/>
              <a:gd name="T10" fmla="*/ 35 w 41"/>
              <a:gd name="T11" fmla="*/ 7 h 38"/>
              <a:gd name="T12" fmla="*/ 27 w 41"/>
              <a:gd name="T13" fmla="*/ 14 h 38"/>
              <a:gd name="T14" fmla="*/ 24 w 41"/>
              <a:gd name="T15" fmla="*/ 12 h 38"/>
              <a:gd name="T16" fmla="*/ 32 w 41"/>
              <a:gd name="T17" fmla="*/ 4 h 38"/>
              <a:gd name="T18" fmla="*/ 20 w 41"/>
              <a:gd name="T19"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8">
                <a:moveTo>
                  <a:pt x="20" y="0"/>
                </a:moveTo>
                <a:cubicBezTo>
                  <a:pt x="16" y="0"/>
                  <a:pt x="11" y="2"/>
                  <a:pt x="7" y="6"/>
                </a:cubicBezTo>
                <a:cubicBezTo>
                  <a:pt x="0" y="13"/>
                  <a:pt x="0" y="25"/>
                  <a:pt x="7" y="32"/>
                </a:cubicBezTo>
                <a:cubicBezTo>
                  <a:pt x="11" y="36"/>
                  <a:pt x="16" y="38"/>
                  <a:pt x="20" y="38"/>
                </a:cubicBezTo>
                <a:cubicBezTo>
                  <a:pt x="25" y="38"/>
                  <a:pt x="30" y="36"/>
                  <a:pt x="34" y="32"/>
                </a:cubicBezTo>
                <a:cubicBezTo>
                  <a:pt x="41" y="25"/>
                  <a:pt x="41" y="14"/>
                  <a:pt x="35" y="7"/>
                </a:cubicBezTo>
                <a:cubicBezTo>
                  <a:pt x="27" y="14"/>
                  <a:pt x="27" y="14"/>
                  <a:pt x="27" y="14"/>
                </a:cubicBezTo>
                <a:cubicBezTo>
                  <a:pt x="24" y="12"/>
                  <a:pt x="24" y="12"/>
                  <a:pt x="24" y="12"/>
                </a:cubicBezTo>
                <a:cubicBezTo>
                  <a:pt x="32" y="4"/>
                  <a:pt x="32" y="4"/>
                  <a:pt x="32" y="4"/>
                </a:cubicBezTo>
                <a:cubicBezTo>
                  <a:pt x="28" y="2"/>
                  <a:pt x="24"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00" name="Freeform 656"/>
          <p:cNvSpPr>
            <a:spLocks/>
          </p:cNvSpPr>
          <p:nvPr/>
        </p:nvSpPr>
        <p:spPr bwMode="auto">
          <a:xfrm>
            <a:off x="11678469" y="3702057"/>
            <a:ext cx="169863" cy="152400"/>
          </a:xfrm>
          <a:custGeom>
            <a:avLst/>
            <a:gdLst>
              <a:gd name="T0" fmla="*/ 20 w 41"/>
              <a:gd name="T1" fmla="*/ 0 h 37"/>
              <a:gd name="T2" fmla="*/ 21 w 41"/>
              <a:gd name="T3" fmla="*/ 15 h 37"/>
              <a:gd name="T4" fmla="*/ 17 w 41"/>
              <a:gd name="T5" fmla="*/ 15 h 37"/>
              <a:gd name="T6" fmla="*/ 16 w 41"/>
              <a:gd name="T7" fmla="*/ 0 h 37"/>
              <a:gd name="T8" fmla="*/ 7 w 41"/>
              <a:gd name="T9" fmla="*/ 5 h 37"/>
              <a:gd name="T10" fmla="*/ 7 w 41"/>
              <a:gd name="T11" fmla="*/ 32 h 37"/>
              <a:gd name="T12" fmla="*/ 20 w 41"/>
              <a:gd name="T13" fmla="*/ 37 h 37"/>
              <a:gd name="T14" fmla="*/ 34 w 41"/>
              <a:gd name="T15" fmla="*/ 32 h 37"/>
              <a:gd name="T16" fmla="*/ 34 w 41"/>
              <a:gd name="T17" fmla="*/ 5 h 37"/>
              <a:gd name="T18" fmla="*/ 20 w 41"/>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7">
                <a:moveTo>
                  <a:pt x="20" y="0"/>
                </a:moveTo>
                <a:cubicBezTo>
                  <a:pt x="21" y="15"/>
                  <a:pt x="21" y="15"/>
                  <a:pt x="21" y="15"/>
                </a:cubicBezTo>
                <a:cubicBezTo>
                  <a:pt x="17" y="15"/>
                  <a:pt x="17" y="15"/>
                  <a:pt x="17" y="15"/>
                </a:cubicBezTo>
                <a:cubicBezTo>
                  <a:pt x="16" y="0"/>
                  <a:pt x="16" y="0"/>
                  <a:pt x="16" y="0"/>
                </a:cubicBezTo>
                <a:cubicBezTo>
                  <a:pt x="13" y="1"/>
                  <a:pt x="10" y="3"/>
                  <a:pt x="7" y="5"/>
                </a:cubicBezTo>
                <a:cubicBezTo>
                  <a:pt x="0" y="12"/>
                  <a:pt x="0" y="24"/>
                  <a:pt x="7" y="32"/>
                </a:cubicBezTo>
                <a:cubicBezTo>
                  <a:pt x="11" y="35"/>
                  <a:pt x="16" y="37"/>
                  <a:pt x="20" y="37"/>
                </a:cubicBezTo>
                <a:cubicBezTo>
                  <a:pt x="25" y="37"/>
                  <a:pt x="30" y="35"/>
                  <a:pt x="34" y="32"/>
                </a:cubicBezTo>
                <a:cubicBezTo>
                  <a:pt x="41" y="24"/>
                  <a:pt x="41" y="12"/>
                  <a:pt x="34" y="5"/>
                </a:cubicBezTo>
                <a:cubicBezTo>
                  <a:pt x="30" y="1"/>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01" name="Freeform 657"/>
          <p:cNvSpPr>
            <a:spLocks/>
          </p:cNvSpPr>
          <p:nvPr/>
        </p:nvSpPr>
        <p:spPr bwMode="auto">
          <a:xfrm>
            <a:off x="11433994" y="1930404"/>
            <a:ext cx="165100" cy="153988"/>
          </a:xfrm>
          <a:custGeom>
            <a:avLst/>
            <a:gdLst>
              <a:gd name="T0" fmla="*/ 20 w 40"/>
              <a:gd name="T1" fmla="*/ 0 h 37"/>
              <a:gd name="T2" fmla="*/ 7 w 40"/>
              <a:gd name="T3" fmla="*/ 5 h 37"/>
              <a:gd name="T4" fmla="*/ 7 w 40"/>
              <a:gd name="T5" fmla="*/ 31 h 37"/>
              <a:gd name="T6" fmla="*/ 20 w 40"/>
              <a:gd name="T7" fmla="*/ 37 h 37"/>
              <a:gd name="T8" fmla="*/ 33 w 40"/>
              <a:gd name="T9" fmla="*/ 31 h 37"/>
              <a:gd name="T10" fmla="*/ 33 w 40"/>
              <a:gd name="T11" fmla="*/ 5 h 37"/>
              <a:gd name="T12" fmla="*/ 25 w 40"/>
              <a:gd name="T13" fmla="*/ 0 h 37"/>
              <a:gd name="T14" fmla="*/ 25 w 40"/>
              <a:gd name="T15" fmla="*/ 23 h 37"/>
              <a:gd name="T16" fmla="*/ 21 w 40"/>
              <a:gd name="T17" fmla="*/ 23 h 37"/>
              <a:gd name="T18" fmla="*/ 21 w 40"/>
              <a:gd name="T19" fmla="*/ 0 h 37"/>
              <a:gd name="T20" fmla="*/ 20 w 40"/>
              <a:gd name="T2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37">
                <a:moveTo>
                  <a:pt x="20" y="0"/>
                </a:moveTo>
                <a:cubicBezTo>
                  <a:pt x="15" y="0"/>
                  <a:pt x="10" y="1"/>
                  <a:pt x="7" y="5"/>
                </a:cubicBezTo>
                <a:cubicBezTo>
                  <a:pt x="0" y="12"/>
                  <a:pt x="0" y="24"/>
                  <a:pt x="7" y="31"/>
                </a:cubicBezTo>
                <a:cubicBezTo>
                  <a:pt x="10" y="35"/>
                  <a:pt x="15" y="37"/>
                  <a:pt x="20" y="37"/>
                </a:cubicBezTo>
                <a:cubicBezTo>
                  <a:pt x="25" y="37"/>
                  <a:pt x="30" y="35"/>
                  <a:pt x="33" y="31"/>
                </a:cubicBezTo>
                <a:cubicBezTo>
                  <a:pt x="40" y="24"/>
                  <a:pt x="40" y="12"/>
                  <a:pt x="33" y="5"/>
                </a:cubicBezTo>
                <a:cubicBezTo>
                  <a:pt x="31" y="3"/>
                  <a:pt x="28" y="1"/>
                  <a:pt x="25" y="0"/>
                </a:cubicBezTo>
                <a:cubicBezTo>
                  <a:pt x="25" y="23"/>
                  <a:pt x="25" y="23"/>
                  <a:pt x="25" y="23"/>
                </a:cubicBezTo>
                <a:cubicBezTo>
                  <a:pt x="21" y="23"/>
                  <a:pt x="21" y="23"/>
                  <a:pt x="21" y="23"/>
                </a:cubicBezTo>
                <a:cubicBezTo>
                  <a:pt x="21" y="0"/>
                  <a:pt x="21" y="0"/>
                  <a:pt x="21" y="0"/>
                </a:cubicBezTo>
                <a:cubicBezTo>
                  <a:pt x="21" y="0"/>
                  <a:pt x="20"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02" name="Freeform 658"/>
          <p:cNvSpPr>
            <a:spLocks/>
          </p:cNvSpPr>
          <p:nvPr/>
        </p:nvSpPr>
        <p:spPr bwMode="auto">
          <a:xfrm>
            <a:off x="11081568" y="2374905"/>
            <a:ext cx="160338" cy="152400"/>
          </a:xfrm>
          <a:custGeom>
            <a:avLst/>
            <a:gdLst>
              <a:gd name="T0" fmla="*/ 20 w 39"/>
              <a:gd name="T1" fmla="*/ 0 h 37"/>
              <a:gd name="T2" fmla="*/ 7 w 39"/>
              <a:gd name="T3" fmla="*/ 6 h 37"/>
              <a:gd name="T4" fmla="*/ 7 w 39"/>
              <a:gd name="T5" fmla="*/ 32 h 37"/>
              <a:gd name="T6" fmla="*/ 20 w 39"/>
              <a:gd name="T7" fmla="*/ 37 h 37"/>
              <a:gd name="T8" fmla="*/ 33 w 39"/>
              <a:gd name="T9" fmla="*/ 32 h 37"/>
              <a:gd name="T10" fmla="*/ 39 w 39"/>
              <a:gd name="T11" fmla="*/ 22 h 37"/>
              <a:gd name="T12" fmla="*/ 18 w 39"/>
              <a:gd name="T13" fmla="*/ 22 h 37"/>
              <a:gd name="T14" fmla="*/ 18 w 39"/>
              <a:gd name="T15" fmla="*/ 18 h 37"/>
              <a:gd name="T16" fmla="*/ 39 w 39"/>
              <a:gd name="T17" fmla="*/ 18 h 37"/>
              <a:gd name="T18" fmla="*/ 33 w 39"/>
              <a:gd name="T19" fmla="*/ 6 h 37"/>
              <a:gd name="T20" fmla="*/ 20 w 39"/>
              <a:gd name="T2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37">
                <a:moveTo>
                  <a:pt x="20" y="0"/>
                </a:moveTo>
                <a:cubicBezTo>
                  <a:pt x="15" y="0"/>
                  <a:pt x="11" y="2"/>
                  <a:pt x="7" y="6"/>
                </a:cubicBezTo>
                <a:cubicBezTo>
                  <a:pt x="0" y="13"/>
                  <a:pt x="0" y="25"/>
                  <a:pt x="7" y="32"/>
                </a:cubicBezTo>
                <a:cubicBezTo>
                  <a:pt x="11" y="36"/>
                  <a:pt x="15" y="37"/>
                  <a:pt x="20" y="37"/>
                </a:cubicBezTo>
                <a:cubicBezTo>
                  <a:pt x="25" y="37"/>
                  <a:pt x="30" y="36"/>
                  <a:pt x="33" y="32"/>
                </a:cubicBezTo>
                <a:cubicBezTo>
                  <a:pt x="36" y="29"/>
                  <a:pt x="38" y="26"/>
                  <a:pt x="39" y="22"/>
                </a:cubicBezTo>
                <a:cubicBezTo>
                  <a:pt x="18" y="22"/>
                  <a:pt x="18" y="22"/>
                  <a:pt x="18" y="22"/>
                </a:cubicBezTo>
                <a:cubicBezTo>
                  <a:pt x="18" y="18"/>
                  <a:pt x="18" y="18"/>
                  <a:pt x="18" y="18"/>
                </a:cubicBezTo>
                <a:cubicBezTo>
                  <a:pt x="39" y="18"/>
                  <a:pt x="39" y="18"/>
                  <a:pt x="39" y="18"/>
                </a:cubicBezTo>
                <a:cubicBezTo>
                  <a:pt x="39" y="13"/>
                  <a:pt x="37" y="9"/>
                  <a:pt x="33"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04" name="Freeform 660"/>
          <p:cNvSpPr>
            <a:spLocks/>
          </p:cNvSpPr>
          <p:nvPr/>
        </p:nvSpPr>
        <p:spPr bwMode="auto">
          <a:xfrm>
            <a:off x="10956156" y="2524131"/>
            <a:ext cx="136525" cy="136525"/>
          </a:xfrm>
          <a:custGeom>
            <a:avLst/>
            <a:gdLst>
              <a:gd name="T0" fmla="*/ 16 w 33"/>
              <a:gd name="T1" fmla="*/ 0 h 33"/>
              <a:gd name="T2" fmla="*/ 4 w 33"/>
              <a:gd name="T3" fmla="*/ 5 h 33"/>
              <a:gd name="T4" fmla="*/ 4 w 33"/>
              <a:gd name="T5" fmla="*/ 5 h 33"/>
              <a:gd name="T6" fmla="*/ 0 w 33"/>
              <a:gd name="T7" fmla="*/ 17 h 33"/>
              <a:gd name="T8" fmla="*/ 4 w 33"/>
              <a:gd name="T9" fmla="*/ 28 h 33"/>
              <a:gd name="T10" fmla="*/ 16 w 33"/>
              <a:gd name="T11" fmla="*/ 33 h 33"/>
              <a:gd name="T12" fmla="*/ 28 w 33"/>
              <a:gd name="T13" fmla="*/ 28 h 33"/>
              <a:gd name="T14" fmla="*/ 33 w 33"/>
              <a:gd name="T15" fmla="*/ 17 h 33"/>
              <a:gd name="T16" fmla="*/ 28 w 33"/>
              <a:gd name="T17" fmla="*/ 5 h 33"/>
              <a:gd name="T18" fmla="*/ 16 w 33"/>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3">
                <a:moveTo>
                  <a:pt x="16" y="0"/>
                </a:moveTo>
                <a:cubicBezTo>
                  <a:pt x="12" y="0"/>
                  <a:pt x="8" y="2"/>
                  <a:pt x="4" y="5"/>
                </a:cubicBezTo>
                <a:cubicBezTo>
                  <a:pt x="4" y="5"/>
                  <a:pt x="4" y="5"/>
                  <a:pt x="4" y="5"/>
                </a:cubicBezTo>
                <a:cubicBezTo>
                  <a:pt x="1" y="8"/>
                  <a:pt x="0" y="12"/>
                  <a:pt x="0" y="17"/>
                </a:cubicBezTo>
                <a:cubicBezTo>
                  <a:pt x="0" y="21"/>
                  <a:pt x="1" y="25"/>
                  <a:pt x="4" y="28"/>
                </a:cubicBezTo>
                <a:cubicBezTo>
                  <a:pt x="8" y="32"/>
                  <a:pt x="12" y="33"/>
                  <a:pt x="16" y="33"/>
                </a:cubicBezTo>
                <a:cubicBezTo>
                  <a:pt x="20" y="33"/>
                  <a:pt x="25" y="32"/>
                  <a:pt x="28" y="28"/>
                </a:cubicBezTo>
                <a:cubicBezTo>
                  <a:pt x="31" y="25"/>
                  <a:pt x="33" y="21"/>
                  <a:pt x="33" y="17"/>
                </a:cubicBezTo>
                <a:cubicBezTo>
                  <a:pt x="33" y="12"/>
                  <a:pt x="31" y="8"/>
                  <a:pt x="28" y="5"/>
                </a:cubicBezTo>
                <a:cubicBezTo>
                  <a:pt x="25" y="2"/>
                  <a:pt x="20"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05" name="Freeform 661"/>
          <p:cNvSpPr>
            <a:spLocks noEditPoints="1"/>
          </p:cNvSpPr>
          <p:nvPr/>
        </p:nvSpPr>
        <p:spPr bwMode="auto">
          <a:xfrm>
            <a:off x="10940281" y="2506669"/>
            <a:ext cx="169863" cy="169863"/>
          </a:xfrm>
          <a:custGeom>
            <a:avLst/>
            <a:gdLst>
              <a:gd name="T0" fmla="*/ 8 w 41"/>
              <a:gd name="T1" fmla="*/ 9 h 41"/>
              <a:gd name="T2" fmla="*/ 20 w 41"/>
              <a:gd name="T3" fmla="*/ 4 h 41"/>
              <a:gd name="T4" fmla="*/ 32 w 41"/>
              <a:gd name="T5" fmla="*/ 9 h 41"/>
              <a:gd name="T6" fmla="*/ 37 w 41"/>
              <a:gd name="T7" fmla="*/ 21 h 41"/>
              <a:gd name="T8" fmla="*/ 32 w 41"/>
              <a:gd name="T9" fmla="*/ 32 h 41"/>
              <a:gd name="T10" fmla="*/ 20 w 41"/>
              <a:gd name="T11" fmla="*/ 37 h 41"/>
              <a:gd name="T12" fmla="*/ 8 w 41"/>
              <a:gd name="T13" fmla="*/ 32 h 41"/>
              <a:gd name="T14" fmla="*/ 4 w 41"/>
              <a:gd name="T15" fmla="*/ 21 h 41"/>
              <a:gd name="T16" fmla="*/ 8 w 41"/>
              <a:gd name="T17" fmla="*/ 9 h 41"/>
              <a:gd name="T18" fmla="*/ 8 w 41"/>
              <a:gd name="T19" fmla="*/ 9 h 41"/>
              <a:gd name="T20" fmla="*/ 20 w 41"/>
              <a:gd name="T21" fmla="*/ 0 h 41"/>
              <a:gd name="T22" fmla="*/ 20 w 41"/>
              <a:gd name="T23" fmla="*/ 0 h 41"/>
              <a:gd name="T24" fmla="*/ 6 w 41"/>
              <a:gd name="T25" fmla="*/ 6 h 41"/>
              <a:gd name="T26" fmla="*/ 6 w 41"/>
              <a:gd name="T27" fmla="*/ 6 h 41"/>
              <a:gd name="T28" fmla="*/ 0 w 41"/>
              <a:gd name="T29" fmla="*/ 21 h 41"/>
              <a:gd name="T30" fmla="*/ 6 w 41"/>
              <a:gd name="T31" fmla="*/ 35 h 41"/>
              <a:gd name="T32" fmla="*/ 20 w 41"/>
              <a:gd name="T33" fmla="*/ 41 h 41"/>
              <a:gd name="T34" fmla="*/ 20 w 41"/>
              <a:gd name="T35" fmla="*/ 41 h 41"/>
              <a:gd name="T36" fmla="*/ 35 w 41"/>
              <a:gd name="T37" fmla="*/ 35 h 41"/>
              <a:gd name="T38" fmla="*/ 41 w 41"/>
              <a:gd name="T39" fmla="*/ 21 h 41"/>
              <a:gd name="T40" fmla="*/ 35 w 41"/>
              <a:gd name="T41" fmla="*/ 6 h 41"/>
              <a:gd name="T42" fmla="*/ 20 w 41"/>
              <a:gd name="T4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 h="41">
                <a:moveTo>
                  <a:pt x="8" y="9"/>
                </a:moveTo>
                <a:cubicBezTo>
                  <a:pt x="12" y="6"/>
                  <a:pt x="16" y="4"/>
                  <a:pt x="20" y="4"/>
                </a:cubicBezTo>
                <a:cubicBezTo>
                  <a:pt x="24" y="4"/>
                  <a:pt x="29" y="6"/>
                  <a:pt x="32" y="9"/>
                </a:cubicBezTo>
                <a:cubicBezTo>
                  <a:pt x="35" y="12"/>
                  <a:pt x="37" y="16"/>
                  <a:pt x="37" y="21"/>
                </a:cubicBezTo>
                <a:cubicBezTo>
                  <a:pt x="37" y="25"/>
                  <a:pt x="35" y="29"/>
                  <a:pt x="32" y="32"/>
                </a:cubicBezTo>
                <a:cubicBezTo>
                  <a:pt x="29" y="36"/>
                  <a:pt x="24" y="37"/>
                  <a:pt x="20" y="37"/>
                </a:cubicBezTo>
                <a:cubicBezTo>
                  <a:pt x="16" y="37"/>
                  <a:pt x="12" y="36"/>
                  <a:pt x="8" y="32"/>
                </a:cubicBezTo>
                <a:cubicBezTo>
                  <a:pt x="5" y="29"/>
                  <a:pt x="4" y="25"/>
                  <a:pt x="4" y="21"/>
                </a:cubicBezTo>
                <a:cubicBezTo>
                  <a:pt x="4" y="16"/>
                  <a:pt x="5" y="12"/>
                  <a:pt x="8" y="9"/>
                </a:cubicBezTo>
                <a:cubicBezTo>
                  <a:pt x="8" y="9"/>
                  <a:pt x="8" y="9"/>
                  <a:pt x="8" y="9"/>
                </a:cubicBezTo>
                <a:moveTo>
                  <a:pt x="20" y="0"/>
                </a:moveTo>
                <a:cubicBezTo>
                  <a:pt x="20" y="0"/>
                  <a:pt x="20" y="0"/>
                  <a:pt x="20" y="0"/>
                </a:cubicBezTo>
                <a:cubicBezTo>
                  <a:pt x="15" y="0"/>
                  <a:pt x="10" y="2"/>
                  <a:pt x="6" y="6"/>
                </a:cubicBezTo>
                <a:cubicBezTo>
                  <a:pt x="6" y="6"/>
                  <a:pt x="6" y="6"/>
                  <a:pt x="6" y="6"/>
                </a:cubicBezTo>
                <a:cubicBezTo>
                  <a:pt x="2" y="10"/>
                  <a:pt x="0" y="15"/>
                  <a:pt x="0" y="21"/>
                </a:cubicBezTo>
                <a:cubicBezTo>
                  <a:pt x="0" y="26"/>
                  <a:pt x="2" y="31"/>
                  <a:pt x="6" y="35"/>
                </a:cubicBezTo>
                <a:cubicBezTo>
                  <a:pt x="10" y="39"/>
                  <a:pt x="15" y="41"/>
                  <a:pt x="20" y="41"/>
                </a:cubicBezTo>
                <a:cubicBezTo>
                  <a:pt x="20" y="41"/>
                  <a:pt x="20" y="41"/>
                  <a:pt x="20" y="41"/>
                </a:cubicBezTo>
                <a:cubicBezTo>
                  <a:pt x="25" y="41"/>
                  <a:pt x="31" y="39"/>
                  <a:pt x="35" y="35"/>
                </a:cubicBezTo>
                <a:cubicBezTo>
                  <a:pt x="39" y="31"/>
                  <a:pt x="41" y="26"/>
                  <a:pt x="41" y="21"/>
                </a:cubicBezTo>
                <a:cubicBezTo>
                  <a:pt x="41" y="15"/>
                  <a:pt x="39" y="10"/>
                  <a:pt x="35" y="6"/>
                </a:cubicBezTo>
                <a:cubicBezTo>
                  <a:pt x="31"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08" name="Freeform 664"/>
          <p:cNvSpPr>
            <a:spLocks/>
          </p:cNvSpPr>
          <p:nvPr/>
        </p:nvSpPr>
        <p:spPr bwMode="auto">
          <a:xfrm>
            <a:off x="10703744" y="2560643"/>
            <a:ext cx="169863" cy="158750"/>
          </a:xfrm>
          <a:custGeom>
            <a:avLst/>
            <a:gdLst>
              <a:gd name="T0" fmla="*/ 21 w 41"/>
              <a:gd name="T1" fmla="*/ 0 h 38"/>
              <a:gd name="T2" fmla="*/ 19 w 41"/>
              <a:gd name="T3" fmla="*/ 0 h 38"/>
              <a:gd name="T4" fmla="*/ 20 w 41"/>
              <a:gd name="T5" fmla="*/ 23 h 38"/>
              <a:gd name="T6" fmla="*/ 16 w 41"/>
              <a:gd name="T7" fmla="*/ 23 h 38"/>
              <a:gd name="T8" fmla="*/ 15 w 41"/>
              <a:gd name="T9" fmla="*/ 1 h 38"/>
              <a:gd name="T10" fmla="*/ 7 w 41"/>
              <a:gd name="T11" fmla="*/ 6 h 38"/>
              <a:gd name="T12" fmla="*/ 7 w 41"/>
              <a:gd name="T13" fmla="*/ 32 h 38"/>
              <a:gd name="T14" fmla="*/ 21 w 41"/>
              <a:gd name="T15" fmla="*/ 38 h 38"/>
              <a:gd name="T16" fmla="*/ 34 w 41"/>
              <a:gd name="T17" fmla="*/ 32 h 38"/>
              <a:gd name="T18" fmla="*/ 34 w 41"/>
              <a:gd name="T19" fmla="*/ 6 h 38"/>
              <a:gd name="T20" fmla="*/ 21 w 41"/>
              <a:gd name="T2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 h="38">
                <a:moveTo>
                  <a:pt x="21" y="0"/>
                </a:moveTo>
                <a:cubicBezTo>
                  <a:pt x="20" y="0"/>
                  <a:pt x="20" y="0"/>
                  <a:pt x="19" y="0"/>
                </a:cubicBezTo>
                <a:cubicBezTo>
                  <a:pt x="20" y="23"/>
                  <a:pt x="20" y="23"/>
                  <a:pt x="20" y="23"/>
                </a:cubicBezTo>
                <a:cubicBezTo>
                  <a:pt x="16" y="23"/>
                  <a:pt x="16" y="23"/>
                  <a:pt x="16" y="23"/>
                </a:cubicBezTo>
                <a:cubicBezTo>
                  <a:pt x="15" y="1"/>
                  <a:pt x="15" y="1"/>
                  <a:pt x="15" y="1"/>
                </a:cubicBezTo>
                <a:cubicBezTo>
                  <a:pt x="12" y="2"/>
                  <a:pt x="10" y="4"/>
                  <a:pt x="7" y="6"/>
                </a:cubicBezTo>
                <a:cubicBezTo>
                  <a:pt x="0" y="13"/>
                  <a:pt x="0" y="25"/>
                  <a:pt x="7" y="32"/>
                </a:cubicBezTo>
                <a:cubicBezTo>
                  <a:pt x="11" y="36"/>
                  <a:pt x="16" y="38"/>
                  <a:pt x="21" y="38"/>
                </a:cubicBezTo>
                <a:cubicBezTo>
                  <a:pt x="25" y="38"/>
                  <a:pt x="30" y="36"/>
                  <a:pt x="34" y="32"/>
                </a:cubicBezTo>
                <a:cubicBezTo>
                  <a:pt x="41" y="25"/>
                  <a:pt x="41" y="13"/>
                  <a:pt x="34" y="6"/>
                </a:cubicBezTo>
                <a:cubicBezTo>
                  <a:pt x="30" y="2"/>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10" name="Freeform 666"/>
          <p:cNvSpPr>
            <a:spLocks/>
          </p:cNvSpPr>
          <p:nvPr/>
        </p:nvSpPr>
        <p:spPr bwMode="auto">
          <a:xfrm>
            <a:off x="10716444" y="1636716"/>
            <a:ext cx="169863" cy="153988"/>
          </a:xfrm>
          <a:custGeom>
            <a:avLst/>
            <a:gdLst>
              <a:gd name="T0" fmla="*/ 20 w 41"/>
              <a:gd name="T1" fmla="*/ 0 h 37"/>
              <a:gd name="T2" fmla="*/ 7 w 41"/>
              <a:gd name="T3" fmla="*/ 5 h 37"/>
              <a:gd name="T4" fmla="*/ 7 w 41"/>
              <a:gd name="T5" fmla="*/ 32 h 37"/>
              <a:gd name="T6" fmla="*/ 20 w 41"/>
              <a:gd name="T7" fmla="*/ 37 h 37"/>
              <a:gd name="T8" fmla="*/ 34 w 41"/>
              <a:gd name="T9" fmla="*/ 32 h 37"/>
              <a:gd name="T10" fmla="*/ 34 w 41"/>
              <a:gd name="T11" fmla="*/ 5 h 37"/>
              <a:gd name="T12" fmla="*/ 32 w 41"/>
              <a:gd name="T13" fmla="*/ 4 h 37"/>
              <a:gd name="T14" fmla="*/ 19 w 41"/>
              <a:gd name="T15" fmla="*/ 17 h 37"/>
              <a:gd name="T16" fmla="*/ 16 w 41"/>
              <a:gd name="T17" fmla="*/ 14 h 37"/>
              <a:gd name="T18" fmla="*/ 28 w 41"/>
              <a:gd name="T19" fmla="*/ 1 h 37"/>
              <a:gd name="T20" fmla="*/ 20 w 41"/>
              <a:gd name="T2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 h="37">
                <a:moveTo>
                  <a:pt x="20" y="0"/>
                </a:moveTo>
                <a:cubicBezTo>
                  <a:pt x="16" y="0"/>
                  <a:pt x="11" y="2"/>
                  <a:pt x="7" y="5"/>
                </a:cubicBezTo>
                <a:cubicBezTo>
                  <a:pt x="0" y="13"/>
                  <a:pt x="0" y="24"/>
                  <a:pt x="7" y="32"/>
                </a:cubicBezTo>
                <a:cubicBezTo>
                  <a:pt x="11" y="35"/>
                  <a:pt x="16" y="37"/>
                  <a:pt x="20" y="37"/>
                </a:cubicBezTo>
                <a:cubicBezTo>
                  <a:pt x="25" y="37"/>
                  <a:pt x="30" y="35"/>
                  <a:pt x="34" y="32"/>
                </a:cubicBezTo>
                <a:cubicBezTo>
                  <a:pt x="41" y="24"/>
                  <a:pt x="41" y="13"/>
                  <a:pt x="34" y="5"/>
                </a:cubicBezTo>
                <a:cubicBezTo>
                  <a:pt x="33" y="5"/>
                  <a:pt x="32" y="4"/>
                  <a:pt x="32" y="4"/>
                </a:cubicBezTo>
                <a:cubicBezTo>
                  <a:pt x="19" y="17"/>
                  <a:pt x="19" y="17"/>
                  <a:pt x="19" y="17"/>
                </a:cubicBezTo>
                <a:cubicBezTo>
                  <a:pt x="16" y="14"/>
                  <a:pt x="16" y="14"/>
                  <a:pt x="16" y="14"/>
                </a:cubicBezTo>
                <a:cubicBezTo>
                  <a:pt x="28" y="1"/>
                  <a:pt x="28" y="1"/>
                  <a:pt x="28" y="1"/>
                </a:cubicBezTo>
                <a:cubicBezTo>
                  <a:pt x="26" y="0"/>
                  <a:pt x="23"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11" name="Freeform 667"/>
          <p:cNvSpPr>
            <a:spLocks/>
          </p:cNvSpPr>
          <p:nvPr/>
        </p:nvSpPr>
        <p:spPr bwMode="auto">
          <a:xfrm>
            <a:off x="9286105" y="-261938"/>
            <a:ext cx="169863" cy="153988"/>
          </a:xfrm>
          <a:custGeom>
            <a:avLst/>
            <a:gdLst>
              <a:gd name="T0" fmla="*/ 20 w 41"/>
              <a:gd name="T1" fmla="*/ 0 h 37"/>
              <a:gd name="T2" fmla="*/ 7 w 41"/>
              <a:gd name="T3" fmla="*/ 5 h 37"/>
              <a:gd name="T4" fmla="*/ 7 w 41"/>
              <a:gd name="T5" fmla="*/ 32 h 37"/>
              <a:gd name="T6" fmla="*/ 20 w 41"/>
              <a:gd name="T7" fmla="*/ 37 h 37"/>
              <a:gd name="T8" fmla="*/ 34 w 41"/>
              <a:gd name="T9" fmla="*/ 32 h 37"/>
              <a:gd name="T10" fmla="*/ 34 w 41"/>
              <a:gd name="T11" fmla="*/ 5 h 37"/>
              <a:gd name="T12" fmla="*/ 30 w 41"/>
              <a:gd name="T13" fmla="*/ 3 h 37"/>
              <a:gd name="T14" fmla="*/ 30 w 41"/>
              <a:gd name="T15" fmla="*/ 7 h 37"/>
              <a:gd name="T16" fmla="*/ 26 w 41"/>
              <a:gd name="T17" fmla="*/ 7 h 37"/>
              <a:gd name="T18" fmla="*/ 26 w 41"/>
              <a:gd name="T19" fmla="*/ 1 h 37"/>
              <a:gd name="T20" fmla="*/ 20 w 41"/>
              <a:gd name="T2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 h="37">
                <a:moveTo>
                  <a:pt x="20" y="0"/>
                </a:moveTo>
                <a:cubicBezTo>
                  <a:pt x="16" y="0"/>
                  <a:pt x="11" y="1"/>
                  <a:pt x="7" y="5"/>
                </a:cubicBezTo>
                <a:cubicBezTo>
                  <a:pt x="0" y="12"/>
                  <a:pt x="0" y="24"/>
                  <a:pt x="7" y="32"/>
                </a:cubicBezTo>
                <a:cubicBezTo>
                  <a:pt x="11" y="35"/>
                  <a:pt x="16" y="37"/>
                  <a:pt x="20" y="37"/>
                </a:cubicBezTo>
                <a:cubicBezTo>
                  <a:pt x="25" y="37"/>
                  <a:pt x="30" y="35"/>
                  <a:pt x="34" y="32"/>
                </a:cubicBezTo>
                <a:cubicBezTo>
                  <a:pt x="41" y="24"/>
                  <a:pt x="41" y="12"/>
                  <a:pt x="34" y="5"/>
                </a:cubicBezTo>
                <a:cubicBezTo>
                  <a:pt x="33" y="4"/>
                  <a:pt x="32" y="3"/>
                  <a:pt x="30" y="3"/>
                </a:cubicBezTo>
                <a:cubicBezTo>
                  <a:pt x="30" y="7"/>
                  <a:pt x="30" y="7"/>
                  <a:pt x="30" y="7"/>
                </a:cubicBezTo>
                <a:cubicBezTo>
                  <a:pt x="26" y="7"/>
                  <a:pt x="26" y="7"/>
                  <a:pt x="26" y="7"/>
                </a:cubicBezTo>
                <a:cubicBezTo>
                  <a:pt x="26" y="1"/>
                  <a:pt x="26" y="1"/>
                  <a:pt x="26" y="1"/>
                </a:cubicBezTo>
                <a:cubicBezTo>
                  <a:pt x="24" y="0"/>
                  <a:pt x="22"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12" name="Freeform 668"/>
          <p:cNvSpPr>
            <a:spLocks/>
          </p:cNvSpPr>
          <p:nvPr/>
        </p:nvSpPr>
        <p:spPr bwMode="auto">
          <a:xfrm>
            <a:off x="11172055" y="123826"/>
            <a:ext cx="169863" cy="152400"/>
          </a:xfrm>
          <a:custGeom>
            <a:avLst/>
            <a:gdLst>
              <a:gd name="T0" fmla="*/ 21 w 41"/>
              <a:gd name="T1" fmla="*/ 0 h 37"/>
              <a:gd name="T2" fmla="*/ 20 w 41"/>
              <a:gd name="T3" fmla="*/ 0 h 37"/>
              <a:gd name="T4" fmla="*/ 20 w 41"/>
              <a:gd name="T5" fmla="*/ 22 h 37"/>
              <a:gd name="T6" fmla="*/ 16 w 41"/>
              <a:gd name="T7" fmla="*/ 22 h 37"/>
              <a:gd name="T8" fmla="*/ 16 w 41"/>
              <a:gd name="T9" fmla="*/ 1 h 37"/>
              <a:gd name="T10" fmla="*/ 8 w 41"/>
              <a:gd name="T11" fmla="*/ 5 h 37"/>
              <a:gd name="T12" fmla="*/ 8 w 41"/>
              <a:gd name="T13" fmla="*/ 32 h 37"/>
              <a:gd name="T14" fmla="*/ 21 w 41"/>
              <a:gd name="T15" fmla="*/ 37 h 37"/>
              <a:gd name="T16" fmla="*/ 34 w 41"/>
              <a:gd name="T17" fmla="*/ 32 h 37"/>
              <a:gd name="T18" fmla="*/ 34 w 41"/>
              <a:gd name="T19" fmla="*/ 5 h 37"/>
              <a:gd name="T20" fmla="*/ 21 w 41"/>
              <a:gd name="T2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 h="37">
                <a:moveTo>
                  <a:pt x="21" y="0"/>
                </a:moveTo>
                <a:cubicBezTo>
                  <a:pt x="20" y="0"/>
                  <a:pt x="20" y="0"/>
                  <a:pt x="20" y="0"/>
                </a:cubicBezTo>
                <a:cubicBezTo>
                  <a:pt x="20" y="22"/>
                  <a:pt x="20" y="22"/>
                  <a:pt x="20" y="22"/>
                </a:cubicBezTo>
                <a:cubicBezTo>
                  <a:pt x="16" y="22"/>
                  <a:pt x="16" y="22"/>
                  <a:pt x="16" y="22"/>
                </a:cubicBezTo>
                <a:cubicBezTo>
                  <a:pt x="16" y="1"/>
                  <a:pt x="16" y="1"/>
                  <a:pt x="16" y="1"/>
                </a:cubicBezTo>
                <a:cubicBezTo>
                  <a:pt x="13" y="2"/>
                  <a:pt x="10" y="3"/>
                  <a:pt x="8" y="5"/>
                </a:cubicBezTo>
                <a:cubicBezTo>
                  <a:pt x="0" y="13"/>
                  <a:pt x="0" y="25"/>
                  <a:pt x="8" y="32"/>
                </a:cubicBezTo>
                <a:cubicBezTo>
                  <a:pt x="11" y="36"/>
                  <a:pt x="16" y="37"/>
                  <a:pt x="21" y="37"/>
                </a:cubicBezTo>
                <a:cubicBezTo>
                  <a:pt x="26" y="37"/>
                  <a:pt x="30" y="36"/>
                  <a:pt x="34" y="32"/>
                </a:cubicBezTo>
                <a:cubicBezTo>
                  <a:pt x="41" y="25"/>
                  <a:pt x="41" y="13"/>
                  <a:pt x="34" y="5"/>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13" name="Freeform 669"/>
          <p:cNvSpPr>
            <a:spLocks/>
          </p:cNvSpPr>
          <p:nvPr/>
        </p:nvSpPr>
        <p:spPr bwMode="auto">
          <a:xfrm>
            <a:off x="14040669" y="2735268"/>
            <a:ext cx="2366963" cy="1293815"/>
          </a:xfrm>
          <a:custGeom>
            <a:avLst/>
            <a:gdLst>
              <a:gd name="T0" fmla="*/ 571 w 571"/>
              <a:gd name="T1" fmla="*/ 0 h 312"/>
              <a:gd name="T2" fmla="*/ 568 w 571"/>
              <a:gd name="T3" fmla="*/ 0 h 312"/>
              <a:gd name="T4" fmla="*/ 568 w 571"/>
              <a:gd name="T5" fmla="*/ 0 h 312"/>
              <a:gd name="T6" fmla="*/ 567 w 571"/>
              <a:gd name="T7" fmla="*/ 0 h 312"/>
              <a:gd name="T8" fmla="*/ 567 w 571"/>
              <a:gd name="T9" fmla="*/ 15 h 312"/>
              <a:gd name="T10" fmla="*/ 521 w 571"/>
              <a:gd name="T11" fmla="*/ 61 h 312"/>
              <a:gd name="T12" fmla="*/ 415 w 571"/>
              <a:gd name="T13" fmla="*/ 64 h 312"/>
              <a:gd name="T14" fmla="*/ 334 w 571"/>
              <a:gd name="T15" fmla="*/ 145 h 312"/>
              <a:gd name="T16" fmla="*/ 247 w 571"/>
              <a:gd name="T17" fmla="*/ 147 h 312"/>
              <a:gd name="T18" fmla="*/ 196 w 571"/>
              <a:gd name="T19" fmla="*/ 198 h 312"/>
              <a:gd name="T20" fmla="*/ 141 w 571"/>
              <a:gd name="T21" fmla="*/ 196 h 312"/>
              <a:gd name="T22" fmla="*/ 29 w 571"/>
              <a:gd name="T23" fmla="*/ 308 h 312"/>
              <a:gd name="T24" fmla="*/ 0 w 571"/>
              <a:gd name="T25" fmla="*/ 307 h 312"/>
              <a:gd name="T26" fmla="*/ 1 w 571"/>
              <a:gd name="T27" fmla="*/ 311 h 312"/>
              <a:gd name="T28" fmla="*/ 31 w 571"/>
              <a:gd name="T29" fmla="*/ 312 h 312"/>
              <a:gd name="T30" fmla="*/ 142 w 571"/>
              <a:gd name="T31" fmla="*/ 200 h 312"/>
              <a:gd name="T32" fmla="*/ 198 w 571"/>
              <a:gd name="T33" fmla="*/ 202 h 312"/>
              <a:gd name="T34" fmla="*/ 249 w 571"/>
              <a:gd name="T35" fmla="*/ 151 h 312"/>
              <a:gd name="T36" fmla="*/ 336 w 571"/>
              <a:gd name="T37" fmla="*/ 149 h 312"/>
              <a:gd name="T38" fmla="*/ 416 w 571"/>
              <a:gd name="T39" fmla="*/ 68 h 312"/>
              <a:gd name="T40" fmla="*/ 522 w 571"/>
              <a:gd name="T41" fmla="*/ 65 h 312"/>
              <a:gd name="T42" fmla="*/ 571 w 571"/>
              <a:gd name="T43" fmla="*/ 17 h 312"/>
              <a:gd name="T44" fmla="*/ 571 w 571"/>
              <a:gd name="T45" fmla="*/ 0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71" h="312">
                <a:moveTo>
                  <a:pt x="571" y="0"/>
                </a:moveTo>
                <a:cubicBezTo>
                  <a:pt x="570" y="0"/>
                  <a:pt x="569" y="0"/>
                  <a:pt x="568" y="0"/>
                </a:cubicBezTo>
                <a:cubicBezTo>
                  <a:pt x="568" y="0"/>
                  <a:pt x="568" y="0"/>
                  <a:pt x="568" y="0"/>
                </a:cubicBezTo>
                <a:cubicBezTo>
                  <a:pt x="568" y="0"/>
                  <a:pt x="567" y="0"/>
                  <a:pt x="567" y="0"/>
                </a:cubicBezTo>
                <a:cubicBezTo>
                  <a:pt x="567" y="15"/>
                  <a:pt x="567" y="15"/>
                  <a:pt x="567" y="15"/>
                </a:cubicBezTo>
                <a:cubicBezTo>
                  <a:pt x="521" y="61"/>
                  <a:pt x="521" y="61"/>
                  <a:pt x="521" y="61"/>
                </a:cubicBezTo>
                <a:cubicBezTo>
                  <a:pt x="415" y="64"/>
                  <a:pt x="415" y="64"/>
                  <a:pt x="415" y="64"/>
                </a:cubicBezTo>
                <a:cubicBezTo>
                  <a:pt x="334" y="145"/>
                  <a:pt x="334" y="145"/>
                  <a:pt x="334" y="145"/>
                </a:cubicBezTo>
                <a:cubicBezTo>
                  <a:pt x="247" y="147"/>
                  <a:pt x="247" y="147"/>
                  <a:pt x="247" y="147"/>
                </a:cubicBezTo>
                <a:cubicBezTo>
                  <a:pt x="196" y="198"/>
                  <a:pt x="196" y="198"/>
                  <a:pt x="196" y="198"/>
                </a:cubicBezTo>
                <a:cubicBezTo>
                  <a:pt x="141" y="196"/>
                  <a:pt x="141" y="196"/>
                  <a:pt x="141" y="196"/>
                </a:cubicBezTo>
                <a:cubicBezTo>
                  <a:pt x="29" y="308"/>
                  <a:pt x="29" y="308"/>
                  <a:pt x="29" y="308"/>
                </a:cubicBezTo>
                <a:cubicBezTo>
                  <a:pt x="0" y="307"/>
                  <a:pt x="0" y="307"/>
                  <a:pt x="0" y="307"/>
                </a:cubicBezTo>
                <a:cubicBezTo>
                  <a:pt x="0" y="309"/>
                  <a:pt x="1" y="310"/>
                  <a:pt x="1" y="311"/>
                </a:cubicBezTo>
                <a:cubicBezTo>
                  <a:pt x="31" y="312"/>
                  <a:pt x="31" y="312"/>
                  <a:pt x="31" y="312"/>
                </a:cubicBezTo>
                <a:cubicBezTo>
                  <a:pt x="142" y="200"/>
                  <a:pt x="142" y="200"/>
                  <a:pt x="142" y="200"/>
                </a:cubicBezTo>
                <a:cubicBezTo>
                  <a:pt x="198" y="202"/>
                  <a:pt x="198" y="202"/>
                  <a:pt x="198" y="202"/>
                </a:cubicBezTo>
                <a:cubicBezTo>
                  <a:pt x="249" y="151"/>
                  <a:pt x="249" y="151"/>
                  <a:pt x="249" y="151"/>
                </a:cubicBezTo>
                <a:cubicBezTo>
                  <a:pt x="336" y="149"/>
                  <a:pt x="336" y="149"/>
                  <a:pt x="336" y="149"/>
                </a:cubicBezTo>
                <a:cubicBezTo>
                  <a:pt x="416" y="68"/>
                  <a:pt x="416" y="68"/>
                  <a:pt x="416" y="68"/>
                </a:cubicBezTo>
                <a:cubicBezTo>
                  <a:pt x="522" y="65"/>
                  <a:pt x="522" y="65"/>
                  <a:pt x="522" y="65"/>
                </a:cubicBezTo>
                <a:cubicBezTo>
                  <a:pt x="571" y="17"/>
                  <a:pt x="571" y="17"/>
                  <a:pt x="571" y="17"/>
                </a:cubicBezTo>
                <a:cubicBezTo>
                  <a:pt x="571" y="0"/>
                  <a:pt x="571" y="0"/>
                  <a:pt x="57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14" name="Freeform 670"/>
          <p:cNvSpPr>
            <a:spLocks/>
          </p:cNvSpPr>
          <p:nvPr/>
        </p:nvSpPr>
        <p:spPr bwMode="auto">
          <a:xfrm>
            <a:off x="10271945" y="2154242"/>
            <a:ext cx="7427915" cy="7359664"/>
          </a:xfrm>
          <a:custGeom>
            <a:avLst/>
            <a:gdLst>
              <a:gd name="T0" fmla="*/ 4672 w 4679"/>
              <a:gd name="T1" fmla="*/ 0 h 4636"/>
              <a:gd name="T2" fmla="*/ 4672 w 4679"/>
              <a:gd name="T3" fmla="*/ 0 h 4636"/>
              <a:gd name="T4" fmla="*/ 3839 w 4679"/>
              <a:gd name="T5" fmla="*/ 834 h 4636"/>
              <a:gd name="T6" fmla="*/ 3541 w 4679"/>
              <a:gd name="T7" fmla="*/ 836 h 4636"/>
              <a:gd name="T8" fmla="*/ 3212 w 4679"/>
              <a:gd name="T9" fmla="*/ 1163 h 4636"/>
              <a:gd name="T10" fmla="*/ 2959 w 4679"/>
              <a:gd name="T11" fmla="*/ 1163 h 4636"/>
              <a:gd name="T12" fmla="*/ 2656 w 4679"/>
              <a:gd name="T13" fmla="*/ 1468 h 4636"/>
              <a:gd name="T14" fmla="*/ 2585 w 4679"/>
              <a:gd name="T15" fmla="*/ 1463 h 4636"/>
              <a:gd name="T16" fmla="*/ 2392 w 4679"/>
              <a:gd name="T17" fmla="*/ 1656 h 4636"/>
              <a:gd name="T18" fmla="*/ 1820 w 4679"/>
              <a:gd name="T19" fmla="*/ 1667 h 4636"/>
              <a:gd name="T20" fmla="*/ 1486 w 4679"/>
              <a:gd name="T21" fmla="*/ 2001 h 4636"/>
              <a:gd name="T22" fmla="*/ 1369 w 4679"/>
              <a:gd name="T23" fmla="*/ 2001 h 4636"/>
              <a:gd name="T24" fmla="*/ 729 w 4679"/>
              <a:gd name="T25" fmla="*/ 2643 h 4636"/>
              <a:gd name="T26" fmla="*/ 732 w 4679"/>
              <a:gd name="T27" fmla="*/ 2831 h 4636"/>
              <a:gd name="T28" fmla="*/ 0 w 4679"/>
              <a:gd name="T29" fmla="*/ 3565 h 4636"/>
              <a:gd name="T30" fmla="*/ 0 w 4679"/>
              <a:gd name="T31" fmla="*/ 4636 h 4636"/>
              <a:gd name="T32" fmla="*/ 11 w 4679"/>
              <a:gd name="T33" fmla="*/ 4636 h 4636"/>
              <a:gd name="T34" fmla="*/ 11 w 4679"/>
              <a:gd name="T35" fmla="*/ 3570 h 4636"/>
              <a:gd name="T36" fmla="*/ 742 w 4679"/>
              <a:gd name="T37" fmla="*/ 2837 h 4636"/>
              <a:gd name="T38" fmla="*/ 739 w 4679"/>
              <a:gd name="T39" fmla="*/ 2646 h 4636"/>
              <a:gd name="T40" fmla="*/ 1371 w 4679"/>
              <a:gd name="T41" fmla="*/ 2011 h 4636"/>
              <a:gd name="T42" fmla="*/ 1491 w 4679"/>
              <a:gd name="T43" fmla="*/ 2011 h 4636"/>
              <a:gd name="T44" fmla="*/ 1826 w 4679"/>
              <a:gd name="T45" fmla="*/ 1677 h 4636"/>
              <a:gd name="T46" fmla="*/ 2395 w 4679"/>
              <a:gd name="T47" fmla="*/ 1667 h 4636"/>
              <a:gd name="T48" fmla="*/ 2588 w 4679"/>
              <a:gd name="T49" fmla="*/ 1476 h 4636"/>
              <a:gd name="T50" fmla="*/ 2661 w 4679"/>
              <a:gd name="T51" fmla="*/ 1479 h 4636"/>
              <a:gd name="T52" fmla="*/ 2964 w 4679"/>
              <a:gd name="T53" fmla="*/ 1173 h 4636"/>
              <a:gd name="T54" fmla="*/ 3217 w 4679"/>
              <a:gd name="T55" fmla="*/ 1173 h 4636"/>
              <a:gd name="T56" fmla="*/ 3544 w 4679"/>
              <a:gd name="T57" fmla="*/ 847 h 4636"/>
              <a:gd name="T58" fmla="*/ 3844 w 4679"/>
              <a:gd name="T59" fmla="*/ 844 h 4636"/>
              <a:gd name="T60" fmla="*/ 4679 w 4679"/>
              <a:gd name="T61" fmla="*/ 8 h 4636"/>
              <a:gd name="T62" fmla="*/ 4672 w 4679"/>
              <a:gd name="T63" fmla="*/ 0 h 4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79" h="4636">
                <a:moveTo>
                  <a:pt x="4672" y="0"/>
                </a:moveTo>
                <a:lnTo>
                  <a:pt x="4672" y="0"/>
                </a:lnTo>
                <a:lnTo>
                  <a:pt x="3839" y="834"/>
                </a:lnTo>
                <a:lnTo>
                  <a:pt x="3541" y="836"/>
                </a:lnTo>
                <a:lnTo>
                  <a:pt x="3212" y="1163"/>
                </a:lnTo>
                <a:lnTo>
                  <a:pt x="2959" y="1163"/>
                </a:lnTo>
                <a:lnTo>
                  <a:pt x="2656" y="1468"/>
                </a:lnTo>
                <a:lnTo>
                  <a:pt x="2585" y="1463"/>
                </a:lnTo>
                <a:lnTo>
                  <a:pt x="2392" y="1656"/>
                </a:lnTo>
                <a:lnTo>
                  <a:pt x="1820" y="1667"/>
                </a:lnTo>
                <a:lnTo>
                  <a:pt x="1486" y="2001"/>
                </a:lnTo>
                <a:lnTo>
                  <a:pt x="1369" y="2001"/>
                </a:lnTo>
                <a:lnTo>
                  <a:pt x="729" y="2643"/>
                </a:lnTo>
                <a:lnTo>
                  <a:pt x="732" y="2831"/>
                </a:lnTo>
                <a:lnTo>
                  <a:pt x="0" y="3565"/>
                </a:lnTo>
                <a:lnTo>
                  <a:pt x="0" y="4636"/>
                </a:lnTo>
                <a:lnTo>
                  <a:pt x="11" y="4636"/>
                </a:lnTo>
                <a:lnTo>
                  <a:pt x="11" y="3570"/>
                </a:lnTo>
                <a:lnTo>
                  <a:pt x="742" y="2837"/>
                </a:lnTo>
                <a:lnTo>
                  <a:pt x="739" y="2646"/>
                </a:lnTo>
                <a:lnTo>
                  <a:pt x="1371" y="2011"/>
                </a:lnTo>
                <a:lnTo>
                  <a:pt x="1491" y="2011"/>
                </a:lnTo>
                <a:lnTo>
                  <a:pt x="1826" y="1677"/>
                </a:lnTo>
                <a:lnTo>
                  <a:pt x="2395" y="1667"/>
                </a:lnTo>
                <a:lnTo>
                  <a:pt x="2588" y="1476"/>
                </a:lnTo>
                <a:lnTo>
                  <a:pt x="2661" y="1479"/>
                </a:lnTo>
                <a:lnTo>
                  <a:pt x="2964" y="1173"/>
                </a:lnTo>
                <a:lnTo>
                  <a:pt x="3217" y="1173"/>
                </a:lnTo>
                <a:lnTo>
                  <a:pt x="3544" y="847"/>
                </a:lnTo>
                <a:lnTo>
                  <a:pt x="3844" y="844"/>
                </a:lnTo>
                <a:lnTo>
                  <a:pt x="4679" y="8"/>
                </a:lnTo>
                <a:lnTo>
                  <a:pt x="467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15" name="Freeform 671"/>
          <p:cNvSpPr>
            <a:spLocks/>
          </p:cNvSpPr>
          <p:nvPr/>
        </p:nvSpPr>
        <p:spPr bwMode="auto">
          <a:xfrm>
            <a:off x="10271945" y="2154242"/>
            <a:ext cx="7427915" cy="7359664"/>
          </a:xfrm>
          <a:custGeom>
            <a:avLst/>
            <a:gdLst>
              <a:gd name="T0" fmla="*/ 4672 w 4679"/>
              <a:gd name="T1" fmla="*/ 0 h 4636"/>
              <a:gd name="T2" fmla="*/ 4672 w 4679"/>
              <a:gd name="T3" fmla="*/ 0 h 4636"/>
              <a:gd name="T4" fmla="*/ 3839 w 4679"/>
              <a:gd name="T5" fmla="*/ 834 h 4636"/>
              <a:gd name="T6" fmla="*/ 3541 w 4679"/>
              <a:gd name="T7" fmla="*/ 836 h 4636"/>
              <a:gd name="T8" fmla="*/ 3212 w 4679"/>
              <a:gd name="T9" fmla="*/ 1163 h 4636"/>
              <a:gd name="T10" fmla="*/ 2959 w 4679"/>
              <a:gd name="T11" fmla="*/ 1163 h 4636"/>
              <a:gd name="T12" fmla="*/ 2656 w 4679"/>
              <a:gd name="T13" fmla="*/ 1468 h 4636"/>
              <a:gd name="T14" fmla="*/ 2585 w 4679"/>
              <a:gd name="T15" fmla="*/ 1463 h 4636"/>
              <a:gd name="T16" fmla="*/ 2392 w 4679"/>
              <a:gd name="T17" fmla="*/ 1656 h 4636"/>
              <a:gd name="T18" fmla="*/ 1820 w 4679"/>
              <a:gd name="T19" fmla="*/ 1667 h 4636"/>
              <a:gd name="T20" fmla="*/ 1486 w 4679"/>
              <a:gd name="T21" fmla="*/ 2001 h 4636"/>
              <a:gd name="T22" fmla="*/ 1369 w 4679"/>
              <a:gd name="T23" fmla="*/ 2001 h 4636"/>
              <a:gd name="T24" fmla="*/ 729 w 4679"/>
              <a:gd name="T25" fmla="*/ 2643 h 4636"/>
              <a:gd name="T26" fmla="*/ 732 w 4679"/>
              <a:gd name="T27" fmla="*/ 2831 h 4636"/>
              <a:gd name="T28" fmla="*/ 0 w 4679"/>
              <a:gd name="T29" fmla="*/ 3565 h 4636"/>
              <a:gd name="T30" fmla="*/ 0 w 4679"/>
              <a:gd name="T31" fmla="*/ 4636 h 4636"/>
              <a:gd name="T32" fmla="*/ 11 w 4679"/>
              <a:gd name="T33" fmla="*/ 4636 h 4636"/>
              <a:gd name="T34" fmla="*/ 11 w 4679"/>
              <a:gd name="T35" fmla="*/ 3570 h 4636"/>
              <a:gd name="T36" fmla="*/ 742 w 4679"/>
              <a:gd name="T37" fmla="*/ 2837 h 4636"/>
              <a:gd name="T38" fmla="*/ 739 w 4679"/>
              <a:gd name="T39" fmla="*/ 2646 h 4636"/>
              <a:gd name="T40" fmla="*/ 1371 w 4679"/>
              <a:gd name="T41" fmla="*/ 2011 h 4636"/>
              <a:gd name="T42" fmla="*/ 1491 w 4679"/>
              <a:gd name="T43" fmla="*/ 2011 h 4636"/>
              <a:gd name="T44" fmla="*/ 1826 w 4679"/>
              <a:gd name="T45" fmla="*/ 1677 h 4636"/>
              <a:gd name="T46" fmla="*/ 2395 w 4679"/>
              <a:gd name="T47" fmla="*/ 1667 h 4636"/>
              <a:gd name="T48" fmla="*/ 2588 w 4679"/>
              <a:gd name="T49" fmla="*/ 1476 h 4636"/>
              <a:gd name="T50" fmla="*/ 2661 w 4679"/>
              <a:gd name="T51" fmla="*/ 1479 h 4636"/>
              <a:gd name="T52" fmla="*/ 2964 w 4679"/>
              <a:gd name="T53" fmla="*/ 1173 h 4636"/>
              <a:gd name="T54" fmla="*/ 3217 w 4679"/>
              <a:gd name="T55" fmla="*/ 1173 h 4636"/>
              <a:gd name="T56" fmla="*/ 3544 w 4679"/>
              <a:gd name="T57" fmla="*/ 847 h 4636"/>
              <a:gd name="T58" fmla="*/ 3844 w 4679"/>
              <a:gd name="T59" fmla="*/ 844 h 4636"/>
              <a:gd name="T60" fmla="*/ 4679 w 4679"/>
              <a:gd name="T61" fmla="*/ 8 h 4636"/>
              <a:gd name="T62" fmla="*/ 4672 w 4679"/>
              <a:gd name="T63" fmla="*/ 0 h 4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79" h="4636">
                <a:moveTo>
                  <a:pt x="4672" y="0"/>
                </a:moveTo>
                <a:lnTo>
                  <a:pt x="4672" y="0"/>
                </a:lnTo>
                <a:lnTo>
                  <a:pt x="3839" y="834"/>
                </a:lnTo>
                <a:lnTo>
                  <a:pt x="3541" y="836"/>
                </a:lnTo>
                <a:lnTo>
                  <a:pt x="3212" y="1163"/>
                </a:lnTo>
                <a:lnTo>
                  <a:pt x="2959" y="1163"/>
                </a:lnTo>
                <a:lnTo>
                  <a:pt x="2656" y="1468"/>
                </a:lnTo>
                <a:lnTo>
                  <a:pt x="2585" y="1463"/>
                </a:lnTo>
                <a:lnTo>
                  <a:pt x="2392" y="1656"/>
                </a:lnTo>
                <a:lnTo>
                  <a:pt x="1820" y="1667"/>
                </a:lnTo>
                <a:lnTo>
                  <a:pt x="1486" y="2001"/>
                </a:lnTo>
                <a:lnTo>
                  <a:pt x="1369" y="2001"/>
                </a:lnTo>
                <a:lnTo>
                  <a:pt x="729" y="2643"/>
                </a:lnTo>
                <a:lnTo>
                  <a:pt x="732" y="2831"/>
                </a:lnTo>
                <a:lnTo>
                  <a:pt x="0" y="3565"/>
                </a:lnTo>
                <a:lnTo>
                  <a:pt x="0" y="4636"/>
                </a:lnTo>
                <a:lnTo>
                  <a:pt x="11" y="4636"/>
                </a:lnTo>
                <a:lnTo>
                  <a:pt x="11" y="3570"/>
                </a:lnTo>
                <a:lnTo>
                  <a:pt x="742" y="2837"/>
                </a:lnTo>
                <a:lnTo>
                  <a:pt x="739" y="2646"/>
                </a:lnTo>
                <a:lnTo>
                  <a:pt x="1371" y="2011"/>
                </a:lnTo>
                <a:lnTo>
                  <a:pt x="1491" y="2011"/>
                </a:lnTo>
                <a:lnTo>
                  <a:pt x="1826" y="1677"/>
                </a:lnTo>
                <a:lnTo>
                  <a:pt x="2395" y="1667"/>
                </a:lnTo>
                <a:lnTo>
                  <a:pt x="2588" y="1476"/>
                </a:lnTo>
                <a:lnTo>
                  <a:pt x="2661" y="1479"/>
                </a:lnTo>
                <a:lnTo>
                  <a:pt x="2964" y="1173"/>
                </a:lnTo>
                <a:lnTo>
                  <a:pt x="3217" y="1173"/>
                </a:lnTo>
                <a:lnTo>
                  <a:pt x="3544" y="847"/>
                </a:lnTo>
                <a:lnTo>
                  <a:pt x="3844" y="844"/>
                </a:lnTo>
                <a:lnTo>
                  <a:pt x="4679" y="8"/>
                </a:lnTo>
                <a:lnTo>
                  <a:pt x="467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16" name="Freeform 672"/>
          <p:cNvSpPr>
            <a:spLocks/>
          </p:cNvSpPr>
          <p:nvPr/>
        </p:nvSpPr>
        <p:spPr bwMode="auto">
          <a:xfrm>
            <a:off x="10421167" y="2200279"/>
            <a:ext cx="7321552" cy="7545402"/>
          </a:xfrm>
          <a:custGeom>
            <a:avLst/>
            <a:gdLst>
              <a:gd name="T0" fmla="*/ 4604 w 4612"/>
              <a:gd name="T1" fmla="*/ 0 h 4753"/>
              <a:gd name="T2" fmla="*/ 3753 w 4612"/>
              <a:gd name="T3" fmla="*/ 852 h 4753"/>
              <a:gd name="T4" fmla="*/ 3455 w 4612"/>
              <a:gd name="T5" fmla="*/ 854 h 4753"/>
              <a:gd name="T6" fmla="*/ 3129 w 4612"/>
              <a:gd name="T7" fmla="*/ 1181 h 4753"/>
              <a:gd name="T8" fmla="*/ 2883 w 4612"/>
              <a:gd name="T9" fmla="*/ 1191 h 4753"/>
              <a:gd name="T10" fmla="*/ 2580 w 4612"/>
              <a:gd name="T11" fmla="*/ 1494 h 4753"/>
              <a:gd name="T12" fmla="*/ 2510 w 4612"/>
              <a:gd name="T13" fmla="*/ 1491 h 4753"/>
              <a:gd name="T14" fmla="*/ 2316 w 4612"/>
              <a:gd name="T15" fmla="*/ 1685 h 4753"/>
              <a:gd name="T16" fmla="*/ 1745 w 4612"/>
              <a:gd name="T17" fmla="*/ 1692 h 4753"/>
              <a:gd name="T18" fmla="*/ 1410 w 4612"/>
              <a:gd name="T19" fmla="*/ 2029 h 4753"/>
              <a:gd name="T20" fmla="*/ 1293 w 4612"/>
              <a:gd name="T21" fmla="*/ 2029 h 4753"/>
              <a:gd name="T22" fmla="*/ 669 w 4612"/>
              <a:gd name="T23" fmla="*/ 2654 h 4753"/>
              <a:gd name="T24" fmla="*/ 666 w 4612"/>
              <a:gd name="T25" fmla="*/ 2844 h 4753"/>
              <a:gd name="T26" fmla="*/ 0 w 4612"/>
              <a:gd name="T27" fmla="*/ 3507 h 4753"/>
              <a:gd name="T28" fmla="*/ 0 w 4612"/>
              <a:gd name="T29" fmla="*/ 4753 h 4753"/>
              <a:gd name="T30" fmla="*/ 11 w 4612"/>
              <a:gd name="T31" fmla="*/ 4753 h 4753"/>
              <a:gd name="T32" fmla="*/ 11 w 4612"/>
              <a:gd name="T33" fmla="*/ 3513 h 4753"/>
              <a:gd name="T34" fmla="*/ 677 w 4612"/>
              <a:gd name="T35" fmla="*/ 2849 h 4753"/>
              <a:gd name="T36" fmla="*/ 679 w 4612"/>
              <a:gd name="T37" fmla="*/ 2656 h 4753"/>
              <a:gd name="T38" fmla="*/ 1296 w 4612"/>
              <a:gd name="T39" fmla="*/ 2040 h 4753"/>
              <a:gd name="T40" fmla="*/ 1416 w 4612"/>
              <a:gd name="T41" fmla="*/ 2040 h 4753"/>
              <a:gd name="T42" fmla="*/ 1750 w 4612"/>
              <a:gd name="T43" fmla="*/ 1703 h 4753"/>
              <a:gd name="T44" fmla="*/ 2319 w 4612"/>
              <a:gd name="T45" fmla="*/ 1695 h 4753"/>
              <a:gd name="T46" fmla="*/ 2512 w 4612"/>
              <a:gd name="T47" fmla="*/ 1502 h 4753"/>
              <a:gd name="T48" fmla="*/ 2585 w 4612"/>
              <a:gd name="T49" fmla="*/ 1504 h 4753"/>
              <a:gd name="T50" fmla="*/ 2888 w 4612"/>
              <a:gd name="T51" fmla="*/ 1201 h 4753"/>
              <a:gd name="T52" fmla="*/ 3134 w 4612"/>
              <a:gd name="T53" fmla="*/ 1191 h 4753"/>
              <a:gd name="T54" fmla="*/ 3460 w 4612"/>
              <a:gd name="T55" fmla="*/ 865 h 4753"/>
              <a:gd name="T56" fmla="*/ 3758 w 4612"/>
              <a:gd name="T57" fmla="*/ 862 h 4753"/>
              <a:gd name="T58" fmla="*/ 4612 w 4612"/>
              <a:gd name="T59" fmla="*/ 8 h 4753"/>
              <a:gd name="T60" fmla="*/ 4604 w 4612"/>
              <a:gd name="T61" fmla="*/ 0 h 4753"/>
              <a:gd name="T62" fmla="*/ 4604 w 4612"/>
              <a:gd name="T63" fmla="*/ 0 h 4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12" h="4753">
                <a:moveTo>
                  <a:pt x="4604" y="0"/>
                </a:moveTo>
                <a:lnTo>
                  <a:pt x="3753" y="852"/>
                </a:lnTo>
                <a:lnTo>
                  <a:pt x="3455" y="854"/>
                </a:lnTo>
                <a:lnTo>
                  <a:pt x="3129" y="1181"/>
                </a:lnTo>
                <a:lnTo>
                  <a:pt x="2883" y="1191"/>
                </a:lnTo>
                <a:lnTo>
                  <a:pt x="2580" y="1494"/>
                </a:lnTo>
                <a:lnTo>
                  <a:pt x="2510" y="1491"/>
                </a:lnTo>
                <a:lnTo>
                  <a:pt x="2316" y="1685"/>
                </a:lnTo>
                <a:lnTo>
                  <a:pt x="1745" y="1692"/>
                </a:lnTo>
                <a:lnTo>
                  <a:pt x="1410" y="2029"/>
                </a:lnTo>
                <a:lnTo>
                  <a:pt x="1293" y="2029"/>
                </a:lnTo>
                <a:lnTo>
                  <a:pt x="669" y="2654"/>
                </a:lnTo>
                <a:lnTo>
                  <a:pt x="666" y="2844"/>
                </a:lnTo>
                <a:lnTo>
                  <a:pt x="0" y="3507"/>
                </a:lnTo>
                <a:lnTo>
                  <a:pt x="0" y="4753"/>
                </a:lnTo>
                <a:lnTo>
                  <a:pt x="11" y="4753"/>
                </a:lnTo>
                <a:lnTo>
                  <a:pt x="11" y="3513"/>
                </a:lnTo>
                <a:lnTo>
                  <a:pt x="677" y="2849"/>
                </a:lnTo>
                <a:lnTo>
                  <a:pt x="679" y="2656"/>
                </a:lnTo>
                <a:lnTo>
                  <a:pt x="1296" y="2040"/>
                </a:lnTo>
                <a:lnTo>
                  <a:pt x="1416" y="2040"/>
                </a:lnTo>
                <a:lnTo>
                  <a:pt x="1750" y="1703"/>
                </a:lnTo>
                <a:lnTo>
                  <a:pt x="2319" y="1695"/>
                </a:lnTo>
                <a:lnTo>
                  <a:pt x="2512" y="1502"/>
                </a:lnTo>
                <a:lnTo>
                  <a:pt x="2585" y="1504"/>
                </a:lnTo>
                <a:lnTo>
                  <a:pt x="2888" y="1201"/>
                </a:lnTo>
                <a:lnTo>
                  <a:pt x="3134" y="1191"/>
                </a:lnTo>
                <a:lnTo>
                  <a:pt x="3460" y="865"/>
                </a:lnTo>
                <a:lnTo>
                  <a:pt x="3758" y="862"/>
                </a:lnTo>
                <a:lnTo>
                  <a:pt x="4612" y="8"/>
                </a:lnTo>
                <a:lnTo>
                  <a:pt x="4604" y="0"/>
                </a:lnTo>
                <a:lnTo>
                  <a:pt x="46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17" name="Freeform 673"/>
          <p:cNvSpPr>
            <a:spLocks/>
          </p:cNvSpPr>
          <p:nvPr/>
        </p:nvSpPr>
        <p:spPr bwMode="auto">
          <a:xfrm>
            <a:off x="10421167" y="2200279"/>
            <a:ext cx="7321552" cy="7545402"/>
          </a:xfrm>
          <a:custGeom>
            <a:avLst/>
            <a:gdLst>
              <a:gd name="T0" fmla="*/ 4604 w 4612"/>
              <a:gd name="T1" fmla="*/ 0 h 4753"/>
              <a:gd name="T2" fmla="*/ 3753 w 4612"/>
              <a:gd name="T3" fmla="*/ 852 h 4753"/>
              <a:gd name="T4" fmla="*/ 3455 w 4612"/>
              <a:gd name="T5" fmla="*/ 854 h 4753"/>
              <a:gd name="T6" fmla="*/ 3129 w 4612"/>
              <a:gd name="T7" fmla="*/ 1181 h 4753"/>
              <a:gd name="T8" fmla="*/ 2883 w 4612"/>
              <a:gd name="T9" fmla="*/ 1191 h 4753"/>
              <a:gd name="T10" fmla="*/ 2580 w 4612"/>
              <a:gd name="T11" fmla="*/ 1494 h 4753"/>
              <a:gd name="T12" fmla="*/ 2510 w 4612"/>
              <a:gd name="T13" fmla="*/ 1491 h 4753"/>
              <a:gd name="T14" fmla="*/ 2316 w 4612"/>
              <a:gd name="T15" fmla="*/ 1685 h 4753"/>
              <a:gd name="T16" fmla="*/ 1745 w 4612"/>
              <a:gd name="T17" fmla="*/ 1692 h 4753"/>
              <a:gd name="T18" fmla="*/ 1410 w 4612"/>
              <a:gd name="T19" fmla="*/ 2029 h 4753"/>
              <a:gd name="T20" fmla="*/ 1293 w 4612"/>
              <a:gd name="T21" fmla="*/ 2029 h 4753"/>
              <a:gd name="T22" fmla="*/ 669 w 4612"/>
              <a:gd name="T23" fmla="*/ 2654 h 4753"/>
              <a:gd name="T24" fmla="*/ 666 w 4612"/>
              <a:gd name="T25" fmla="*/ 2844 h 4753"/>
              <a:gd name="T26" fmla="*/ 0 w 4612"/>
              <a:gd name="T27" fmla="*/ 3507 h 4753"/>
              <a:gd name="T28" fmla="*/ 0 w 4612"/>
              <a:gd name="T29" fmla="*/ 4753 h 4753"/>
              <a:gd name="T30" fmla="*/ 11 w 4612"/>
              <a:gd name="T31" fmla="*/ 4753 h 4753"/>
              <a:gd name="T32" fmla="*/ 11 w 4612"/>
              <a:gd name="T33" fmla="*/ 3513 h 4753"/>
              <a:gd name="T34" fmla="*/ 677 w 4612"/>
              <a:gd name="T35" fmla="*/ 2849 h 4753"/>
              <a:gd name="T36" fmla="*/ 679 w 4612"/>
              <a:gd name="T37" fmla="*/ 2656 h 4753"/>
              <a:gd name="T38" fmla="*/ 1296 w 4612"/>
              <a:gd name="T39" fmla="*/ 2040 h 4753"/>
              <a:gd name="T40" fmla="*/ 1416 w 4612"/>
              <a:gd name="T41" fmla="*/ 2040 h 4753"/>
              <a:gd name="T42" fmla="*/ 1750 w 4612"/>
              <a:gd name="T43" fmla="*/ 1703 h 4753"/>
              <a:gd name="T44" fmla="*/ 2319 w 4612"/>
              <a:gd name="T45" fmla="*/ 1695 h 4753"/>
              <a:gd name="T46" fmla="*/ 2512 w 4612"/>
              <a:gd name="T47" fmla="*/ 1502 h 4753"/>
              <a:gd name="T48" fmla="*/ 2585 w 4612"/>
              <a:gd name="T49" fmla="*/ 1504 h 4753"/>
              <a:gd name="T50" fmla="*/ 2888 w 4612"/>
              <a:gd name="T51" fmla="*/ 1201 h 4753"/>
              <a:gd name="T52" fmla="*/ 3134 w 4612"/>
              <a:gd name="T53" fmla="*/ 1191 h 4753"/>
              <a:gd name="T54" fmla="*/ 3460 w 4612"/>
              <a:gd name="T55" fmla="*/ 865 h 4753"/>
              <a:gd name="T56" fmla="*/ 3758 w 4612"/>
              <a:gd name="T57" fmla="*/ 862 h 4753"/>
              <a:gd name="T58" fmla="*/ 4612 w 4612"/>
              <a:gd name="T59" fmla="*/ 8 h 4753"/>
              <a:gd name="T60" fmla="*/ 4604 w 4612"/>
              <a:gd name="T61" fmla="*/ 0 h 4753"/>
              <a:gd name="T62" fmla="*/ 4604 w 4612"/>
              <a:gd name="T63" fmla="*/ 0 h 4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12" h="4753">
                <a:moveTo>
                  <a:pt x="4604" y="0"/>
                </a:moveTo>
                <a:lnTo>
                  <a:pt x="3753" y="852"/>
                </a:lnTo>
                <a:lnTo>
                  <a:pt x="3455" y="854"/>
                </a:lnTo>
                <a:lnTo>
                  <a:pt x="3129" y="1181"/>
                </a:lnTo>
                <a:lnTo>
                  <a:pt x="2883" y="1191"/>
                </a:lnTo>
                <a:lnTo>
                  <a:pt x="2580" y="1494"/>
                </a:lnTo>
                <a:lnTo>
                  <a:pt x="2510" y="1491"/>
                </a:lnTo>
                <a:lnTo>
                  <a:pt x="2316" y="1685"/>
                </a:lnTo>
                <a:lnTo>
                  <a:pt x="1745" y="1692"/>
                </a:lnTo>
                <a:lnTo>
                  <a:pt x="1410" y="2029"/>
                </a:lnTo>
                <a:lnTo>
                  <a:pt x="1293" y="2029"/>
                </a:lnTo>
                <a:lnTo>
                  <a:pt x="669" y="2654"/>
                </a:lnTo>
                <a:lnTo>
                  <a:pt x="666" y="2844"/>
                </a:lnTo>
                <a:lnTo>
                  <a:pt x="0" y="3507"/>
                </a:lnTo>
                <a:lnTo>
                  <a:pt x="0" y="4753"/>
                </a:lnTo>
                <a:lnTo>
                  <a:pt x="11" y="4753"/>
                </a:lnTo>
                <a:lnTo>
                  <a:pt x="11" y="3513"/>
                </a:lnTo>
                <a:lnTo>
                  <a:pt x="677" y="2849"/>
                </a:lnTo>
                <a:lnTo>
                  <a:pt x="679" y="2656"/>
                </a:lnTo>
                <a:lnTo>
                  <a:pt x="1296" y="2040"/>
                </a:lnTo>
                <a:lnTo>
                  <a:pt x="1416" y="2040"/>
                </a:lnTo>
                <a:lnTo>
                  <a:pt x="1750" y="1703"/>
                </a:lnTo>
                <a:lnTo>
                  <a:pt x="2319" y="1695"/>
                </a:lnTo>
                <a:lnTo>
                  <a:pt x="2512" y="1502"/>
                </a:lnTo>
                <a:lnTo>
                  <a:pt x="2585" y="1504"/>
                </a:lnTo>
                <a:lnTo>
                  <a:pt x="2888" y="1201"/>
                </a:lnTo>
                <a:lnTo>
                  <a:pt x="3134" y="1191"/>
                </a:lnTo>
                <a:lnTo>
                  <a:pt x="3460" y="865"/>
                </a:lnTo>
                <a:lnTo>
                  <a:pt x="3758" y="862"/>
                </a:lnTo>
                <a:lnTo>
                  <a:pt x="4612" y="8"/>
                </a:lnTo>
                <a:lnTo>
                  <a:pt x="4604" y="0"/>
                </a:lnTo>
                <a:lnTo>
                  <a:pt x="460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18" name="Freeform 674"/>
          <p:cNvSpPr>
            <a:spLocks/>
          </p:cNvSpPr>
          <p:nvPr/>
        </p:nvSpPr>
        <p:spPr bwMode="auto">
          <a:xfrm>
            <a:off x="10670405" y="2259017"/>
            <a:ext cx="7137402" cy="7288226"/>
          </a:xfrm>
          <a:custGeom>
            <a:avLst/>
            <a:gdLst>
              <a:gd name="T0" fmla="*/ 4489 w 4496"/>
              <a:gd name="T1" fmla="*/ 0 h 4591"/>
              <a:gd name="T2" fmla="*/ 3616 w 4496"/>
              <a:gd name="T3" fmla="*/ 869 h 4591"/>
              <a:gd name="T4" fmla="*/ 3319 w 4496"/>
              <a:gd name="T5" fmla="*/ 872 h 4591"/>
              <a:gd name="T6" fmla="*/ 2992 w 4496"/>
              <a:gd name="T7" fmla="*/ 1198 h 4591"/>
              <a:gd name="T8" fmla="*/ 2737 w 4496"/>
              <a:gd name="T9" fmla="*/ 1201 h 4591"/>
              <a:gd name="T10" fmla="*/ 2434 w 4496"/>
              <a:gd name="T11" fmla="*/ 1504 h 4591"/>
              <a:gd name="T12" fmla="*/ 2371 w 4496"/>
              <a:gd name="T13" fmla="*/ 1509 h 4591"/>
              <a:gd name="T14" fmla="*/ 2178 w 4496"/>
              <a:gd name="T15" fmla="*/ 1702 h 4591"/>
              <a:gd name="T16" fmla="*/ 1601 w 4496"/>
              <a:gd name="T17" fmla="*/ 1705 h 4591"/>
              <a:gd name="T18" fmla="*/ 1264 w 4496"/>
              <a:gd name="T19" fmla="*/ 2039 h 4591"/>
              <a:gd name="T20" fmla="*/ 1146 w 4496"/>
              <a:gd name="T21" fmla="*/ 2039 h 4591"/>
              <a:gd name="T22" fmla="*/ 538 w 4496"/>
              <a:gd name="T23" fmla="*/ 2648 h 4591"/>
              <a:gd name="T24" fmla="*/ 546 w 4496"/>
              <a:gd name="T25" fmla="*/ 2849 h 4591"/>
              <a:gd name="T26" fmla="*/ 0 w 4496"/>
              <a:gd name="T27" fmla="*/ 3395 h 4591"/>
              <a:gd name="T28" fmla="*/ 0 w 4496"/>
              <a:gd name="T29" fmla="*/ 4591 h 4591"/>
              <a:gd name="T30" fmla="*/ 11 w 4496"/>
              <a:gd name="T31" fmla="*/ 4591 h 4591"/>
              <a:gd name="T32" fmla="*/ 11 w 4496"/>
              <a:gd name="T33" fmla="*/ 3400 h 4591"/>
              <a:gd name="T34" fmla="*/ 556 w 4496"/>
              <a:gd name="T35" fmla="*/ 2852 h 4591"/>
              <a:gd name="T36" fmla="*/ 548 w 4496"/>
              <a:gd name="T37" fmla="*/ 2653 h 4591"/>
              <a:gd name="T38" fmla="*/ 1149 w 4496"/>
              <a:gd name="T39" fmla="*/ 2050 h 4591"/>
              <a:gd name="T40" fmla="*/ 1269 w 4496"/>
              <a:gd name="T41" fmla="*/ 2050 h 4591"/>
              <a:gd name="T42" fmla="*/ 1603 w 4496"/>
              <a:gd name="T43" fmla="*/ 1716 h 4591"/>
              <a:gd name="T44" fmla="*/ 2180 w 4496"/>
              <a:gd name="T45" fmla="*/ 1713 h 4591"/>
              <a:gd name="T46" fmla="*/ 2374 w 4496"/>
              <a:gd name="T47" fmla="*/ 1520 h 4591"/>
              <a:gd name="T48" fmla="*/ 2439 w 4496"/>
              <a:gd name="T49" fmla="*/ 1514 h 4591"/>
              <a:gd name="T50" fmla="*/ 2742 w 4496"/>
              <a:gd name="T51" fmla="*/ 1211 h 4591"/>
              <a:gd name="T52" fmla="*/ 2995 w 4496"/>
              <a:gd name="T53" fmla="*/ 1209 h 4591"/>
              <a:gd name="T54" fmla="*/ 3321 w 4496"/>
              <a:gd name="T55" fmla="*/ 882 h 4591"/>
              <a:gd name="T56" fmla="*/ 3622 w 4496"/>
              <a:gd name="T57" fmla="*/ 880 h 4591"/>
              <a:gd name="T58" fmla="*/ 4496 w 4496"/>
              <a:gd name="T59" fmla="*/ 5 h 4591"/>
              <a:gd name="T60" fmla="*/ 4489 w 4496"/>
              <a:gd name="T61" fmla="*/ 0 h 4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96" h="4591">
                <a:moveTo>
                  <a:pt x="4489" y="0"/>
                </a:moveTo>
                <a:lnTo>
                  <a:pt x="3616" y="869"/>
                </a:lnTo>
                <a:lnTo>
                  <a:pt x="3319" y="872"/>
                </a:lnTo>
                <a:lnTo>
                  <a:pt x="2992" y="1198"/>
                </a:lnTo>
                <a:lnTo>
                  <a:pt x="2737" y="1201"/>
                </a:lnTo>
                <a:lnTo>
                  <a:pt x="2434" y="1504"/>
                </a:lnTo>
                <a:lnTo>
                  <a:pt x="2371" y="1509"/>
                </a:lnTo>
                <a:lnTo>
                  <a:pt x="2178" y="1702"/>
                </a:lnTo>
                <a:lnTo>
                  <a:pt x="1601" y="1705"/>
                </a:lnTo>
                <a:lnTo>
                  <a:pt x="1264" y="2039"/>
                </a:lnTo>
                <a:lnTo>
                  <a:pt x="1146" y="2039"/>
                </a:lnTo>
                <a:lnTo>
                  <a:pt x="538" y="2648"/>
                </a:lnTo>
                <a:lnTo>
                  <a:pt x="546" y="2849"/>
                </a:lnTo>
                <a:lnTo>
                  <a:pt x="0" y="3395"/>
                </a:lnTo>
                <a:lnTo>
                  <a:pt x="0" y="4591"/>
                </a:lnTo>
                <a:lnTo>
                  <a:pt x="11" y="4591"/>
                </a:lnTo>
                <a:lnTo>
                  <a:pt x="11" y="3400"/>
                </a:lnTo>
                <a:lnTo>
                  <a:pt x="556" y="2852"/>
                </a:lnTo>
                <a:lnTo>
                  <a:pt x="548" y="2653"/>
                </a:lnTo>
                <a:lnTo>
                  <a:pt x="1149" y="2050"/>
                </a:lnTo>
                <a:lnTo>
                  <a:pt x="1269" y="2050"/>
                </a:lnTo>
                <a:lnTo>
                  <a:pt x="1603" y="1716"/>
                </a:lnTo>
                <a:lnTo>
                  <a:pt x="2180" y="1713"/>
                </a:lnTo>
                <a:lnTo>
                  <a:pt x="2374" y="1520"/>
                </a:lnTo>
                <a:lnTo>
                  <a:pt x="2439" y="1514"/>
                </a:lnTo>
                <a:lnTo>
                  <a:pt x="2742" y="1211"/>
                </a:lnTo>
                <a:lnTo>
                  <a:pt x="2995" y="1209"/>
                </a:lnTo>
                <a:lnTo>
                  <a:pt x="3321" y="882"/>
                </a:lnTo>
                <a:lnTo>
                  <a:pt x="3622" y="880"/>
                </a:lnTo>
                <a:lnTo>
                  <a:pt x="4496" y="5"/>
                </a:lnTo>
                <a:lnTo>
                  <a:pt x="44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19" name="Freeform 675"/>
          <p:cNvSpPr>
            <a:spLocks/>
          </p:cNvSpPr>
          <p:nvPr/>
        </p:nvSpPr>
        <p:spPr bwMode="auto">
          <a:xfrm>
            <a:off x="10670405" y="2259017"/>
            <a:ext cx="7137402" cy="7288226"/>
          </a:xfrm>
          <a:custGeom>
            <a:avLst/>
            <a:gdLst>
              <a:gd name="T0" fmla="*/ 4489 w 4496"/>
              <a:gd name="T1" fmla="*/ 0 h 4591"/>
              <a:gd name="T2" fmla="*/ 3616 w 4496"/>
              <a:gd name="T3" fmla="*/ 869 h 4591"/>
              <a:gd name="T4" fmla="*/ 3319 w 4496"/>
              <a:gd name="T5" fmla="*/ 872 h 4591"/>
              <a:gd name="T6" fmla="*/ 2992 w 4496"/>
              <a:gd name="T7" fmla="*/ 1198 h 4591"/>
              <a:gd name="T8" fmla="*/ 2737 w 4496"/>
              <a:gd name="T9" fmla="*/ 1201 h 4591"/>
              <a:gd name="T10" fmla="*/ 2434 w 4496"/>
              <a:gd name="T11" fmla="*/ 1504 h 4591"/>
              <a:gd name="T12" fmla="*/ 2371 w 4496"/>
              <a:gd name="T13" fmla="*/ 1509 h 4591"/>
              <a:gd name="T14" fmla="*/ 2178 w 4496"/>
              <a:gd name="T15" fmla="*/ 1702 h 4591"/>
              <a:gd name="T16" fmla="*/ 1601 w 4496"/>
              <a:gd name="T17" fmla="*/ 1705 h 4591"/>
              <a:gd name="T18" fmla="*/ 1264 w 4496"/>
              <a:gd name="T19" fmla="*/ 2039 h 4591"/>
              <a:gd name="T20" fmla="*/ 1146 w 4496"/>
              <a:gd name="T21" fmla="*/ 2039 h 4591"/>
              <a:gd name="T22" fmla="*/ 538 w 4496"/>
              <a:gd name="T23" fmla="*/ 2648 h 4591"/>
              <a:gd name="T24" fmla="*/ 546 w 4496"/>
              <a:gd name="T25" fmla="*/ 2849 h 4591"/>
              <a:gd name="T26" fmla="*/ 0 w 4496"/>
              <a:gd name="T27" fmla="*/ 3395 h 4591"/>
              <a:gd name="T28" fmla="*/ 0 w 4496"/>
              <a:gd name="T29" fmla="*/ 4591 h 4591"/>
              <a:gd name="T30" fmla="*/ 11 w 4496"/>
              <a:gd name="T31" fmla="*/ 4591 h 4591"/>
              <a:gd name="T32" fmla="*/ 11 w 4496"/>
              <a:gd name="T33" fmla="*/ 3400 h 4591"/>
              <a:gd name="T34" fmla="*/ 556 w 4496"/>
              <a:gd name="T35" fmla="*/ 2852 h 4591"/>
              <a:gd name="T36" fmla="*/ 548 w 4496"/>
              <a:gd name="T37" fmla="*/ 2653 h 4591"/>
              <a:gd name="T38" fmla="*/ 1149 w 4496"/>
              <a:gd name="T39" fmla="*/ 2050 h 4591"/>
              <a:gd name="T40" fmla="*/ 1269 w 4496"/>
              <a:gd name="T41" fmla="*/ 2050 h 4591"/>
              <a:gd name="T42" fmla="*/ 1603 w 4496"/>
              <a:gd name="T43" fmla="*/ 1716 h 4591"/>
              <a:gd name="T44" fmla="*/ 2180 w 4496"/>
              <a:gd name="T45" fmla="*/ 1713 h 4591"/>
              <a:gd name="T46" fmla="*/ 2374 w 4496"/>
              <a:gd name="T47" fmla="*/ 1520 h 4591"/>
              <a:gd name="T48" fmla="*/ 2439 w 4496"/>
              <a:gd name="T49" fmla="*/ 1514 h 4591"/>
              <a:gd name="T50" fmla="*/ 2742 w 4496"/>
              <a:gd name="T51" fmla="*/ 1211 h 4591"/>
              <a:gd name="T52" fmla="*/ 2995 w 4496"/>
              <a:gd name="T53" fmla="*/ 1209 h 4591"/>
              <a:gd name="T54" fmla="*/ 3321 w 4496"/>
              <a:gd name="T55" fmla="*/ 882 h 4591"/>
              <a:gd name="T56" fmla="*/ 3622 w 4496"/>
              <a:gd name="T57" fmla="*/ 880 h 4591"/>
              <a:gd name="T58" fmla="*/ 4496 w 4496"/>
              <a:gd name="T59" fmla="*/ 5 h 4591"/>
              <a:gd name="T60" fmla="*/ 4489 w 4496"/>
              <a:gd name="T61" fmla="*/ 0 h 4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96" h="4591">
                <a:moveTo>
                  <a:pt x="4489" y="0"/>
                </a:moveTo>
                <a:lnTo>
                  <a:pt x="3616" y="869"/>
                </a:lnTo>
                <a:lnTo>
                  <a:pt x="3319" y="872"/>
                </a:lnTo>
                <a:lnTo>
                  <a:pt x="2992" y="1198"/>
                </a:lnTo>
                <a:lnTo>
                  <a:pt x="2737" y="1201"/>
                </a:lnTo>
                <a:lnTo>
                  <a:pt x="2434" y="1504"/>
                </a:lnTo>
                <a:lnTo>
                  <a:pt x="2371" y="1509"/>
                </a:lnTo>
                <a:lnTo>
                  <a:pt x="2178" y="1702"/>
                </a:lnTo>
                <a:lnTo>
                  <a:pt x="1601" y="1705"/>
                </a:lnTo>
                <a:lnTo>
                  <a:pt x="1264" y="2039"/>
                </a:lnTo>
                <a:lnTo>
                  <a:pt x="1146" y="2039"/>
                </a:lnTo>
                <a:lnTo>
                  <a:pt x="538" y="2648"/>
                </a:lnTo>
                <a:lnTo>
                  <a:pt x="546" y="2849"/>
                </a:lnTo>
                <a:lnTo>
                  <a:pt x="0" y="3395"/>
                </a:lnTo>
                <a:lnTo>
                  <a:pt x="0" y="4591"/>
                </a:lnTo>
                <a:lnTo>
                  <a:pt x="11" y="4591"/>
                </a:lnTo>
                <a:lnTo>
                  <a:pt x="11" y="3400"/>
                </a:lnTo>
                <a:lnTo>
                  <a:pt x="556" y="2852"/>
                </a:lnTo>
                <a:lnTo>
                  <a:pt x="548" y="2653"/>
                </a:lnTo>
                <a:lnTo>
                  <a:pt x="1149" y="2050"/>
                </a:lnTo>
                <a:lnTo>
                  <a:pt x="1269" y="2050"/>
                </a:lnTo>
                <a:lnTo>
                  <a:pt x="1603" y="1716"/>
                </a:lnTo>
                <a:lnTo>
                  <a:pt x="2180" y="1713"/>
                </a:lnTo>
                <a:lnTo>
                  <a:pt x="2374" y="1520"/>
                </a:lnTo>
                <a:lnTo>
                  <a:pt x="2439" y="1514"/>
                </a:lnTo>
                <a:lnTo>
                  <a:pt x="2742" y="1211"/>
                </a:lnTo>
                <a:lnTo>
                  <a:pt x="2995" y="1209"/>
                </a:lnTo>
                <a:lnTo>
                  <a:pt x="3321" y="882"/>
                </a:lnTo>
                <a:lnTo>
                  <a:pt x="3622" y="880"/>
                </a:lnTo>
                <a:lnTo>
                  <a:pt x="4496" y="5"/>
                </a:lnTo>
                <a:lnTo>
                  <a:pt x="448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20" name="Freeform 676"/>
          <p:cNvSpPr>
            <a:spLocks/>
          </p:cNvSpPr>
          <p:nvPr/>
        </p:nvSpPr>
        <p:spPr bwMode="auto">
          <a:xfrm>
            <a:off x="10719619" y="2320930"/>
            <a:ext cx="7142165" cy="7027876"/>
          </a:xfrm>
          <a:custGeom>
            <a:avLst/>
            <a:gdLst>
              <a:gd name="T0" fmla="*/ 4491 w 4499"/>
              <a:gd name="T1" fmla="*/ 0 h 4427"/>
              <a:gd name="T2" fmla="*/ 4491 w 4499"/>
              <a:gd name="T3" fmla="*/ 0 h 4427"/>
              <a:gd name="T4" fmla="*/ 3601 w 4499"/>
              <a:gd name="T5" fmla="*/ 888 h 4427"/>
              <a:gd name="T6" fmla="*/ 3303 w 4499"/>
              <a:gd name="T7" fmla="*/ 890 h 4427"/>
              <a:gd name="T8" fmla="*/ 2977 w 4499"/>
              <a:gd name="T9" fmla="*/ 1217 h 4427"/>
              <a:gd name="T10" fmla="*/ 2724 w 4499"/>
              <a:gd name="T11" fmla="*/ 1217 h 4427"/>
              <a:gd name="T12" fmla="*/ 2421 w 4499"/>
              <a:gd name="T13" fmla="*/ 1522 h 4427"/>
              <a:gd name="T14" fmla="*/ 2350 w 4499"/>
              <a:gd name="T15" fmla="*/ 1520 h 4427"/>
              <a:gd name="T16" fmla="*/ 2157 w 4499"/>
              <a:gd name="T17" fmla="*/ 1713 h 4427"/>
              <a:gd name="T18" fmla="*/ 1588 w 4499"/>
              <a:gd name="T19" fmla="*/ 1721 h 4427"/>
              <a:gd name="T20" fmla="*/ 1251 w 4499"/>
              <a:gd name="T21" fmla="*/ 2055 h 4427"/>
              <a:gd name="T22" fmla="*/ 1134 w 4499"/>
              <a:gd name="T23" fmla="*/ 2055 h 4427"/>
              <a:gd name="T24" fmla="*/ 541 w 4499"/>
              <a:gd name="T25" fmla="*/ 2648 h 4427"/>
              <a:gd name="T26" fmla="*/ 544 w 4499"/>
              <a:gd name="T27" fmla="*/ 2852 h 4427"/>
              <a:gd name="T28" fmla="*/ 0 w 4499"/>
              <a:gd name="T29" fmla="*/ 3395 h 4427"/>
              <a:gd name="T30" fmla="*/ 0 w 4499"/>
              <a:gd name="T31" fmla="*/ 4427 h 4427"/>
              <a:gd name="T32" fmla="*/ 11 w 4499"/>
              <a:gd name="T33" fmla="*/ 4427 h 4427"/>
              <a:gd name="T34" fmla="*/ 11 w 4499"/>
              <a:gd name="T35" fmla="*/ 3398 h 4427"/>
              <a:gd name="T36" fmla="*/ 554 w 4499"/>
              <a:gd name="T37" fmla="*/ 2854 h 4427"/>
              <a:gd name="T38" fmla="*/ 551 w 4499"/>
              <a:gd name="T39" fmla="*/ 2653 h 4427"/>
              <a:gd name="T40" fmla="*/ 1136 w 4499"/>
              <a:gd name="T41" fmla="*/ 2066 h 4427"/>
              <a:gd name="T42" fmla="*/ 1256 w 4499"/>
              <a:gd name="T43" fmla="*/ 2066 h 4427"/>
              <a:gd name="T44" fmla="*/ 1591 w 4499"/>
              <a:gd name="T45" fmla="*/ 1731 h 4427"/>
              <a:gd name="T46" fmla="*/ 2162 w 4499"/>
              <a:gd name="T47" fmla="*/ 1724 h 4427"/>
              <a:gd name="T48" fmla="*/ 2356 w 4499"/>
              <a:gd name="T49" fmla="*/ 1530 h 4427"/>
              <a:gd name="T50" fmla="*/ 2426 w 4499"/>
              <a:gd name="T51" fmla="*/ 1533 h 4427"/>
              <a:gd name="T52" fmla="*/ 2729 w 4499"/>
              <a:gd name="T53" fmla="*/ 1227 h 4427"/>
              <a:gd name="T54" fmla="*/ 2982 w 4499"/>
              <a:gd name="T55" fmla="*/ 1227 h 4427"/>
              <a:gd name="T56" fmla="*/ 3309 w 4499"/>
              <a:gd name="T57" fmla="*/ 901 h 4427"/>
              <a:gd name="T58" fmla="*/ 3606 w 4499"/>
              <a:gd name="T59" fmla="*/ 898 h 4427"/>
              <a:gd name="T60" fmla="*/ 4499 w 4499"/>
              <a:gd name="T61" fmla="*/ 8 h 4427"/>
              <a:gd name="T62" fmla="*/ 4491 w 4499"/>
              <a:gd name="T63" fmla="*/ 0 h 4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99" h="4427">
                <a:moveTo>
                  <a:pt x="4491" y="0"/>
                </a:moveTo>
                <a:lnTo>
                  <a:pt x="4491" y="0"/>
                </a:lnTo>
                <a:lnTo>
                  <a:pt x="3601" y="888"/>
                </a:lnTo>
                <a:lnTo>
                  <a:pt x="3303" y="890"/>
                </a:lnTo>
                <a:lnTo>
                  <a:pt x="2977" y="1217"/>
                </a:lnTo>
                <a:lnTo>
                  <a:pt x="2724" y="1217"/>
                </a:lnTo>
                <a:lnTo>
                  <a:pt x="2421" y="1522"/>
                </a:lnTo>
                <a:lnTo>
                  <a:pt x="2350" y="1520"/>
                </a:lnTo>
                <a:lnTo>
                  <a:pt x="2157" y="1713"/>
                </a:lnTo>
                <a:lnTo>
                  <a:pt x="1588" y="1721"/>
                </a:lnTo>
                <a:lnTo>
                  <a:pt x="1251" y="2055"/>
                </a:lnTo>
                <a:lnTo>
                  <a:pt x="1134" y="2055"/>
                </a:lnTo>
                <a:lnTo>
                  <a:pt x="541" y="2648"/>
                </a:lnTo>
                <a:lnTo>
                  <a:pt x="544" y="2852"/>
                </a:lnTo>
                <a:lnTo>
                  <a:pt x="0" y="3395"/>
                </a:lnTo>
                <a:lnTo>
                  <a:pt x="0" y="4427"/>
                </a:lnTo>
                <a:lnTo>
                  <a:pt x="11" y="4427"/>
                </a:lnTo>
                <a:lnTo>
                  <a:pt x="11" y="3398"/>
                </a:lnTo>
                <a:lnTo>
                  <a:pt x="554" y="2854"/>
                </a:lnTo>
                <a:lnTo>
                  <a:pt x="551" y="2653"/>
                </a:lnTo>
                <a:lnTo>
                  <a:pt x="1136" y="2066"/>
                </a:lnTo>
                <a:lnTo>
                  <a:pt x="1256" y="2066"/>
                </a:lnTo>
                <a:lnTo>
                  <a:pt x="1591" y="1731"/>
                </a:lnTo>
                <a:lnTo>
                  <a:pt x="2162" y="1724"/>
                </a:lnTo>
                <a:lnTo>
                  <a:pt x="2356" y="1530"/>
                </a:lnTo>
                <a:lnTo>
                  <a:pt x="2426" y="1533"/>
                </a:lnTo>
                <a:lnTo>
                  <a:pt x="2729" y="1227"/>
                </a:lnTo>
                <a:lnTo>
                  <a:pt x="2982" y="1227"/>
                </a:lnTo>
                <a:lnTo>
                  <a:pt x="3309" y="901"/>
                </a:lnTo>
                <a:lnTo>
                  <a:pt x="3606" y="898"/>
                </a:lnTo>
                <a:lnTo>
                  <a:pt x="4499" y="8"/>
                </a:lnTo>
                <a:lnTo>
                  <a:pt x="44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21" name="Freeform 677"/>
          <p:cNvSpPr>
            <a:spLocks/>
          </p:cNvSpPr>
          <p:nvPr/>
        </p:nvSpPr>
        <p:spPr bwMode="auto">
          <a:xfrm>
            <a:off x="10719619" y="2320930"/>
            <a:ext cx="7142165" cy="7027876"/>
          </a:xfrm>
          <a:custGeom>
            <a:avLst/>
            <a:gdLst>
              <a:gd name="T0" fmla="*/ 4491 w 4499"/>
              <a:gd name="T1" fmla="*/ 0 h 4427"/>
              <a:gd name="T2" fmla="*/ 4491 w 4499"/>
              <a:gd name="T3" fmla="*/ 0 h 4427"/>
              <a:gd name="T4" fmla="*/ 3601 w 4499"/>
              <a:gd name="T5" fmla="*/ 888 h 4427"/>
              <a:gd name="T6" fmla="*/ 3303 w 4499"/>
              <a:gd name="T7" fmla="*/ 890 h 4427"/>
              <a:gd name="T8" fmla="*/ 2977 w 4499"/>
              <a:gd name="T9" fmla="*/ 1217 h 4427"/>
              <a:gd name="T10" fmla="*/ 2724 w 4499"/>
              <a:gd name="T11" fmla="*/ 1217 h 4427"/>
              <a:gd name="T12" fmla="*/ 2421 w 4499"/>
              <a:gd name="T13" fmla="*/ 1522 h 4427"/>
              <a:gd name="T14" fmla="*/ 2350 w 4499"/>
              <a:gd name="T15" fmla="*/ 1520 h 4427"/>
              <a:gd name="T16" fmla="*/ 2157 w 4499"/>
              <a:gd name="T17" fmla="*/ 1713 h 4427"/>
              <a:gd name="T18" fmla="*/ 1588 w 4499"/>
              <a:gd name="T19" fmla="*/ 1721 h 4427"/>
              <a:gd name="T20" fmla="*/ 1251 w 4499"/>
              <a:gd name="T21" fmla="*/ 2055 h 4427"/>
              <a:gd name="T22" fmla="*/ 1134 w 4499"/>
              <a:gd name="T23" fmla="*/ 2055 h 4427"/>
              <a:gd name="T24" fmla="*/ 541 w 4499"/>
              <a:gd name="T25" fmla="*/ 2648 h 4427"/>
              <a:gd name="T26" fmla="*/ 544 w 4499"/>
              <a:gd name="T27" fmla="*/ 2852 h 4427"/>
              <a:gd name="T28" fmla="*/ 0 w 4499"/>
              <a:gd name="T29" fmla="*/ 3395 h 4427"/>
              <a:gd name="T30" fmla="*/ 0 w 4499"/>
              <a:gd name="T31" fmla="*/ 4427 h 4427"/>
              <a:gd name="T32" fmla="*/ 11 w 4499"/>
              <a:gd name="T33" fmla="*/ 4427 h 4427"/>
              <a:gd name="T34" fmla="*/ 11 w 4499"/>
              <a:gd name="T35" fmla="*/ 3398 h 4427"/>
              <a:gd name="T36" fmla="*/ 554 w 4499"/>
              <a:gd name="T37" fmla="*/ 2854 h 4427"/>
              <a:gd name="T38" fmla="*/ 551 w 4499"/>
              <a:gd name="T39" fmla="*/ 2653 h 4427"/>
              <a:gd name="T40" fmla="*/ 1136 w 4499"/>
              <a:gd name="T41" fmla="*/ 2066 h 4427"/>
              <a:gd name="T42" fmla="*/ 1256 w 4499"/>
              <a:gd name="T43" fmla="*/ 2066 h 4427"/>
              <a:gd name="T44" fmla="*/ 1591 w 4499"/>
              <a:gd name="T45" fmla="*/ 1731 h 4427"/>
              <a:gd name="T46" fmla="*/ 2162 w 4499"/>
              <a:gd name="T47" fmla="*/ 1724 h 4427"/>
              <a:gd name="T48" fmla="*/ 2356 w 4499"/>
              <a:gd name="T49" fmla="*/ 1530 h 4427"/>
              <a:gd name="T50" fmla="*/ 2426 w 4499"/>
              <a:gd name="T51" fmla="*/ 1533 h 4427"/>
              <a:gd name="T52" fmla="*/ 2729 w 4499"/>
              <a:gd name="T53" fmla="*/ 1227 h 4427"/>
              <a:gd name="T54" fmla="*/ 2982 w 4499"/>
              <a:gd name="T55" fmla="*/ 1227 h 4427"/>
              <a:gd name="T56" fmla="*/ 3309 w 4499"/>
              <a:gd name="T57" fmla="*/ 901 h 4427"/>
              <a:gd name="T58" fmla="*/ 3606 w 4499"/>
              <a:gd name="T59" fmla="*/ 898 h 4427"/>
              <a:gd name="T60" fmla="*/ 4499 w 4499"/>
              <a:gd name="T61" fmla="*/ 8 h 4427"/>
              <a:gd name="T62" fmla="*/ 4491 w 4499"/>
              <a:gd name="T63" fmla="*/ 0 h 4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99" h="4427">
                <a:moveTo>
                  <a:pt x="4491" y="0"/>
                </a:moveTo>
                <a:lnTo>
                  <a:pt x="4491" y="0"/>
                </a:lnTo>
                <a:lnTo>
                  <a:pt x="3601" y="888"/>
                </a:lnTo>
                <a:lnTo>
                  <a:pt x="3303" y="890"/>
                </a:lnTo>
                <a:lnTo>
                  <a:pt x="2977" y="1217"/>
                </a:lnTo>
                <a:lnTo>
                  <a:pt x="2724" y="1217"/>
                </a:lnTo>
                <a:lnTo>
                  <a:pt x="2421" y="1522"/>
                </a:lnTo>
                <a:lnTo>
                  <a:pt x="2350" y="1520"/>
                </a:lnTo>
                <a:lnTo>
                  <a:pt x="2157" y="1713"/>
                </a:lnTo>
                <a:lnTo>
                  <a:pt x="1588" y="1721"/>
                </a:lnTo>
                <a:lnTo>
                  <a:pt x="1251" y="2055"/>
                </a:lnTo>
                <a:lnTo>
                  <a:pt x="1134" y="2055"/>
                </a:lnTo>
                <a:lnTo>
                  <a:pt x="541" y="2648"/>
                </a:lnTo>
                <a:lnTo>
                  <a:pt x="544" y="2852"/>
                </a:lnTo>
                <a:lnTo>
                  <a:pt x="0" y="3395"/>
                </a:lnTo>
                <a:lnTo>
                  <a:pt x="0" y="4427"/>
                </a:lnTo>
                <a:lnTo>
                  <a:pt x="11" y="4427"/>
                </a:lnTo>
                <a:lnTo>
                  <a:pt x="11" y="3398"/>
                </a:lnTo>
                <a:lnTo>
                  <a:pt x="554" y="2854"/>
                </a:lnTo>
                <a:lnTo>
                  <a:pt x="551" y="2653"/>
                </a:lnTo>
                <a:lnTo>
                  <a:pt x="1136" y="2066"/>
                </a:lnTo>
                <a:lnTo>
                  <a:pt x="1256" y="2066"/>
                </a:lnTo>
                <a:lnTo>
                  <a:pt x="1591" y="1731"/>
                </a:lnTo>
                <a:lnTo>
                  <a:pt x="2162" y="1724"/>
                </a:lnTo>
                <a:lnTo>
                  <a:pt x="2356" y="1530"/>
                </a:lnTo>
                <a:lnTo>
                  <a:pt x="2426" y="1533"/>
                </a:lnTo>
                <a:lnTo>
                  <a:pt x="2729" y="1227"/>
                </a:lnTo>
                <a:lnTo>
                  <a:pt x="2982" y="1227"/>
                </a:lnTo>
                <a:lnTo>
                  <a:pt x="3309" y="901"/>
                </a:lnTo>
                <a:lnTo>
                  <a:pt x="3606" y="898"/>
                </a:lnTo>
                <a:lnTo>
                  <a:pt x="4499" y="8"/>
                </a:lnTo>
                <a:lnTo>
                  <a:pt x="449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22" name="Freeform 678"/>
          <p:cNvSpPr>
            <a:spLocks/>
          </p:cNvSpPr>
          <p:nvPr/>
        </p:nvSpPr>
        <p:spPr bwMode="auto">
          <a:xfrm>
            <a:off x="10786293" y="2366968"/>
            <a:ext cx="7126290" cy="6964375"/>
          </a:xfrm>
          <a:custGeom>
            <a:avLst/>
            <a:gdLst>
              <a:gd name="T0" fmla="*/ 4481 w 4489"/>
              <a:gd name="T1" fmla="*/ 0 h 4387"/>
              <a:gd name="T2" fmla="*/ 3572 w 4489"/>
              <a:gd name="T3" fmla="*/ 906 h 4387"/>
              <a:gd name="T4" fmla="*/ 3274 w 4489"/>
              <a:gd name="T5" fmla="*/ 908 h 4387"/>
              <a:gd name="T6" fmla="*/ 2948 w 4489"/>
              <a:gd name="T7" fmla="*/ 1235 h 4387"/>
              <a:gd name="T8" fmla="*/ 2700 w 4489"/>
              <a:gd name="T9" fmla="*/ 1245 h 4387"/>
              <a:gd name="T10" fmla="*/ 2397 w 4489"/>
              <a:gd name="T11" fmla="*/ 1548 h 4387"/>
              <a:gd name="T12" fmla="*/ 2327 w 4489"/>
              <a:gd name="T13" fmla="*/ 1546 h 4387"/>
              <a:gd name="T14" fmla="*/ 2133 w 4489"/>
              <a:gd name="T15" fmla="*/ 1739 h 4387"/>
              <a:gd name="T16" fmla="*/ 1556 w 4489"/>
              <a:gd name="T17" fmla="*/ 1739 h 4387"/>
              <a:gd name="T18" fmla="*/ 1220 w 4489"/>
              <a:gd name="T19" fmla="*/ 2076 h 4387"/>
              <a:gd name="T20" fmla="*/ 1110 w 4489"/>
              <a:gd name="T21" fmla="*/ 2084 h 4387"/>
              <a:gd name="T22" fmla="*/ 533 w 4489"/>
              <a:gd name="T23" fmla="*/ 2658 h 4387"/>
              <a:gd name="T24" fmla="*/ 538 w 4489"/>
              <a:gd name="T25" fmla="*/ 2865 h 4387"/>
              <a:gd name="T26" fmla="*/ 0 w 4489"/>
              <a:gd name="T27" fmla="*/ 3402 h 4387"/>
              <a:gd name="T28" fmla="*/ 0 w 4489"/>
              <a:gd name="T29" fmla="*/ 4387 h 4387"/>
              <a:gd name="T30" fmla="*/ 11 w 4489"/>
              <a:gd name="T31" fmla="*/ 4387 h 4387"/>
              <a:gd name="T32" fmla="*/ 11 w 4489"/>
              <a:gd name="T33" fmla="*/ 3405 h 4387"/>
              <a:gd name="T34" fmla="*/ 549 w 4489"/>
              <a:gd name="T35" fmla="*/ 2867 h 4387"/>
              <a:gd name="T36" fmla="*/ 543 w 4489"/>
              <a:gd name="T37" fmla="*/ 2663 h 4387"/>
              <a:gd name="T38" fmla="*/ 1113 w 4489"/>
              <a:gd name="T39" fmla="*/ 2094 h 4387"/>
              <a:gd name="T40" fmla="*/ 1225 w 4489"/>
              <a:gd name="T41" fmla="*/ 2086 h 4387"/>
              <a:gd name="T42" fmla="*/ 1559 w 4489"/>
              <a:gd name="T43" fmla="*/ 1749 h 4387"/>
              <a:gd name="T44" fmla="*/ 2139 w 4489"/>
              <a:gd name="T45" fmla="*/ 1749 h 4387"/>
              <a:gd name="T46" fmla="*/ 2332 w 4489"/>
              <a:gd name="T47" fmla="*/ 1556 h 4387"/>
              <a:gd name="T48" fmla="*/ 2402 w 4489"/>
              <a:gd name="T49" fmla="*/ 1559 h 4387"/>
              <a:gd name="T50" fmla="*/ 2705 w 4489"/>
              <a:gd name="T51" fmla="*/ 1256 h 4387"/>
              <a:gd name="T52" fmla="*/ 2951 w 4489"/>
              <a:gd name="T53" fmla="*/ 1245 h 4387"/>
              <a:gd name="T54" fmla="*/ 3277 w 4489"/>
              <a:gd name="T55" fmla="*/ 919 h 4387"/>
              <a:gd name="T56" fmla="*/ 3577 w 4489"/>
              <a:gd name="T57" fmla="*/ 916 h 4387"/>
              <a:gd name="T58" fmla="*/ 4489 w 4489"/>
              <a:gd name="T59" fmla="*/ 7 h 4387"/>
              <a:gd name="T60" fmla="*/ 4481 w 4489"/>
              <a:gd name="T61" fmla="*/ 0 h 4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89" h="4387">
                <a:moveTo>
                  <a:pt x="4481" y="0"/>
                </a:moveTo>
                <a:lnTo>
                  <a:pt x="3572" y="906"/>
                </a:lnTo>
                <a:lnTo>
                  <a:pt x="3274" y="908"/>
                </a:lnTo>
                <a:lnTo>
                  <a:pt x="2948" y="1235"/>
                </a:lnTo>
                <a:lnTo>
                  <a:pt x="2700" y="1245"/>
                </a:lnTo>
                <a:lnTo>
                  <a:pt x="2397" y="1548"/>
                </a:lnTo>
                <a:lnTo>
                  <a:pt x="2327" y="1546"/>
                </a:lnTo>
                <a:lnTo>
                  <a:pt x="2133" y="1739"/>
                </a:lnTo>
                <a:lnTo>
                  <a:pt x="1556" y="1739"/>
                </a:lnTo>
                <a:lnTo>
                  <a:pt x="1220" y="2076"/>
                </a:lnTo>
                <a:lnTo>
                  <a:pt x="1110" y="2084"/>
                </a:lnTo>
                <a:lnTo>
                  <a:pt x="533" y="2658"/>
                </a:lnTo>
                <a:lnTo>
                  <a:pt x="538" y="2865"/>
                </a:lnTo>
                <a:lnTo>
                  <a:pt x="0" y="3402"/>
                </a:lnTo>
                <a:lnTo>
                  <a:pt x="0" y="4387"/>
                </a:lnTo>
                <a:lnTo>
                  <a:pt x="11" y="4387"/>
                </a:lnTo>
                <a:lnTo>
                  <a:pt x="11" y="3405"/>
                </a:lnTo>
                <a:lnTo>
                  <a:pt x="549" y="2867"/>
                </a:lnTo>
                <a:lnTo>
                  <a:pt x="543" y="2663"/>
                </a:lnTo>
                <a:lnTo>
                  <a:pt x="1113" y="2094"/>
                </a:lnTo>
                <a:lnTo>
                  <a:pt x="1225" y="2086"/>
                </a:lnTo>
                <a:lnTo>
                  <a:pt x="1559" y="1749"/>
                </a:lnTo>
                <a:lnTo>
                  <a:pt x="2139" y="1749"/>
                </a:lnTo>
                <a:lnTo>
                  <a:pt x="2332" y="1556"/>
                </a:lnTo>
                <a:lnTo>
                  <a:pt x="2402" y="1559"/>
                </a:lnTo>
                <a:lnTo>
                  <a:pt x="2705" y="1256"/>
                </a:lnTo>
                <a:lnTo>
                  <a:pt x="2951" y="1245"/>
                </a:lnTo>
                <a:lnTo>
                  <a:pt x="3277" y="919"/>
                </a:lnTo>
                <a:lnTo>
                  <a:pt x="3577" y="916"/>
                </a:lnTo>
                <a:lnTo>
                  <a:pt x="4489" y="7"/>
                </a:lnTo>
                <a:lnTo>
                  <a:pt x="448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23" name="Freeform 679"/>
          <p:cNvSpPr>
            <a:spLocks/>
          </p:cNvSpPr>
          <p:nvPr/>
        </p:nvSpPr>
        <p:spPr bwMode="auto">
          <a:xfrm>
            <a:off x="10786293" y="2366968"/>
            <a:ext cx="7126290" cy="6964375"/>
          </a:xfrm>
          <a:custGeom>
            <a:avLst/>
            <a:gdLst>
              <a:gd name="T0" fmla="*/ 4481 w 4489"/>
              <a:gd name="T1" fmla="*/ 0 h 4387"/>
              <a:gd name="T2" fmla="*/ 3572 w 4489"/>
              <a:gd name="T3" fmla="*/ 906 h 4387"/>
              <a:gd name="T4" fmla="*/ 3274 w 4489"/>
              <a:gd name="T5" fmla="*/ 908 h 4387"/>
              <a:gd name="T6" fmla="*/ 2948 w 4489"/>
              <a:gd name="T7" fmla="*/ 1235 h 4387"/>
              <a:gd name="T8" fmla="*/ 2700 w 4489"/>
              <a:gd name="T9" fmla="*/ 1245 h 4387"/>
              <a:gd name="T10" fmla="*/ 2397 w 4489"/>
              <a:gd name="T11" fmla="*/ 1548 h 4387"/>
              <a:gd name="T12" fmla="*/ 2327 w 4489"/>
              <a:gd name="T13" fmla="*/ 1546 h 4387"/>
              <a:gd name="T14" fmla="*/ 2133 w 4489"/>
              <a:gd name="T15" fmla="*/ 1739 h 4387"/>
              <a:gd name="T16" fmla="*/ 1556 w 4489"/>
              <a:gd name="T17" fmla="*/ 1739 h 4387"/>
              <a:gd name="T18" fmla="*/ 1220 w 4489"/>
              <a:gd name="T19" fmla="*/ 2076 h 4387"/>
              <a:gd name="T20" fmla="*/ 1110 w 4489"/>
              <a:gd name="T21" fmla="*/ 2084 h 4387"/>
              <a:gd name="T22" fmla="*/ 533 w 4489"/>
              <a:gd name="T23" fmla="*/ 2658 h 4387"/>
              <a:gd name="T24" fmla="*/ 538 w 4489"/>
              <a:gd name="T25" fmla="*/ 2865 h 4387"/>
              <a:gd name="T26" fmla="*/ 0 w 4489"/>
              <a:gd name="T27" fmla="*/ 3402 h 4387"/>
              <a:gd name="T28" fmla="*/ 0 w 4489"/>
              <a:gd name="T29" fmla="*/ 4387 h 4387"/>
              <a:gd name="T30" fmla="*/ 11 w 4489"/>
              <a:gd name="T31" fmla="*/ 4387 h 4387"/>
              <a:gd name="T32" fmla="*/ 11 w 4489"/>
              <a:gd name="T33" fmla="*/ 3405 h 4387"/>
              <a:gd name="T34" fmla="*/ 549 w 4489"/>
              <a:gd name="T35" fmla="*/ 2867 h 4387"/>
              <a:gd name="T36" fmla="*/ 543 w 4489"/>
              <a:gd name="T37" fmla="*/ 2663 h 4387"/>
              <a:gd name="T38" fmla="*/ 1113 w 4489"/>
              <a:gd name="T39" fmla="*/ 2094 h 4387"/>
              <a:gd name="T40" fmla="*/ 1225 w 4489"/>
              <a:gd name="T41" fmla="*/ 2086 h 4387"/>
              <a:gd name="T42" fmla="*/ 1559 w 4489"/>
              <a:gd name="T43" fmla="*/ 1749 h 4387"/>
              <a:gd name="T44" fmla="*/ 2139 w 4489"/>
              <a:gd name="T45" fmla="*/ 1749 h 4387"/>
              <a:gd name="T46" fmla="*/ 2332 w 4489"/>
              <a:gd name="T47" fmla="*/ 1556 h 4387"/>
              <a:gd name="T48" fmla="*/ 2402 w 4489"/>
              <a:gd name="T49" fmla="*/ 1559 h 4387"/>
              <a:gd name="T50" fmla="*/ 2705 w 4489"/>
              <a:gd name="T51" fmla="*/ 1256 h 4387"/>
              <a:gd name="T52" fmla="*/ 2951 w 4489"/>
              <a:gd name="T53" fmla="*/ 1245 h 4387"/>
              <a:gd name="T54" fmla="*/ 3277 w 4489"/>
              <a:gd name="T55" fmla="*/ 919 h 4387"/>
              <a:gd name="T56" fmla="*/ 3577 w 4489"/>
              <a:gd name="T57" fmla="*/ 916 h 4387"/>
              <a:gd name="T58" fmla="*/ 4489 w 4489"/>
              <a:gd name="T59" fmla="*/ 7 h 4387"/>
              <a:gd name="T60" fmla="*/ 4481 w 4489"/>
              <a:gd name="T61" fmla="*/ 0 h 4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89" h="4387">
                <a:moveTo>
                  <a:pt x="4481" y="0"/>
                </a:moveTo>
                <a:lnTo>
                  <a:pt x="3572" y="906"/>
                </a:lnTo>
                <a:lnTo>
                  <a:pt x="3274" y="908"/>
                </a:lnTo>
                <a:lnTo>
                  <a:pt x="2948" y="1235"/>
                </a:lnTo>
                <a:lnTo>
                  <a:pt x="2700" y="1245"/>
                </a:lnTo>
                <a:lnTo>
                  <a:pt x="2397" y="1548"/>
                </a:lnTo>
                <a:lnTo>
                  <a:pt x="2327" y="1546"/>
                </a:lnTo>
                <a:lnTo>
                  <a:pt x="2133" y="1739"/>
                </a:lnTo>
                <a:lnTo>
                  <a:pt x="1556" y="1739"/>
                </a:lnTo>
                <a:lnTo>
                  <a:pt x="1220" y="2076"/>
                </a:lnTo>
                <a:lnTo>
                  <a:pt x="1110" y="2084"/>
                </a:lnTo>
                <a:lnTo>
                  <a:pt x="533" y="2658"/>
                </a:lnTo>
                <a:lnTo>
                  <a:pt x="538" y="2865"/>
                </a:lnTo>
                <a:lnTo>
                  <a:pt x="0" y="3402"/>
                </a:lnTo>
                <a:lnTo>
                  <a:pt x="0" y="4387"/>
                </a:lnTo>
                <a:lnTo>
                  <a:pt x="11" y="4387"/>
                </a:lnTo>
                <a:lnTo>
                  <a:pt x="11" y="3405"/>
                </a:lnTo>
                <a:lnTo>
                  <a:pt x="549" y="2867"/>
                </a:lnTo>
                <a:lnTo>
                  <a:pt x="543" y="2663"/>
                </a:lnTo>
                <a:lnTo>
                  <a:pt x="1113" y="2094"/>
                </a:lnTo>
                <a:lnTo>
                  <a:pt x="1225" y="2086"/>
                </a:lnTo>
                <a:lnTo>
                  <a:pt x="1559" y="1749"/>
                </a:lnTo>
                <a:lnTo>
                  <a:pt x="2139" y="1749"/>
                </a:lnTo>
                <a:lnTo>
                  <a:pt x="2332" y="1556"/>
                </a:lnTo>
                <a:lnTo>
                  <a:pt x="2402" y="1559"/>
                </a:lnTo>
                <a:lnTo>
                  <a:pt x="2705" y="1256"/>
                </a:lnTo>
                <a:lnTo>
                  <a:pt x="2951" y="1245"/>
                </a:lnTo>
                <a:lnTo>
                  <a:pt x="3277" y="919"/>
                </a:lnTo>
                <a:lnTo>
                  <a:pt x="3577" y="916"/>
                </a:lnTo>
                <a:lnTo>
                  <a:pt x="4489" y="7"/>
                </a:lnTo>
                <a:lnTo>
                  <a:pt x="448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24" name="Freeform 680"/>
          <p:cNvSpPr>
            <a:spLocks/>
          </p:cNvSpPr>
          <p:nvPr/>
        </p:nvSpPr>
        <p:spPr bwMode="auto">
          <a:xfrm>
            <a:off x="10902181" y="2482855"/>
            <a:ext cx="7126290" cy="6981838"/>
          </a:xfrm>
          <a:custGeom>
            <a:avLst/>
            <a:gdLst>
              <a:gd name="T0" fmla="*/ 4481 w 4489"/>
              <a:gd name="T1" fmla="*/ 0 h 4398"/>
              <a:gd name="T2" fmla="*/ 3536 w 4489"/>
              <a:gd name="T3" fmla="*/ 945 h 4398"/>
              <a:gd name="T4" fmla="*/ 3238 w 4489"/>
              <a:gd name="T5" fmla="*/ 948 h 4398"/>
              <a:gd name="T6" fmla="*/ 2912 w 4489"/>
              <a:gd name="T7" fmla="*/ 1274 h 4398"/>
              <a:gd name="T8" fmla="*/ 2658 w 4489"/>
              <a:gd name="T9" fmla="*/ 1274 h 4398"/>
              <a:gd name="T10" fmla="*/ 2353 w 4489"/>
              <a:gd name="T11" fmla="*/ 1580 h 4398"/>
              <a:gd name="T12" fmla="*/ 2282 w 4489"/>
              <a:gd name="T13" fmla="*/ 1577 h 4398"/>
              <a:gd name="T14" fmla="*/ 2089 w 4489"/>
              <a:gd name="T15" fmla="*/ 1770 h 4398"/>
              <a:gd name="T16" fmla="*/ 1520 w 4489"/>
              <a:gd name="T17" fmla="*/ 1778 h 4398"/>
              <a:gd name="T18" fmla="*/ 1183 w 4489"/>
              <a:gd name="T19" fmla="*/ 2113 h 4398"/>
              <a:gd name="T20" fmla="*/ 1066 w 4489"/>
              <a:gd name="T21" fmla="*/ 2115 h 4398"/>
              <a:gd name="T22" fmla="*/ 523 w 4489"/>
              <a:gd name="T23" fmla="*/ 2658 h 4398"/>
              <a:gd name="T24" fmla="*/ 528 w 4489"/>
              <a:gd name="T25" fmla="*/ 2872 h 4398"/>
              <a:gd name="T26" fmla="*/ 0 w 4489"/>
              <a:gd name="T27" fmla="*/ 3403 h 4398"/>
              <a:gd name="T28" fmla="*/ 0 w 4489"/>
              <a:gd name="T29" fmla="*/ 4398 h 4398"/>
              <a:gd name="T30" fmla="*/ 11 w 4489"/>
              <a:gd name="T31" fmla="*/ 4398 h 4398"/>
              <a:gd name="T32" fmla="*/ 11 w 4489"/>
              <a:gd name="T33" fmla="*/ 3408 h 4398"/>
              <a:gd name="T34" fmla="*/ 538 w 4489"/>
              <a:gd name="T35" fmla="*/ 2878 h 4398"/>
              <a:gd name="T36" fmla="*/ 533 w 4489"/>
              <a:gd name="T37" fmla="*/ 2661 h 4398"/>
              <a:gd name="T38" fmla="*/ 1071 w 4489"/>
              <a:gd name="T39" fmla="*/ 2126 h 4398"/>
              <a:gd name="T40" fmla="*/ 1188 w 4489"/>
              <a:gd name="T41" fmla="*/ 2123 h 4398"/>
              <a:gd name="T42" fmla="*/ 1523 w 4489"/>
              <a:gd name="T43" fmla="*/ 1789 h 4398"/>
              <a:gd name="T44" fmla="*/ 2094 w 4489"/>
              <a:gd name="T45" fmla="*/ 1781 h 4398"/>
              <a:gd name="T46" fmla="*/ 2288 w 4489"/>
              <a:gd name="T47" fmla="*/ 1588 h 4398"/>
              <a:gd name="T48" fmla="*/ 2358 w 4489"/>
              <a:gd name="T49" fmla="*/ 1590 h 4398"/>
              <a:gd name="T50" fmla="*/ 2661 w 4489"/>
              <a:gd name="T51" fmla="*/ 1285 h 4398"/>
              <a:gd name="T52" fmla="*/ 2914 w 4489"/>
              <a:gd name="T53" fmla="*/ 1285 h 4398"/>
              <a:gd name="T54" fmla="*/ 3241 w 4489"/>
              <a:gd name="T55" fmla="*/ 958 h 4398"/>
              <a:gd name="T56" fmla="*/ 3541 w 4489"/>
              <a:gd name="T57" fmla="*/ 956 h 4398"/>
              <a:gd name="T58" fmla="*/ 4489 w 4489"/>
              <a:gd name="T59" fmla="*/ 8 h 4398"/>
              <a:gd name="T60" fmla="*/ 4481 w 4489"/>
              <a:gd name="T61" fmla="*/ 0 h 4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89" h="4398">
                <a:moveTo>
                  <a:pt x="4481" y="0"/>
                </a:moveTo>
                <a:lnTo>
                  <a:pt x="3536" y="945"/>
                </a:lnTo>
                <a:lnTo>
                  <a:pt x="3238" y="948"/>
                </a:lnTo>
                <a:lnTo>
                  <a:pt x="2912" y="1274"/>
                </a:lnTo>
                <a:lnTo>
                  <a:pt x="2658" y="1274"/>
                </a:lnTo>
                <a:lnTo>
                  <a:pt x="2353" y="1580"/>
                </a:lnTo>
                <a:lnTo>
                  <a:pt x="2282" y="1577"/>
                </a:lnTo>
                <a:lnTo>
                  <a:pt x="2089" y="1770"/>
                </a:lnTo>
                <a:lnTo>
                  <a:pt x="1520" y="1778"/>
                </a:lnTo>
                <a:lnTo>
                  <a:pt x="1183" y="2113"/>
                </a:lnTo>
                <a:lnTo>
                  <a:pt x="1066" y="2115"/>
                </a:lnTo>
                <a:lnTo>
                  <a:pt x="523" y="2658"/>
                </a:lnTo>
                <a:lnTo>
                  <a:pt x="528" y="2872"/>
                </a:lnTo>
                <a:lnTo>
                  <a:pt x="0" y="3403"/>
                </a:lnTo>
                <a:lnTo>
                  <a:pt x="0" y="4398"/>
                </a:lnTo>
                <a:lnTo>
                  <a:pt x="11" y="4398"/>
                </a:lnTo>
                <a:lnTo>
                  <a:pt x="11" y="3408"/>
                </a:lnTo>
                <a:lnTo>
                  <a:pt x="538" y="2878"/>
                </a:lnTo>
                <a:lnTo>
                  <a:pt x="533" y="2661"/>
                </a:lnTo>
                <a:lnTo>
                  <a:pt x="1071" y="2126"/>
                </a:lnTo>
                <a:lnTo>
                  <a:pt x="1188" y="2123"/>
                </a:lnTo>
                <a:lnTo>
                  <a:pt x="1523" y="1789"/>
                </a:lnTo>
                <a:lnTo>
                  <a:pt x="2094" y="1781"/>
                </a:lnTo>
                <a:lnTo>
                  <a:pt x="2288" y="1588"/>
                </a:lnTo>
                <a:lnTo>
                  <a:pt x="2358" y="1590"/>
                </a:lnTo>
                <a:lnTo>
                  <a:pt x="2661" y="1285"/>
                </a:lnTo>
                <a:lnTo>
                  <a:pt x="2914" y="1285"/>
                </a:lnTo>
                <a:lnTo>
                  <a:pt x="3241" y="958"/>
                </a:lnTo>
                <a:lnTo>
                  <a:pt x="3541" y="956"/>
                </a:lnTo>
                <a:lnTo>
                  <a:pt x="4489" y="8"/>
                </a:lnTo>
                <a:lnTo>
                  <a:pt x="448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25" name="Freeform 681"/>
          <p:cNvSpPr>
            <a:spLocks/>
          </p:cNvSpPr>
          <p:nvPr/>
        </p:nvSpPr>
        <p:spPr bwMode="auto">
          <a:xfrm>
            <a:off x="10902181" y="2482855"/>
            <a:ext cx="7126290" cy="6981838"/>
          </a:xfrm>
          <a:custGeom>
            <a:avLst/>
            <a:gdLst>
              <a:gd name="T0" fmla="*/ 4481 w 4489"/>
              <a:gd name="T1" fmla="*/ 0 h 4398"/>
              <a:gd name="T2" fmla="*/ 3536 w 4489"/>
              <a:gd name="T3" fmla="*/ 945 h 4398"/>
              <a:gd name="T4" fmla="*/ 3238 w 4489"/>
              <a:gd name="T5" fmla="*/ 948 h 4398"/>
              <a:gd name="T6" fmla="*/ 2912 w 4489"/>
              <a:gd name="T7" fmla="*/ 1274 h 4398"/>
              <a:gd name="T8" fmla="*/ 2658 w 4489"/>
              <a:gd name="T9" fmla="*/ 1274 h 4398"/>
              <a:gd name="T10" fmla="*/ 2353 w 4489"/>
              <a:gd name="T11" fmla="*/ 1580 h 4398"/>
              <a:gd name="T12" fmla="*/ 2282 w 4489"/>
              <a:gd name="T13" fmla="*/ 1577 h 4398"/>
              <a:gd name="T14" fmla="*/ 2089 w 4489"/>
              <a:gd name="T15" fmla="*/ 1770 h 4398"/>
              <a:gd name="T16" fmla="*/ 1520 w 4489"/>
              <a:gd name="T17" fmla="*/ 1778 h 4398"/>
              <a:gd name="T18" fmla="*/ 1183 w 4489"/>
              <a:gd name="T19" fmla="*/ 2113 h 4398"/>
              <a:gd name="T20" fmla="*/ 1066 w 4489"/>
              <a:gd name="T21" fmla="*/ 2115 h 4398"/>
              <a:gd name="T22" fmla="*/ 523 w 4489"/>
              <a:gd name="T23" fmla="*/ 2658 h 4398"/>
              <a:gd name="T24" fmla="*/ 528 w 4489"/>
              <a:gd name="T25" fmla="*/ 2872 h 4398"/>
              <a:gd name="T26" fmla="*/ 0 w 4489"/>
              <a:gd name="T27" fmla="*/ 3403 h 4398"/>
              <a:gd name="T28" fmla="*/ 0 w 4489"/>
              <a:gd name="T29" fmla="*/ 4398 h 4398"/>
              <a:gd name="T30" fmla="*/ 11 w 4489"/>
              <a:gd name="T31" fmla="*/ 4398 h 4398"/>
              <a:gd name="T32" fmla="*/ 11 w 4489"/>
              <a:gd name="T33" fmla="*/ 3408 h 4398"/>
              <a:gd name="T34" fmla="*/ 538 w 4489"/>
              <a:gd name="T35" fmla="*/ 2878 h 4398"/>
              <a:gd name="T36" fmla="*/ 533 w 4489"/>
              <a:gd name="T37" fmla="*/ 2661 h 4398"/>
              <a:gd name="T38" fmla="*/ 1071 w 4489"/>
              <a:gd name="T39" fmla="*/ 2126 h 4398"/>
              <a:gd name="T40" fmla="*/ 1188 w 4489"/>
              <a:gd name="T41" fmla="*/ 2123 h 4398"/>
              <a:gd name="T42" fmla="*/ 1523 w 4489"/>
              <a:gd name="T43" fmla="*/ 1789 h 4398"/>
              <a:gd name="T44" fmla="*/ 2094 w 4489"/>
              <a:gd name="T45" fmla="*/ 1781 h 4398"/>
              <a:gd name="T46" fmla="*/ 2288 w 4489"/>
              <a:gd name="T47" fmla="*/ 1588 h 4398"/>
              <a:gd name="T48" fmla="*/ 2358 w 4489"/>
              <a:gd name="T49" fmla="*/ 1590 h 4398"/>
              <a:gd name="T50" fmla="*/ 2661 w 4489"/>
              <a:gd name="T51" fmla="*/ 1285 h 4398"/>
              <a:gd name="T52" fmla="*/ 2914 w 4489"/>
              <a:gd name="T53" fmla="*/ 1285 h 4398"/>
              <a:gd name="T54" fmla="*/ 3241 w 4489"/>
              <a:gd name="T55" fmla="*/ 958 h 4398"/>
              <a:gd name="T56" fmla="*/ 3541 w 4489"/>
              <a:gd name="T57" fmla="*/ 956 h 4398"/>
              <a:gd name="T58" fmla="*/ 4489 w 4489"/>
              <a:gd name="T59" fmla="*/ 8 h 4398"/>
              <a:gd name="T60" fmla="*/ 4481 w 4489"/>
              <a:gd name="T61" fmla="*/ 0 h 4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89" h="4398">
                <a:moveTo>
                  <a:pt x="4481" y="0"/>
                </a:moveTo>
                <a:lnTo>
                  <a:pt x="3536" y="945"/>
                </a:lnTo>
                <a:lnTo>
                  <a:pt x="3238" y="948"/>
                </a:lnTo>
                <a:lnTo>
                  <a:pt x="2912" y="1274"/>
                </a:lnTo>
                <a:lnTo>
                  <a:pt x="2658" y="1274"/>
                </a:lnTo>
                <a:lnTo>
                  <a:pt x="2353" y="1580"/>
                </a:lnTo>
                <a:lnTo>
                  <a:pt x="2282" y="1577"/>
                </a:lnTo>
                <a:lnTo>
                  <a:pt x="2089" y="1770"/>
                </a:lnTo>
                <a:lnTo>
                  <a:pt x="1520" y="1778"/>
                </a:lnTo>
                <a:lnTo>
                  <a:pt x="1183" y="2113"/>
                </a:lnTo>
                <a:lnTo>
                  <a:pt x="1066" y="2115"/>
                </a:lnTo>
                <a:lnTo>
                  <a:pt x="523" y="2658"/>
                </a:lnTo>
                <a:lnTo>
                  <a:pt x="528" y="2872"/>
                </a:lnTo>
                <a:lnTo>
                  <a:pt x="0" y="3403"/>
                </a:lnTo>
                <a:lnTo>
                  <a:pt x="0" y="4398"/>
                </a:lnTo>
                <a:lnTo>
                  <a:pt x="11" y="4398"/>
                </a:lnTo>
                <a:lnTo>
                  <a:pt x="11" y="3408"/>
                </a:lnTo>
                <a:lnTo>
                  <a:pt x="538" y="2878"/>
                </a:lnTo>
                <a:lnTo>
                  <a:pt x="533" y="2661"/>
                </a:lnTo>
                <a:lnTo>
                  <a:pt x="1071" y="2126"/>
                </a:lnTo>
                <a:lnTo>
                  <a:pt x="1188" y="2123"/>
                </a:lnTo>
                <a:lnTo>
                  <a:pt x="1523" y="1789"/>
                </a:lnTo>
                <a:lnTo>
                  <a:pt x="2094" y="1781"/>
                </a:lnTo>
                <a:lnTo>
                  <a:pt x="2288" y="1588"/>
                </a:lnTo>
                <a:lnTo>
                  <a:pt x="2358" y="1590"/>
                </a:lnTo>
                <a:lnTo>
                  <a:pt x="2661" y="1285"/>
                </a:lnTo>
                <a:lnTo>
                  <a:pt x="2914" y="1285"/>
                </a:lnTo>
                <a:lnTo>
                  <a:pt x="3241" y="958"/>
                </a:lnTo>
                <a:lnTo>
                  <a:pt x="3541" y="956"/>
                </a:lnTo>
                <a:lnTo>
                  <a:pt x="4489" y="8"/>
                </a:lnTo>
                <a:lnTo>
                  <a:pt x="448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26" name="Freeform 682"/>
          <p:cNvSpPr>
            <a:spLocks/>
          </p:cNvSpPr>
          <p:nvPr/>
        </p:nvSpPr>
        <p:spPr bwMode="auto">
          <a:xfrm>
            <a:off x="10952981" y="2527306"/>
            <a:ext cx="7116765" cy="6837375"/>
          </a:xfrm>
          <a:custGeom>
            <a:avLst/>
            <a:gdLst>
              <a:gd name="T0" fmla="*/ 4475 w 4483"/>
              <a:gd name="T1" fmla="*/ 0 h 4307"/>
              <a:gd name="T2" fmla="*/ 4475 w 4483"/>
              <a:gd name="T3" fmla="*/ 0 h 4307"/>
              <a:gd name="T4" fmla="*/ 3514 w 4483"/>
              <a:gd name="T5" fmla="*/ 964 h 4307"/>
              <a:gd name="T6" fmla="*/ 3216 w 4483"/>
              <a:gd name="T7" fmla="*/ 967 h 4307"/>
              <a:gd name="T8" fmla="*/ 2890 w 4483"/>
              <a:gd name="T9" fmla="*/ 1293 h 4307"/>
              <a:gd name="T10" fmla="*/ 2637 w 4483"/>
              <a:gd name="T11" fmla="*/ 1296 h 4307"/>
              <a:gd name="T12" fmla="*/ 2331 w 4483"/>
              <a:gd name="T13" fmla="*/ 1599 h 4307"/>
              <a:gd name="T14" fmla="*/ 2269 w 4483"/>
              <a:gd name="T15" fmla="*/ 1604 h 4307"/>
              <a:gd name="T16" fmla="*/ 2075 w 4483"/>
              <a:gd name="T17" fmla="*/ 1797 h 4307"/>
              <a:gd name="T18" fmla="*/ 1498 w 4483"/>
              <a:gd name="T19" fmla="*/ 1800 h 4307"/>
              <a:gd name="T20" fmla="*/ 1162 w 4483"/>
              <a:gd name="T21" fmla="*/ 2134 h 4307"/>
              <a:gd name="T22" fmla="*/ 1052 w 4483"/>
              <a:gd name="T23" fmla="*/ 2142 h 4307"/>
              <a:gd name="T24" fmla="*/ 524 w 4483"/>
              <a:gd name="T25" fmla="*/ 2670 h 4307"/>
              <a:gd name="T26" fmla="*/ 527 w 4483"/>
              <a:gd name="T27" fmla="*/ 2886 h 4307"/>
              <a:gd name="T28" fmla="*/ 0 w 4483"/>
              <a:gd name="T29" fmla="*/ 3411 h 4307"/>
              <a:gd name="T30" fmla="*/ 0 w 4483"/>
              <a:gd name="T31" fmla="*/ 4307 h 4307"/>
              <a:gd name="T32" fmla="*/ 10 w 4483"/>
              <a:gd name="T33" fmla="*/ 4307 h 4307"/>
              <a:gd name="T34" fmla="*/ 10 w 4483"/>
              <a:gd name="T35" fmla="*/ 3416 h 4307"/>
              <a:gd name="T36" fmla="*/ 538 w 4483"/>
              <a:gd name="T37" fmla="*/ 2891 h 4307"/>
              <a:gd name="T38" fmla="*/ 535 w 4483"/>
              <a:gd name="T39" fmla="*/ 2675 h 4307"/>
              <a:gd name="T40" fmla="*/ 1057 w 4483"/>
              <a:gd name="T41" fmla="*/ 2152 h 4307"/>
              <a:gd name="T42" fmla="*/ 1167 w 4483"/>
              <a:gd name="T43" fmla="*/ 2145 h 4307"/>
              <a:gd name="T44" fmla="*/ 1501 w 4483"/>
              <a:gd name="T45" fmla="*/ 1810 h 4307"/>
              <a:gd name="T46" fmla="*/ 2081 w 4483"/>
              <a:gd name="T47" fmla="*/ 1808 h 4307"/>
              <a:gd name="T48" fmla="*/ 2274 w 4483"/>
              <a:gd name="T49" fmla="*/ 1614 h 4307"/>
              <a:gd name="T50" fmla="*/ 2337 w 4483"/>
              <a:gd name="T51" fmla="*/ 1609 h 4307"/>
              <a:gd name="T52" fmla="*/ 2639 w 4483"/>
              <a:gd name="T53" fmla="*/ 1306 h 4307"/>
              <a:gd name="T54" fmla="*/ 2893 w 4483"/>
              <a:gd name="T55" fmla="*/ 1304 h 4307"/>
              <a:gd name="T56" fmla="*/ 3219 w 4483"/>
              <a:gd name="T57" fmla="*/ 977 h 4307"/>
              <a:gd name="T58" fmla="*/ 3517 w 4483"/>
              <a:gd name="T59" fmla="*/ 975 h 4307"/>
              <a:gd name="T60" fmla="*/ 4483 w 4483"/>
              <a:gd name="T61" fmla="*/ 8 h 4307"/>
              <a:gd name="T62" fmla="*/ 4475 w 4483"/>
              <a:gd name="T63" fmla="*/ 0 h 4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83" h="4307">
                <a:moveTo>
                  <a:pt x="4475" y="0"/>
                </a:moveTo>
                <a:lnTo>
                  <a:pt x="4475" y="0"/>
                </a:lnTo>
                <a:lnTo>
                  <a:pt x="3514" y="964"/>
                </a:lnTo>
                <a:lnTo>
                  <a:pt x="3216" y="967"/>
                </a:lnTo>
                <a:lnTo>
                  <a:pt x="2890" y="1293"/>
                </a:lnTo>
                <a:lnTo>
                  <a:pt x="2637" y="1296"/>
                </a:lnTo>
                <a:lnTo>
                  <a:pt x="2331" y="1599"/>
                </a:lnTo>
                <a:lnTo>
                  <a:pt x="2269" y="1604"/>
                </a:lnTo>
                <a:lnTo>
                  <a:pt x="2075" y="1797"/>
                </a:lnTo>
                <a:lnTo>
                  <a:pt x="1498" y="1800"/>
                </a:lnTo>
                <a:lnTo>
                  <a:pt x="1162" y="2134"/>
                </a:lnTo>
                <a:lnTo>
                  <a:pt x="1052" y="2142"/>
                </a:lnTo>
                <a:lnTo>
                  <a:pt x="524" y="2670"/>
                </a:lnTo>
                <a:lnTo>
                  <a:pt x="527" y="2886"/>
                </a:lnTo>
                <a:lnTo>
                  <a:pt x="0" y="3411"/>
                </a:lnTo>
                <a:lnTo>
                  <a:pt x="0" y="4307"/>
                </a:lnTo>
                <a:lnTo>
                  <a:pt x="10" y="4307"/>
                </a:lnTo>
                <a:lnTo>
                  <a:pt x="10" y="3416"/>
                </a:lnTo>
                <a:lnTo>
                  <a:pt x="538" y="2891"/>
                </a:lnTo>
                <a:lnTo>
                  <a:pt x="535" y="2675"/>
                </a:lnTo>
                <a:lnTo>
                  <a:pt x="1057" y="2152"/>
                </a:lnTo>
                <a:lnTo>
                  <a:pt x="1167" y="2145"/>
                </a:lnTo>
                <a:lnTo>
                  <a:pt x="1501" y="1810"/>
                </a:lnTo>
                <a:lnTo>
                  <a:pt x="2081" y="1808"/>
                </a:lnTo>
                <a:lnTo>
                  <a:pt x="2274" y="1614"/>
                </a:lnTo>
                <a:lnTo>
                  <a:pt x="2337" y="1609"/>
                </a:lnTo>
                <a:lnTo>
                  <a:pt x="2639" y="1306"/>
                </a:lnTo>
                <a:lnTo>
                  <a:pt x="2893" y="1304"/>
                </a:lnTo>
                <a:lnTo>
                  <a:pt x="3219" y="977"/>
                </a:lnTo>
                <a:lnTo>
                  <a:pt x="3517" y="975"/>
                </a:lnTo>
                <a:lnTo>
                  <a:pt x="4483" y="8"/>
                </a:lnTo>
                <a:lnTo>
                  <a:pt x="447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27" name="Freeform 683"/>
          <p:cNvSpPr>
            <a:spLocks/>
          </p:cNvSpPr>
          <p:nvPr/>
        </p:nvSpPr>
        <p:spPr bwMode="auto">
          <a:xfrm>
            <a:off x="10952981" y="2527306"/>
            <a:ext cx="7116765" cy="6837375"/>
          </a:xfrm>
          <a:custGeom>
            <a:avLst/>
            <a:gdLst>
              <a:gd name="T0" fmla="*/ 4475 w 4483"/>
              <a:gd name="T1" fmla="*/ 0 h 4307"/>
              <a:gd name="T2" fmla="*/ 4475 w 4483"/>
              <a:gd name="T3" fmla="*/ 0 h 4307"/>
              <a:gd name="T4" fmla="*/ 3514 w 4483"/>
              <a:gd name="T5" fmla="*/ 964 h 4307"/>
              <a:gd name="T6" fmla="*/ 3216 w 4483"/>
              <a:gd name="T7" fmla="*/ 967 h 4307"/>
              <a:gd name="T8" fmla="*/ 2890 w 4483"/>
              <a:gd name="T9" fmla="*/ 1293 h 4307"/>
              <a:gd name="T10" fmla="*/ 2637 w 4483"/>
              <a:gd name="T11" fmla="*/ 1296 h 4307"/>
              <a:gd name="T12" fmla="*/ 2331 w 4483"/>
              <a:gd name="T13" fmla="*/ 1599 h 4307"/>
              <a:gd name="T14" fmla="*/ 2269 w 4483"/>
              <a:gd name="T15" fmla="*/ 1604 h 4307"/>
              <a:gd name="T16" fmla="*/ 2075 w 4483"/>
              <a:gd name="T17" fmla="*/ 1797 h 4307"/>
              <a:gd name="T18" fmla="*/ 1498 w 4483"/>
              <a:gd name="T19" fmla="*/ 1800 h 4307"/>
              <a:gd name="T20" fmla="*/ 1162 w 4483"/>
              <a:gd name="T21" fmla="*/ 2134 h 4307"/>
              <a:gd name="T22" fmla="*/ 1052 w 4483"/>
              <a:gd name="T23" fmla="*/ 2142 h 4307"/>
              <a:gd name="T24" fmla="*/ 524 w 4483"/>
              <a:gd name="T25" fmla="*/ 2670 h 4307"/>
              <a:gd name="T26" fmla="*/ 527 w 4483"/>
              <a:gd name="T27" fmla="*/ 2886 h 4307"/>
              <a:gd name="T28" fmla="*/ 0 w 4483"/>
              <a:gd name="T29" fmla="*/ 3411 h 4307"/>
              <a:gd name="T30" fmla="*/ 0 w 4483"/>
              <a:gd name="T31" fmla="*/ 4307 h 4307"/>
              <a:gd name="T32" fmla="*/ 10 w 4483"/>
              <a:gd name="T33" fmla="*/ 4307 h 4307"/>
              <a:gd name="T34" fmla="*/ 10 w 4483"/>
              <a:gd name="T35" fmla="*/ 3416 h 4307"/>
              <a:gd name="T36" fmla="*/ 538 w 4483"/>
              <a:gd name="T37" fmla="*/ 2891 h 4307"/>
              <a:gd name="T38" fmla="*/ 535 w 4483"/>
              <a:gd name="T39" fmla="*/ 2675 h 4307"/>
              <a:gd name="T40" fmla="*/ 1057 w 4483"/>
              <a:gd name="T41" fmla="*/ 2152 h 4307"/>
              <a:gd name="T42" fmla="*/ 1167 w 4483"/>
              <a:gd name="T43" fmla="*/ 2145 h 4307"/>
              <a:gd name="T44" fmla="*/ 1501 w 4483"/>
              <a:gd name="T45" fmla="*/ 1810 h 4307"/>
              <a:gd name="T46" fmla="*/ 2081 w 4483"/>
              <a:gd name="T47" fmla="*/ 1808 h 4307"/>
              <a:gd name="T48" fmla="*/ 2274 w 4483"/>
              <a:gd name="T49" fmla="*/ 1614 h 4307"/>
              <a:gd name="T50" fmla="*/ 2337 w 4483"/>
              <a:gd name="T51" fmla="*/ 1609 h 4307"/>
              <a:gd name="T52" fmla="*/ 2639 w 4483"/>
              <a:gd name="T53" fmla="*/ 1306 h 4307"/>
              <a:gd name="T54" fmla="*/ 2893 w 4483"/>
              <a:gd name="T55" fmla="*/ 1304 h 4307"/>
              <a:gd name="T56" fmla="*/ 3219 w 4483"/>
              <a:gd name="T57" fmla="*/ 977 h 4307"/>
              <a:gd name="T58" fmla="*/ 3517 w 4483"/>
              <a:gd name="T59" fmla="*/ 975 h 4307"/>
              <a:gd name="T60" fmla="*/ 4483 w 4483"/>
              <a:gd name="T61" fmla="*/ 8 h 4307"/>
              <a:gd name="T62" fmla="*/ 4475 w 4483"/>
              <a:gd name="T63" fmla="*/ 0 h 4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83" h="4307">
                <a:moveTo>
                  <a:pt x="4475" y="0"/>
                </a:moveTo>
                <a:lnTo>
                  <a:pt x="4475" y="0"/>
                </a:lnTo>
                <a:lnTo>
                  <a:pt x="3514" y="964"/>
                </a:lnTo>
                <a:lnTo>
                  <a:pt x="3216" y="967"/>
                </a:lnTo>
                <a:lnTo>
                  <a:pt x="2890" y="1293"/>
                </a:lnTo>
                <a:lnTo>
                  <a:pt x="2637" y="1296"/>
                </a:lnTo>
                <a:lnTo>
                  <a:pt x="2331" y="1599"/>
                </a:lnTo>
                <a:lnTo>
                  <a:pt x="2269" y="1604"/>
                </a:lnTo>
                <a:lnTo>
                  <a:pt x="2075" y="1797"/>
                </a:lnTo>
                <a:lnTo>
                  <a:pt x="1498" y="1800"/>
                </a:lnTo>
                <a:lnTo>
                  <a:pt x="1162" y="2134"/>
                </a:lnTo>
                <a:lnTo>
                  <a:pt x="1052" y="2142"/>
                </a:lnTo>
                <a:lnTo>
                  <a:pt x="524" y="2670"/>
                </a:lnTo>
                <a:lnTo>
                  <a:pt x="527" y="2886"/>
                </a:lnTo>
                <a:lnTo>
                  <a:pt x="0" y="3411"/>
                </a:lnTo>
                <a:lnTo>
                  <a:pt x="0" y="4307"/>
                </a:lnTo>
                <a:lnTo>
                  <a:pt x="10" y="4307"/>
                </a:lnTo>
                <a:lnTo>
                  <a:pt x="10" y="3416"/>
                </a:lnTo>
                <a:lnTo>
                  <a:pt x="538" y="2891"/>
                </a:lnTo>
                <a:lnTo>
                  <a:pt x="535" y="2675"/>
                </a:lnTo>
                <a:lnTo>
                  <a:pt x="1057" y="2152"/>
                </a:lnTo>
                <a:lnTo>
                  <a:pt x="1167" y="2145"/>
                </a:lnTo>
                <a:lnTo>
                  <a:pt x="1501" y="1810"/>
                </a:lnTo>
                <a:lnTo>
                  <a:pt x="2081" y="1808"/>
                </a:lnTo>
                <a:lnTo>
                  <a:pt x="2274" y="1614"/>
                </a:lnTo>
                <a:lnTo>
                  <a:pt x="2337" y="1609"/>
                </a:lnTo>
                <a:lnTo>
                  <a:pt x="2639" y="1306"/>
                </a:lnTo>
                <a:lnTo>
                  <a:pt x="2893" y="1304"/>
                </a:lnTo>
                <a:lnTo>
                  <a:pt x="3219" y="977"/>
                </a:lnTo>
                <a:lnTo>
                  <a:pt x="3517" y="975"/>
                </a:lnTo>
                <a:lnTo>
                  <a:pt x="4483" y="8"/>
                </a:lnTo>
                <a:lnTo>
                  <a:pt x="447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28" name="Freeform 684"/>
          <p:cNvSpPr>
            <a:spLocks/>
          </p:cNvSpPr>
          <p:nvPr/>
        </p:nvSpPr>
        <p:spPr bwMode="auto">
          <a:xfrm>
            <a:off x="11018068" y="3074995"/>
            <a:ext cx="6745290" cy="6423037"/>
          </a:xfrm>
          <a:custGeom>
            <a:avLst/>
            <a:gdLst>
              <a:gd name="T0" fmla="*/ 4241 w 4249"/>
              <a:gd name="T1" fmla="*/ 0 h 4046"/>
              <a:gd name="T2" fmla="*/ 3468 w 4249"/>
              <a:gd name="T3" fmla="*/ 771 h 4046"/>
              <a:gd name="T4" fmla="*/ 3102 w 4249"/>
              <a:gd name="T5" fmla="*/ 768 h 4046"/>
              <a:gd name="T6" fmla="*/ 2867 w 4249"/>
              <a:gd name="T7" fmla="*/ 1003 h 4046"/>
              <a:gd name="T8" fmla="*/ 2614 w 4249"/>
              <a:gd name="T9" fmla="*/ 1006 h 4046"/>
              <a:gd name="T10" fmla="*/ 2309 w 4249"/>
              <a:gd name="T11" fmla="*/ 1311 h 4046"/>
              <a:gd name="T12" fmla="*/ 2238 w 4249"/>
              <a:gd name="T13" fmla="*/ 1306 h 4046"/>
              <a:gd name="T14" fmla="*/ 2045 w 4249"/>
              <a:gd name="T15" fmla="*/ 1499 h 4046"/>
              <a:gd name="T16" fmla="*/ 1476 w 4249"/>
              <a:gd name="T17" fmla="*/ 1510 h 4046"/>
              <a:gd name="T18" fmla="*/ 1139 w 4249"/>
              <a:gd name="T19" fmla="*/ 1844 h 4046"/>
              <a:gd name="T20" fmla="*/ 1021 w 4249"/>
              <a:gd name="T21" fmla="*/ 1844 h 4046"/>
              <a:gd name="T22" fmla="*/ 510 w 4249"/>
              <a:gd name="T23" fmla="*/ 2356 h 4046"/>
              <a:gd name="T24" fmla="*/ 520 w 4249"/>
              <a:gd name="T25" fmla="*/ 2583 h 4046"/>
              <a:gd name="T26" fmla="*/ 0 w 4249"/>
              <a:gd name="T27" fmla="*/ 3103 h 4046"/>
              <a:gd name="T28" fmla="*/ 0 w 4249"/>
              <a:gd name="T29" fmla="*/ 4046 h 4046"/>
              <a:gd name="T30" fmla="*/ 11 w 4249"/>
              <a:gd name="T31" fmla="*/ 4046 h 4046"/>
              <a:gd name="T32" fmla="*/ 11 w 4249"/>
              <a:gd name="T33" fmla="*/ 3108 h 4046"/>
              <a:gd name="T34" fmla="*/ 530 w 4249"/>
              <a:gd name="T35" fmla="*/ 2588 h 4046"/>
              <a:gd name="T36" fmla="*/ 520 w 4249"/>
              <a:gd name="T37" fmla="*/ 2361 h 4046"/>
              <a:gd name="T38" fmla="*/ 1027 w 4249"/>
              <a:gd name="T39" fmla="*/ 1854 h 4046"/>
              <a:gd name="T40" fmla="*/ 1144 w 4249"/>
              <a:gd name="T41" fmla="*/ 1854 h 4046"/>
              <a:gd name="T42" fmla="*/ 1478 w 4249"/>
              <a:gd name="T43" fmla="*/ 1520 h 4046"/>
              <a:gd name="T44" fmla="*/ 2050 w 4249"/>
              <a:gd name="T45" fmla="*/ 1510 h 4046"/>
              <a:gd name="T46" fmla="*/ 2243 w 4249"/>
              <a:gd name="T47" fmla="*/ 1316 h 4046"/>
              <a:gd name="T48" fmla="*/ 2314 w 4249"/>
              <a:gd name="T49" fmla="*/ 1322 h 4046"/>
              <a:gd name="T50" fmla="*/ 2617 w 4249"/>
              <a:gd name="T51" fmla="*/ 1016 h 4046"/>
              <a:gd name="T52" fmla="*/ 2870 w 4249"/>
              <a:gd name="T53" fmla="*/ 1013 h 4046"/>
              <a:gd name="T54" fmla="*/ 3108 w 4249"/>
              <a:gd name="T55" fmla="*/ 778 h 4046"/>
              <a:gd name="T56" fmla="*/ 3473 w 4249"/>
              <a:gd name="T57" fmla="*/ 781 h 4046"/>
              <a:gd name="T58" fmla="*/ 4249 w 4249"/>
              <a:gd name="T59" fmla="*/ 8 h 4046"/>
              <a:gd name="T60" fmla="*/ 4241 w 4249"/>
              <a:gd name="T61" fmla="*/ 0 h 4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249" h="4046">
                <a:moveTo>
                  <a:pt x="4241" y="0"/>
                </a:moveTo>
                <a:lnTo>
                  <a:pt x="3468" y="771"/>
                </a:lnTo>
                <a:lnTo>
                  <a:pt x="3102" y="768"/>
                </a:lnTo>
                <a:lnTo>
                  <a:pt x="2867" y="1003"/>
                </a:lnTo>
                <a:lnTo>
                  <a:pt x="2614" y="1006"/>
                </a:lnTo>
                <a:lnTo>
                  <a:pt x="2309" y="1311"/>
                </a:lnTo>
                <a:lnTo>
                  <a:pt x="2238" y="1306"/>
                </a:lnTo>
                <a:lnTo>
                  <a:pt x="2045" y="1499"/>
                </a:lnTo>
                <a:lnTo>
                  <a:pt x="1476" y="1510"/>
                </a:lnTo>
                <a:lnTo>
                  <a:pt x="1139" y="1844"/>
                </a:lnTo>
                <a:lnTo>
                  <a:pt x="1021" y="1844"/>
                </a:lnTo>
                <a:lnTo>
                  <a:pt x="510" y="2356"/>
                </a:lnTo>
                <a:lnTo>
                  <a:pt x="520" y="2583"/>
                </a:lnTo>
                <a:lnTo>
                  <a:pt x="0" y="3103"/>
                </a:lnTo>
                <a:lnTo>
                  <a:pt x="0" y="4046"/>
                </a:lnTo>
                <a:lnTo>
                  <a:pt x="11" y="4046"/>
                </a:lnTo>
                <a:lnTo>
                  <a:pt x="11" y="3108"/>
                </a:lnTo>
                <a:lnTo>
                  <a:pt x="530" y="2588"/>
                </a:lnTo>
                <a:lnTo>
                  <a:pt x="520" y="2361"/>
                </a:lnTo>
                <a:lnTo>
                  <a:pt x="1027" y="1854"/>
                </a:lnTo>
                <a:lnTo>
                  <a:pt x="1144" y="1854"/>
                </a:lnTo>
                <a:lnTo>
                  <a:pt x="1478" y="1520"/>
                </a:lnTo>
                <a:lnTo>
                  <a:pt x="2050" y="1510"/>
                </a:lnTo>
                <a:lnTo>
                  <a:pt x="2243" y="1316"/>
                </a:lnTo>
                <a:lnTo>
                  <a:pt x="2314" y="1322"/>
                </a:lnTo>
                <a:lnTo>
                  <a:pt x="2617" y="1016"/>
                </a:lnTo>
                <a:lnTo>
                  <a:pt x="2870" y="1013"/>
                </a:lnTo>
                <a:lnTo>
                  <a:pt x="3108" y="778"/>
                </a:lnTo>
                <a:lnTo>
                  <a:pt x="3473" y="781"/>
                </a:lnTo>
                <a:lnTo>
                  <a:pt x="4249" y="8"/>
                </a:lnTo>
                <a:lnTo>
                  <a:pt x="424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29" name="Freeform 685"/>
          <p:cNvSpPr>
            <a:spLocks/>
          </p:cNvSpPr>
          <p:nvPr/>
        </p:nvSpPr>
        <p:spPr bwMode="auto">
          <a:xfrm>
            <a:off x="11018068" y="3074995"/>
            <a:ext cx="6745290" cy="6423037"/>
          </a:xfrm>
          <a:custGeom>
            <a:avLst/>
            <a:gdLst>
              <a:gd name="T0" fmla="*/ 4241 w 4249"/>
              <a:gd name="T1" fmla="*/ 0 h 4046"/>
              <a:gd name="T2" fmla="*/ 3468 w 4249"/>
              <a:gd name="T3" fmla="*/ 771 h 4046"/>
              <a:gd name="T4" fmla="*/ 3102 w 4249"/>
              <a:gd name="T5" fmla="*/ 768 h 4046"/>
              <a:gd name="T6" fmla="*/ 2867 w 4249"/>
              <a:gd name="T7" fmla="*/ 1003 h 4046"/>
              <a:gd name="T8" fmla="*/ 2614 w 4249"/>
              <a:gd name="T9" fmla="*/ 1006 h 4046"/>
              <a:gd name="T10" fmla="*/ 2309 w 4249"/>
              <a:gd name="T11" fmla="*/ 1311 h 4046"/>
              <a:gd name="T12" fmla="*/ 2238 w 4249"/>
              <a:gd name="T13" fmla="*/ 1306 h 4046"/>
              <a:gd name="T14" fmla="*/ 2045 w 4249"/>
              <a:gd name="T15" fmla="*/ 1499 h 4046"/>
              <a:gd name="T16" fmla="*/ 1476 w 4249"/>
              <a:gd name="T17" fmla="*/ 1510 h 4046"/>
              <a:gd name="T18" fmla="*/ 1139 w 4249"/>
              <a:gd name="T19" fmla="*/ 1844 h 4046"/>
              <a:gd name="T20" fmla="*/ 1021 w 4249"/>
              <a:gd name="T21" fmla="*/ 1844 h 4046"/>
              <a:gd name="T22" fmla="*/ 510 w 4249"/>
              <a:gd name="T23" fmla="*/ 2356 h 4046"/>
              <a:gd name="T24" fmla="*/ 520 w 4249"/>
              <a:gd name="T25" fmla="*/ 2583 h 4046"/>
              <a:gd name="T26" fmla="*/ 0 w 4249"/>
              <a:gd name="T27" fmla="*/ 3103 h 4046"/>
              <a:gd name="T28" fmla="*/ 0 w 4249"/>
              <a:gd name="T29" fmla="*/ 4046 h 4046"/>
              <a:gd name="T30" fmla="*/ 11 w 4249"/>
              <a:gd name="T31" fmla="*/ 4046 h 4046"/>
              <a:gd name="T32" fmla="*/ 11 w 4249"/>
              <a:gd name="T33" fmla="*/ 3108 h 4046"/>
              <a:gd name="T34" fmla="*/ 530 w 4249"/>
              <a:gd name="T35" fmla="*/ 2588 h 4046"/>
              <a:gd name="T36" fmla="*/ 520 w 4249"/>
              <a:gd name="T37" fmla="*/ 2361 h 4046"/>
              <a:gd name="T38" fmla="*/ 1027 w 4249"/>
              <a:gd name="T39" fmla="*/ 1854 h 4046"/>
              <a:gd name="T40" fmla="*/ 1144 w 4249"/>
              <a:gd name="T41" fmla="*/ 1854 h 4046"/>
              <a:gd name="T42" fmla="*/ 1478 w 4249"/>
              <a:gd name="T43" fmla="*/ 1520 h 4046"/>
              <a:gd name="T44" fmla="*/ 2050 w 4249"/>
              <a:gd name="T45" fmla="*/ 1510 h 4046"/>
              <a:gd name="T46" fmla="*/ 2243 w 4249"/>
              <a:gd name="T47" fmla="*/ 1316 h 4046"/>
              <a:gd name="T48" fmla="*/ 2314 w 4249"/>
              <a:gd name="T49" fmla="*/ 1322 h 4046"/>
              <a:gd name="T50" fmla="*/ 2617 w 4249"/>
              <a:gd name="T51" fmla="*/ 1016 h 4046"/>
              <a:gd name="T52" fmla="*/ 2870 w 4249"/>
              <a:gd name="T53" fmla="*/ 1013 h 4046"/>
              <a:gd name="T54" fmla="*/ 3108 w 4249"/>
              <a:gd name="T55" fmla="*/ 778 h 4046"/>
              <a:gd name="T56" fmla="*/ 3473 w 4249"/>
              <a:gd name="T57" fmla="*/ 781 h 4046"/>
              <a:gd name="T58" fmla="*/ 4249 w 4249"/>
              <a:gd name="T59" fmla="*/ 8 h 4046"/>
              <a:gd name="T60" fmla="*/ 4241 w 4249"/>
              <a:gd name="T61" fmla="*/ 0 h 4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249" h="4046">
                <a:moveTo>
                  <a:pt x="4241" y="0"/>
                </a:moveTo>
                <a:lnTo>
                  <a:pt x="3468" y="771"/>
                </a:lnTo>
                <a:lnTo>
                  <a:pt x="3102" y="768"/>
                </a:lnTo>
                <a:lnTo>
                  <a:pt x="2867" y="1003"/>
                </a:lnTo>
                <a:lnTo>
                  <a:pt x="2614" y="1006"/>
                </a:lnTo>
                <a:lnTo>
                  <a:pt x="2309" y="1311"/>
                </a:lnTo>
                <a:lnTo>
                  <a:pt x="2238" y="1306"/>
                </a:lnTo>
                <a:lnTo>
                  <a:pt x="2045" y="1499"/>
                </a:lnTo>
                <a:lnTo>
                  <a:pt x="1476" y="1510"/>
                </a:lnTo>
                <a:lnTo>
                  <a:pt x="1139" y="1844"/>
                </a:lnTo>
                <a:lnTo>
                  <a:pt x="1021" y="1844"/>
                </a:lnTo>
                <a:lnTo>
                  <a:pt x="510" y="2356"/>
                </a:lnTo>
                <a:lnTo>
                  <a:pt x="520" y="2583"/>
                </a:lnTo>
                <a:lnTo>
                  <a:pt x="0" y="3103"/>
                </a:lnTo>
                <a:lnTo>
                  <a:pt x="0" y="4046"/>
                </a:lnTo>
                <a:lnTo>
                  <a:pt x="11" y="4046"/>
                </a:lnTo>
                <a:lnTo>
                  <a:pt x="11" y="3108"/>
                </a:lnTo>
                <a:lnTo>
                  <a:pt x="530" y="2588"/>
                </a:lnTo>
                <a:lnTo>
                  <a:pt x="520" y="2361"/>
                </a:lnTo>
                <a:lnTo>
                  <a:pt x="1027" y="1854"/>
                </a:lnTo>
                <a:lnTo>
                  <a:pt x="1144" y="1854"/>
                </a:lnTo>
                <a:lnTo>
                  <a:pt x="1478" y="1520"/>
                </a:lnTo>
                <a:lnTo>
                  <a:pt x="2050" y="1510"/>
                </a:lnTo>
                <a:lnTo>
                  <a:pt x="2243" y="1316"/>
                </a:lnTo>
                <a:lnTo>
                  <a:pt x="2314" y="1322"/>
                </a:lnTo>
                <a:lnTo>
                  <a:pt x="2617" y="1016"/>
                </a:lnTo>
                <a:lnTo>
                  <a:pt x="2870" y="1013"/>
                </a:lnTo>
                <a:lnTo>
                  <a:pt x="3108" y="778"/>
                </a:lnTo>
                <a:lnTo>
                  <a:pt x="3473" y="781"/>
                </a:lnTo>
                <a:lnTo>
                  <a:pt x="4249" y="8"/>
                </a:lnTo>
                <a:lnTo>
                  <a:pt x="42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30" name="Freeform 686"/>
          <p:cNvSpPr>
            <a:spLocks/>
          </p:cNvSpPr>
          <p:nvPr/>
        </p:nvSpPr>
        <p:spPr bwMode="auto">
          <a:xfrm>
            <a:off x="12448406" y="2420942"/>
            <a:ext cx="4440239" cy="2379667"/>
          </a:xfrm>
          <a:custGeom>
            <a:avLst/>
            <a:gdLst>
              <a:gd name="T0" fmla="*/ 1069 w 1071"/>
              <a:gd name="T1" fmla="*/ 0 h 574"/>
              <a:gd name="T2" fmla="*/ 1069 w 1071"/>
              <a:gd name="T3" fmla="*/ 0 h 574"/>
              <a:gd name="T4" fmla="*/ 914 w 1071"/>
              <a:gd name="T5" fmla="*/ 155 h 574"/>
              <a:gd name="T6" fmla="*/ 799 w 1071"/>
              <a:gd name="T7" fmla="*/ 156 h 574"/>
              <a:gd name="T8" fmla="*/ 661 w 1071"/>
              <a:gd name="T9" fmla="*/ 294 h 574"/>
              <a:gd name="T10" fmla="*/ 533 w 1071"/>
              <a:gd name="T11" fmla="*/ 293 h 574"/>
              <a:gd name="T12" fmla="*/ 447 w 1071"/>
              <a:gd name="T13" fmla="*/ 378 h 574"/>
              <a:gd name="T14" fmla="*/ 447 w 1071"/>
              <a:gd name="T15" fmla="*/ 407 h 574"/>
              <a:gd name="T16" fmla="*/ 415 w 1071"/>
              <a:gd name="T17" fmla="*/ 439 h 574"/>
              <a:gd name="T18" fmla="*/ 377 w 1071"/>
              <a:gd name="T19" fmla="*/ 437 h 574"/>
              <a:gd name="T20" fmla="*/ 308 w 1071"/>
              <a:gd name="T21" fmla="*/ 506 h 574"/>
              <a:gd name="T22" fmla="*/ 143 w 1071"/>
              <a:gd name="T23" fmla="*/ 507 h 574"/>
              <a:gd name="T24" fmla="*/ 117 w 1071"/>
              <a:gd name="T25" fmla="*/ 533 h 574"/>
              <a:gd name="T26" fmla="*/ 37 w 1071"/>
              <a:gd name="T27" fmla="*/ 534 h 574"/>
              <a:gd name="T28" fmla="*/ 0 w 1071"/>
              <a:gd name="T29" fmla="*/ 571 h 574"/>
              <a:gd name="T30" fmla="*/ 2 w 1071"/>
              <a:gd name="T31" fmla="*/ 574 h 574"/>
              <a:gd name="T32" fmla="*/ 39 w 1071"/>
              <a:gd name="T33" fmla="*/ 538 h 574"/>
              <a:gd name="T34" fmla="*/ 119 w 1071"/>
              <a:gd name="T35" fmla="*/ 537 h 574"/>
              <a:gd name="T36" fmla="*/ 144 w 1071"/>
              <a:gd name="T37" fmla="*/ 511 h 574"/>
              <a:gd name="T38" fmla="*/ 310 w 1071"/>
              <a:gd name="T39" fmla="*/ 510 h 574"/>
              <a:gd name="T40" fmla="*/ 379 w 1071"/>
              <a:gd name="T41" fmla="*/ 441 h 574"/>
              <a:gd name="T42" fmla="*/ 416 w 1071"/>
              <a:gd name="T43" fmla="*/ 443 h 574"/>
              <a:gd name="T44" fmla="*/ 450 w 1071"/>
              <a:gd name="T45" fmla="*/ 409 h 574"/>
              <a:gd name="T46" fmla="*/ 451 w 1071"/>
              <a:gd name="T47" fmla="*/ 380 h 574"/>
              <a:gd name="T48" fmla="*/ 534 w 1071"/>
              <a:gd name="T49" fmla="*/ 297 h 574"/>
              <a:gd name="T50" fmla="*/ 663 w 1071"/>
              <a:gd name="T51" fmla="*/ 298 h 574"/>
              <a:gd name="T52" fmla="*/ 801 w 1071"/>
              <a:gd name="T53" fmla="*/ 160 h 574"/>
              <a:gd name="T54" fmla="*/ 915 w 1071"/>
              <a:gd name="T55" fmla="*/ 159 h 574"/>
              <a:gd name="T56" fmla="*/ 1071 w 1071"/>
              <a:gd name="T57" fmla="*/ 3 h 574"/>
              <a:gd name="T58" fmla="*/ 1069 w 1071"/>
              <a:gd name="T59" fmla="*/ 0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71" h="574">
                <a:moveTo>
                  <a:pt x="1069" y="0"/>
                </a:moveTo>
                <a:cubicBezTo>
                  <a:pt x="1069" y="0"/>
                  <a:pt x="1069" y="0"/>
                  <a:pt x="1069" y="0"/>
                </a:cubicBezTo>
                <a:cubicBezTo>
                  <a:pt x="914" y="155"/>
                  <a:pt x="914" y="155"/>
                  <a:pt x="914" y="155"/>
                </a:cubicBezTo>
                <a:cubicBezTo>
                  <a:pt x="799" y="156"/>
                  <a:pt x="799" y="156"/>
                  <a:pt x="799" y="156"/>
                </a:cubicBezTo>
                <a:cubicBezTo>
                  <a:pt x="661" y="294"/>
                  <a:pt x="661" y="294"/>
                  <a:pt x="661" y="294"/>
                </a:cubicBezTo>
                <a:cubicBezTo>
                  <a:pt x="533" y="293"/>
                  <a:pt x="533" y="293"/>
                  <a:pt x="533" y="293"/>
                </a:cubicBezTo>
                <a:cubicBezTo>
                  <a:pt x="447" y="378"/>
                  <a:pt x="447" y="378"/>
                  <a:pt x="447" y="378"/>
                </a:cubicBezTo>
                <a:cubicBezTo>
                  <a:pt x="447" y="407"/>
                  <a:pt x="447" y="407"/>
                  <a:pt x="447" y="407"/>
                </a:cubicBezTo>
                <a:cubicBezTo>
                  <a:pt x="415" y="439"/>
                  <a:pt x="415" y="439"/>
                  <a:pt x="415" y="439"/>
                </a:cubicBezTo>
                <a:cubicBezTo>
                  <a:pt x="377" y="437"/>
                  <a:pt x="377" y="437"/>
                  <a:pt x="377" y="437"/>
                </a:cubicBezTo>
                <a:cubicBezTo>
                  <a:pt x="308" y="506"/>
                  <a:pt x="308" y="506"/>
                  <a:pt x="308" y="506"/>
                </a:cubicBezTo>
                <a:cubicBezTo>
                  <a:pt x="143" y="507"/>
                  <a:pt x="143" y="507"/>
                  <a:pt x="143" y="507"/>
                </a:cubicBezTo>
                <a:cubicBezTo>
                  <a:pt x="117" y="533"/>
                  <a:pt x="117" y="533"/>
                  <a:pt x="117" y="533"/>
                </a:cubicBezTo>
                <a:cubicBezTo>
                  <a:pt x="37" y="534"/>
                  <a:pt x="37" y="534"/>
                  <a:pt x="37" y="534"/>
                </a:cubicBezTo>
                <a:cubicBezTo>
                  <a:pt x="0" y="571"/>
                  <a:pt x="0" y="571"/>
                  <a:pt x="0" y="571"/>
                </a:cubicBezTo>
                <a:cubicBezTo>
                  <a:pt x="1" y="572"/>
                  <a:pt x="2" y="573"/>
                  <a:pt x="2" y="574"/>
                </a:cubicBezTo>
                <a:cubicBezTo>
                  <a:pt x="39" y="538"/>
                  <a:pt x="39" y="538"/>
                  <a:pt x="39" y="538"/>
                </a:cubicBezTo>
                <a:cubicBezTo>
                  <a:pt x="119" y="537"/>
                  <a:pt x="119" y="537"/>
                  <a:pt x="119" y="537"/>
                </a:cubicBezTo>
                <a:cubicBezTo>
                  <a:pt x="144" y="511"/>
                  <a:pt x="144" y="511"/>
                  <a:pt x="144" y="511"/>
                </a:cubicBezTo>
                <a:cubicBezTo>
                  <a:pt x="310" y="510"/>
                  <a:pt x="310" y="510"/>
                  <a:pt x="310" y="510"/>
                </a:cubicBezTo>
                <a:cubicBezTo>
                  <a:pt x="379" y="441"/>
                  <a:pt x="379" y="441"/>
                  <a:pt x="379" y="441"/>
                </a:cubicBezTo>
                <a:cubicBezTo>
                  <a:pt x="416" y="443"/>
                  <a:pt x="416" y="443"/>
                  <a:pt x="416" y="443"/>
                </a:cubicBezTo>
                <a:cubicBezTo>
                  <a:pt x="450" y="409"/>
                  <a:pt x="450" y="409"/>
                  <a:pt x="450" y="409"/>
                </a:cubicBezTo>
                <a:cubicBezTo>
                  <a:pt x="451" y="380"/>
                  <a:pt x="451" y="380"/>
                  <a:pt x="451" y="380"/>
                </a:cubicBezTo>
                <a:cubicBezTo>
                  <a:pt x="534" y="297"/>
                  <a:pt x="534" y="297"/>
                  <a:pt x="534" y="297"/>
                </a:cubicBezTo>
                <a:cubicBezTo>
                  <a:pt x="663" y="298"/>
                  <a:pt x="663" y="298"/>
                  <a:pt x="663" y="298"/>
                </a:cubicBezTo>
                <a:cubicBezTo>
                  <a:pt x="801" y="160"/>
                  <a:pt x="801" y="160"/>
                  <a:pt x="801" y="160"/>
                </a:cubicBezTo>
                <a:cubicBezTo>
                  <a:pt x="915" y="159"/>
                  <a:pt x="915" y="159"/>
                  <a:pt x="915" y="159"/>
                </a:cubicBezTo>
                <a:cubicBezTo>
                  <a:pt x="1071" y="3"/>
                  <a:pt x="1071" y="3"/>
                  <a:pt x="1071" y="3"/>
                </a:cubicBezTo>
                <a:cubicBezTo>
                  <a:pt x="1069" y="0"/>
                  <a:pt x="1069" y="0"/>
                  <a:pt x="1069"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31" name="Freeform 687"/>
          <p:cNvSpPr>
            <a:spLocks/>
          </p:cNvSpPr>
          <p:nvPr/>
        </p:nvSpPr>
        <p:spPr bwMode="auto">
          <a:xfrm>
            <a:off x="12175357" y="2490793"/>
            <a:ext cx="4762502" cy="2644780"/>
          </a:xfrm>
          <a:custGeom>
            <a:avLst/>
            <a:gdLst>
              <a:gd name="T0" fmla="*/ 1146 w 1149"/>
              <a:gd name="T1" fmla="*/ 0 h 638"/>
              <a:gd name="T2" fmla="*/ 989 w 1149"/>
              <a:gd name="T3" fmla="*/ 157 h 638"/>
              <a:gd name="T4" fmla="*/ 875 w 1149"/>
              <a:gd name="T5" fmla="*/ 158 h 638"/>
              <a:gd name="T6" fmla="*/ 737 w 1149"/>
              <a:gd name="T7" fmla="*/ 296 h 638"/>
              <a:gd name="T8" fmla="*/ 609 w 1149"/>
              <a:gd name="T9" fmla="*/ 294 h 638"/>
              <a:gd name="T10" fmla="*/ 523 w 1149"/>
              <a:gd name="T11" fmla="*/ 380 h 638"/>
              <a:gd name="T12" fmla="*/ 520 w 1149"/>
              <a:gd name="T13" fmla="*/ 406 h 638"/>
              <a:gd name="T14" fmla="*/ 488 w 1149"/>
              <a:gd name="T15" fmla="*/ 438 h 638"/>
              <a:gd name="T16" fmla="*/ 453 w 1149"/>
              <a:gd name="T17" fmla="*/ 439 h 638"/>
              <a:gd name="T18" fmla="*/ 384 w 1149"/>
              <a:gd name="T19" fmla="*/ 508 h 638"/>
              <a:gd name="T20" fmla="*/ 219 w 1149"/>
              <a:gd name="T21" fmla="*/ 509 h 638"/>
              <a:gd name="T22" fmla="*/ 193 w 1149"/>
              <a:gd name="T23" fmla="*/ 535 h 638"/>
              <a:gd name="T24" fmla="*/ 113 w 1149"/>
              <a:gd name="T25" fmla="*/ 535 h 638"/>
              <a:gd name="T26" fmla="*/ 14 w 1149"/>
              <a:gd name="T27" fmla="*/ 634 h 638"/>
              <a:gd name="T28" fmla="*/ 0 w 1149"/>
              <a:gd name="T29" fmla="*/ 634 h 638"/>
              <a:gd name="T30" fmla="*/ 1 w 1149"/>
              <a:gd name="T31" fmla="*/ 638 h 638"/>
              <a:gd name="T32" fmla="*/ 16 w 1149"/>
              <a:gd name="T33" fmla="*/ 638 h 638"/>
              <a:gd name="T34" fmla="*/ 115 w 1149"/>
              <a:gd name="T35" fmla="*/ 539 h 638"/>
              <a:gd name="T36" fmla="*/ 195 w 1149"/>
              <a:gd name="T37" fmla="*/ 539 h 638"/>
              <a:gd name="T38" fmla="*/ 220 w 1149"/>
              <a:gd name="T39" fmla="*/ 513 h 638"/>
              <a:gd name="T40" fmla="*/ 385 w 1149"/>
              <a:gd name="T41" fmla="*/ 512 h 638"/>
              <a:gd name="T42" fmla="*/ 455 w 1149"/>
              <a:gd name="T43" fmla="*/ 443 h 638"/>
              <a:gd name="T44" fmla="*/ 489 w 1149"/>
              <a:gd name="T45" fmla="*/ 442 h 638"/>
              <a:gd name="T46" fmla="*/ 523 w 1149"/>
              <a:gd name="T47" fmla="*/ 408 h 638"/>
              <a:gd name="T48" fmla="*/ 527 w 1149"/>
              <a:gd name="T49" fmla="*/ 382 h 638"/>
              <a:gd name="T50" fmla="*/ 610 w 1149"/>
              <a:gd name="T51" fmla="*/ 298 h 638"/>
              <a:gd name="T52" fmla="*/ 739 w 1149"/>
              <a:gd name="T53" fmla="*/ 300 h 638"/>
              <a:gd name="T54" fmla="*/ 877 w 1149"/>
              <a:gd name="T55" fmla="*/ 162 h 638"/>
              <a:gd name="T56" fmla="*/ 991 w 1149"/>
              <a:gd name="T57" fmla="*/ 161 h 638"/>
              <a:gd name="T58" fmla="*/ 1149 w 1149"/>
              <a:gd name="T59" fmla="*/ 3 h 638"/>
              <a:gd name="T60" fmla="*/ 1146 w 1149"/>
              <a:gd name="T61" fmla="*/ 0 h 638"/>
              <a:gd name="T62" fmla="*/ 1146 w 1149"/>
              <a:gd name="T63" fmla="*/ 0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49" h="638">
                <a:moveTo>
                  <a:pt x="1146" y="0"/>
                </a:moveTo>
                <a:cubicBezTo>
                  <a:pt x="989" y="157"/>
                  <a:pt x="989" y="157"/>
                  <a:pt x="989" y="157"/>
                </a:cubicBezTo>
                <a:cubicBezTo>
                  <a:pt x="875" y="158"/>
                  <a:pt x="875" y="158"/>
                  <a:pt x="875" y="158"/>
                </a:cubicBezTo>
                <a:cubicBezTo>
                  <a:pt x="737" y="296"/>
                  <a:pt x="737" y="296"/>
                  <a:pt x="737" y="296"/>
                </a:cubicBezTo>
                <a:cubicBezTo>
                  <a:pt x="609" y="294"/>
                  <a:pt x="609" y="294"/>
                  <a:pt x="609" y="294"/>
                </a:cubicBezTo>
                <a:cubicBezTo>
                  <a:pt x="523" y="380"/>
                  <a:pt x="523" y="380"/>
                  <a:pt x="523" y="380"/>
                </a:cubicBezTo>
                <a:cubicBezTo>
                  <a:pt x="520" y="406"/>
                  <a:pt x="520" y="406"/>
                  <a:pt x="520" y="406"/>
                </a:cubicBezTo>
                <a:cubicBezTo>
                  <a:pt x="488" y="438"/>
                  <a:pt x="488" y="438"/>
                  <a:pt x="488" y="438"/>
                </a:cubicBezTo>
                <a:cubicBezTo>
                  <a:pt x="453" y="439"/>
                  <a:pt x="453" y="439"/>
                  <a:pt x="453" y="439"/>
                </a:cubicBezTo>
                <a:cubicBezTo>
                  <a:pt x="384" y="508"/>
                  <a:pt x="384" y="508"/>
                  <a:pt x="384" y="508"/>
                </a:cubicBezTo>
                <a:cubicBezTo>
                  <a:pt x="219" y="509"/>
                  <a:pt x="219" y="509"/>
                  <a:pt x="219" y="509"/>
                </a:cubicBezTo>
                <a:cubicBezTo>
                  <a:pt x="193" y="535"/>
                  <a:pt x="193" y="535"/>
                  <a:pt x="193" y="535"/>
                </a:cubicBezTo>
                <a:cubicBezTo>
                  <a:pt x="113" y="535"/>
                  <a:pt x="113" y="535"/>
                  <a:pt x="113" y="535"/>
                </a:cubicBezTo>
                <a:cubicBezTo>
                  <a:pt x="14" y="634"/>
                  <a:pt x="14" y="634"/>
                  <a:pt x="14" y="634"/>
                </a:cubicBezTo>
                <a:cubicBezTo>
                  <a:pt x="0" y="634"/>
                  <a:pt x="0" y="634"/>
                  <a:pt x="0" y="634"/>
                </a:cubicBezTo>
                <a:cubicBezTo>
                  <a:pt x="0" y="636"/>
                  <a:pt x="1" y="637"/>
                  <a:pt x="1" y="638"/>
                </a:cubicBezTo>
                <a:cubicBezTo>
                  <a:pt x="16" y="638"/>
                  <a:pt x="16" y="638"/>
                  <a:pt x="16" y="638"/>
                </a:cubicBezTo>
                <a:cubicBezTo>
                  <a:pt x="115" y="539"/>
                  <a:pt x="115" y="539"/>
                  <a:pt x="115" y="539"/>
                </a:cubicBezTo>
                <a:cubicBezTo>
                  <a:pt x="195" y="539"/>
                  <a:pt x="195" y="539"/>
                  <a:pt x="195" y="539"/>
                </a:cubicBezTo>
                <a:cubicBezTo>
                  <a:pt x="220" y="513"/>
                  <a:pt x="220" y="513"/>
                  <a:pt x="220" y="513"/>
                </a:cubicBezTo>
                <a:cubicBezTo>
                  <a:pt x="385" y="512"/>
                  <a:pt x="385" y="512"/>
                  <a:pt x="385" y="512"/>
                </a:cubicBezTo>
                <a:cubicBezTo>
                  <a:pt x="455" y="443"/>
                  <a:pt x="455" y="443"/>
                  <a:pt x="455" y="443"/>
                </a:cubicBezTo>
                <a:cubicBezTo>
                  <a:pt x="489" y="442"/>
                  <a:pt x="489" y="442"/>
                  <a:pt x="489" y="442"/>
                </a:cubicBezTo>
                <a:cubicBezTo>
                  <a:pt x="523" y="408"/>
                  <a:pt x="523" y="408"/>
                  <a:pt x="523" y="408"/>
                </a:cubicBezTo>
                <a:cubicBezTo>
                  <a:pt x="527" y="382"/>
                  <a:pt x="527" y="382"/>
                  <a:pt x="527" y="382"/>
                </a:cubicBezTo>
                <a:cubicBezTo>
                  <a:pt x="610" y="298"/>
                  <a:pt x="610" y="298"/>
                  <a:pt x="610" y="298"/>
                </a:cubicBezTo>
                <a:cubicBezTo>
                  <a:pt x="739" y="300"/>
                  <a:pt x="739" y="300"/>
                  <a:pt x="739" y="300"/>
                </a:cubicBezTo>
                <a:cubicBezTo>
                  <a:pt x="877" y="162"/>
                  <a:pt x="877" y="162"/>
                  <a:pt x="877" y="162"/>
                </a:cubicBezTo>
                <a:cubicBezTo>
                  <a:pt x="991" y="161"/>
                  <a:pt x="991" y="161"/>
                  <a:pt x="991" y="161"/>
                </a:cubicBezTo>
                <a:cubicBezTo>
                  <a:pt x="1149" y="3"/>
                  <a:pt x="1149" y="3"/>
                  <a:pt x="1149" y="3"/>
                </a:cubicBezTo>
                <a:cubicBezTo>
                  <a:pt x="1146" y="0"/>
                  <a:pt x="1146" y="0"/>
                  <a:pt x="1146" y="0"/>
                </a:cubicBezTo>
                <a:cubicBezTo>
                  <a:pt x="1146" y="0"/>
                  <a:pt x="1146" y="0"/>
                  <a:pt x="114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32" name="Freeform 688"/>
          <p:cNvSpPr>
            <a:spLocks noEditPoints="1"/>
          </p:cNvSpPr>
          <p:nvPr/>
        </p:nvSpPr>
        <p:spPr bwMode="auto">
          <a:xfrm>
            <a:off x="11284769" y="6110300"/>
            <a:ext cx="2151063" cy="3586169"/>
          </a:xfrm>
          <a:custGeom>
            <a:avLst/>
            <a:gdLst>
              <a:gd name="T0" fmla="*/ 242 w 519"/>
              <a:gd name="T1" fmla="*/ 189 h 865"/>
              <a:gd name="T2" fmla="*/ 194 w 519"/>
              <a:gd name="T3" fmla="*/ 237 h 865"/>
              <a:gd name="T4" fmla="*/ 194 w 519"/>
              <a:gd name="T5" fmla="*/ 321 h 865"/>
              <a:gd name="T6" fmla="*/ 0 w 519"/>
              <a:gd name="T7" fmla="*/ 515 h 865"/>
              <a:gd name="T8" fmla="*/ 0 w 519"/>
              <a:gd name="T9" fmla="*/ 865 h 865"/>
              <a:gd name="T10" fmla="*/ 4 w 519"/>
              <a:gd name="T11" fmla="*/ 865 h 865"/>
              <a:gd name="T12" fmla="*/ 4 w 519"/>
              <a:gd name="T13" fmla="*/ 516 h 865"/>
              <a:gd name="T14" fmla="*/ 198 w 519"/>
              <a:gd name="T15" fmla="*/ 323 h 865"/>
              <a:gd name="T16" fmla="*/ 198 w 519"/>
              <a:gd name="T17" fmla="*/ 239 h 865"/>
              <a:gd name="T18" fmla="*/ 245 w 519"/>
              <a:gd name="T19" fmla="*/ 192 h 865"/>
              <a:gd name="T20" fmla="*/ 242 w 519"/>
              <a:gd name="T21" fmla="*/ 189 h 865"/>
              <a:gd name="T22" fmla="*/ 507 w 519"/>
              <a:gd name="T23" fmla="*/ 0 h 865"/>
              <a:gd name="T24" fmla="*/ 476 w 519"/>
              <a:gd name="T25" fmla="*/ 0 h 865"/>
              <a:gd name="T26" fmla="*/ 433 w 519"/>
              <a:gd name="T27" fmla="*/ 43 h 865"/>
              <a:gd name="T28" fmla="*/ 389 w 519"/>
              <a:gd name="T29" fmla="*/ 43 h 865"/>
              <a:gd name="T30" fmla="*/ 271 w 519"/>
              <a:gd name="T31" fmla="*/ 161 h 865"/>
              <a:gd name="T32" fmla="*/ 274 w 519"/>
              <a:gd name="T33" fmla="*/ 163 h 865"/>
              <a:gd name="T34" fmla="*/ 390 w 519"/>
              <a:gd name="T35" fmla="*/ 47 h 865"/>
              <a:gd name="T36" fmla="*/ 435 w 519"/>
              <a:gd name="T37" fmla="*/ 47 h 865"/>
              <a:gd name="T38" fmla="*/ 478 w 519"/>
              <a:gd name="T39" fmla="*/ 4 h 865"/>
              <a:gd name="T40" fmla="*/ 506 w 519"/>
              <a:gd name="T41" fmla="*/ 4 h 865"/>
              <a:gd name="T42" fmla="*/ 515 w 519"/>
              <a:gd name="T43" fmla="*/ 13 h 865"/>
              <a:gd name="T44" fmla="*/ 519 w 519"/>
              <a:gd name="T45" fmla="*/ 11 h 865"/>
              <a:gd name="T46" fmla="*/ 507 w 519"/>
              <a:gd name="T47" fmla="*/ 0 h 8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9" h="865">
                <a:moveTo>
                  <a:pt x="242" y="189"/>
                </a:moveTo>
                <a:cubicBezTo>
                  <a:pt x="194" y="237"/>
                  <a:pt x="194" y="237"/>
                  <a:pt x="194" y="237"/>
                </a:cubicBezTo>
                <a:cubicBezTo>
                  <a:pt x="194" y="321"/>
                  <a:pt x="194" y="321"/>
                  <a:pt x="194" y="321"/>
                </a:cubicBezTo>
                <a:cubicBezTo>
                  <a:pt x="0" y="515"/>
                  <a:pt x="0" y="515"/>
                  <a:pt x="0" y="515"/>
                </a:cubicBezTo>
                <a:cubicBezTo>
                  <a:pt x="0" y="865"/>
                  <a:pt x="0" y="865"/>
                  <a:pt x="0" y="865"/>
                </a:cubicBezTo>
                <a:cubicBezTo>
                  <a:pt x="4" y="865"/>
                  <a:pt x="4" y="865"/>
                  <a:pt x="4" y="865"/>
                </a:cubicBezTo>
                <a:cubicBezTo>
                  <a:pt x="4" y="516"/>
                  <a:pt x="4" y="516"/>
                  <a:pt x="4" y="516"/>
                </a:cubicBezTo>
                <a:cubicBezTo>
                  <a:pt x="198" y="323"/>
                  <a:pt x="198" y="323"/>
                  <a:pt x="198" y="323"/>
                </a:cubicBezTo>
                <a:cubicBezTo>
                  <a:pt x="198" y="239"/>
                  <a:pt x="198" y="239"/>
                  <a:pt x="198" y="239"/>
                </a:cubicBezTo>
                <a:cubicBezTo>
                  <a:pt x="245" y="192"/>
                  <a:pt x="245" y="192"/>
                  <a:pt x="245" y="192"/>
                </a:cubicBezTo>
                <a:cubicBezTo>
                  <a:pt x="244" y="191"/>
                  <a:pt x="243" y="190"/>
                  <a:pt x="242" y="189"/>
                </a:cubicBezTo>
                <a:moveTo>
                  <a:pt x="507" y="0"/>
                </a:moveTo>
                <a:cubicBezTo>
                  <a:pt x="476" y="0"/>
                  <a:pt x="476" y="0"/>
                  <a:pt x="476" y="0"/>
                </a:cubicBezTo>
                <a:cubicBezTo>
                  <a:pt x="433" y="43"/>
                  <a:pt x="433" y="43"/>
                  <a:pt x="433" y="43"/>
                </a:cubicBezTo>
                <a:cubicBezTo>
                  <a:pt x="389" y="43"/>
                  <a:pt x="389" y="43"/>
                  <a:pt x="389" y="43"/>
                </a:cubicBezTo>
                <a:cubicBezTo>
                  <a:pt x="271" y="161"/>
                  <a:pt x="271" y="161"/>
                  <a:pt x="271" y="161"/>
                </a:cubicBezTo>
                <a:cubicBezTo>
                  <a:pt x="272" y="161"/>
                  <a:pt x="273" y="162"/>
                  <a:pt x="274" y="163"/>
                </a:cubicBezTo>
                <a:cubicBezTo>
                  <a:pt x="390" y="47"/>
                  <a:pt x="390" y="47"/>
                  <a:pt x="390" y="47"/>
                </a:cubicBezTo>
                <a:cubicBezTo>
                  <a:pt x="435" y="47"/>
                  <a:pt x="435" y="47"/>
                  <a:pt x="435" y="47"/>
                </a:cubicBezTo>
                <a:cubicBezTo>
                  <a:pt x="478" y="4"/>
                  <a:pt x="478" y="4"/>
                  <a:pt x="478" y="4"/>
                </a:cubicBezTo>
                <a:cubicBezTo>
                  <a:pt x="506" y="4"/>
                  <a:pt x="506" y="4"/>
                  <a:pt x="506" y="4"/>
                </a:cubicBezTo>
                <a:cubicBezTo>
                  <a:pt x="515" y="13"/>
                  <a:pt x="515" y="13"/>
                  <a:pt x="515" y="13"/>
                </a:cubicBezTo>
                <a:cubicBezTo>
                  <a:pt x="516" y="12"/>
                  <a:pt x="517" y="12"/>
                  <a:pt x="519" y="11"/>
                </a:cubicBezTo>
                <a:cubicBezTo>
                  <a:pt x="507" y="0"/>
                  <a:pt x="507" y="0"/>
                  <a:pt x="507"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33" name="Freeform 689"/>
          <p:cNvSpPr>
            <a:spLocks/>
          </p:cNvSpPr>
          <p:nvPr/>
        </p:nvSpPr>
        <p:spPr bwMode="auto">
          <a:xfrm>
            <a:off x="11349855" y="6424626"/>
            <a:ext cx="1895476" cy="3089281"/>
          </a:xfrm>
          <a:custGeom>
            <a:avLst/>
            <a:gdLst>
              <a:gd name="T0" fmla="*/ 450 w 457"/>
              <a:gd name="T1" fmla="*/ 0 h 745"/>
              <a:gd name="T2" fmla="*/ 371 w 457"/>
              <a:gd name="T3" fmla="*/ 2 h 745"/>
              <a:gd name="T4" fmla="*/ 280 w 457"/>
              <a:gd name="T5" fmla="*/ 94 h 745"/>
              <a:gd name="T6" fmla="*/ 283 w 457"/>
              <a:gd name="T7" fmla="*/ 198 h 745"/>
              <a:gd name="T8" fmla="*/ 265 w 457"/>
              <a:gd name="T9" fmla="*/ 216 h 745"/>
              <a:gd name="T10" fmla="*/ 237 w 457"/>
              <a:gd name="T11" fmla="*/ 216 h 745"/>
              <a:gd name="T12" fmla="*/ 0 w 457"/>
              <a:gd name="T13" fmla="*/ 453 h 745"/>
              <a:gd name="T14" fmla="*/ 0 w 457"/>
              <a:gd name="T15" fmla="*/ 745 h 745"/>
              <a:gd name="T16" fmla="*/ 4 w 457"/>
              <a:gd name="T17" fmla="*/ 745 h 745"/>
              <a:gd name="T18" fmla="*/ 4 w 457"/>
              <a:gd name="T19" fmla="*/ 454 h 745"/>
              <a:gd name="T20" fmla="*/ 239 w 457"/>
              <a:gd name="T21" fmla="*/ 220 h 745"/>
              <a:gd name="T22" fmla="*/ 267 w 457"/>
              <a:gd name="T23" fmla="*/ 220 h 745"/>
              <a:gd name="T24" fmla="*/ 287 w 457"/>
              <a:gd name="T25" fmla="*/ 199 h 745"/>
              <a:gd name="T26" fmla="*/ 284 w 457"/>
              <a:gd name="T27" fmla="*/ 95 h 745"/>
              <a:gd name="T28" fmla="*/ 373 w 457"/>
              <a:gd name="T29" fmla="*/ 6 h 745"/>
              <a:gd name="T30" fmla="*/ 448 w 457"/>
              <a:gd name="T31" fmla="*/ 4 h 745"/>
              <a:gd name="T32" fmla="*/ 454 w 457"/>
              <a:gd name="T33" fmla="*/ 10 h 745"/>
              <a:gd name="T34" fmla="*/ 456 w 457"/>
              <a:gd name="T35" fmla="*/ 9 h 745"/>
              <a:gd name="T36" fmla="*/ 457 w 457"/>
              <a:gd name="T37" fmla="*/ 7 h 745"/>
              <a:gd name="T38" fmla="*/ 450 w 457"/>
              <a:gd name="T39" fmla="*/ 0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57" h="745">
                <a:moveTo>
                  <a:pt x="450" y="0"/>
                </a:moveTo>
                <a:cubicBezTo>
                  <a:pt x="371" y="2"/>
                  <a:pt x="371" y="2"/>
                  <a:pt x="371" y="2"/>
                </a:cubicBezTo>
                <a:cubicBezTo>
                  <a:pt x="280" y="94"/>
                  <a:pt x="280" y="94"/>
                  <a:pt x="280" y="94"/>
                </a:cubicBezTo>
                <a:cubicBezTo>
                  <a:pt x="283" y="198"/>
                  <a:pt x="283" y="198"/>
                  <a:pt x="283" y="198"/>
                </a:cubicBezTo>
                <a:cubicBezTo>
                  <a:pt x="265" y="216"/>
                  <a:pt x="265" y="216"/>
                  <a:pt x="265" y="216"/>
                </a:cubicBezTo>
                <a:cubicBezTo>
                  <a:pt x="237" y="216"/>
                  <a:pt x="237" y="216"/>
                  <a:pt x="237" y="216"/>
                </a:cubicBezTo>
                <a:cubicBezTo>
                  <a:pt x="0" y="453"/>
                  <a:pt x="0" y="453"/>
                  <a:pt x="0" y="453"/>
                </a:cubicBezTo>
                <a:cubicBezTo>
                  <a:pt x="0" y="745"/>
                  <a:pt x="0" y="745"/>
                  <a:pt x="0" y="745"/>
                </a:cubicBezTo>
                <a:cubicBezTo>
                  <a:pt x="4" y="745"/>
                  <a:pt x="4" y="745"/>
                  <a:pt x="4" y="745"/>
                </a:cubicBezTo>
                <a:cubicBezTo>
                  <a:pt x="4" y="454"/>
                  <a:pt x="4" y="454"/>
                  <a:pt x="4" y="454"/>
                </a:cubicBezTo>
                <a:cubicBezTo>
                  <a:pt x="239" y="220"/>
                  <a:pt x="239" y="220"/>
                  <a:pt x="239" y="220"/>
                </a:cubicBezTo>
                <a:cubicBezTo>
                  <a:pt x="267" y="220"/>
                  <a:pt x="267" y="220"/>
                  <a:pt x="267" y="220"/>
                </a:cubicBezTo>
                <a:cubicBezTo>
                  <a:pt x="287" y="199"/>
                  <a:pt x="287" y="199"/>
                  <a:pt x="287" y="199"/>
                </a:cubicBezTo>
                <a:cubicBezTo>
                  <a:pt x="284" y="95"/>
                  <a:pt x="284" y="95"/>
                  <a:pt x="284" y="95"/>
                </a:cubicBezTo>
                <a:cubicBezTo>
                  <a:pt x="373" y="6"/>
                  <a:pt x="373" y="6"/>
                  <a:pt x="373" y="6"/>
                </a:cubicBezTo>
                <a:cubicBezTo>
                  <a:pt x="448" y="4"/>
                  <a:pt x="448" y="4"/>
                  <a:pt x="448" y="4"/>
                </a:cubicBezTo>
                <a:cubicBezTo>
                  <a:pt x="454" y="10"/>
                  <a:pt x="454" y="10"/>
                  <a:pt x="454" y="10"/>
                </a:cubicBezTo>
                <a:cubicBezTo>
                  <a:pt x="455" y="10"/>
                  <a:pt x="455" y="9"/>
                  <a:pt x="456" y="9"/>
                </a:cubicBezTo>
                <a:cubicBezTo>
                  <a:pt x="456" y="8"/>
                  <a:pt x="457" y="8"/>
                  <a:pt x="457" y="7"/>
                </a:cubicBezTo>
                <a:cubicBezTo>
                  <a:pt x="450" y="0"/>
                  <a:pt x="450" y="0"/>
                  <a:pt x="45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34" name="Freeform 690"/>
          <p:cNvSpPr>
            <a:spLocks/>
          </p:cNvSpPr>
          <p:nvPr/>
        </p:nvSpPr>
        <p:spPr bwMode="auto">
          <a:xfrm>
            <a:off x="11416530" y="6748476"/>
            <a:ext cx="1765301" cy="2814643"/>
          </a:xfrm>
          <a:custGeom>
            <a:avLst/>
            <a:gdLst>
              <a:gd name="T0" fmla="*/ 423 w 426"/>
              <a:gd name="T1" fmla="*/ 0 h 679"/>
              <a:gd name="T2" fmla="*/ 267 w 426"/>
              <a:gd name="T3" fmla="*/ 155 h 679"/>
              <a:gd name="T4" fmla="*/ 235 w 426"/>
              <a:gd name="T5" fmla="*/ 153 h 679"/>
              <a:gd name="T6" fmla="*/ 0 w 426"/>
              <a:gd name="T7" fmla="*/ 389 h 679"/>
              <a:gd name="T8" fmla="*/ 0 w 426"/>
              <a:gd name="T9" fmla="*/ 679 h 679"/>
              <a:gd name="T10" fmla="*/ 4 w 426"/>
              <a:gd name="T11" fmla="*/ 679 h 679"/>
              <a:gd name="T12" fmla="*/ 4 w 426"/>
              <a:gd name="T13" fmla="*/ 390 h 679"/>
              <a:gd name="T14" fmla="*/ 236 w 426"/>
              <a:gd name="T15" fmla="*/ 158 h 679"/>
              <a:gd name="T16" fmla="*/ 268 w 426"/>
              <a:gd name="T17" fmla="*/ 159 h 679"/>
              <a:gd name="T18" fmla="*/ 426 w 426"/>
              <a:gd name="T19" fmla="*/ 3 h 679"/>
              <a:gd name="T20" fmla="*/ 424 w 426"/>
              <a:gd name="T21" fmla="*/ 1 h 679"/>
              <a:gd name="T22" fmla="*/ 423 w 426"/>
              <a:gd name="T23" fmla="*/ 0 h 6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6" h="679">
                <a:moveTo>
                  <a:pt x="423" y="0"/>
                </a:moveTo>
                <a:cubicBezTo>
                  <a:pt x="267" y="155"/>
                  <a:pt x="267" y="155"/>
                  <a:pt x="267" y="155"/>
                </a:cubicBezTo>
                <a:cubicBezTo>
                  <a:pt x="235" y="153"/>
                  <a:pt x="235" y="153"/>
                  <a:pt x="235" y="153"/>
                </a:cubicBezTo>
                <a:cubicBezTo>
                  <a:pt x="0" y="389"/>
                  <a:pt x="0" y="389"/>
                  <a:pt x="0" y="389"/>
                </a:cubicBezTo>
                <a:cubicBezTo>
                  <a:pt x="0" y="679"/>
                  <a:pt x="0" y="679"/>
                  <a:pt x="0" y="679"/>
                </a:cubicBezTo>
                <a:cubicBezTo>
                  <a:pt x="4" y="679"/>
                  <a:pt x="4" y="679"/>
                  <a:pt x="4" y="679"/>
                </a:cubicBezTo>
                <a:cubicBezTo>
                  <a:pt x="4" y="390"/>
                  <a:pt x="4" y="390"/>
                  <a:pt x="4" y="390"/>
                </a:cubicBezTo>
                <a:cubicBezTo>
                  <a:pt x="236" y="158"/>
                  <a:pt x="236" y="158"/>
                  <a:pt x="236" y="158"/>
                </a:cubicBezTo>
                <a:cubicBezTo>
                  <a:pt x="268" y="159"/>
                  <a:pt x="268" y="159"/>
                  <a:pt x="268" y="159"/>
                </a:cubicBezTo>
                <a:cubicBezTo>
                  <a:pt x="426" y="3"/>
                  <a:pt x="426" y="3"/>
                  <a:pt x="426" y="3"/>
                </a:cubicBezTo>
                <a:cubicBezTo>
                  <a:pt x="425" y="2"/>
                  <a:pt x="424" y="2"/>
                  <a:pt x="424" y="1"/>
                </a:cubicBezTo>
                <a:cubicBezTo>
                  <a:pt x="423" y="1"/>
                  <a:pt x="423" y="0"/>
                  <a:pt x="42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35" name="Freeform 691"/>
          <p:cNvSpPr>
            <a:spLocks/>
          </p:cNvSpPr>
          <p:nvPr/>
        </p:nvSpPr>
        <p:spPr bwMode="auto">
          <a:xfrm>
            <a:off x="11449869" y="6284926"/>
            <a:ext cx="2271713" cy="3228981"/>
          </a:xfrm>
          <a:custGeom>
            <a:avLst/>
            <a:gdLst>
              <a:gd name="T0" fmla="*/ 548 w 548"/>
              <a:gd name="T1" fmla="*/ 0 h 779"/>
              <a:gd name="T2" fmla="*/ 545 w 548"/>
              <a:gd name="T3" fmla="*/ 0 h 779"/>
              <a:gd name="T4" fmla="*/ 545 w 548"/>
              <a:gd name="T5" fmla="*/ 0 h 779"/>
              <a:gd name="T6" fmla="*/ 544 w 548"/>
              <a:gd name="T7" fmla="*/ 0 h 779"/>
              <a:gd name="T8" fmla="*/ 544 w 548"/>
              <a:gd name="T9" fmla="*/ 32 h 779"/>
              <a:gd name="T10" fmla="*/ 284 w 548"/>
              <a:gd name="T11" fmla="*/ 292 h 779"/>
              <a:gd name="T12" fmla="*/ 218 w 548"/>
              <a:gd name="T13" fmla="*/ 291 h 779"/>
              <a:gd name="T14" fmla="*/ 0 w 548"/>
              <a:gd name="T15" fmla="*/ 509 h 779"/>
              <a:gd name="T16" fmla="*/ 0 w 548"/>
              <a:gd name="T17" fmla="*/ 779 h 779"/>
              <a:gd name="T18" fmla="*/ 4 w 548"/>
              <a:gd name="T19" fmla="*/ 779 h 779"/>
              <a:gd name="T20" fmla="*/ 4 w 548"/>
              <a:gd name="T21" fmla="*/ 511 h 779"/>
              <a:gd name="T22" fmla="*/ 219 w 548"/>
              <a:gd name="T23" fmla="*/ 295 h 779"/>
              <a:gd name="T24" fmla="*/ 285 w 548"/>
              <a:gd name="T25" fmla="*/ 296 h 779"/>
              <a:gd name="T26" fmla="*/ 548 w 548"/>
              <a:gd name="T27" fmla="*/ 34 h 779"/>
              <a:gd name="T28" fmla="*/ 548 w 548"/>
              <a:gd name="T29" fmla="*/ 0 h 7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8" h="779">
                <a:moveTo>
                  <a:pt x="548" y="0"/>
                </a:moveTo>
                <a:cubicBezTo>
                  <a:pt x="547" y="0"/>
                  <a:pt x="546" y="0"/>
                  <a:pt x="545" y="0"/>
                </a:cubicBezTo>
                <a:cubicBezTo>
                  <a:pt x="545" y="0"/>
                  <a:pt x="545" y="0"/>
                  <a:pt x="545" y="0"/>
                </a:cubicBezTo>
                <a:cubicBezTo>
                  <a:pt x="545" y="0"/>
                  <a:pt x="544" y="0"/>
                  <a:pt x="544" y="0"/>
                </a:cubicBezTo>
                <a:cubicBezTo>
                  <a:pt x="544" y="32"/>
                  <a:pt x="544" y="32"/>
                  <a:pt x="544" y="32"/>
                </a:cubicBezTo>
                <a:cubicBezTo>
                  <a:pt x="284" y="292"/>
                  <a:pt x="284" y="292"/>
                  <a:pt x="284" y="292"/>
                </a:cubicBezTo>
                <a:cubicBezTo>
                  <a:pt x="218" y="291"/>
                  <a:pt x="218" y="291"/>
                  <a:pt x="218" y="291"/>
                </a:cubicBezTo>
                <a:cubicBezTo>
                  <a:pt x="0" y="509"/>
                  <a:pt x="0" y="509"/>
                  <a:pt x="0" y="509"/>
                </a:cubicBezTo>
                <a:cubicBezTo>
                  <a:pt x="0" y="779"/>
                  <a:pt x="0" y="779"/>
                  <a:pt x="0" y="779"/>
                </a:cubicBezTo>
                <a:cubicBezTo>
                  <a:pt x="4" y="779"/>
                  <a:pt x="4" y="779"/>
                  <a:pt x="4" y="779"/>
                </a:cubicBezTo>
                <a:cubicBezTo>
                  <a:pt x="4" y="511"/>
                  <a:pt x="4" y="511"/>
                  <a:pt x="4" y="511"/>
                </a:cubicBezTo>
                <a:cubicBezTo>
                  <a:pt x="219" y="295"/>
                  <a:pt x="219" y="295"/>
                  <a:pt x="219" y="295"/>
                </a:cubicBezTo>
                <a:cubicBezTo>
                  <a:pt x="285" y="296"/>
                  <a:pt x="285" y="296"/>
                  <a:pt x="285" y="296"/>
                </a:cubicBezTo>
                <a:cubicBezTo>
                  <a:pt x="548" y="34"/>
                  <a:pt x="548" y="34"/>
                  <a:pt x="548" y="34"/>
                </a:cubicBezTo>
                <a:cubicBezTo>
                  <a:pt x="548" y="0"/>
                  <a:pt x="548" y="0"/>
                  <a:pt x="548"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36" name="Freeform 692"/>
          <p:cNvSpPr>
            <a:spLocks/>
          </p:cNvSpPr>
          <p:nvPr/>
        </p:nvSpPr>
        <p:spPr bwMode="auto">
          <a:xfrm>
            <a:off x="11483206" y="5637224"/>
            <a:ext cx="3162301" cy="3810007"/>
          </a:xfrm>
          <a:custGeom>
            <a:avLst/>
            <a:gdLst>
              <a:gd name="T0" fmla="*/ 759 w 763"/>
              <a:gd name="T1" fmla="*/ 0 h 919"/>
              <a:gd name="T2" fmla="*/ 710 w 763"/>
              <a:gd name="T3" fmla="*/ 48 h 919"/>
              <a:gd name="T4" fmla="*/ 630 w 763"/>
              <a:gd name="T5" fmla="*/ 49 h 919"/>
              <a:gd name="T6" fmla="*/ 578 w 763"/>
              <a:gd name="T7" fmla="*/ 101 h 919"/>
              <a:gd name="T8" fmla="*/ 582 w 763"/>
              <a:gd name="T9" fmla="*/ 170 h 919"/>
              <a:gd name="T10" fmla="*/ 285 w 763"/>
              <a:gd name="T11" fmla="*/ 467 h 919"/>
              <a:gd name="T12" fmla="*/ 208 w 763"/>
              <a:gd name="T13" fmla="*/ 465 h 919"/>
              <a:gd name="T14" fmla="*/ 0 w 763"/>
              <a:gd name="T15" fmla="*/ 674 h 919"/>
              <a:gd name="T16" fmla="*/ 0 w 763"/>
              <a:gd name="T17" fmla="*/ 919 h 919"/>
              <a:gd name="T18" fmla="*/ 4 w 763"/>
              <a:gd name="T19" fmla="*/ 919 h 919"/>
              <a:gd name="T20" fmla="*/ 4 w 763"/>
              <a:gd name="T21" fmla="*/ 675 h 919"/>
              <a:gd name="T22" fmla="*/ 210 w 763"/>
              <a:gd name="T23" fmla="*/ 469 h 919"/>
              <a:gd name="T24" fmla="*/ 287 w 763"/>
              <a:gd name="T25" fmla="*/ 471 h 919"/>
              <a:gd name="T26" fmla="*/ 586 w 763"/>
              <a:gd name="T27" fmla="*/ 172 h 919"/>
              <a:gd name="T28" fmla="*/ 582 w 763"/>
              <a:gd name="T29" fmla="*/ 102 h 919"/>
              <a:gd name="T30" fmla="*/ 631 w 763"/>
              <a:gd name="T31" fmla="*/ 53 h 919"/>
              <a:gd name="T32" fmla="*/ 712 w 763"/>
              <a:gd name="T33" fmla="*/ 52 h 919"/>
              <a:gd name="T34" fmla="*/ 763 w 763"/>
              <a:gd name="T35" fmla="*/ 2 h 919"/>
              <a:gd name="T36" fmla="*/ 759 w 763"/>
              <a:gd name="T37" fmla="*/ 0 h 9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3" h="919">
                <a:moveTo>
                  <a:pt x="759" y="0"/>
                </a:moveTo>
                <a:cubicBezTo>
                  <a:pt x="710" y="48"/>
                  <a:pt x="710" y="48"/>
                  <a:pt x="710" y="48"/>
                </a:cubicBezTo>
                <a:cubicBezTo>
                  <a:pt x="630" y="49"/>
                  <a:pt x="630" y="49"/>
                  <a:pt x="630" y="49"/>
                </a:cubicBezTo>
                <a:cubicBezTo>
                  <a:pt x="578" y="101"/>
                  <a:pt x="578" y="101"/>
                  <a:pt x="578" y="101"/>
                </a:cubicBezTo>
                <a:cubicBezTo>
                  <a:pt x="582" y="170"/>
                  <a:pt x="582" y="170"/>
                  <a:pt x="582" y="170"/>
                </a:cubicBezTo>
                <a:cubicBezTo>
                  <a:pt x="285" y="467"/>
                  <a:pt x="285" y="467"/>
                  <a:pt x="285" y="467"/>
                </a:cubicBezTo>
                <a:cubicBezTo>
                  <a:pt x="208" y="465"/>
                  <a:pt x="208" y="465"/>
                  <a:pt x="208" y="465"/>
                </a:cubicBezTo>
                <a:cubicBezTo>
                  <a:pt x="0" y="674"/>
                  <a:pt x="0" y="674"/>
                  <a:pt x="0" y="674"/>
                </a:cubicBezTo>
                <a:cubicBezTo>
                  <a:pt x="0" y="919"/>
                  <a:pt x="0" y="919"/>
                  <a:pt x="0" y="919"/>
                </a:cubicBezTo>
                <a:cubicBezTo>
                  <a:pt x="4" y="919"/>
                  <a:pt x="4" y="919"/>
                  <a:pt x="4" y="919"/>
                </a:cubicBezTo>
                <a:cubicBezTo>
                  <a:pt x="4" y="675"/>
                  <a:pt x="4" y="675"/>
                  <a:pt x="4" y="675"/>
                </a:cubicBezTo>
                <a:cubicBezTo>
                  <a:pt x="210" y="469"/>
                  <a:pt x="210" y="469"/>
                  <a:pt x="210" y="469"/>
                </a:cubicBezTo>
                <a:cubicBezTo>
                  <a:pt x="287" y="471"/>
                  <a:pt x="287" y="471"/>
                  <a:pt x="287" y="471"/>
                </a:cubicBezTo>
                <a:cubicBezTo>
                  <a:pt x="586" y="172"/>
                  <a:pt x="586" y="172"/>
                  <a:pt x="586" y="172"/>
                </a:cubicBezTo>
                <a:cubicBezTo>
                  <a:pt x="582" y="102"/>
                  <a:pt x="582" y="102"/>
                  <a:pt x="582" y="102"/>
                </a:cubicBezTo>
                <a:cubicBezTo>
                  <a:pt x="631" y="53"/>
                  <a:pt x="631" y="53"/>
                  <a:pt x="631" y="53"/>
                </a:cubicBezTo>
                <a:cubicBezTo>
                  <a:pt x="712" y="52"/>
                  <a:pt x="712" y="52"/>
                  <a:pt x="712" y="52"/>
                </a:cubicBezTo>
                <a:cubicBezTo>
                  <a:pt x="763" y="2"/>
                  <a:pt x="763" y="2"/>
                  <a:pt x="763" y="2"/>
                </a:cubicBezTo>
                <a:cubicBezTo>
                  <a:pt x="762" y="1"/>
                  <a:pt x="761" y="0"/>
                  <a:pt x="759"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37" name="Freeform 693"/>
          <p:cNvSpPr>
            <a:spLocks/>
          </p:cNvSpPr>
          <p:nvPr/>
        </p:nvSpPr>
        <p:spPr bwMode="auto">
          <a:xfrm>
            <a:off x="11532419" y="5467362"/>
            <a:ext cx="3403601" cy="3881445"/>
          </a:xfrm>
          <a:custGeom>
            <a:avLst/>
            <a:gdLst>
              <a:gd name="T0" fmla="*/ 817 w 821"/>
              <a:gd name="T1" fmla="*/ 0 h 936"/>
              <a:gd name="T2" fmla="*/ 713 w 821"/>
              <a:gd name="T3" fmla="*/ 103 h 936"/>
              <a:gd name="T4" fmla="*/ 632 w 821"/>
              <a:gd name="T5" fmla="*/ 104 h 936"/>
              <a:gd name="T6" fmla="*/ 580 w 821"/>
              <a:gd name="T7" fmla="*/ 156 h 936"/>
              <a:gd name="T8" fmla="*/ 581 w 821"/>
              <a:gd name="T9" fmla="*/ 223 h 936"/>
              <a:gd name="T10" fmla="*/ 285 w 821"/>
              <a:gd name="T11" fmla="*/ 519 h 936"/>
              <a:gd name="T12" fmla="*/ 208 w 821"/>
              <a:gd name="T13" fmla="*/ 517 h 936"/>
              <a:gd name="T14" fmla="*/ 0 w 821"/>
              <a:gd name="T15" fmla="*/ 726 h 936"/>
              <a:gd name="T16" fmla="*/ 0 w 821"/>
              <a:gd name="T17" fmla="*/ 936 h 936"/>
              <a:gd name="T18" fmla="*/ 4 w 821"/>
              <a:gd name="T19" fmla="*/ 936 h 936"/>
              <a:gd name="T20" fmla="*/ 4 w 821"/>
              <a:gd name="T21" fmla="*/ 728 h 936"/>
              <a:gd name="T22" fmla="*/ 210 w 821"/>
              <a:gd name="T23" fmla="*/ 521 h 936"/>
              <a:gd name="T24" fmla="*/ 286 w 821"/>
              <a:gd name="T25" fmla="*/ 523 h 936"/>
              <a:gd name="T26" fmla="*/ 585 w 821"/>
              <a:gd name="T27" fmla="*/ 224 h 936"/>
              <a:gd name="T28" fmla="*/ 584 w 821"/>
              <a:gd name="T29" fmla="*/ 157 h 936"/>
              <a:gd name="T30" fmla="*/ 634 w 821"/>
              <a:gd name="T31" fmla="*/ 108 h 936"/>
              <a:gd name="T32" fmla="*/ 714 w 821"/>
              <a:gd name="T33" fmla="*/ 107 h 936"/>
              <a:gd name="T34" fmla="*/ 821 w 821"/>
              <a:gd name="T35" fmla="*/ 1 h 936"/>
              <a:gd name="T36" fmla="*/ 817 w 821"/>
              <a:gd name="T37" fmla="*/ 0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21" h="936">
                <a:moveTo>
                  <a:pt x="817" y="0"/>
                </a:moveTo>
                <a:cubicBezTo>
                  <a:pt x="713" y="103"/>
                  <a:pt x="713" y="103"/>
                  <a:pt x="713" y="103"/>
                </a:cubicBezTo>
                <a:cubicBezTo>
                  <a:pt x="632" y="104"/>
                  <a:pt x="632" y="104"/>
                  <a:pt x="632" y="104"/>
                </a:cubicBezTo>
                <a:cubicBezTo>
                  <a:pt x="580" y="156"/>
                  <a:pt x="580" y="156"/>
                  <a:pt x="580" y="156"/>
                </a:cubicBezTo>
                <a:cubicBezTo>
                  <a:pt x="581" y="223"/>
                  <a:pt x="581" y="223"/>
                  <a:pt x="581" y="223"/>
                </a:cubicBezTo>
                <a:cubicBezTo>
                  <a:pt x="285" y="519"/>
                  <a:pt x="285" y="519"/>
                  <a:pt x="285" y="519"/>
                </a:cubicBezTo>
                <a:cubicBezTo>
                  <a:pt x="208" y="517"/>
                  <a:pt x="208" y="517"/>
                  <a:pt x="208" y="517"/>
                </a:cubicBezTo>
                <a:cubicBezTo>
                  <a:pt x="0" y="726"/>
                  <a:pt x="0" y="726"/>
                  <a:pt x="0" y="726"/>
                </a:cubicBezTo>
                <a:cubicBezTo>
                  <a:pt x="0" y="936"/>
                  <a:pt x="0" y="936"/>
                  <a:pt x="0" y="936"/>
                </a:cubicBezTo>
                <a:cubicBezTo>
                  <a:pt x="4" y="936"/>
                  <a:pt x="4" y="936"/>
                  <a:pt x="4" y="936"/>
                </a:cubicBezTo>
                <a:cubicBezTo>
                  <a:pt x="4" y="728"/>
                  <a:pt x="4" y="728"/>
                  <a:pt x="4" y="728"/>
                </a:cubicBezTo>
                <a:cubicBezTo>
                  <a:pt x="210" y="521"/>
                  <a:pt x="210" y="521"/>
                  <a:pt x="210" y="521"/>
                </a:cubicBezTo>
                <a:cubicBezTo>
                  <a:pt x="286" y="523"/>
                  <a:pt x="286" y="523"/>
                  <a:pt x="286" y="523"/>
                </a:cubicBezTo>
                <a:cubicBezTo>
                  <a:pt x="585" y="224"/>
                  <a:pt x="585" y="224"/>
                  <a:pt x="585" y="224"/>
                </a:cubicBezTo>
                <a:cubicBezTo>
                  <a:pt x="584" y="157"/>
                  <a:pt x="584" y="157"/>
                  <a:pt x="584" y="157"/>
                </a:cubicBezTo>
                <a:cubicBezTo>
                  <a:pt x="634" y="108"/>
                  <a:pt x="634" y="108"/>
                  <a:pt x="634" y="108"/>
                </a:cubicBezTo>
                <a:cubicBezTo>
                  <a:pt x="714" y="107"/>
                  <a:pt x="714" y="107"/>
                  <a:pt x="714" y="107"/>
                </a:cubicBezTo>
                <a:cubicBezTo>
                  <a:pt x="821" y="1"/>
                  <a:pt x="821" y="1"/>
                  <a:pt x="821" y="1"/>
                </a:cubicBezTo>
                <a:cubicBezTo>
                  <a:pt x="820" y="1"/>
                  <a:pt x="818" y="0"/>
                  <a:pt x="817"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38" name="Freeform 694"/>
          <p:cNvSpPr>
            <a:spLocks/>
          </p:cNvSpPr>
          <p:nvPr/>
        </p:nvSpPr>
        <p:spPr bwMode="auto">
          <a:xfrm>
            <a:off x="11583218" y="3713170"/>
            <a:ext cx="5722939" cy="5684848"/>
          </a:xfrm>
          <a:custGeom>
            <a:avLst/>
            <a:gdLst>
              <a:gd name="T0" fmla="*/ 3600 w 3605"/>
              <a:gd name="T1" fmla="*/ 0 h 3581"/>
              <a:gd name="T2" fmla="*/ 3057 w 3605"/>
              <a:gd name="T3" fmla="*/ 541 h 3581"/>
              <a:gd name="T4" fmla="*/ 2720 w 3605"/>
              <a:gd name="T5" fmla="*/ 541 h 3581"/>
              <a:gd name="T6" fmla="*/ 1859 w 3605"/>
              <a:gd name="T7" fmla="*/ 1403 h 3581"/>
              <a:gd name="T8" fmla="*/ 1647 w 3605"/>
              <a:gd name="T9" fmla="*/ 1405 h 3581"/>
              <a:gd name="T10" fmla="*/ 1511 w 3605"/>
              <a:gd name="T11" fmla="*/ 1541 h 3581"/>
              <a:gd name="T12" fmla="*/ 1522 w 3605"/>
              <a:gd name="T13" fmla="*/ 1724 h 3581"/>
              <a:gd name="T14" fmla="*/ 749 w 3605"/>
              <a:gd name="T15" fmla="*/ 2497 h 3581"/>
              <a:gd name="T16" fmla="*/ 545 w 3605"/>
              <a:gd name="T17" fmla="*/ 2494 h 3581"/>
              <a:gd name="T18" fmla="*/ 0 w 3605"/>
              <a:gd name="T19" fmla="*/ 3040 h 3581"/>
              <a:gd name="T20" fmla="*/ 0 w 3605"/>
              <a:gd name="T21" fmla="*/ 3581 h 3581"/>
              <a:gd name="T22" fmla="*/ 10 w 3605"/>
              <a:gd name="T23" fmla="*/ 3581 h 3581"/>
              <a:gd name="T24" fmla="*/ 10 w 3605"/>
              <a:gd name="T25" fmla="*/ 3045 h 3581"/>
              <a:gd name="T26" fmla="*/ 550 w 3605"/>
              <a:gd name="T27" fmla="*/ 2505 h 3581"/>
              <a:gd name="T28" fmla="*/ 752 w 3605"/>
              <a:gd name="T29" fmla="*/ 2507 h 3581"/>
              <a:gd name="T30" fmla="*/ 1532 w 3605"/>
              <a:gd name="T31" fmla="*/ 1727 h 3581"/>
              <a:gd name="T32" fmla="*/ 1522 w 3605"/>
              <a:gd name="T33" fmla="*/ 1546 h 3581"/>
              <a:gd name="T34" fmla="*/ 1652 w 3605"/>
              <a:gd name="T35" fmla="*/ 1416 h 3581"/>
              <a:gd name="T36" fmla="*/ 1861 w 3605"/>
              <a:gd name="T37" fmla="*/ 1413 h 3581"/>
              <a:gd name="T38" fmla="*/ 2725 w 3605"/>
              <a:gd name="T39" fmla="*/ 551 h 3581"/>
              <a:gd name="T40" fmla="*/ 3060 w 3605"/>
              <a:gd name="T41" fmla="*/ 551 h 3581"/>
              <a:gd name="T42" fmla="*/ 3605 w 3605"/>
              <a:gd name="T43" fmla="*/ 6 h 3581"/>
              <a:gd name="T44" fmla="*/ 3600 w 3605"/>
              <a:gd name="T45" fmla="*/ 0 h 3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05" h="3581">
                <a:moveTo>
                  <a:pt x="3600" y="0"/>
                </a:moveTo>
                <a:lnTo>
                  <a:pt x="3057" y="541"/>
                </a:lnTo>
                <a:lnTo>
                  <a:pt x="2720" y="541"/>
                </a:lnTo>
                <a:lnTo>
                  <a:pt x="1859" y="1403"/>
                </a:lnTo>
                <a:lnTo>
                  <a:pt x="1647" y="1405"/>
                </a:lnTo>
                <a:lnTo>
                  <a:pt x="1511" y="1541"/>
                </a:lnTo>
                <a:lnTo>
                  <a:pt x="1522" y="1724"/>
                </a:lnTo>
                <a:lnTo>
                  <a:pt x="749" y="2497"/>
                </a:lnTo>
                <a:lnTo>
                  <a:pt x="545" y="2494"/>
                </a:lnTo>
                <a:lnTo>
                  <a:pt x="0" y="3040"/>
                </a:lnTo>
                <a:lnTo>
                  <a:pt x="0" y="3581"/>
                </a:lnTo>
                <a:lnTo>
                  <a:pt x="10" y="3581"/>
                </a:lnTo>
                <a:lnTo>
                  <a:pt x="10" y="3045"/>
                </a:lnTo>
                <a:lnTo>
                  <a:pt x="550" y="2505"/>
                </a:lnTo>
                <a:lnTo>
                  <a:pt x="752" y="2507"/>
                </a:lnTo>
                <a:lnTo>
                  <a:pt x="1532" y="1727"/>
                </a:lnTo>
                <a:lnTo>
                  <a:pt x="1522" y="1546"/>
                </a:lnTo>
                <a:lnTo>
                  <a:pt x="1652" y="1416"/>
                </a:lnTo>
                <a:lnTo>
                  <a:pt x="1861" y="1413"/>
                </a:lnTo>
                <a:lnTo>
                  <a:pt x="2725" y="551"/>
                </a:lnTo>
                <a:lnTo>
                  <a:pt x="3060" y="551"/>
                </a:lnTo>
                <a:lnTo>
                  <a:pt x="3605" y="6"/>
                </a:lnTo>
                <a:lnTo>
                  <a:pt x="360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39" name="Freeform 695"/>
          <p:cNvSpPr>
            <a:spLocks/>
          </p:cNvSpPr>
          <p:nvPr/>
        </p:nvSpPr>
        <p:spPr bwMode="auto">
          <a:xfrm>
            <a:off x="11583218" y="3713170"/>
            <a:ext cx="5722939" cy="5684848"/>
          </a:xfrm>
          <a:custGeom>
            <a:avLst/>
            <a:gdLst>
              <a:gd name="T0" fmla="*/ 3600 w 3605"/>
              <a:gd name="T1" fmla="*/ 0 h 3581"/>
              <a:gd name="T2" fmla="*/ 3057 w 3605"/>
              <a:gd name="T3" fmla="*/ 541 h 3581"/>
              <a:gd name="T4" fmla="*/ 2720 w 3605"/>
              <a:gd name="T5" fmla="*/ 541 h 3581"/>
              <a:gd name="T6" fmla="*/ 1859 w 3605"/>
              <a:gd name="T7" fmla="*/ 1403 h 3581"/>
              <a:gd name="T8" fmla="*/ 1647 w 3605"/>
              <a:gd name="T9" fmla="*/ 1405 h 3581"/>
              <a:gd name="T10" fmla="*/ 1511 w 3605"/>
              <a:gd name="T11" fmla="*/ 1541 h 3581"/>
              <a:gd name="T12" fmla="*/ 1522 w 3605"/>
              <a:gd name="T13" fmla="*/ 1724 h 3581"/>
              <a:gd name="T14" fmla="*/ 749 w 3605"/>
              <a:gd name="T15" fmla="*/ 2497 h 3581"/>
              <a:gd name="T16" fmla="*/ 545 w 3605"/>
              <a:gd name="T17" fmla="*/ 2494 h 3581"/>
              <a:gd name="T18" fmla="*/ 0 w 3605"/>
              <a:gd name="T19" fmla="*/ 3040 h 3581"/>
              <a:gd name="T20" fmla="*/ 0 w 3605"/>
              <a:gd name="T21" fmla="*/ 3581 h 3581"/>
              <a:gd name="T22" fmla="*/ 10 w 3605"/>
              <a:gd name="T23" fmla="*/ 3581 h 3581"/>
              <a:gd name="T24" fmla="*/ 10 w 3605"/>
              <a:gd name="T25" fmla="*/ 3045 h 3581"/>
              <a:gd name="T26" fmla="*/ 550 w 3605"/>
              <a:gd name="T27" fmla="*/ 2505 h 3581"/>
              <a:gd name="T28" fmla="*/ 752 w 3605"/>
              <a:gd name="T29" fmla="*/ 2507 h 3581"/>
              <a:gd name="T30" fmla="*/ 1532 w 3605"/>
              <a:gd name="T31" fmla="*/ 1727 h 3581"/>
              <a:gd name="T32" fmla="*/ 1522 w 3605"/>
              <a:gd name="T33" fmla="*/ 1546 h 3581"/>
              <a:gd name="T34" fmla="*/ 1652 w 3605"/>
              <a:gd name="T35" fmla="*/ 1416 h 3581"/>
              <a:gd name="T36" fmla="*/ 1861 w 3605"/>
              <a:gd name="T37" fmla="*/ 1413 h 3581"/>
              <a:gd name="T38" fmla="*/ 2725 w 3605"/>
              <a:gd name="T39" fmla="*/ 551 h 3581"/>
              <a:gd name="T40" fmla="*/ 3060 w 3605"/>
              <a:gd name="T41" fmla="*/ 551 h 3581"/>
              <a:gd name="T42" fmla="*/ 3605 w 3605"/>
              <a:gd name="T43" fmla="*/ 6 h 3581"/>
              <a:gd name="T44" fmla="*/ 3600 w 3605"/>
              <a:gd name="T45" fmla="*/ 0 h 3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05" h="3581">
                <a:moveTo>
                  <a:pt x="3600" y="0"/>
                </a:moveTo>
                <a:lnTo>
                  <a:pt x="3057" y="541"/>
                </a:lnTo>
                <a:lnTo>
                  <a:pt x="2720" y="541"/>
                </a:lnTo>
                <a:lnTo>
                  <a:pt x="1859" y="1403"/>
                </a:lnTo>
                <a:lnTo>
                  <a:pt x="1647" y="1405"/>
                </a:lnTo>
                <a:lnTo>
                  <a:pt x="1511" y="1541"/>
                </a:lnTo>
                <a:lnTo>
                  <a:pt x="1522" y="1724"/>
                </a:lnTo>
                <a:lnTo>
                  <a:pt x="749" y="2497"/>
                </a:lnTo>
                <a:lnTo>
                  <a:pt x="545" y="2494"/>
                </a:lnTo>
                <a:lnTo>
                  <a:pt x="0" y="3040"/>
                </a:lnTo>
                <a:lnTo>
                  <a:pt x="0" y="3581"/>
                </a:lnTo>
                <a:lnTo>
                  <a:pt x="10" y="3581"/>
                </a:lnTo>
                <a:lnTo>
                  <a:pt x="10" y="3045"/>
                </a:lnTo>
                <a:lnTo>
                  <a:pt x="550" y="2505"/>
                </a:lnTo>
                <a:lnTo>
                  <a:pt x="752" y="2507"/>
                </a:lnTo>
                <a:lnTo>
                  <a:pt x="1532" y="1727"/>
                </a:lnTo>
                <a:lnTo>
                  <a:pt x="1522" y="1546"/>
                </a:lnTo>
                <a:lnTo>
                  <a:pt x="1652" y="1416"/>
                </a:lnTo>
                <a:lnTo>
                  <a:pt x="1861" y="1413"/>
                </a:lnTo>
                <a:lnTo>
                  <a:pt x="2725" y="551"/>
                </a:lnTo>
                <a:lnTo>
                  <a:pt x="3060" y="551"/>
                </a:lnTo>
                <a:lnTo>
                  <a:pt x="3605" y="6"/>
                </a:lnTo>
                <a:lnTo>
                  <a:pt x="360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40" name="Freeform 696"/>
          <p:cNvSpPr>
            <a:spLocks/>
          </p:cNvSpPr>
          <p:nvPr/>
        </p:nvSpPr>
        <p:spPr bwMode="auto">
          <a:xfrm>
            <a:off x="11648306" y="6226188"/>
            <a:ext cx="2628901" cy="3089281"/>
          </a:xfrm>
          <a:custGeom>
            <a:avLst/>
            <a:gdLst>
              <a:gd name="T0" fmla="*/ 630 w 634"/>
              <a:gd name="T1" fmla="*/ 0 h 745"/>
              <a:gd name="T2" fmla="*/ 629 w 634"/>
              <a:gd name="T3" fmla="*/ 15 h 745"/>
              <a:gd name="T4" fmla="*/ 282 w 634"/>
              <a:gd name="T5" fmla="*/ 361 h 745"/>
              <a:gd name="T6" fmla="*/ 208 w 634"/>
              <a:gd name="T7" fmla="*/ 363 h 745"/>
              <a:gd name="T8" fmla="*/ 0 w 634"/>
              <a:gd name="T9" fmla="*/ 571 h 745"/>
              <a:gd name="T10" fmla="*/ 0 w 634"/>
              <a:gd name="T11" fmla="*/ 745 h 745"/>
              <a:gd name="T12" fmla="*/ 4 w 634"/>
              <a:gd name="T13" fmla="*/ 745 h 745"/>
              <a:gd name="T14" fmla="*/ 4 w 634"/>
              <a:gd name="T15" fmla="*/ 573 h 745"/>
              <a:gd name="T16" fmla="*/ 210 w 634"/>
              <a:gd name="T17" fmla="*/ 367 h 745"/>
              <a:gd name="T18" fmla="*/ 284 w 634"/>
              <a:gd name="T19" fmla="*/ 365 h 745"/>
              <a:gd name="T20" fmla="*/ 633 w 634"/>
              <a:gd name="T21" fmla="*/ 16 h 745"/>
              <a:gd name="T22" fmla="*/ 634 w 634"/>
              <a:gd name="T23" fmla="*/ 0 h 745"/>
              <a:gd name="T24" fmla="*/ 633 w 634"/>
              <a:gd name="T25" fmla="*/ 0 h 745"/>
              <a:gd name="T26" fmla="*/ 630 w 634"/>
              <a:gd name="T27" fmla="*/ 0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45">
                <a:moveTo>
                  <a:pt x="630" y="0"/>
                </a:moveTo>
                <a:cubicBezTo>
                  <a:pt x="629" y="15"/>
                  <a:pt x="629" y="15"/>
                  <a:pt x="629" y="15"/>
                </a:cubicBezTo>
                <a:cubicBezTo>
                  <a:pt x="282" y="361"/>
                  <a:pt x="282" y="361"/>
                  <a:pt x="282" y="361"/>
                </a:cubicBezTo>
                <a:cubicBezTo>
                  <a:pt x="208" y="363"/>
                  <a:pt x="208" y="363"/>
                  <a:pt x="208" y="363"/>
                </a:cubicBezTo>
                <a:cubicBezTo>
                  <a:pt x="0" y="571"/>
                  <a:pt x="0" y="571"/>
                  <a:pt x="0" y="571"/>
                </a:cubicBezTo>
                <a:cubicBezTo>
                  <a:pt x="0" y="745"/>
                  <a:pt x="0" y="745"/>
                  <a:pt x="0" y="745"/>
                </a:cubicBezTo>
                <a:cubicBezTo>
                  <a:pt x="4" y="745"/>
                  <a:pt x="4" y="745"/>
                  <a:pt x="4" y="745"/>
                </a:cubicBezTo>
                <a:cubicBezTo>
                  <a:pt x="4" y="573"/>
                  <a:pt x="4" y="573"/>
                  <a:pt x="4" y="573"/>
                </a:cubicBezTo>
                <a:cubicBezTo>
                  <a:pt x="210" y="367"/>
                  <a:pt x="210" y="367"/>
                  <a:pt x="210" y="367"/>
                </a:cubicBezTo>
                <a:cubicBezTo>
                  <a:pt x="284" y="365"/>
                  <a:pt x="284" y="365"/>
                  <a:pt x="284" y="365"/>
                </a:cubicBezTo>
                <a:cubicBezTo>
                  <a:pt x="633" y="16"/>
                  <a:pt x="633" y="16"/>
                  <a:pt x="633" y="16"/>
                </a:cubicBezTo>
                <a:cubicBezTo>
                  <a:pt x="634" y="0"/>
                  <a:pt x="634" y="0"/>
                  <a:pt x="634" y="0"/>
                </a:cubicBezTo>
                <a:cubicBezTo>
                  <a:pt x="634" y="0"/>
                  <a:pt x="633" y="0"/>
                  <a:pt x="633" y="0"/>
                </a:cubicBezTo>
                <a:cubicBezTo>
                  <a:pt x="632" y="0"/>
                  <a:pt x="631" y="0"/>
                  <a:pt x="63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41" name="Freeform 697"/>
          <p:cNvSpPr>
            <a:spLocks/>
          </p:cNvSpPr>
          <p:nvPr/>
        </p:nvSpPr>
        <p:spPr bwMode="auto">
          <a:xfrm>
            <a:off x="10040167" y="5202250"/>
            <a:ext cx="2454276" cy="4046545"/>
          </a:xfrm>
          <a:custGeom>
            <a:avLst/>
            <a:gdLst>
              <a:gd name="T0" fmla="*/ 572 w 592"/>
              <a:gd name="T1" fmla="*/ 0 h 976"/>
              <a:gd name="T2" fmla="*/ 0 w 592"/>
              <a:gd name="T3" fmla="*/ 572 h 976"/>
              <a:gd name="T4" fmla="*/ 0 w 592"/>
              <a:gd name="T5" fmla="*/ 976 h 976"/>
              <a:gd name="T6" fmla="*/ 4 w 592"/>
              <a:gd name="T7" fmla="*/ 976 h 976"/>
              <a:gd name="T8" fmla="*/ 4 w 592"/>
              <a:gd name="T9" fmla="*/ 574 h 976"/>
              <a:gd name="T10" fmla="*/ 573 w 592"/>
              <a:gd name="T11" fmla="*/ 4 h 976"/>
              <a:gd name="T12" fmla="*/ 592 w 592"/>
              <a:gd name="T13" fmla="*/ 5 h 976"/>
              <a:gd name="T14" fmla="*/ 592 w 592"/>
              <a:gd name="T15" fmla="*/ 1 h 976"/>
              <a:gd name="T16" fmla="*/ 572 w 592"/>
              <a:gd name="T17" fmla="*/ 0 h 9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2" h="976">
                <a:moveTo>
                  <a:pt x="572" y="0"/>
                </a:moveTo>
                <a:cubicBezTo>
                  <a:pt x="0" y="572"/>
                  <a:pt x="0" y="572"/>
                  <a:pt x="0" y="572"/>
                </a:cubicBezTo>
                <a:cubicBezTo>
                  <a:pt x="0" y="976"/>
                  <a:pt x="0" y="976"/>
                  <a:pt x="0" y="976"/>
                </a:cubicBezTo>
                <a:cubicBezTo>
                  <a:pt x="4" y="976"/>
                  <a:pt x="4" y="976"/>
                  <a:pt x="4" y="976"/>
                </a:cubicBezTo>
                <a:cubicBezTo>
                  <a:pt x="4" y="574"/>
                  <a:pt x="4" y="574"/>
                  <a:pt x="4" y="574"/>
                </a:cubicBezTo>
                <a:cubicBezTo>
                  <a:pt x="573" y="4"/>
                  <a:pt x="573" y="4"/>
                  <a:pt x="573" y="4"/>
                </a:cubicBezTo>
                <a:cubicBezTo>
                  <a:pt x="592" y="5"/>
                  <a:pt x="592" y="5"/>
                  <a:pt x="592" y="5"/>
                </a:cubicBezTo>
                <a:cubicBezTo>
                  <a:pt x="592" y="4"/>
                  <a:pt x="592" y="2"/>
                  <a:pt x="592" y="1"/>
                </a:cubicBezTo>
                <a:cubicBezTo>
                  <a:pt x="572" y="0"/>
                  <a:pt x="572" y="0"/>
                  <a:pt x="57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42" name="Freeform 698"/>
          <p:cNvSpPr>
            <a:spLocks/>
          </p:cNvSpPr>
          <p:nvPr/>
        </p:nvSpPr>
        <p:spPr bwMode="auto">
          <a:xfrm>
            <a:off x="9941745" y="5570551"/>
            <a:ext cx="1852613" cy="4059245"/>
          </a:xfrm>
          <a:custGeom>
            <a:avLst/>
            <a:gdLst>
              <a:gd name="T0" fmla="*/ 444 w 447"/>
              <a:gd name="T1" fmla="*/ 0 h 979"/>
              <a:gd name="T2" fmla="*/ 430 w 447"/>
              <a:gd name="T3" fmla="*/ 14 h 979"/>
              <a:gd name="T4" fmla="*/ 429 w 447"/>
              <a:gd name="T5" fmla="*/ 49 h 979"/>
              <a:gd name="T6" fmla="*/ 0 w 447"/>
              <a:gd name="T7" fmla="*/ 479 h 979"/>
              <a:gd name="T8" fmla="*/ 0 w 447"/>
              <a:gd name="T9" fmla="*/ 979 h 979"/>
              <a:gd name="T10" fmla="*/ 4 w 447"/>
              <a:gd name="T11" fmla="*/ 979 h 979"/>
              <a:gd name="T12" fmla="*/ 4 w 447"/>
              <a:gd name="T13" fmla="*/ 481 h 979"/>
              <a:gd name="T14" fmla="*/ 433 w 447"/>
              <a:gd name="T15" fmla="*/ 51 h 979"/>
              <a:gd name="T16" fmla="*/ 434 w 447"/>
              <a:gd name="T17" fmla="*/ 16 h 979"/>
              <a:gd name="T18" fmla="*/ 447 w 447"/>
              <a:gd name="T19" fmla="*/ 3 h 979"/>
              <a:gd name="T20" fmla="*/ 446 w 447"/>
              <a:gd name="T21" fmla="*/ 2 h 979"/>
              <a:gd name="T22" fmla="*/ 444 w 447"/>
              <a:gd name="T23" fmla="*/ 0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7" h="979">
                <a:moveTo>
                  <a:pt x="444" y="0"/>
                </a:moveTo>
                <a:cubicBezTo>
                  <a:pt x="430" y="14"/>
                  <a:pt x="430" y="14"/>
                  <a:pt x="430" y="14"/>
                </a:cubicBezTo>
                <a:cubicBezTo>
                  <a:pt x="429" y="49"/>
                  <a:pt x="429" y="49"/>
                  <a:pt x="429" y="49"/>
                </a:cubicBezTo>
                <a:cubicBezTo>
                  <a:pt x="0" y="479"/>
                  <a:pt x="0" y="479"/>
                  <a:pt x="0" y="479"/>
                </a:cubicBezTo>
                <a:cubicBezTo>
                  <a:pt x="0" y="979"/>
                  <a:pt x="0" y="979"/>
                  <a:pt x="0" y="979"/>
                </a:cubicBezTo>
                <a:cubicBezTo>
                  <a:pt x="4" y="979"/>
                  <a:pt x="4" y="979"/>
                  <a:pt x="4" y="979"/>
                </a:cubicBezTo>
                <a:cubicBezTo>
                  <a:pt x="4" y="481"/>
                  <a:pt x="4" y="481"/>
                  <a:pt x="4" y="481"/>
                </a:cubicBezTo>
                <a:cubicBezTo>
                  <a:pt x="433" y="51"/>
                  <a:pt x="433" y="51"/>
                  <a:pt x="433" y="51"/>
                </a:cubicBezTo>
                <a:cubicBezTo>
                  <a:pt x="434" y="16"/>
                  <a:pt x="434" y="16"/>
                  <a:pt x="434" y="16"/>
                </a:cubicBezTo>
                <a:cubicBezTo>
                  <a:pt x="447" y="3"/>
                  <a:pt x="447" y="3"/>
                  <a:pt x="447" y="3"/>
                </a:cubicBezTo>
                <a:cubicBezTo>
                  <a:pt x="447" y="3"/>
                  <a:pt x="446" y="2"/>
                  <a:pt x="446" y="2"/>
                </a:cubicBezTo>
                <a:cubicBezTo>
                  <a:pt x="445" y="1"/>
                  <a:pt x="445" y="1"/>
                  <a:pt x="444"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43" name="Freeform 699"/>
          <p:cNvSpPr>
            <a:spLocks/>
          </p:cNvSpPr>
          <p:nvPr/>
        </p:nvSpPr>
        <p:spPr bwMode="auto">
          <a:xfrm>
            <a:off x="9841730" y="4376749"/>
            <a:ext cx="4348164" cy="5203835"/>
          </a:xfrm>
          <a:custGeom>
            <a:avLst/>
            <a:gdLst>
              <a:gd name="T0" fmla="*/ 1049 w 1049"/>
              <a:gd name="T1" fmla="*/ 0 h 1255"/>
              <a:gd name="T2" fmla="*/ 1027 w 1049"/>
              <a:gd name="T3" fmla="*/ 1 h 1255"/>
              <a:gd name="T4" fmla="*/ 952 w 1049"/>
              <a:gd name="T5" fmla="*/ 76 h 1255"/>
              <a:gd name="T6" fmla="*/ 784 w 1049"/>
              <a:gd name="T7" fmla="*/ 74 h 1255"/>
              <a:gd name="T8" fmla="*/ 759 w 1049"/>
              <a:gd name="T9" fmla="*/ 100 h 1255"/>
              <a:gd name="T10" fmla="*/ 674 w 1049"/>
              <a:gd name="T11" fmla="*/ 99 h 1255"/>
              <a:gd name="T12" fmla="*/ 593 w 1049"/>
              <a:gd name="T13" fmla="*/ 180 h 1255"/>
              <a:gd name="T14" fmla="*/ 594 w 1049"/>
              <a:gd name="T15" fmla="*/ 208 h 1255"/>
              <a:gd name="T16" fmla="*/ 552 w 1049"/>
              <a:gd name="T17" fmla="*/ 250 h 1255"/>
              <a:gd name="T18" fmla="*/ 522 w 1049"/>
              <a:gd name="T19" fmla="*/ 248 h 1255"/>
              <a:gd name="T20" fmla="*/ 493 w 1049"/>
              <a:gd name="T21" fmla="*/ 218 h 1255"/>
              <a:gd name="T22" fmla="*/ 427 w 1049"/>
              <a:gd name="T23" fmla="*/ 284 h 1255"/>
              <a:gd name="T24" fmla="*/ 428 w 1049"/>
              <a:gd name="T25" fmla="*/ 328 h 1255"/>
              <a:gd name="T26" fmla="*/ 0 w 1049"/>
              <a:gd name="T27" fmla="*/ 756 h 1255"/>
              <a:gd name="T28" fmla="*/ 0 w 1049"/>
              <a:gd name="T29" fmla="*/ 1255 h 1255"/>
              <a:gd name="T30" fmla="*/ 4 w 1049"/>
              <a:gd name="T31" fmla="*/ 1255 h 1255"/>
              <a:gd name="T32" fmla="*/ 4 w 1049"/>
              <a:gd name="T33" fmla="*/ 758 h 1255"/>
              <a:gd name="T34" fmla="*/ 432 w 1049"/>
              <a:gd name="T35" fmla="*/ 329 h 1255"/>
              <a:gd name="T36" fmla="*/ 431 w 1049"/>
              <a:gd name="T37" fmla="*/ 285 h 1255"/>
              <a:gd name="T38" fmla="*/ 493 w 1049"/>
              <a:gd name="T39" fmla="*/ 224 h 1255"/>
              <a:gd name="T40" fmla="*/ 520 w 1049"/>
              <a:gd name="T41" fmla="*/ 252 h 1255"/>
              <a:gd name="T42" fmla="*/ 553 w 1049"/>
              <a:gd name="T43" fmla="*/ 254 h 1255"/>
              <a:gd name="T44" fmla="*/ 598 w 1049"/>
              <a:gd name="T45" fmla="*/ 209 h 1255"/>
              <a:gd name="T46" fmla="*/ 597 w 1049"/>
              <a:gd name="T47" fmla="*/ 182 h 1255"/>
              <a:gd name="T48" fmla="*/ 676 w 1049"/>
              <a:gd name="T49" fmla="*/ 103 h 1255"/>
              <a:gd name="T50" fmla="*/ 760 w 1049"/>
              <a:gd name="T51" fmla="*/ 104 h 1255"/>
              <a:gd name="T52" fmla="*/ 786 w 1049"/>
              <a:gd name="T53" fmla="*/ 78 h 1255"/>
              <a:gd name="T54" fmla="*/ 954 w 1049"/>
              <a:gd name="T55" fmla="*/ 80 h 1255"/>
              <a:gd name="T56" fmla="*/ 1028 w 1049"/>
              <a:gd name="T57" fmla="*/ 5 h 1255"/>
              <a:gd name="T58" fmla="*/ 1049 w 1049"/>
              <a:gd name="T59" fmla="*/ 4 h 1255"/>
              <a:gd name="T60" fmla="*/ 1049 w 1049"/>
              <a:gd name="T61" fmla="*/ 0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49" h="1255">
                <a:moveTo>
                  <a:pt x="1049" y="0"/>
                </a:moveTo>
                <a:cubicBezTo>
                  <a:pt x="1027" y="1"/>
                  <a:pt x="1027" y="1"/>
                  <a:pt x="1027" y="1"/>
                </a:cubicBezTo>
                <a:cubicBezTo>
                  <a:pt x="952" y="76"/>
                  <a:pt x="952" y="76"/>
                  <a:pt x="952" y="76"/>
                </a:cubicBezTo>
                <a:cubicBezTo>
                  <a:pt x="784" y="74"/>
                  <a:pt x="784" y="74"/>
                  <a:pt x="784" y="74"/>
                </a:cubicBezTo>
                <a:cubicBezTo>
                  <a:pt x="759" y="100"/>
                  <a:pt x="759" y="100"/>
                  <a:pt x="759" y="100"/>
                </a:cubicBezTo>
                <a:cubicBezTo>
                  <a:pt x="674" y="99"/>
                  <a:pt x="674" y="99"/>
                  <a:pt x="674" y="99"/>
                </a:cubicBezTo>
                <a:cubicBezTo>
                  <a:pt x="593" y="180"/>
                  <a:pt x="593" y="180"/>
                  <a:pt x="593" y="180"/>
                </a:cubicBezTo>
                <a:cubicBezTo>
                  <a:pt x="594" y="208"/>
                  <a:pt x="594" y="208"/>
                  <a:pt x="594" y="208"/>
                </a:cubicBezTo>
                <a:cubicBezTo>
                  <a:pt x="552" y="250"/>
                  <a:pt x="552" y="250"/>
                  <a:pt x="552" y="250"/>
                </a:cubicBezTo>
                <a:cubicBezTo>
                  <a:pt x="522" y="248"/>
                  <a:pt x="522" y="248"/>
                  <a:pt x="522" y="248"/>
                </a:cubicBezTo>
                <a:cubicBezTo>
                  <a:pt x="493" y="218"/>
                  <a:pt x="493" y="218"/>
                  <a:pt x="493" y="218"/>
                </a:cubicBezTo>
                <a:cubicBezTo>
                  <a:pt x="427" y="284"/>
                  <a:pt x="427" y="284"/>
                  <a:pt x="427" y="284"/>
                </a:cubicBezTo>
                <a:cubicBezTo>
                  <a:pt x="428" y="328"/>
                  <a:pt x="428" y="328"/>
                  <a:pt x="428" y="328"/>
                </a:cubicBezTo>
                <a:cubicBezTo>
                  <a:pt x="0" y="756"/>
                  <a:pt x="0" y="756"/>
                  <a:pt x="0" y="756"/>
                </a:cubicBezTo>
                <a:cubicBezTo>
                  <a:pt x="0" y="1255"/>
                  <a:pt x="0" y="1255"/>
                  <a:pt x="0" y="1255"/>
                </a:cubicBezTo>
                <a:cubicBezTo>
                  <a:pt x="4" y="1255"/>
                  <a:pt x="4" y="1255"/>
                  <a:pt x="4" y="1255"/>
                </a:cubicBezTo>
                <a:cubicBezTo>
                  <a:pt x="4" y="758"/>
                  <a:pt x="4" y="758"/>
                  <a:pt x="4" y="758"/>
                </a:cubicBezTo>
                <a:cubicBezTo>
                  <a:pt x="432" y="329"/>
                  <a:pt x="432" y="329"/>
                  <a:pt x="432" y="329"/>
                </a:cubicBezTo>
                <a:cubicBezTo>
                  <a:pt x="431" y="285"/>
                  <a:pt x="431" y="285"/>
                  <a:pt x="431" y="285"/>
                </a:cubicBezTo>
                <a:cubicBezTo>
                  <a:pt x="493" y="224"/>
                  <a:pt x="493" y="224"/>
                  <a:pt x="493" y="224"/>
                </a:cubicBezTo>
                <a:cubicBezTo>
                  <a:pt x="520" y="252"/>
                  <a:pt x="520" y="252"/>
                  <a:pt x="520" y="252"/>
                </a:cubicBezTo>
                <a:cubicBezTo>
                  <a:pt x="553" y="254"/>
                  <a:pt x="553" y="254"/>
                  <a:pt x="553" y="254"/>
                </a:cubicBezTo>
                <a:cubicBezTo>
                  <a:pt x="598" y="209"/>
                  <a:pt x="598" y="209"/>
                  <a:pt x="598" y="209"/>
                </a:cubicBezTo>
                <a:cubicBezTo>
                  <a:pt x="597" y="182"/>
                  <a:pt x="597" y="182"/>
                  <a:pt x="597" y="182"/>
                </a:cubicBezTo>
                <a:cubicBezTo>
                  <a:pt x="676" y="103"/>
                  <a:pt x="676" y="103"/>
                  <a:pt x="676" y="103"/>
                </a:cubicBezTo>
                <a:cubicBezTo>
                  <a:pt x="760" y="104"/>
                  <a:pt x="760" y="104"/>
                  <a:pt x="760" y="104"/>
                </a:cubicBezTo>
                <a:cubicBezTo>
                  <a:pt x="786" y="78"/>
                  <a:pt x="786" y="78"/>
                  <a:pt x="786" y="78"/>
                </a:cubicBezTo>
                <a:cubicBezTo>
                  <a:pt x="954" y="80"/>
                  <a:pt x="954" y="80"/>
                  <a:pt x="954" y="80"/>
                </a:cubicBezTo>
                <a:cubicBezTo>
                  <a:pt x="1028" y="5"/>
                  <a:pt x="1028" y="5"/>
                  <a:pt x="1028" y="5"/>
                </a:cubicBezTo>
                <a:cubicBezTo>
                  <a:pt x="1049" y="4"/>
                  <a:pt x="1049" y="4"/>
                  <a:pt x="1049" y="4"/>
                </a:cubicBezTo>
                <a:cubicBezTo>
                  <a:pt x="1048" y="3"/>
                  <a:pt x="1048" y="2"/>
                  <a:pt x="1049"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44" name="Freeform 700"/>
          <p:cNvSpPr>
            <a:spLocks/>
          </p:cNvSpPr>
          <p:nvPr/>
        </p:nvSpPr>
        <p:spPr bwMode="auto">
          <a:xfrm>
            <a:off x="12618268" y="-1389065"/>
            <a:ext cx="5551489" cy="4314833"/>
          </a:xfrm>
          <a:custGeom>
            <a:avLst/>
            <a:gdLst>
              <a:gd name="T0" fmla="*/ 1336 w 1339"/>
              <a:gd name="T1" fmla="*/ 0 h 1041"/>
              <a:gd name="T2" fmla="*/ 476 w 1339"/>
              <a:gd name="T3" fmla="*/ 860 h 1041"/>
              <a:gd name="T4" fmla="*/ 375 w 1339"/>
              <a:gd name="T5" fmla="*/ 859 h 1041"/>
              <a:gd name="T6" fmla="*/ 199 w 1339"/>
              <a:gd name="T7" fmla="*/ 1035 h 1041"/>
              <a:gd name="T8" fmla="*/ 14 w 1339"/>
              <a:gd name="T9" fmla="*/ 1037 h 1041"/>
              <a:gd name="T10" fmla="*/ 3 w 1339"/>
              <a:gd name="T11" fmla="*/ 1026 h 1041"/>
              <a:gd name="T12" fmla="*/ 0 w 1339"/>
              <a:gd name="T13" fmla="*/ 1029 h 1041"/>
              <a:gd name="T14" fmla="*/ 12 w 1339"/>
              <a:gd name="T15" fmla="*/ 1041 h 1041"/>
              <a:gd name="T16" fmla="*/ 200 w 1339"/>
              <a:gd name="T17" fmla="*/ 1039 h 1041"/>
              <a:gd name="T18" fmla="*/ 376 w 1339"/>
              <a:gd name="T19" fmla="*/ 863 h 1041"/>
              <a:gd name="T20" fmla="*/ 477 w 1339"/>
              <a:gd name="T21" fmla="*/ 864 h 1041"/>
              <a:gd name="T22" fmla="*/ 1339 w 1339"/>
              <a:gd name="T23" fmla="*/ 2 h 1041"/>
              <a:gd name="T24" fmla="*/ 1336 w 1339"/>
              <a:gd name="T25" fmla="*/ 0 h 1041"/>
              <a:gd name="T26" fmla="*/ 1336 w 1339"/>
              <a:gd name="T27" fmla="*/ 0 h 10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9" h="1041">
                <a:moveTo>
                  <a:pt x="1336" y="0"/>
                </a:moveTo>
                <a:cubicBezTo>
                  <a:pt x="476" y="860"/>
                  <a:pt x="476" y="860"/>
                  <a:pt x="476" y="860"/>
                </a:cubicBezTo>
                <a:cubicBezTo>
                  <a:pt x="375" y="859"/>
                  <a:pt x="375" y="859"/>
                  <a:pt x="375" y="859"/>
                </a:cubicBezTo>
                <a:cubicBezTo>
                  <a:pt x="199" y="1035"/>
                  <a:pt x="199" y="1035"/>
                  <a:pt x="199" y="1035"/>
                </a:cubicBezTo>
                <a:cubicBezTo>
                  <a:pt x="14" y="1037"/>
                  <a:pt x="14" y="1037"/>
                  <a:pt x="14" y="1037"/>
                </a:cubicBezTo>
                <a:cubicBezTo>
                  <a:pt x="3" y="1026"/>
                  <a:pt x="3" y="1026"/>
                  <a:pt x="3" y="1026"/>
                </a:cubicBezTo>
                <a:cubicBezTo>
                  <a:pt x="2" y="1027"/>
                  <a:pt x="1" y="1028"/>
                  <a:pt x="0" y="1029"/>
                </a:cubicBezTo>
                <a:cubicBezTo>
                  <a:pt x="12" y="1041"/>
                  <a:pt x="12" y="1041"/>
                  <a:pt x="12" y="1041"/>
                </a:cubicBezTo>
                <a:cubicBezTo>
                  <a:pt x="200" y="1039"/>
                  <a:pt x="200" y="1039"/>
                  <a:pt x="200" y="1039"/>
                </a:cubicBezTo>
                <a:cubicBezTo>
                  <a:pt x="376" y="863"/>
                  <a:pt x="376" y="863"/>
                  <a:pt x="376" y="863"/>
                </a:cubicBezTo>
                <a:cubicBezTo>
                  <a:pt x="477" y="864"/>
                  <a:pt x="477" y="864"/>
                  <a:pt x="477" y="864"/>
                </a:cubicBezTo>
                <a:cubicBezTo>
                  <a:pt x="1339" y="2"/>
                  <a:pt x="1339" y="2"/>
                  <a:pt x="1339" y="2"/>
                </a:cubicBezTo>
                <a:cubicBezTo>
                  <a:pt x="1336" y="0"/>
                  <a:pt x="1336" y="0"/>
                  <a:pt x="1336" y="0"/>
                </a:cubicBezTo>
                <a:cubicBezTo>
                  <a:pt x="1336" y="0"/>
                  <a:pt x="1336" y="0"/>
                  <a:pt x="133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45" name="Freeform 701"/>
          <p:cNvSpPr>
            <a:spLocks/>
          </p:cNvSpPr>
          <p:nvPr/>
        </p:nvSpPr>
        <p:spPr bwMode="auto">
          <a:xfrm>
            <a:off x="12365856" y="-1331915"/>
            <a:ext cx="5861052" cy="4406908"/>
          </a:xfrm>
          <a:custGeom>
            <a:avLst/>
            <a:gdLst>
              <a:gd name="T0" fmla="*/ 1411 w 1414"/>
              <a:gd name="T1" fmla="*/ 0 h 1063"/>
              <a:gd name="T2" fmla="*/ 1411 w 1414"/>
              <a:gd name="T3" fmla="*/ 0 h 1063"/>
              <a:gd name="T4" fmla="*/ 551 w 1414"/>
              <a:gd name="T5" fmla="*/ 860 h 1063"/>
              <a:gd name="T6" fmla="*/ 450 w 1414"/>
              <a:gd name="T7" fmla="*/ 860 h 1063"/>
              <a:gd name="T8" fmla="*/ 274 w 1414"/>
              <a:gd name="T9" fmla="*/ 1035 h 1063"/>
              <a:gd name="T10" fmla="*/ 27 w 1414"/>
              <a:gd name="T11" fmla="*/ 1033 h 1063"/>
              <a:gd name="T12" fmla="*/ 0 w 1414"/>
              <a:gd name="T13" fmla="*/ 1060 h 1063"/>
              <a:gd name="T14" fmla="*/ 2 w 1414"/>
              <a:gd name="T15" fmla="*/ 1062 h 1063"/>
              <a:gd name="T16" fmla="*/ 3 w 1414"/>
              <a:gd name="T17" fmla="*/ 1063 h 1063"/>
              <a:gd name="T18" fmla="*/ 29 w 1414"/>
              <a:gd name="T19" fmla="*/ 1037 h 1063"/>
              <a:gd name="T20" fmla="*/ 275 w 1414"/>
              <a:gd name="T21" fmla="*/ 1039 h 1063"/>
              <a:gd name="T22" fmla="*/ 451 w 1414"/>
              <a:gd name="T23" fmla="*/ 864 h 1063"/>
              <a:gd name="T24" fmla="*/ 553 w 1414"/>
              <a:gd name="T25" fmla="*/ 864 h 1063"/>
              <a:gd name="T26" fmla="*/ 1414 w 1414"/>
              <a:gd name="T27" fmla="*/ 3 h 1063"/>
              <a:gd name="T28" fmla="*/ 1411 w 1414"/>
              <a:gd name="T29" fmla="*/ 0 h 1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14" h="1063">
                <a:moveTo>
                  <a:pt x="1411" y="0"/>
                </a:moveTo>
                <a:cubicBezTo>
                  <a:pt x="1411" y="0"/>
                  <a:pt x="1411" y="0"/>
                  <a:pt x="1411" y="0"/>
                </a:cubicBezTo>
                <a:cubicBezTo>
                  <a:pt x="551" y="860"/>
                  <a:pt x="551" y="860"/>
                  <a:pt x="551" y="860"/>
                </a:cubicBezTo>
                <a:cubicBezTo>
                  <a:pt x="450" y="860"/>
                  <a:pt x="450" y="860"/>
                  <a:pt x="450" y="860"/>
                </a:cubicBezTo>
                <a:cubicBezTo>
                  <a:pt x="274" y="1035"/>
                  <a:pt x="274" y="1035"/>
                  <a:pt x="274" y="1035"/>
                </a:cubicBezTo>
                <a:cubicBezTo>
                  <a:pt x="27" y="1033"/>
                  <a:pt x="27" y="1033"/>
                  <a:pt x="27" y="1033"/>
                </a:cubicBezTo>
                <a:cubicBezTo>
                  <a:pt x="0" y="1060"/>
                  <a:pt x="0" y="1060"/>
                  <a:pt x="0" y="1060"/>
                </a:cubicBezTo>
                <a:cubicBezTo>
                  <a:pt x="1" y="1061"/>
                  <a:pt x="1" y="1062"/>
                  <a:pt x="2" y="1062"/>
                </a:cubicBezTo>
                <a:cubicBezTo>
                  <a:pt x="2" y="1062"/>
                  <a:pt x="3" y="1063"/>
                  <a:pt x="3" y="1063"/>
                </a:cubicBezTo>
                <a:cubicBezTo>
                  <a:pt x="29" y="1037"/>
                  <a:pt x="29" y="1037"/>
                  <a:pt x="29" y="1037"/>
                </a:cubicBezTo>
                <a:cubicBezTo>
                  <a:pt x="275" y="1039"/>
                  <a:pt x="275" y="1039"/>
                  <a:pt x="275" y="1039"/>
                </a:cubicBezTo>
                <a:cubicBezTo>
                  <a:pt x="451" y="864"/>
                  <a:pt x="451" y="864"/>
                  <a:pt x="451" y="864"/>
                </a:cubicBezTo>
                <a:cubicBezTo>
                  <a:pt x="553" y="864"/>
                  <a:pt x="553" y="864"/>
                  <a:pt x="553" y="864"/>
                </a:cubicBezTo>
                <a:cubicBezTo>
                  <a:pt x="1414" y="3"/>
                  <a:pt x="1414" y="3"/>
                  <a:pt x="1414" y="3"/>
                </a:cubicBezTo>
                <a:cubicBezTo>
                  <a:pt x="1411" y="0"/>
                  <a:pt x="1411" y="0"/>
                  <a:pt x="141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46" name="Freeform 702"/>
          <p:cNvSpPr>
            <a:spLocks/>
          </p:cNvSpPr>
          <p:nvPr/>
        </p:nvSpPr>
        <p:spPr bwMode="auto">
          <a:xfrm>
            <a:off x="12875443" y="-1273177"/>
            <a:ext cx="5410202" cy="4564071"/>
          </a:xfrm>
          <a:custGeom>
            <a:avLst/>
            <a:gdLst>
              <a:gd name="T0" fmla="*/ 1302 w 1305"/>
              <a:gd name="T1" fmla="*/ 0 h 1101"/>
              <a:gd name="T2" fmla="*/ 442 w 1305"/>
              <a:gd name="T3" fmla="*/ 860 h 1101"/>
              <a:gd name="T4" fmla="*/ 338 w 1305"/>
              <a:gd name="T5" fmla="*/ 857 h 1101"/>
              <a:gd name="T6" fmla="*/ 123 w 1305"/>
              <a:gd name="T7" fmla="*/ 1072 h 1101"/>
              <a:gd name="T8" fmla="*/ 25 w 1305"/>
              <a:gd name="T9" fmla="*/ 1073 h 1101"/>
              <a:gd name="T10" fmla="*/ 0 w 1305"/>
              <a:gd name="T11" fmla="*/ 1099 h 1101"/>
              <a:gd name="T12" fmla="*/ 2 w 1305"/>
              <a:gd name="T13" fmla="*/ 1100 h 1101"/>
              <a:gd name="T14" fmla="*/ 3 w 1305"/>
              <a:gd name="T15" fmla="*/ 1101 h 1101"/>
              <a:gd name="T16" fmla="*/ 27 w 1305"/>
              <a:gd name="T17" fmla="*/ 1077 h 1101"/>
              <a:gd name="T18" fmla="*/ 125 w 1305"/>
              <a:gd name="T19" fmla="*/ 1076 h 1101"/>
              <a:gd name="T20" fmla="*/ 340 w 1305"/>
              <a:gd name="T21" fmla="*/ 861 h 1101"/>
              <a:gd name="T22" fmla="*/ 444 w 1305"/>
              <a:gd name="T23" fmla="*/ 864 h 1101"/>
              <a:gd name="T24" fmla="*/ 1305 w 1305"/>
              <a:gd name="T25" fmla="*/ 3 h 1101"/>
              <a:gd name="T26" fmla="*/ 1302 w 1305"/>
              <a:gd name="T27" fmla="*/ 0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05" h="1101">
                <a:moveTo>
                  <a:pt x="1302" y="0"/>
                </a:moveTo>
                <a:cubicBezTo>
                  <a:pt x="442" y="860"/>
                  <a:pt x="442" y="860"/>
                  <a:pt x="442" y="860"/>
                </a:cubicBezTo>
                <a:cubicBezTo>
                  <a:pt x="338" y="857"/>
                  <a:pt x="338" y="857"/>
                  <a:pt x="338" y="857"/>
                </a:cubicBezTo>
                <a:cubicBezTo>
                  <a:pt x="123" y="1072"/>
                  <a:pt x="123" y="1072"/>
                  <a:pt x="123" y="1072"/>
                </a:cubicBezTo>
                <a:cubicBezTo>
                  <a:pt x="25" y="1073"/>
                  <a:pt x="25" y="1073"/>
                  <a:pt x="25" y="1073"/>
                </a:cubicBezTo>
                <a:cubicBezTo>
                  <a:pt x="0" y="1099"/>
                  <a:pt x="0" y="1099"/>
                  <a:pt x="0" y="1099"/>
                </a:cubicBezTo>
                <a:cubicBezTo>
                  <a:pt x="1" y="1099"/>
                  <a:pt x="1" y="1100"/>
                  <a:pt x="2" y="1100"/>
                </a:cubicBezTo>
                <a:cubicBezTo>
                  <a:pt x="2" y="1101"/>
                  <a:pt x="3" y="1101"/>
                  <a:pt x="3" y="1101"/>
                </a:cubicBezTo>
                <a:cubicBezTo>
                  <a:pt x="27" y="1077"/>
                  <a:pt x="27" y="1077"/>
                  <a:pt x="27" y="1077"/>
                </a:cubicBezTo>
                <a:cubicBezTo>
                  <a:pt x="125" y="1076"/>
                  <a:pt x="125" y="1076"/>
                  <a:pt x="125" y="1076"/>
                </a:cubicBezTo>
                <a:cubicBezTo>
                  <a:pt x="340" y="861"/>
                  <a:pt x="340" y="861"/>
                  <a:pt x="340" y="861"/>
                </a:cubicBezTo>
                <a:cubicBezTo>
                  <a:pt x="444" y="864"/>
                  <a:pt x="444" y="864"/>
                  <a:pt x="444" y="864"/>
                </a:cubicBezTo>
                <a:cubicBezTo>
                  <a:pt x="1305" y="3"/>
                  <a:pt x="1305" y="3"/>
                  <a:pt x="1305" y="3"/>
                </a:cubicBezTo>
                <a:cubicBezTo>
                  <a:pt x="1302" y="0"/>
                  <a:pt x="1302" y="0"/>
                  <a:pt x="130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47" name="Freeform 703"/>
          <p:cNvSpPr>
            <a:spLocks/>
          </p:cNvSpPr>
          <p:nvPr/>
        </p:nvSpPr>
        <p:spPr bwMode="auto">
          <a:xfrm>
            <a:off x="11475268" y="-817564"/>
            <a:ext cx="6540502" cy="4502158"/>
          </a:xfrm>
          <a:custGeom>
            <a:avLst/>
            <a:gdLst>
              <a:gd name="T0" fmla="*/ 1576 w 1578"/>
              <a:gd name="T1" fmla="*/ 0 h 1086"/>
              <a:gd name="T2" fmla="*/ 1007 w 1578"/>
              <a:gd name="T3" fmla="*/ 569 h 1086"/>
              <a:gd name="T4" fmla="*/ 1004 w 1578"/>
              <a:gd name="T5" fmla="*/ 662 h 1086"/>
              <a:gd name="T6" fmla="*/ 887 w 1578"/>
              <a:gd name="T7" fmla="*/ 779 h 1086"/>
              <a:gd name="T8" fmla="*/ 678 w 1578"/>
              <a:gd name="T9" fmla="*/ 778 h 1086"/>
              <a:gd name="T10" fmla="*/ 395 w 1578"/>
              <a:gd name="T11" fmla="*/ 1062 h 1086"/>
              <a:gd name="T12" fmla="*/ 317 w 1578"/>
              <a:gd name="T13" fmla="*/ 1062 h 1086"/>
              <a:gd name="T14" fmla="*/ 282 w 1578"/>
              <a:gd name="T15" fmla="*/ 1026 h 1086"/>
              <a:gd name="T16" fmla="*/ 191 w 1578"/>
              <a:gd name="T17" fmla="*/ 1026 h 1086"/>
              <a:gd name="T18" fmla="*/ 162 w 1578"/>
              <a:gd name="T19" fmla="*/ 998 h 1086"/>
              <a:gd name="T20" fmla="*/ 116 w 1578"/>
              <a:gd name="T21" fmla="*/ 996 h 1086"/>
              <a:gd name="T22" fmla="*/ 53 w 1578"/>
              <a:gd name="T23" fmla="*/ 1059 h 1086"/>
              <a:gd name="T24" fmla="*/ 24 w 1578"/>
              <a:gd name="T25" fmla="*/ 1059 h 1086"/>
              <a:gd name="T26" fmla="*/ 0 w 1578"/>
              <a:gd name="T27" fmla="*/ 1083 h 1086"/>
              <a:gd name="T28" fmla="*/ 2 w 1578"/>
              <a:gd name="T29" fmla="*/ 1085 h 1086"/>
              <a:gd name="T30" fmla="*/ 3 w 1578"/>
              <a:gd name="T31" fmla="*/ 1086 h 1086"/>
              <a:gd name="T32" fmla="*/ 26 w 1578"/>
              <a:gd name="T33" fmla="*/ 1063 h 1086"/>
              <a:gd name="T34" fmla="*/ 55 w 1578"/>
              <a:gd name="T35" fmla="*/ 1063 h 1086"/>
              <a:gd name="T36" fmla="*/ 117 w 1578"/>
              <a:gd name="T37" fmla="*/ 1000 h 1086"/>
              <a:gd name="T38" fmla="*/ 161 w 1578"/>
              <a:gd name="T39" fmla="*/ 1002 h 1086"/>
              <a:gd name="T40" fmla="*/ 189 w 1578"/>
              <a:gd name="T41" fmla="*/ 1030 h 1086"/>
              <a:gd name="T42" fmla="*/ 280 w 1578"/>
              <a:gd name="T43" fmla="*/ 1030 h 1086"/>
              <a:gd name="T44" fmla="*/ 316 w 1578"/>
              <a:gd name="T45" fmla="*/ 1066 h 1086"/>
              <a:gd name="T46" fmla="*/ 397 w 1578"/>
              <a:gd name="T47" fmla="*/ 1066 h 1086"/>
              <a:gd name="T48" fmla="*/ 680 w 1578"/>
              <a:gd name="T49" fmla="*/ 782 h 1086"/>
              <a:gd name="T50" fmla="*/ 889 w 1578"/>
              <a:gd name="T51" fmla="*/ 783 h 1086"/>
              <a:gd name="T52" fmla="*/ 1008 w 1578"/>
              <a:gd name="T53" fmla="*/ 664 h 1086"/>
              <a:gd name="T54" fmla="*/ 1011 w 1578"/>
              <a:gd name="T55" fmla="*/ 571 h 1086"/>
              <a:gd name="T56" fmla="*/ 1578 w 1578"/>
              <a:gd name="T57" fmla="*/ 3 h 1086"/>
              <a:gd name="T58" fmla="*/ 1576 w 1578"/>
              <a:gd name="T59" fmla="*/ 0 h 10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78" h="1086">
                <a:moveTo>
                  <a:pt x="1576" y="0"/>
                </a:moveTo>
                <a:cubicBezTo>
                  <a:pt x="1007" y="569"/>
                  <a:pt x="1007" y="569"/>
                  <a:pt x="1007" y="569"/>
                </a:cubicBezTo>
                <a:cubicBezTo>
                  <a:pt x="1004" y="662"/>
                  <a:pt x="1004" y="662"/>
                  <a:pt x="1004" y="662"/>
                </a:cubicBezTo>
                <a:cubicBezTo>
                  <a:pt x="887" y="779"/>
                  <a:pt x="887" y="779"/>
                  <a:pt x="887" y="779"/>
                </a:cubicBezTo>
                <a:cubicBezTo>
                  <a:pt x="678" y="778"/>
                  <a:pt x="678" y="778"/>
                  <a:pt x="678" y="778"/>
                </a:cubicBezTo>
                <a:cubicBezTo>
                  <a:pt x="395" y="1062"/>
                  <a:pt x="395" y="1062"/>
                  <a:pt x="395" y="1062"/>
                </a:cubicBezTo>
                <a:cubicBezTo>
                  <a:pt x="317" y="1062"/>
                  <a:pt x="317" y="1062"/>
                  <a:pt x="317" y="1062"/>
                </a:cubicBezTo>
                <a:cubicBezTo>
                  <a:pt x="282" y="1026"/>
                  <a:pt x="282" y="1026"/>
                  <a:pt x="282" y="1026"/>
                </a:cubicBezTo>
                <a:cubicBezTo>
                  <a:pt x="191" y="1026"/>
                  <a:pt x="191" y="1026"/>
                  <a:pt x="191" y="1026"/>
                </a:cubicBezTo>
                <a:cubicBezTo>
                  <a:pt x="162" y="998"/>
                  <a:pt x="162" y="998"/>
                  <a:pt x="162" y="998"/>
                </a:cubicBezTo>
                <a:cubicBezTo>
                  <a:pt x="116" y="996"/>
                  <a:pt x="116" y="996"/>
                  <a:pt x="116" y="996"/>
                </a:cubicBezTo>
                <a:cubicBezTo>
                  <a:pt x="53" y="1059"/>
                  <a:pt x="53" y="1059"/>
                  <a:pt x="53" y="1059"/>
                </a:cubicBezTo>
                <a:cubicBezTo>
                  <a:pt x="24" y="1059"/>
                  <a:pt x="24" y="1059"/>
                  <a:pt x="24" y="1059"/>
                </a:cubicBezTo>
                <a:cubicBezTo>
                  <a:pt x="0" y="1083"/>
                  <a:pt x="0" y="1083"/>
                  <a:pt x="0" y="1083"/>
                </a:cubicBezTo>
                <a:cubicBezTo>
                  <a:pt x="1" y="1084"/>
                  <a:pt x="1" y="1085"/>
                  <a:pt x="2" y="1085"/>
                </a:cubicBezTo>
                <a:cubicBezTo>
                  <a:pt x="2" y="1086"/>
                  <a:pt x="3" y="1086"/>
                  <a:pt x="3" y="1086"/>
                </a:cubicBezTo>
                <a:cubicBezTo>
                  <a:pt x="26" y="1063"/>
                  <a:pt x="26" y="1063"/>
                  <a:pt x="26" y="1063"/>
                </a:cubicBezTo>
                <a:cubicBezTo>
                  <a:pt x="55" y="1063"/>
                  <a:pt x="55" y="1063"/>
                  <a:pt x="55" y="1063"/>
                </a:cubicBezTo>
                <a:cubicBezTo>
                  <a:pt x="117" y="1000"/>
                  <a:pt x="117" y="1000"/>
                  <a:pt x="117" y="1000"/>
                </a:cubicBezTo>
                <a:cubicBezTo>
                  <a:pt x="161" y="1002"/>
                  <a:pt x="161" y="1002"/>
                  <a:pt x="161" y="1002"/>
                </a:cubicBezTo>
                <a:cubicBezTo>
                  <a:pt x="189" y="1030"/>
                  <a:pt x="189" y="1030"/>
                  <a:pt x="189" y="1030"/>
                </a:cubicBezTo>
                <a:cubicBezTo>
                  <a:pt x="280" y="1030"/>
                  <a:pt x="280" y="1030"/>
                  <a:pt x="280" y="1030"/>
                </a:cubicBezTo>
                <a:cubicBezTo>
                  <a:pt x="316" y="1066"/>
                  <a:pt x="316" y="1066"/>
                  <a:pt x="316" y="1066"/>
                </a:cubicBezTo>
                <a:cubicBezTo>
                  <a:pt x="397" y="1066"/>
                  <a:pt x="397" y="1066"/>
                  <a:pt x="397" y="1066"/>
                </a:cubicBezTo>
                <a:cubicBezTo>
                  <a:pt x="680" y="782"/>
                  <a:pt x="680" y="782"/>
                  <a:pt x="680" y="782"/>
                </a:cubicBezTo>
                <a:cubicBezTo>
                  <a:pt x="889" y="783"/>
                  <a:pt x="889" y="783"/>
                  <a:pt x="889" y="783"/>
                </a:cubicBezTo>
                <a:cubicBezTo>
                  <a:pt x="1008" y="664"/>
                  <a:pt x="1008" y="664"/>
                  <a:pt x="1008" y="664"/>
                </a:cubicBezTo>
                <a:cubicBezTo>
                  <a:pt x="1011" y="571"/>
                  <a:pt x="1011" y="571"/>
                  <a:pt x="1011" y="571"/>
                </a:cubicBezTo>
                <a:cubicBezTo>
                  <a:pt x="1578" y="3"/>
                  <a:pt x="1578" y="3"/>
                  <a:pt x="1578" y="3"/>
                </a:cubicBezTo>
                <a:cubicBezTo>
                  <a:pt x="1576" y="0"/>
                  <a:pt x="1576" y="0"/>
                  <a:pt x="157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48" name="Freeform 704"/>
          <p:cNvSpPr>
            <a:spLocks/>
          </p:cNvSpPr>
          <p:nvPr/>
        </p:nvSpPr>
        <p:spPr bwMode="auto">
          <a:xfrm>
            <a:off x="11743555" y="-758826"/>
            <a:ext cx="6329365" cy="4522796"/>
          </a:xfrm>
          <a:custGeom>
            <a:avLst/>
            <a:gdLst>
              <a:gd name="T0" fmla="*/ 3982 w 3987"/>
              <a:gd name="T1" fmla="*/ 0 h 2849"/>
              <a:gd name="T2" fmla="*/ 2515 w 3987"/>
              <a:gd name="T3" fmla="*/ 1467 h 2849"/>
              <a:gd name="T4" fmla="*/ 2504 w 3987"/>
              <a:gd name="T5" fmla="*/ 1713 h 2849"/>
              <a:gd name="T6" fmla="*/ 2183 w 3987"/>
              <a:gd name="T7" fmla="*/ 2034 h 2849"/>
              <a:gd name="T8" fmla="*/ 1640 w 3987"/>
              <a:gd name="T9" fmla="*/ 2034 h 2849"/>
              <a:gd name="T10" fmla="*/ 899 w 3987"/>
              <a:gd name="T11" fmla="*/ 2773 h 2849"/>
              <a:gd name="T12" fmla="*/ 645 w 3987"/>
              <a:gd name="T13" fmla="*/ 2768 h 2849"/>
              <a:gd name="T14" fmla="*/ 554 w 3987"/>
              <a:gd name="T15" fmla="*/ 2676 h 2849"/>
              <a:gd name="T16" fmla="*/ 322 w 3987"/>
              <a:gd name="T17" fmla="*/ 2682 h 2849"/>
              <a:gd name="T18" fmla="*/ 243 w 3987"/>
              <a:gd name="T19" fmla="*/ 2603 h 2849"/>
              <a:gd name="T20" fmla="*/ 144 w 3987"/>
              <a:gd name="T21" fmla="*/ 2598 h 2849"/>
              <a:gd name="T22" fmla="*/ 0 w 3987"/>
              <a:gd name="T23" fmla="*/ 2742 h 2849"/>
              <a:gd name="T24" fmla="*/ 0 w 3987"/>
              <a:gd name="T25" fmla="*/ 2810 h 2849"/>
              <a:gd name="T26" fmla="*/ 3 w 3987"/>
              <a:gd name="T27" fmla="*/ 2849 h 2849"/>
              <a:gd name="T28" fmla="*/ 13 w 3987"/>
              <a:gd name="T29" fmla="*/ 2849 h 2849"/>
              <a:gd name="T30" fmla="*/ 11 w 3987"/>
              <a:gd name="T31" fmla="*/ 2810 h 2849"/>
              <a:gd name="T32" fmla="*/ 11 w 3987"/>
              <a:gd name="T33" fmla="*/ 2747 h 2849"/>
              <a:gd name="T34" fmla="*/ 149 w 3987"/>
              <a:gd name="T35" fmla="*/ 2608 h 2849"/>
              <a:gd name="T36" fmla="*/ 241 w 3987"/>
              <a:gd name="T37" fmla="*/ 2611 h 2849"/>
              <a:gd name="T38" fmla="*/ 319 w 3987"/>
              <a:gd name="T39" fmla="*/ 2692 h 2849"/>
              <a:gd name="T40" fmla="*/ 551 w 3987"/>
              <a:gd name="T41" fmla="*/ 2687 h 2849"/>
              <a:gd name="T42" fmla="*/ 643 w 3987"/>
              <a:gd name="T43" fmla="*/ 2778 h 2849"/>
              <a:gd name="T44" fmla="*/ 904 w 3987"/>
              <a:gd name="T45" fmla="*/ 2783 h 2849"/>
              <a:gd name="T46" fmla="*/ 1643 w 3987"/>
              <a:gd name="T47" fmla="*/ 2044 h 2849"/>
              <a:gd name="T48" fmla="*/ 2188 w 3987"/>
              <a:gd name="T49" fmla="*/ 2044 h 2849"/>
              <a:gd name="T50" fmla="*/ 2515 w 3987"/>
              <a:gd name="T51" fmla="*/ 1718 h 2849"/>
              <a:gd name="T52" fmla="*/ 2523 w 3987"/>
              <a:gd name="T53" fmla="*/ 1472 h 2849"/>
              <a:gd name="T54" fmla="*/ 3987 w 3987"/>
              <a:gd name="T55" fmla="*/ 7 h 2849"/>
              <a:gd name="T56" fmla="*/ 3982 w 3987"/>
              <a:gd name="T57" fmla="*/ 0 h 2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987" h="2849">
                <a:moveTo>
                  <a:pt x="3982" y="0"/>
                </a:moveTo>
                <a:lnTo>
                  <a:pt x="2515" y="1467"/>
                </a:lnTo>
                <a:lnTo>
                  <a:pt x="2504" y="1713"/>
                </a:lnTo>
                <a:lnTo>
                  <a:pt x="2183" y="2034"/>
                </a:lnTo>
                <a:lnTo>
                  <a:pt x="1640" y="2034"/>
                </a:lnTo>
                <a:lnTo>
                  <a:pt x="899" y="2773"/>
                </a:lnTo>
                <a:lnTo>
                  <a:pt x="645" y="2768"/>
                </a:lnTo>
                <a:lnTo>
                  <a:pt x="554" y="2676"/>
                </a:lnTo>
                <a:lnTo>
                  <a:pt x="322" y="2682"/>
                </a:lnTo>
                <a:lnTo>
                  <a:pt x="243" y="2603"/>
                </a:lnTo>
                <a:lnTo>
                  <a:pt x="144" y="2598"/>
                </a:lnTo>
                <a:lnTo>
                  <a:pt x="0" y="2742"/>
                </a:lnTo>
                <a:lnTo>
                  <a:pt x="0" y="2810"/>
                </a:lnTo>
                <a:lnTo>
                  <a:pt x="3" y="2849"/>
                </a:lnTo>
                <a:lnTo>
                  <a:pt x="13" y="2849"/>
                </a:lnTo>
                <a:lnTo>
                  <a:pt x="11" y="2810"/>
                </a:lnTo>
                <a:lnTo>
                  <a:pt x="11" y="2747"/>
                </a:lnTo>
                <a:lnTo>
                  <a:pt x="149" y="2608"/>
                </a:lnTo>
                <a:lnTo>
                  <a:pt x="241" y="2611"/>
                </a:lnTo>
                <a:lnTo>
                  <a:pt x="319" y="2692"/>
                </a:lnTo>
                <a:lnTo>
                  <a:pt x="551" y="2687"/>
                </a:lnTo>
                <a:lnTo>
                  <a:pt x="643" y="2778"/>
                </a:lnTo>
                <a:lnTo>
                  <a:pt x="904" y="2783"/>
                </a:lnTo>
                <a:lnTo>
                  <a:pt x="1643" y="2044"/>
                </a:lnTo>
                <a:lnTo>
                  <a:pt x="2188" y="2044"/>
                </a:lnTo>
                <a:lnTo>
                  <a:pt x="2515" y="1718"/>
                </a:lnTo>
                <a:lnTo>
                  <a:pt x="2523" y="1472"/>
                </a:lnTo>
                <a:lnTo>
                  <a:pt x="3987" y="7"/>
                </a:lnTo>
                <a:lnTo>
                  <a:pt x="398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49" name="Freeform 705"/>
          <p:cNvSpPr>
            <a:spLocks/>
          </p:cNvSpPr>
          <p:nvPr/>
        </p:nvSpPr>
        <p:spPr bwMode="auto">
          <a:xfrm>
            <a:off x="11743555" y="-758826"/>
            <a:ext cx="6329365" cy="4522796"/>
          </a:xfrm>
          <a:custGeom>
            <a:avLst/>
            <a:gdLst>
              <a:gd name="T0" fmla="*/ 3982 w 3987"/>
              <a:gd name="T1" fmla="*/ 0 h 2849"/>
              <a:gd name="T2" fmla="*/ 2515 w 3987"/>
              <a:gd name="T3" fmla="*/ 1467 h 2849"/>
              <a:gd name="T4" fmla="*/ 2504 w 3987"/>
              <a:gd name="T5" fmla="*/ 1713 h 2849"/>
              <a:gd name="T6" fmla="*/ 2183 w 3987"/>
              <a:gd name="T7" fmla="*/ 2034 h 2849"/>
              <a:gd name="T8" fmla="*/ 1640 w 3987"/>
              <a:gd name="T9" fmla="*/ 2034 h 2849"/>
              <a:gd name="T10" fmla="*/ 899 w 3987"/>
              <a:gd name="T11" fmla="*/ 2773 h 2849"/>
              <a:gd name="T12" fmla="*/ 645 w 3987"/>
              <a:gd name="T13" fmla="*/ 2768 h 2849"/>
              <a:gd name="T14" fmla="*/ 554 w 3987"/>
              <a:gd name="T15" fmla="*/ 2676 h 2849"/>
              <a:gd name="T16" fmla="*/ 322 w 3987"/>
              <a:gd name="T17" fmla="*/ 2682 h 2849"/>
              <a:gd name="T18" fmla="*/ 243 w 3987"/>
              <a:gd name="T19" fmla="*/ 2603 h 2849"/>
              <a:gd name="T20" fmla="*/ 144 w 3987"/>
              <a:gd name="T21" fmla="*/ 2598 h 2849"/>
              <a:gd name="T22" fmla="*/ 0 w 3987"/>
              <a:gd name="T23" fmla="*/ 2742 h 2849"/>
              <a:gd name="T24" fmla="*/ 0 w 3987"/>
              <a:gd name="T25" fmla="*/ 2810 h 2849"/>
              <a:gd name="T26" fmla="*/ 3 w 3987"/>
              <a:gd name="T27" fmla="*/ 2849 h 2849"/>
              <a:gd name="T28" fmla="*/ 13 w 3987"/>
              <a:gd name="T29" fmla="*/ 2849 h 2849"/>
              <a:gd name="T30" fmla="*/ 11 w 3987"/>
              <a:gd name="T31" fmla="*/ 2810 h 2849"/>
              <a:gd name="T32" fmla="*/ 11 w 3987"/>
              <a:gd name="T33" fmla="*/ 2747 h 2849"/>
              <a:gd name="T34" fmla="*/ 149 w 3987"/>
              <a:gd name="T35" fmla="*/ 2608 h 2849"/>
              <a:gd name="T36" fmla="*/ 241 w 3987"/>
              <a:gd name="T37" fmla="*/ 2611 h 2849"/>
              <a:gd name="T38" fmla="*/ 319 w 3987"/>
              <a:gd name="T39" fmla="*/ 2692 h 2849"/>
              <a:gd name="T40" fmla="*/ 551 w 3987"/>
              <a:gd name="T41" fmla="*/ 2687 h 2849"/>
              <a:gd name="T42" fmla="*/ 643 w 3987"/>
              <a:gd name="T43" fmla="*/ 2778 h 2849"/>
              <a:gd name="T44" fmla="*/ 904 w 3987"/>
              <a:gd name="T45" fmla="*/ 2783 h 2849"/>
              <a:gd name="T46" fmla="*/ 1643 w 3987"/>
              <a:gd name="T47" fmla="*/ 2044 h 2849"/>
              <a:gd name="T48" fmla="*/ 2188 w 3987"/>
              <a:gd name="T49" fmla="*/ 2044 h 2849"/>
              <a:gd name="T50" fmla="*/ 2515 w 3987"/>
              <a:gd name="T51" fmla="*/ 1718 h 2849"/>
              <a:gd name="T52" fmla="*/ 2523 w 3987"/>
              <a:gd name="T53" fmla="*/ 1472 h 2849"/>
              <a:gd name="T54" fmla="*/ 3987 w 3987"/>
              <a:gd name="T55" fmla="*/ 7 h 2849"/>
              <a:gd name="T56" fmla="*/ 3982 w 3987"/>
              <a:gd name="T57" fmla="*/ 0 h 2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987" h="2849">
                <a:moveTo>
                  <a:pt x="3982" y="0"/>
                </a:moveTo>
                <a:lnTo>
                  <a:pt x="2515" y="1467"/>
                </a:lnTo>
                <a:lnTo>
                  <a:pt x="2504" y="1713"/>
                </a:lnTo>
                <a:lnTo>
                  <a:pt x="2183" y="2034"/>
                </a:lnTo>
                <a:lnTo>
                  <a:pt x="1640" y="2034"/>
                </a:lnTo>
                <a:lnTo>
                  <a:pt x="899" y="2773"/>
                </a:lnTo>
                <a:lnTo>
                  <a:pt x="645" y="2768"/>
                </a:lnTo>
                <a:lnTo>
                  <a:pt x="554" y="2676"/>
                </a:lnTo>
                <a:lnTo>
                  <a:pt x="322" y="2682"/>
                </a:lnTo>
                <a:lnTo>
                  <a:pt x="243" y="2603"/>
                </a:lnTo>
                <a:lnTo>
                  <a:pt x="144" y="2598"/>
                </a:lnTo>
                <a:lnTo>
                  <a:pt x="0" y="2742"/>
                </a:lnTo>
                <a:lnTo>
                  <a:pt x="0" y="2810"/>
                </a:lnTo>
                <a:lnTo>
                  <a:pt x="3" y="2849"/>
                </a:lnTo>
                <a:lnTo>
                  <a:pt x="13" y="2849"/>
                </a:lnTo>
                <a:lnTo>
                  <a:pt x="11" y="2810"/>
                </a:lnTo>
                <a:lnTo>
                  <a:pt x="11" y="2747"/>
                </a:lnTo>
                <a:lnTo>
                  <a:pt x="149" y="2608"/>
                </a:lnTo>
                <a:lnTo>
                  <a:pt x="241" y="2611"/>
                </a:lnTo>
                <a:lnTo>
                  <a:pt x="319" y="2692"/>
                </a:lnTo>
                <a:lnTo>
                  <a:pt x="551" y="2687"/>
                </a:lnTo>
                <a:lnTo>
                  <a:pt x="643" y="2778"/>
                </a:lnTo>
                <a:lnTo>
                  <a:pt x="904" y="2783"/>
                </a:lnTo>
                <a:lnTo>
                  <a:pt x="1643" y="2044"/>
                </a:lnTo>
                <a:lnTo>
                  <a:pt x="2188" y="2044"/>
                </a:lnTo>
                <a:lnTo>
                  <a:pt x="2515" y="1718"/>
                </a:lnTo>
                <a:lnTo>
                  <a:pt x="2523" y="1472"/>
                </a:lnTo>
                <a:lnTo>
                  <a:pt x="3987" y="7"/>
                </a:lnTo>
                <a:lnTo>
                  <a:pt x="398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50" name="Freeform 706"/>
          <p:cNvSpPr>
            <a:spLocks/>
          </p:cNvSpPr>
          <p:nvPr/>
        </p:nvSpPr>
        <p:spPr bwMode="auto">
          <a:xfrm>
            <a:off x="12211868" y="7938"/>
            <a:ext cx="5567364" cy="4108458"/>
          </a:xfrm>
          <a:custGeom>
            <a:avLst/>
            <a:gdLst>
              <a:gd name="T0" fmla="*/ 1340 w 1343"/>
              <a:gd name="T1" fmla="*/ 0 h 991"/>
              <a:gd name="T2" fmla="*/ 730 w 1343"/>
              <a:gd name="T3" fmla="*/ 610 h 991"/>
              <a:gd name="T4" fmla="*/ 522 w 1343"/>
              <a:gd name="T5" fmla="*/ 614 h 991"/>
              <a:gd name="T6" fmla="*/ 279 w 1343"/>
              <a:gd name="T7" fmla="*/ 857 h 991"/>
              <a:gd name="T8" fmla="*/ 277 w 1343"/>
              <a:gd name="T9" fmla="*/ 928 h 991"/>
              <a:gd name="T10" fmla="*/ 219 w 1343"/>
              <a:gd name="T11" fmla="*/ 986 h 991"/>
              <a:gd name="T12" fmla="*/ 190 w 1343"/>
              <a:gd name="T13" fmla="*/ 987 h 991"/>
              <a:gd name="T14" fmla="*/ 89 w 1343"/>
              <a:gd name="T15" fmla="*/ 886 h 991"/>
              <a:gd name="T16" fmla="*/ 0 w 1343"/>
              <a:gd name="T17" fmla="*/ 885 h 991"/>
              <a:gd name="T18" fmla="*/ 0 w 1343"/>
              <a:gd name="T19" fmla="*/ 889 h 991"/>
              <a:gd name="T20" fmla="*/ 87 w 1343"/>
              <a:gd name="T21" fmla="*/ 890 h 991"/>
              <a:gd name="T22" fmla="*/ 188 w 1343"/>
              <a:gd name="T23" fmla="*/ 991 h 991"/>
              <a:gd name="T24" fmla="*/ 220 w 1343"/>
              <a:gd name="T25" fmla="*/ 990 h 991"/>
              <a:gd name="T26" fmla="*/ 281 w 1343"/>
              <a:gd name="T27" fmla="*/ 929 h 991"/>
              <a:gd name="T28" fmla="*/ 283 w 1343"/>
              <a:gd name="T29" fmla="*/ 859 h 991"/>
              <a:gd name="T30" fmla="*/ 524 w 1343"/>
              <a:gd name="T31" fmla="*/ 618 h 991"/>
              <a:gd name="T32" fmla="*/ 732 w 1343"/>
              <a:gd name="T33" fmla="*/ 614 h 991"/>
              <a:gd name="T34" fmla="*/ 1343 w 1343"/>
              <a:gd name="T35" fmla="*/ 3 h 991"/>
              <a:gd name="T36" fmla="*/ 1340 w 1343"/>
              <a:gd name="T37" fmla="*/ 0 h 9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43" h="991">
                <a:moveTo>
                  <a:pt x="1340" y="0"/>
                </a:moveTo>
                <a:cubicBezTo>
                  <a:pt x="730" y="610"/>
                  <a:pt x="730" y="610"/>
                  <a:pt x="730" y="610"/>
                </a:cubicBezTo>
                <a:cubicBezTo>
                  <a:pt x="522" y="614"/>
                  <a:pt x="522" y="614"/>
                  <a:pt x="522" y="614"/>
                </a:cubicBezTo>
                <a:cubicBezTo>
                  <a:pt x="279" y="857"/>
                  <a:pt x="279" y="857"/>
                  <a:pt x="279" y="857"/>
                </a:cubicBezTo>
                <a:cubicBezTo>
                  <a:pt x="277" y="928"/>
                  <a:pt x="277" y="928"/>
                  <a:pt x="277" y="928"/>
                </a:cubicBezTo>
                <a:cubicBezTo>
                  <a:pt x="219" y="986"/>
                  <a:pt x="219" y="986"/>
                  <a:pt x="219" y="986"/>
                </a:cubicBezTo>
                <a:cubicBezTo>
                  <a:pt x="190" y="987"/>
                  <a:pt x="190" y="987"/>
                  <a:pt x="190" y="987"/>
                </a:cubicBezTo>
                <a:cubicBezTo>
                  <a:pt x="89" y="886"/>
                  <a:pt x="89" y="886"/>
                  <a:pt x="89" y="886"/>
                </a:cubicBezTo>
                <a:cubicBezTo>
                  <a:pt x="0" y="885"/>
                  <a:pt x="0" y="885"/>
                  <a:pt x="0" y="885"/>
                </a:cubicBezTo>
                <a:cubicBezTo>
                  <a:pt x="1" y="886"/>
                  <a:pt x="1" y="887"/>
                  <a:pt x="0" y="889"/>
                </a:cubicBezTo>
                <a:cubicBezTo>
                  <a:pt x="87" y="890"/>
                  <a:pt x="87" y="890"/>
                  <a:pt x="87" y="890"/>
                </a:cubicBezTo>
                <a:cubicBezTo>
                  <a:pt x="188" y="991"/>
                  <a:pt x="188" y="991"/>
                  <a:pt x="188" y="991"/>
                </a:cubicBezTo>
                <a:cubicBezTo>
                  <a:pt x="220" y="990"/>
                  <a:pt x="220" y="990"/>
                  <a:pt x="220" y="990"/>
                </a:cubicBezTo>
                <a:cubicBezTo>
                  <a:pt x="281" y="929"/>
                  <a:pt x="281" y="929"/>
                  <a:pt x="281" y="929"/>
                </a:cubicBezTo>
                <a:cubicBezTo>
                  <a:pt x="283" y="859"/>
                  <a:pt x="283" y="859"/>
                  <a:pt x="283" y="859"/>
                </a:cubicBezTo>
                <a:cubicBezTo>
                  <a:pt x="524" y="618"/>
                  <a:pt x="524" y="618"/>
                  <a:pt x="524" y="618"/>
                </a:cubicBezTo>
                <a:cubicBezTo>
                  <a:pt x="732" y="614"/>
                  <a:pt x="732" y="614"/>
                  <a:pt x="732" y="614"/>
                </a:cubicBezTo>
                <a:cubicBezTo>
                  <a:pt x="1343" y="3"/>
                  <a:pt x="1343" y="3"/>
                  <a:pt x="1343" y="3"/>
                </a:cubicBezTo>
                <a:cubicBezTo>
                  <a:pt x="1340" y="0"/>
                  <a:pt x="1340" y="0"/>
                  <a:pt x="134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51" name="Freeform 707"/>
          <p:cNvSpPr>
            <a:spLocks/>
          </p:cNvSpPr>
          <p:nvPr/>
        </p:nvSpPr>
        <p:spPr bwMode="auto">
          <a:xfrm>
            <a:off x="12072168" y="65089"/>
            <a:ext cx="5765802" cy="4149733"/>
          </a:xfrm>
          <a:custGeom>
            <a:avLst/>
            <a:gdLst>
              <a:gd name="T0" fmla="*/ 1388 w 1391"/>
              <a:gd name="T1" fmla="*/ 0 h 1001"/>
              <a:gd name="T2" fmla="*/ 1388 w 1391"/>
              <a:gd name="T3" fmla="*/ 0 h 1001"/>
              <a:gd name="T4" fmla="*/ 770 w 1391"/>
              <a:gd name="T5" fmla="*/ 619 h 1001"/>
              <a:gd name="T6" fmla="*/ 559 w 1391"/>
              <a:gd name="T7" fmla="*/ 620 h 1001"/>
              <a:gd name="T8" fmla="*/ 333 w 1391"/>
              <a:gd name="T9" fmla="*/ 846 h 1001"/>
              <a:gd name="T10" fmla="*/ 331 w 1391"/>
              <a:gd name="T11" fmla="*/ 916 h 1001"/>
              <a:gd name="T12" fmla="*/ 251 w 1391"/>
              <a:gd name="T13" fmla="*/ 996 h 1001"/>
              <a:gd name="T14" fmla="*/ 225 w 1391"/>
              <a:gd name="T15" fmla="*/ 997 h 1001"/>
              <a:gd name="T16" fmla="*/ 124 w 1391"/>
              <a:gd name="T17" fmla="*/ 896 h 1001"/>
              <a:gd name="T18" fmla="*/ 22 w 1391"/>
              <a:gd name="T19" fmla="*/ 897 h 1001"/>
              <a:gd name="T20" fmla="*/ 0 w 1391"/>
              <a:gd name="T21" fmla="*/ 919 h 1001"/>
              <a:gd name="T22" fmla="*/ 2 w 1391"/>
              <a:gd name="T23" fmla="*/ 920 h 1001"/>
              <a:gd name="T24" fmla="*/ 3 w 1391"/>
              <a:gd name="T25" fmla="*/ 921 h 1001"/>
              <a:gd name="T26" fmla="*/ 24 w 1391"/>
              <a:gd name="T27" fmla="*/ 901 h 1001"/>
              <a:gd name="T28" fmla="*/ 123 w 1391"/>
              <a:gd name="T29" fmla="*/ 900 h 1001"/>
              <a:gd name="T30" fmla="*/ 224 w 1391"/>
              <a:gd name="T31" fmla="*/ 1001 h 1001"/>
              <a:gd name="T32" fmla="*/ 253 w 1391"/>
              <a:gd name="T33" fmla="*/ 1000 h 1001"/>
              <a:gd name="T34" fmla="*/ 335 w 1391"/>
              <a:gd name="T35" fmla="*/ 918 h 1001"/>
              <a:gd name="T36" fmla="*/ 337 w 1391"/>
              <a:gd name="T37" fmla="*/ 847 h 1001"/>
              <a:gd name="T38" fmla="*/ 560 w 1391"/>
              <a:gd name="T39" fmla="*/ 624 h 1001"/>
              <a:gd name="T40" fmla="*/ 771 w 1391"/>
              <a:gd name="T41" fmla="*/ 623 h 1001"/>
              <a:gd name="T42" fmla="*/ 1391 w 1391"/>
              <a:gd name="T43" fmla="*/ 3 h 1001"/>
              <a:gd name="T44" fmla="*/ 1388 w 1391"/>
              <a:gd name="T45" fmla="*/ 0 h 1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91" h="1001">
                <a:moveTo>
                  <a:pt x="1388" y="0"/>
                </a:moveTo>
                <a:cubicBezTo>
                  <a:pt x="1388" y="0"/>
                  <a:pt x="1388" y="0"/>
                  <a:pt x="1388" y="0"/>
                </a:cubicBezTo>
                <a:cubicBezTo>
                  <a:pt x="770" y="619"/>
                  <a:pt x="770" y="619"/>
                  <a:pt x="770" y="619"/>
                </a:cubicBezTo>
                <a:cubicBezTo>
                  <a:pt x="559" y="620"/>
                  <a:pt x="559" y="620"/>
                  <a:pt x="559" y="620"/>
                </a:cubicBezTo>
                <a:cubicBezTo>
                  <a:pt x="333" y="846"/>
                  <a:pt x="333" y="846"/>
                  <a:pt x="333" y="846"/>
                </a:cubicBezTo>
                <a:cubicBezTo>
                  <a:pt x="331" y="916"/>
                  <a:pt x="331" y="916"/>
                  <a:pt x="331" y="916"/>
                </a:cubicBezTo>
                <a:cubicBezTo>
                  <a:pt x="251" y="996"/>
                  <a:pt x="251" y="996"/>
                  <a:pt x="251" y="996"/>
                </a:cubicBezTo>
                <a:cubicBezTo>
                  <a:pt x="225" y="997"/>
                  <a:pt x="225" y="997"/>
                  <a:pt x="225" y="997"/>
                </a:cubicBezTo>
                <a:cubicBezTo>
                  <a:pt x="124" y="896"/>
                  <a:pt x="124" y="896"/>
                  <a:pt x="124" y="896"/>
                </a:cubicBezTo>
                <a:cubicBezTo>
                  <a:pt x="22" y="897"/>
                  <a:pt x="22" y="897"/>
                  <a:pt x="22" y="897"/>
                </a:cubicBezTo>
                <a:cubicBezTo>
                  <a:pt x="0" y="919"/>
                  <a:pt x="0" y="919"/>
                  <a:pt x="0" y="919"/>
                </a:cubicBezTo>
                <a:cubicBezTo>
                  <a:pt x="1" y="919"/>
                  <a:pt x="2" y="920"/>
                  <a:pt x="2" y="920"/>
                </a:cubicBezTo>
                <a:cubicBezTo>
                  <a:pt x="3" y="921"/>
                  <a:pt x="3" y="921"/>
                  <a:pt x="3" y="921"/>
                </a:cubicBezTo>
                <a:cubicBezTo>
                  <a:pt x="24" y="901"/>
                  <a:pt x="24" y="901"/>
                  <a:pt x="24" y="901"/>
                </a:cubicBezTo>
                <a:cubicBezTo>
                  <a:pt x="123" y="900"/>
                  <a:pt x="123" y="900"/>
                  <a:pt x="123" y="900"/>
                </a:cubicBezTo>
                <a:cubicBezTo>
                  <a:pt x="224" y="1001"/>
                  <a:pt x="224" y="1001"/>
                  <a:pt x="224" y="1001"/>
                </a:cubicBezTo>
                <a:cubicBezTo>
                  <a:pt x="253" y="1000"/>
                  <a:pt x="253" y="1000"/>
                  <a:pt x="253" y="1000"/>
                </a:cubicBezTo>
                <a:cubicBezTo>
                  <a:pt x="335" y="918"/>
                  <a:pt x="335" y="918"/>
                  <a:pt x="335" y="918"/>
                </a:cubicBezTo>
                <a:cubicBezTo>
                  <a:pt x="337" y="847"/>
                  <a:pt x="337" y="847"/>
                  <a:pt x="337" y="847"/>
                </a:cubicBezTo>
                <a:cubicBezTo>
                  <a:pt x="560" y="624"/>
                  <a:pt x="560" y="624"/>
                  <a:pt x="560" y="624"/>
                </a:cubicBezTo>
                <a:cubicBezTo>
                  <a:pt x="771" y="623"/>
                  <a:pt x="771" y="623"/>
                  <a:pt x="771" y="623"/>
                </a:cubicBezTo>
                <a:cubicBezTo>
                  <a:pt x="1391" y="3"/>
                  <a:pt x="1391" y="3"/>
                  <a:pt x="1391" y="3"/>
                </a:cubicBezTo>
                <a:cubicBezTo>
                  <a:pt x="1388" y="0"/>
                  <a:pt x="1388" y="0"/>
                  <a:pt x="1388"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52" name="Freeform 708"/>
          <p:cNvSpPr>
            <a:spLocks/>
          </p:cNvSpPr>
          <p:nvPr/>
        </p:nvSpPr>
        <p:spPr bwMode="auto">
          <a:xfrm>
            <a:off x="14185131" y="127001"/>
            <a:ext cx="3709989" cy="2836868"/>
          </a:xfrm>
          <a:custGeom>
            <a:avLst/>
            <a:gdLst>
              <a:gd name="T0" fmla="*/ 892 w 895"/>
              <a:gd name="T1" fmla="*/ 0 h 684"/>
              <a:gd name="T2" fmla="*/ 269 w 895"/>
              <a:gd name="T3" fmla="*/ 622 h 684"/>
              <a:gd name="T4" fmla="*/ 62 w 895"/>
              <a:gd name="T5" fmla="*/ 620 h 684"/>
              <a:gd name="T6" fmla="*/ 0 w 895"/>
              <a:gd name="T7" fmla="*/ 682 h 684"/>
              <a:gd name="T8" fmla="*/ 4 w 895"/>
              <a:gd name="T9" fmla="*/ 684 h 684"/>
              <a:gd name="T10" fmla="*/ 64 w 895"/>
              <a:gd name="T11" fmla="*/ 624 h 684"/>
              <a:gd name="T12" fmla="*/ 271 w 895"/>
              <a:gd name="T13" fmla="*/ 626 h 684"/>
              <a:gd name="T14" fmla="*/ 895 w 895"/>
              <a:gd name="T15" fmla="*/ 2 h 684"/>
              <a:gd name="T16" fmla="*/ 892 w 895"/>
              <a:gd name="T17" fmla="*/ 0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684">
                <a:moveTo>
                  <a:pt x="892" y="0"/>
                </a:moveTo>
                <a:cubicBezTo>
                  <a:pt x="269" y="622"/>
                  <a:pt x="269" y="622"/>
                  <a:pt x="269" y="622"/>
                </a:cubicBezTo>
                <a:cubicBezTo>
                  <a:pt x="62" y="620"/>
                  <a:pt x="62" y="620"/>
                  <a:pt x="62" y="620"/>
                </a:cubicBezTo>
                <a:cubicBezTo>
                  <a:pt x="0" y="682"/>
                  <a:pt x="0" y="682"/>
                  <a:pt x="0" y="682"/>
                </a:cubicBezTo>
                <a:cubicBezTo>
                  <a:pt x="1" y="683"/>
                  <a:pt x="2" y="684"/>
                  <a:pt x="4" y="684"/>
                </a:cubicBezTo>
                <a:cubicBezTo>
                  <a:pt x="64" y="624"/>
                  <a:pt x="64" y="624"/>
                  <a:pt x="64" y="624"/>
                </a:cubicBezTo>
                <a:cubicBezTo>
                  <a:pt x="271" y="626"/>
                  <a:pt x="271" y="626"/>
                  <a:pt x="271" y="626"/>
                </a:cubicBezTo>
                <a:cubicBezTo>
                  <a:pt x="895" y="2"/>
                  <a:pt x="895" y="2"/>
                  <a:pt x="895" y="2"/>
                </a:cubicBezTo>
                <a:cubicBezTo>
                  <a:pt x="892" y="0"/>
                  <a:pt x="892" y="0"/>
                  <a:pt x="89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53" name="Freeform 709"/>
          <p:cNvSpPr>
            <a:spLocks/>
          </p:cNvSpPr>
          <p:nvPr/>
        </p:nvSpPr>
        <p:spPr bwMode="auto">
          <a:xfrm>
            <a:off x="13642206" y="160338"/>
            <a:ext cx="4286251" cy="3619507"/>
          </a:xfrm>
          <a:custGeom>
            <a:avLst/>
            <a:gdLst>
              <a:gd name="T0" fmla="*/ 1032 w 1034"/>
              <a:gd name="T1" fmla="*/ 0 h 873"/>
              <a:gd name="T2" fmla="*/ 400 w 1034"/>
              <a:gd name="T3" fmla="*/ 631 h 873"/>
              <a:gd name="T4" fmla="*/ 235 w 1034"/>
              <a:gd name="T5" fmla="*/ 632 h 873"/>
              <a:gd name="T6" fmla="*/ 194 w 1034"/>
              <a:gd name="T7" fmla="*/ 674 h 873"/>
              <a:gd name="T8" fmla="*/ 182 w 1034"/>
              <a:gd name="T9" fmla="*/ 713 h 873"/>
              <a:gd name="T10" fmla="*/ 163 w 1034"/>
              <a:gd name="T11" fmla="*/ 733 h 873"/>
              <a:gd name="T12" fmla="*/ 100 w 1034"/>
              <a:gd name="T13" fmla="*/ 734 h 873"/>
              <a:gd name="T14" fmla="*/ 0 w 1034"/>
              <a:gd name="T15" fmla="*/ 834 h 873"/>
              <a:gd name="T16" fmla="*/ 0 w 1034"/>
              <a:gd name="T17" fmla="*/ 873 h 873"/>
              <a:gd name="T18" fmla="*/ 85 w 1034"/>
              <a:gd name="T19" fmla="*/ 788 h 873"/>
              <a:gd name="T20" fmla="*/ 111 w 1034"/>
              <a:gd name="T21" fmla="*/ 788 h 873"/>
              <a:gd name="T22" fmla="*/ 111 w 1034"/>
              <a:gd name="T23" fmla="*/ 785 h 873"/>
              <a:gd name="T24" fmla="*/ 111 w 1034"/>
              <a:gd name="T25" fmla="*/ 784 h 873"/>
              <a:gd name="T26" fmla="*/ 83 w 1034"/>
              <a:gd name="T27" fmla="*/ 784 h 873"/>
              <a:gd name="T28" fmla="*/ 4 w 1034"/>
              <a:gd name="T29" fmla="*/ 864 h 873"/>
              <a:gd name="T30" fmla="*/ 4 w 1034"/>
              <a:gd name="T31" fmla="*/ 835 h 873"/>
              <a:gd name="T32" fmla="*/ 102 w 1034"/>
              <a:gd name="T33" fmla="*/ 738 h 873"/>
              <a:gd name="T34" fmla="*/ 164 w 1034"/>
              <a:gd name="T35" fmla="*/ 737 h 873"/>
              <a:gd name="T36" fmla="*/ 186 w 1034"/>
              <a:gd name="T37" fmla="*/ 715 h 873"/>
              <a:gd name="T38" fmla="*/ 197 w 1034"/>
              <a:gd name="T39" fmla="*/ 676 h 873"/>
              <a:gd name="T40" fmla="*/ 237 w 1034"/>
              <a:gd name="T41" fmla="*/ 636 h 873"/>
              <a:gd name="T42" fmla="*/ 402 w 1034"/>
              <a:gd name="T43" fmla="*/ 635 h 873"/>
              <a:gd name="T44" fmla="*/ 1034 w 1034"/>
              <a:gd name="T45" fmla="*/ 3 h 873"/>
              <a:gd name="T46" fmla="*/ 1032 w 1034"/>
              <a:gd name="T47" fmla="*/ 0 h 8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34" h="873">
                <a:moveTo>
                  <a:pt x="1032" y="0"/>
                </a:moveTo>
                <a:cubicBezTo>
                  <a:pt x="400" y="631"/>
                  <a:pt x="400" y="631"/>
                  <a:pt x="400" y="631"/>
                </a:cubicBezTo>
                <a:cubicBezTo>
                  <a:pt x="235" y="632"/>
                  <a:pt x="235" y="632"/>
                  <a:pt x="235" y="632"/>
                </a:cubicBezTo>
                <a:cubicBezTo>
                  <a:pt x="194" y="674"/>
                  <a:pt x="194" y="674"/>
                  <a:pt x="194" y="674"/>
                </a:cubicBezTo>
                <a:cubicBezTo>
                  <a:pt x="182" y="713"/>
                  <a:pt x="182" y="713"/>
                  <a:pt x="182" y="713"/>
                </a:cubicBezTo>
                <a:cubicBezTo>
                  <a:pt x="163" y="733"/>
                  <a:pt x="163" y="733"/>
                  <a:pt x="163" y="733"/>
                </a:cubicBezTo>
                <a:cubicBezTo>
                  <a:pt x="100" y="734"/>
                  <a:pt x="100" y="734"/>
                  <a:pt x="100" y="734"/>
                </a:cubicBezTo>
                <a:cubicBezTo>
                  <a:pt x="0" y="834"/>
                  <a:pt x="0" y="834"/>
                  <a:pt x="0" y="834"/>
                </a:cubicBezTo>
                <a:cubicBezTo>
                  <a:pt x="0" y="873"/>
                  <a:pt x="0" y="873"/>
                  <a:pt x="0" y="873"/>
                </a:cubicBezTo>
                <a:cubicBezTo>
                  <a:pt x="85" y="788"/>
                  <a:pt x="85" y="788"/>
                  <a:pt x="85" y="788"/>
                </a:cubicBezTo>
                <a:cubicBezTo>
                  <a:pt x="111" y="788"/>
                  <a:pt x="111" y="788"/>
                  <a:pt x="111" y="788"/>
                </a:cubicBezTo>
                <a:cubicBezTo>
                  <a:pt x="111" y="787"/>
                  <a:pt x="111" y="786"/>
                  <a:pt x="111" y="785"/>
                </a:cubicBezTo>
                <a:cubicBezTo>
                  <a:pt x="111" y="784"/>
                  <a:pt x="111" y="784"/>
                  <a:pt x="111" y="784"/>
                </a:cubicBezTo>
                <a:cubicBezTo>
                  <a:pt x="83" y="784"/>
                  <a:pt x="83" y="784"/>
                  <a:pt x="83" y="784"/>
                </a:cubicBezTo>
                <a:cubicBezTo>
                  <a:pt x="4" y="864"/>
                  <a:pt x="4" y="864"/>
                  <a:pt x="4" y="864"/>
                </a:cubicBezTo>
                <a:cubicBezTo>
                  <a:pt x="4" y="835"/>
                  <a:pt x="4" y="835"/>
                  <a:pt x="4" y="835"/>
                </a:cubicBezTo>
                <a:cubicBezTo>
                  <a:pt x="102" y="738"/>
                  <a:pt x="102" y="738"/>
                  <a:pt x="102" y="738"/>
                </a:cubicBezTo>
                <a:cubicBezTo>
                  <a:pt x="164" y="737"/>
                  <a:pt x="164" y="737"/>
                  <a:pt x="164" y="737"/>
                </a:cubicBezTo>
                <a:cubicBezTo>
                  <a:pt x="186" y="715"/>
                  <a:pt x="186" y="715"/>
                  <a:pt x="186" y="715"/>
                </a:cubicBezTo>
                <a:cubicBezTo>
                  <a:pt x="197" y="676"/>
                  <a:pt x="197" y="676"/>
                  <a:pt x="197" y="676"/>
                </a:cubicBezTo>
                <a:cubicBezTo>
                  <a:pt x="237" y="636"/>
                  <a:pt x="237" y="636"/>
                  <a:pt x="237" y="636"/>
                </a:cubicBezTo>
                <a:cubicBezTo>
                  <a:pt x="402" y="635"/>
                  <a:pt x="402" y="635"/>
                  <a:pt x="402" y="635"/>
                </a:cubicBezTo>
                <a:cubicBezTo>
                  <a:pt x="1034" y="3"/>
                  <a:pt x="1034" y="3"/>
                  <a:pt x="1034" y="3"/>
                </a:cubicBezTo>
                <a:cubicBezTo>
                  <a:pt x="1032" y="0"/>
                  <a:pt x="1032" y="0"/>
                  <a:pt x="10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54" name="Freeform 710"/>
          <p:cNvSpPr>
            <a:spLocks/>
          </p:cNvSpPr>
          <p:nvPr/>
        </p:nvSpPr>
        <p:spPr bwMode="auto">
          <a:xfrm>
            <a:off x="14529619" y="2092329"/>
            <a:ext cx="3108326" cy="2271717"/>
          </a:xfrm>
          <a:custGeom>
            <a:avLst/>
            <a:gdLst>
              <a:gd name="T0" fmla="*/ 748 w 750"/>
              <a:gd name="T1" fmla="*/ 0 h 548"/>
              <a:gd name="T2" fmla="*/ 433 w 750"/>
              <a:gd name="T3" fmla="*/ 315 h 548"/>
              <a:gd name="T4" fmla="*/ 319 w 750"/>
              <a:gd name="T5" fmla="*/ 316 h 548"/>
              <a:gd name="T6" fmla="*/ 194 w 750"/>
              <a:gd name="T7" fmla="*/ 441 h 548"/>
              <a:gd name="T8" fmla="*/ 99 w 750"/>
              <a:gd name="T9" fmla="*/ 445 h 548"/>
              <a:gd name="T10" fmla="*/ 0 w 750"/>
              <a:gd name="T11" fmla="*/ 544 h 548"/>
              <a:gd name="T12" fmla="*/ 1 w 750"/>
              <a:gd name="T13" fmla="*/ 548 h 548"/>
              <a:gd name="T14" fmla="*/ 101 w 750"/>
              <a:gd name="T15" fmla="*/ 449 h 548"/>
              <a:gd name="T16" fmla="*/ 195 w 750"/>
              <a:gd name="T17" fmla="*/ 445 h 548"/>
              <a:gd name="T18" fmla="*/ 320 w 750"/>
              <a:gd name="T19" fmla="*/ 320 h 548"/>
              <a:gd name="T20" fmla="*/ 434 w 750"/>
              <a:gd name="T21" fmla="*/ 319 h 548"/>
              <a:gd name="T22" fmla="*/ 750 w 750"/>
              <a:gd name="T23" fmla="*/ 3 h 548"/>
              <a:gd name="T24" fmla="*/ 748 w 750"/>
              <a:gd name="T25" fmla="*/ 0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0" h="548">
                <a:moveTo>
                  <a:pt x="748" y="0"/>
                </a:moveTo>
                <a:cubicBezTo>
                  <a:pt x="433" y="315"/>
                  <a:pt x="433" y="315"/>
                  <a:pt x="433" y="315"/>
                </a:cubicBezTo>
                <a:cubicBezTo>
                  <a:pt x="319" y="316"/>
                  <a:pt x="319" y="316"/>
                  <a:pt x="319" y="316"/>
                </a:cubicBezTo>
                <a:cubicBezTo>
                  <a:pt x="194" y="441"/>
                  <a:pt x="194" y="441"/>
                  <a:pt x="194" y="441"/>
                </a:cubicBezTo>
                <a:cubicBezTo>
                  <a:pt x="99" y="445"/>
                  <a:pt x="99" y="445"/>
                  <a:pt x="99" y="445"/>
                </a:cubicBezTo>
                <a:cubicBezTo>
                  <a:pt x="0" y="544"/>
                  <a:pt x="0" y="544"/>
                  <a:pt x="0" y="544"/>
                </a:cubicBezTo>
                <a:cubicBezTo>
                  <a:pt x="0" y="545"/>
                  <a:pt x="1" y="547"/>
                  <a:pt x="1" y="548"/>
                </a:cubicBezTo>
                <a:cubicBezTo>
                  <a:pt x="101" y="449"/>
                  <a:pt x="101" y="449"/>
                  <a:pt x="101" y="449"/>
                </a:cubicBezTo>
                <a:cubicBezTo>
                  <a:pt x="195" y="445"/>
                  <a:pt x="195" y="445"/>
                  <a:pt x="195" y="445"/>
                </a:cubicBezTo>
                <a:cubicBezTo>
                  <a:pt x="320" y="320"/>
                  <a:pt x="320" y="320"/>
                  <a:pt x="320" y="320"/>
                </a:cubicBezTo>
                <a:cubicBezTo>
                  <a:pt x="434" y="319"/>
                  <a:pt x="434" y="319"/>
                  <a:pt x="434" y="319"/>
                </a:cubicBezTo>
                <a:cubicBezTo>
                  <a:pt x="750" y="3"/>
                  <a:pt x="750" y="3"/>
                  <a:pt x="750" y="3"/>
                </a:cubicBezTo>
                <a:cubicBezTo>
                  <a:pt x="748" y="0"/>
                  <a:pt x="748" y="0"/>
                  <a:pt x="748"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55" name="Freeform 711"/>
          <p:cNvSpPr>
            <a:spLocks/>
          </p:cNvSpPr>
          <p:nvPr/>
        </p:nvSpPr>
        <p:spPr bwMode="auto">
          <a:xfrm>
            <a:off x="14694719" y="2047879"/>
            <a:ext cx="2898776" cy="2030416"/>
          </a:xfrm>
          <a:custGeom>
            <a:avLst/>
            <a:gdLst>
              <a:gd name="T0" fmla="*/ 696 w 699"/>
              <a:gd name="T1" fmla="*/ 0 h 490"/>
              <a:gd name="T2" fmla="*/ 390 w 699"/>
              <a:gd name="T3" fmla="*/ 306 h 490"/>
              <a:gd name="T4" fmla="*/ 276 w 699"/>
              <a:gd name="T5" fmla="*/ 307 h 490"/>
              <a:gd name="T6" fmla="*/ 151 w 699"/>
              <a:gd name="T7" fmla="*/ 432 h 490"/>
              <a:gd name="T8" fmla="*/ 54 w 699"/>
              <a:gd name="T9" fmla="*/ 433 h 490"/>
              <a:gd name="T10" fmla="*/ 0 w 699"/>
              <a:gd name="T11" fmla="*/ 486 h 490"/>
              <a:gd name="T12" fmla="*/ 2 w 699"/>
              <a:gd name="T13" fmla="*/ 490 h 490"/>
              <a:gd name="T14" fmla="*/ 56 w 699"/>
              <a:gd name="T15" fmla="*/ 437 h 490"/>
              <a:gd name="T16" fmla="*/ 153 w 699"/>
              <a:gd name="T17" fmla="*/ 436 h 490"/>
              <a:gd name="T18" fmla="*/ 278 w 699"/>
              <a:gd name="T19" fmla="*/ 311 h 490"/>
              <a:gd name="T20" fmla="*/ 392 w 699"/>
              <a:gd name="T21" fmla="*/ 310 h 490"/>
              <a:gd name="T22" fmla="*/ 699 w 699"/>
              <a:gd name="T23" fmla="*/ 3 h 490"/>
              <a:gd name="T24" fmla="*/ 696 w 699"/>
              <a:gd name="T25"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9" h="490">
                <a:moveTo>
                  <a:pt x="696" y="0"/>
                </a:moveTo>
                <a:cubicBezTo>
                  <a:pt x="390" y="306"/>
                  <a:pt x="390" y="306"/>
                  <a:pt x="390" y="306"/>
                </a:cubicBezTo>
                <a:cubicBezTo>
                  <a:pt x="276" y="307"/>
                  <a:pt x="276" y="307"/>
                  <a:pt x="276" y="307"/>
                </a:cubicBezTo>
                <a:cubicBezTo>
                  <a:pt x="151" y="432"/>
                  <a:pt x="151" y="432"/>
                  <a:pt x="151" y="432"/>
                </a:cubicBezTo>
                <a:cubicBezTo>
                  <a:pt x="54" y="433"/>
                  <a:pt x="54" y="433"/>
                  <a:pt x="54" y="433"/>
                </a:cubicBezTo>
                <a:cubicBezTo>
                  <a:pt x="0" y="486"/>
                  <a:pt x="0" y="486"/>
                  <a:pt x="0" y="486"/>
                </a:cubicBezTo>
                <a:cubicBezTo>
                  <a:pt x="1" y="488"/>
                  <a:pt x="2" y="489"/>
                  <a:pt x="2" y="490"/>
                </a:cubicBezTo>
                <a:cubicBezTo>
                  <a:pt x="56" y="437"/>
                  <a:pt x="56" y="437"/>
                  <a:pt x="56" y="437"/>
                </a:cubicBezTo>
                <a:cubicBezTo>
                  <a:pt x="153" y="436"/>
                  <a:pt x="153" y="436"/>
                  <a:pt x="153" y="436"/>
                </a:cubicBezTo>
                <a:cubicBezTo>
                  <a:pt x="278" y="311"/>
                  <a:pt x="278" y="311"/>
                  <a:pt x="278" y="311"/>
                </a:cubicBezTo>
                <a:cubicBezTo>
                  <a:pt x="392" y="310"/>
                  <a:pt x="392" y="310"/>
                  <a:pt x="392" y="310"/>
                </a:cubicBezTo>
                <a:cubicBezTo>
                  <a:pt x="699" y="3"/>
                  <a:pt x="699" y="3"/>
                  <a:pt x="699" y="3"/>
                </a:cubicBezTo>
                <a:cubicBezTo>
                  <a:pt x="696" y="0"/>
                  <a:pt x="696" y="0"/>
                  <a:pt x="69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56" name="Freeform 712"/>
          <p:cNvSpPr>
            <a:spLocks/>
          </p:cNvSpPr>
          <p:nvPr/>
        </p:nvSpPr>
        <p:spPr bwMode="auto">
          <a:xfrm>
            <a:off x="14856644" y="288926"/>
            <a:ext cx="3200401" cy="2665417"/>
          </a:xfrm>
          <a:custGeom>
            <a:avLst/>
            <a:gdLst>
              <a:gd name="T0" fmla="*/ 770 w 772"/>
              <a:gd name="T1" fmla="*/ 0 h 643"/>
              <a:gd name="T2" fmla="*/ 212 w 772"/>
              <a:gd name="T3" fmla="*/ 557 h 643"/>
              <a:gd name="T4" fmla="*/ 187 w 772"/>
              <a:gd name="T5" fmla="*/ 555 h 643"/>
              <a:gd name="T6" fmla="*/ 102 w 772"/>
              <a:gd name="T7" fmla="*/ 639 h 643"/>
              <a:gd name="T8" fmla="*/ 0 w 772"/>
              <a:gd name="T9" fmla="*/ 638 h 643"/>
              <a:gd name="T10" fmla="*/ 1 w 772"/>
              <a:gd name="T11" fmla="*/ 642 h 643"/>
              <a:gd name="T12" fmla="*/ 104 w 772"/>
              <a:gd name="T13" fmla="*/ 643 h 643"/>
              <a:gd name="T14" fmla="*/ 188 w 772"/>
              <a:gd name="T15" fmla="*/ 559 h 643"/>
              <a:gd name="T16" fmla="*/ 214 w 772"/>
              <a:gd name="T17" fmla="*/ 562 h 643"/>
              <a:gd name="T18" fmla="*/ 772 w 772"/>
              <a:gd name="T19" fmla="*/ 3 h 643"/>
              <a:gd name="T20" fmla="*/ 770 w 772"/>
              <a:gd name="T21" fmla="*/ 0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72" h="643">
                <a:moveTo>
                  <a:pt x="770" y="0"/>
                </a:moveTo>
                <a:cubicBezTo>
                  <a:pt x="212" y="557"/>
                  <a:pt x="212" y="557"/>
                  <a:pt x="212" y="557"/>
                </a:cubicBezTo>
                <a:cubicBezTo>
                  <a:pt x="187" y="555"/>
                  <a:pt x="187" y="555"/>
                  <a:pt x="187" y="555"/>
                </a:cubicBezTo>
                <a:cubicBezTo>
                  <a:pt x="102" y="639"/>
                  <a:pt x="102" y="639"/>
                  <a:pt x="102" y="639"/>
                </a:cubicBezTo>
                <a:cubicBezTo>
                  <a:pt x="0" y="638"/>
                  <a:pt x="0" y="638"/>
                  <a:pt x="0" y="638"/>
                </a:cubicBezTo>
                <a:cubicBezTo>
                  <a:pt x="1" y="640"/>
                  <a:pt x="1" y="641"/>
                  <a:pt x="1" y="642"/>
                </a:cubicBezTo>
                <a:cubicBezTo>
                  <a:pt x="104" y="643"/>
                  <a:pt x="104" y="643"/>
                  <a:pt x="104" y="643"/>
                </a:cubicBezTo>
                <a:cubicBezTo>
                  <a:pt x="188" y="559"/>
                  <a:pt x="188" y="559"/>
                  <a:pt x="188" y="559"/>
                </a:cubicBezTo>
                <a:cubicBezTo>
                  <a:pt x="214" y="562"/>
                  <a:pt x="214" y="562"/>
                  <a:pt x="214" y="562"/>
                </a:cubicBezTo>
                <a:cubicBezTo>
                  <a:pt x="772" y="3"/>
                  <a:pt x="772" y="3"/>
                  <a:pt x="772" y="3"/>
                </a:cubicBezTo>
                <a:cubicBezTo>
                  <a:pt x="770" y="0"/>
                  <a:pt x="770" y="0"/>
                  <a:pt x="77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57" name="Freeform 713"/>
          <p:cNvSpPr>
            <a:spLocks/>
          </p:cNvSpPr>
          <p:nvPr/>
        </p:nvSpPr>
        <p:spPr bwMode="auto">
          <a:xfrm>
            <a:off x="12283306" y="476251"/>
            <a:ext cx="5964239" cy="4211645"/>
          </a:xfrm>
          <a:custGeom>
            <a:avLst/>
            <a:gdLst>
              <a:gd name="T0" fmla="*/ 1436 w 1439"/>
              <a:gd name="T1" fmla="*/ 0 h 1016"/>
              <a:gd name="T2" fmla="*/ 1436 w 1439"/>
              <a:gd name="T3" fmla="*/ 0 h 1016"/>
              <a:gd name="T4" fmla="*/ 857 w 1439"/>
              <a:gd name="T5" fmla="*/ 580 h 1016"/>
              <a:gd name="T6" fmla="*/ 821 w 1439"/>
              <a:gd name="T7" fmla="*/ 581 h 1016"/>
              <a:gd name="T8" fmla="*/ 735 w 1439"/>
              <a:gd name="T9" fmla="*/ 667 h 1016"/>
              <a:gd name="T10" fmla="*/ 666 w 1439"/>
              <a:gd name="T11" fmla="*/ 669 h 1016"/>
              <a:gd name="T12" fmla="*/ 610 w 1439"/>
              <a:gd name="T13" fmla="*/ 724 h 1016"/>
              <a:gd name="T14" fmla="*/ 558 w 1439"/>
              <a:gd name="T15" fmla="*/ 725 h 1016"/>
              <a:gd name="T16" fmla="*/ 472 w 1439"/>
              <a:gd name="T17" fmla="*/ 812 h 1016"/>
              <a:gd name="T18" fmla="*/ 360 w 1439"/>
              <a:gd name="T19" fmla="*/ 811 h 1016"/>
              <a:gd name="T20" fmla="*/ 228 w 1439"/>
              <a:gd name="T21" fmla="*/ 942 h 1016"/>
              <a:gd name="T22" fmla="*/ 165 w 1439"/>
              <a:gd name="T23" fmla="*/ 944 h 1016"/>
              <a:gd name="T24" fmla="*/ 140 w 1439"/>
              <a:gd name="T25" fmla="*/ 968 h 1016"/>
              <a:gd name="T26" fmla="*/ 46 w 1439"/>
              <a:gd name="T27" fmla="*/ 967 h 1016"/>
              <a:gd name="T28" fmla="*/ 0 w 1439"/>
              <a:gd name="T29" fmla="*/ 1012 h 1016"/>
              <a:gd name="T30" fmla="*/ 2 w 1439"/>
              <a:gd name="T31" fmla="*/ 1016 h 1016"/>
              <a:gd name="T32" fmla="*/ 47 w 1439"/>
              <a:gd name="T33" fmla="*/ 971 h 1016"/>
              <a:gd name="T34" fmla="*/ 142 w 1439"/>
              <a:gd name="T35" fmla="*/ 972 h 1016"/>
              <a:gd name="T36" fmla="*/ 166 w 1439"/>
              <a:gd name="T37" fmla="*/ 948 h 1016"/>
              <a:gd name="T38" fmla="*/ 230 w 1439"/>
              <a:gd name="T39" fmla="*/ 946 h 1016"/>
              <a:gd name="T40" fmla="*/ 361 w 1439"/>
              <a:gd name="T41" fmla="*/ 815 h 1016"/>
              <a:gd name="T42" fmla="*/ 473 w 1439"/>
              <a:gd name="T43" fmla="*/ 816 h 1016"/>
              <a:gd name="T44" fmla="*/ 560 w 1439"/>
              <a:gd name="T45" fmla="*/ 729 h 1016"/>
              <a:gd name="T46" fmla="*/ 612 w 1439"/>
              <a:gd name="T47" fmla="*/ 728 h 1016"/>
              <a:gd name="T48" fmla="*/ 667 w 1439"/>
              <a:gd name="T49" fmla="*/ 673 h 1016"/>
              <a:gd name="T50" fmla="*/ 737 w 1439"/>
              <a:gd name="T51" fmla="*/ 671 h 1016"/>
              <a:gd name="T52" fmla="*/ 823 w 1439"/>
              <a:gd name="T53" fmla="*/ 585 h 1016"/>
              <a:gd name="T54" fmla="*/ 858 w 1439"/>
              <a:gd name="T55" fmla="*/ 584 h 1016"/>
              <a:gd name="T56" fmla="*/ 1439 w 1439"/>
              <a:gd name="T57" fmla="*/ 3 h 1016"/>
              <a:gd name="T58" fmla="*/ 1436 w 1439"/>
              <a:gd name="T59" fmla="*/ 0 h 1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439" h="1016">
                <a:moveTo>
                  <a:pt x="1436" y="0"/>
                </a:moveTo>
                <a:cubicBezTo>
                  <a:pt x="1436" y="0"/>
                  <a:pt x="1436" y="0"/>
                  <a:pt x="1436" y="0"/>
                </a:cubicBezTo>
                <a:cubicBezTo>
                  <a:pt x="857" y="580"/>
                  <a:pt x="857" y="580"/>
                  <a:pt x="857" y="580"/>
                </a:cubicBezTo>
                <a:cubicBezTo>
                  <a:pt x="821" y="581"/>
                  <a:pt x="821" y="581"/>
                  <a:pt x="821" y="581"/>
                </a:cubicBezTo>
                <a:cubicBezTo>
                  <a:pt x="735" y="667"/>
                  <a:pt x="735" y="667"/>
                  <a:pt x="735" y="667"/>
                </a:cubicBezTo>
                <a:cubicBezTo>
                  <a:pt x="666" y="669"/>
                  <a:pt x="666" y="669"/>
                  <a:pt x="666" y="669"/>
                </a:cubicBezTo>
                <a:cubicBezTo>
                  <a:pt x="610" y="724"/>
                  <a:pt x="610" y="724"/>
                  <a:pt x="610" y="724"/>
                </a:cubicBezTo>
                <a:cubicBezTo>
                  <a:pt x="558" y="725"/>
                  <a:pt x="558" y="725"/>
                  <a:pt x="558" y="725"/>
                </a:cubicBezTo>
                <a:cubicBezTo>
                  <a:pt x="472" y="812"/>
                  <a:pt x="472" y="812"/>
                  <a:pt x="472" y="812"/>
                </a:cubicBezTo>
                <a:cubicBezTo>
                  <a:pt x="360" y="811"/>
                  <a:pt x="360" y="811"/>
                  <a:pt x="360" y="811"/>
                </a:cubicBezTo>
                <a:cubicBezTo>
                  <a:pt x="228" y="942"/>
                  <a:pt x="228" y="942"/>
                  <a:pt x="228" y="942"/>
                </a:cubicBezTo>
                <a:cubicBezTo>
                  <a:pt x="165" y="944"/>
                  <a:pt x="165" y="944"/>
                  <a:pt x="165" y="944"/>
                </a:cubicBezTo>
                <a:cubicBezTo>
                  <a:pt x="140" y="968"/>
                  <a:pt x="140" y="968"/>
                  <a:pt x="140" y="968"/>
                </a:cubicBezTo>
                <a:cubicBezTo>
                  <a:pt x="46" y="967"/>
                  <a:pt x="46" y="967"/>
                  <a:pt x="46" y="967"/>
                </a:cubicBezTo>
                <a:cubicBezTo>
                  <a:pt x="0" y="1012"/>
                  <a:pt x="0" y="1012"/>
                  <a:pt x="0" y="1012"/>
                </a:cubicBezTo>
                <a:cubicBezTo>
                  <a:pt x="1" y="1013"/>
                  <a:pt x="1" y="1015"/>
                  <a:pt x="2" y="1016"/>
                </a:cubicBezTo>
                <a:cubicBezTo>
                  <a:pt x="47" y="971"/>
                  <a:pt x="47" y="971"/>
                  <a:pt x="47" y="971"/>
                </a:cubicBezTo>
                <a:cubicBezTo>
                  <a:pt x="142" y="972"/>
                  <a:pt x="142" y="972"/>
                  <a:pt x="142" y="972"/>
                </a:cubicBezTo>
                <a:cubicBezTo>
                  <a:pt x="166" y="948"/>
                  <a:pt x="166" y="948"/>
                  <a:pt x="166" y="948"/>
                </a:cubicBezTo>
                <a:cubicBezTo>
                  <a:pt x="230" y="946"/>
                  <a:pt x="230" y="946"/>
                  <a:pt x="230" y="946"/>
                </a:cubicBezTo>
                <a:cubicBezTo>
                  <a:pt x="361" y="815"/>
                  <a:pt x="361" y="815"/>
                  <a:pt x="361" y="815"/>
                </a:cubicBezTo>
                <a:cubicBezTo>
                  <a:pt x="473" y="816"/>
                  <a:pt x="473" y="816"/>
                  <a:pt x="473" y="816"/>
                </a:cubicBezTo>
                <a:cubicBezTo>
                  <a:pt x="560" y="729"/>
                  <a:pt x="560" y="729"/>
                  <a:pt x="560" y="729"/>
                </a:cubicBezTo>
                <a:cubicBezTo>
                  <a:pt x="612" y="728"/>
                  <a:pt x="612" y="728"/>
                  <a:pt x="612" y="728"/>
                </a:cubicBezTo>
                <a:cubicBezTo>
                  <a:pt x="667" y="673"/>
                  <a:pt x="667" y="673"/>
                  <a:pt x="667" y="673"/>
                </a:cubicBezTo>
                <a:cubicBezTo>
                  <a:pt x="737" y="671"/>
                  <a:pt x="737" y="671"/>
                  <a:pt x="737" y="671"/>
                </a:cubicBezTo>
                <a:cubicBezTo>
                  <a:pt x="823" y="585"/>
                  <a:pt x="823" y="585"/>
                  <a:pt x="823" y="585"/>
                </a:cubicBezTo>
                <a:cubicBezTo>
                  <a:pt x="858" y="584"/>
                  <a:pt x="858" y="584"/>
                  <a:pt x="858" y="584"/>
                </a:cubicBezTo>
                <a:cubicBezTo>
                  <a:pt x="1439" y="3"/>
                  <a:pt x="1439" y="3"/>
                  <a:pt x="1439" y="3"/>
                </a:cubicBezTo>
                <a:cubicBezTo>
                  <a:pt x="1436" y="0"/>
                  <a:pt x="1436" y="0"/>
                  <a:pt x="143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58" name="Freeform 714"/>
          <p:cNvSpPr>
            <a:spLocks/>
          </p:cNvSpPr>
          <p:nvPr/>
        </p:nvSpPr>
        <p:spPr bwMode="auto">
          <a:xfrm>
            <a:off x="12221393" y="430214"/>
            <a:ext cx="5976939" cy="4191008"/>
          </a:xfrm>
          <a:custGeom>
            <a:avLst/>
            <a:gdLst>
              <a:gd name="T0" fmla="*/ 1440 w 1442"/>
              <a:gd name="T1" fmla="*/ 0 h 1011"/>
              <a:gd name="T2" fmla="*/ 865 w 1442"/>
              <a:gd name="T3" fmla="*/ 575 h 1011"/>
              <a:gd name="T4" fmla="*/ 829 w 1442"/>
              <a:gd name="T5" fmla="*/ 576 h 1011"/>
              <a:gd name="T6" fmla="*/ 743 w 1442"/>
              <a:gd name="T7" fmla="*/ 662 h 1011"/>
              <a:gd name="T8" fmla="*/ 671 w 1442"/>
              <a:gd name="T9" fmla="*/ 661 h 1011"/>
              <a:gd name="T10" fmla="*/ 615 w 1442"/>
              <a:gd name="T11" fmla="*/ 717 h 1011"/>
              <a:gd name="T12" fmla="*/ 563 w 1442"/>
              <a:gd name="T13" fmla="*/ 718 h 1011"/>
              <a:gd name="T14" fmla="*/ 477 w 1442"/>
              <a:gd name="T15" fmla="*/ 805 h 1011"/>
              <a:gd name="T16" fmla="*/ 365 w 1442"/>
              <a:gd name="T17" fmla="*/ 803 h 1011"/>
              <a:gd name="T18" fmla="*/ 233 w 1442"/>
              <a:gd name="T19" fmla="*/ 935 h 1011"/>
              <a:gd name="T20" fmla="*/ 170 w 1442"/>
              <a:gd name="T21" fmla="*/ 936 h 1011"/>
              <a:gd name="T22" fmla="*/ 146 w 1442"/>
              <a:gd name="T23" fmla="*/ 960 h 1011"/>
              <a:gd name="T24" fmla="*/ 51 w 1442"/>
              <a:gd name="T25" fmla="*/ 959 h 1011"/>
              <a:gd name="T26" fmla="*/ 0 w 1442"/>
              <a:gd name="T27" fmla="*/ 1009 h 1011"/>
              <a:gd name="T28" fmla="*/ 4 w 1442"/>
              <a:gd name="T29" fmla="*/ 1011 h 1011"/>
              <a:gd name="T30" fmla="*/ 52 w 1442"/>
              <a:gd name="T31" fmla="*/ 963 h 1011"/>
              <a:gd name="T32" fmla="*/ 147 w 1442"/>
              <a:gd name="T33" fmla="*/ 964 h 1011"/>
              <a:gd name="T34" fmla="*/ 172 w 1442"/>
              <a:gd name="T35" fmla="*/ 940 h 1011"/>
              <a:gd name="T36" fmla="*/ 235 w 1442"/>
              <a:gd name="T37" fmla="*/ 939 h 1011"/>
              <a:gd name="T38" fmla="*/ 366 w 1442"/>
              <a:gd name="T39" fmla="*/ 807 h 1011"/>
              <a:gd name="T40" fmla="*/ 478 w 1442"/>
              <a:gd name="T41" fmla="*/ 809 h 1011"/>
              <a:gd name="T42" fmla="*/ 565 w 1442"/>
              <a:gd name="T43" fmla="*/ 722 h 1011"/>
              <a:gd name="T44" fmla="*/ 617 w 1442"/>
              <a:gd name="T45" fmla="*/ 721 h 1011"/>
              <a:gd name="T46" fmla="*/ 672 w 1442"/>
              <a:gd name="T47" fmla="*/ 665 h 1011"/>
              <a:gd name="T48" fmla="*/ 745 w 1442"/>
              <a:gd name="T49" fmla="*/ 666 h 1011"/>
              <a:gd name="T50" fmla="*/ 831 w 1442"/>
              <a:gd name="T51" fmla="*/ 580 h 1011"/>
              <a:gd name="T52" fmla="*/ 867 w 1442"/>
              <a:gd name="T53" fmla="*/ 579 h 1011"/>
              <a:gd name="T54" fmla="*/ 1442 w 1442"/>
              <a:gd name="T55" fmla="*/ 3 h 1011"/>
              <a:gd name="T56" fmla="*/ 1440 w 1442"/>
              <a:gd name="T57" fmla="*/ 0 h 1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42" h="1011">
                <a:moveTo>
                  <a:pt x="1440" y="0"/>
                </a:moveTo>
                <a:cubicBezTo>
                  <a:pt x="865" y="575"/>
                  <a:pt x="865" y="575"/>
                  <a:pt x="865" y="575"/>
                </a:cubicBezTo>
                <a:cubicBezTo>
                  <a:pt x="829" y="576"/>
                  <a:pt x="829" y="576"/>
                  <a:pt x="829" y="576"/>
                </a:cubicBezTo>
                <a:cubicBezTo>
                  <a:pt x="743" y="662"/>
                  <a:pt x="743" y="662"/>
                  <a:pt x="743" y="662"/>
                </a:cubicBezTo>
                <a:cubicBezTo>
                  <a:pt x="671" y="661"/>
                  <a:pt x="671" y="661"/>
                  <a:pt x="671" y="661"/>
                </a:cubicBezTo>
                <a:cubicBezTo>
                  <a:pt x="615" y="717"/>
                  <a:pt x="615" y="717"/>
                  <a:pt x="615" y="717"/>
                </a:cubicBezTo>
                <a:cubicBezTo>
                  <a:pt x="563" y="718"/>
                  <a:pt x="563" y="718"/>
                  <a:pt x="563" y="718"/>
                </a:cubicBezTo>
                <a:cubicBezTo>
                  <a:pt x="477" y="805"/>
                  <a:pt x="477" y="805"/>
                  <a:pt x="477" y="805"/>
                </a:cubicBezTo>
                <a:cubicBezTo>
                  <a:pt x="365" y="803"/>
                  <a:pt x="365" y="803"/>
                  <a:pt x="365" y="803"/>
                </a:cubicBezTo>
                <a:cubicBezTo>
                  <a:pt x="233" y="935"/>
                  <a:pt x="233" y="935"/>
                  <a:pt x="233" y="935"/>
                </a:cubicBezTo>
                <a:cubicBezTo>
                  <a:pt x="170" y="936"/>
                  <a:pt x="170" y="936"/>
                  <a:pt x="170" y="936"/>
                </a:cubicBezTo>
                <a:cubicBezTo>
                  <a:pt x="146" y="960"/>
                  <a:pt x="146" y="960"/>
                  <a:pt x="146" y="960"/>
                </a:cubicBezTo>
                <a:cubicBezTo>
                  <a:pt x="51" y="959"/>
                  <a:pt x="51" y="959"/>
                  <a:pt x="51" y="959"/>
                </a:cubicBezTo>
                <a:cubicBezTo>
                  <a:pt x="0" y="1009"/>
                  <a:pt x="0" y="1009"/>
                  <a:pt x="0" y="1009"/>
                </a:cubicBezTo>
                <a:cubicBezTo>
                  <a:pt x="2" y="1010"/>
                  <a:pt x="3" y="1011"/>
                  <a:pt x="4" y="1011"/>
                </a:cubicBezTo>
                <a:cubicBezTo>
                  <a:pt x="52" y="963"/>
                  <a:pt x="52" y="963"/>
                  <a:pt x="52" y="963"/>
                </a:cubicBezTo>
                <a:cubicBezTo>
                  <a:pt x="147" y="964"/>
                  <a:pt x="147" y="964"/>
                  <a:pt x="147" y="964"/>
                </a:cubicBezTo>
                <a:cubicBezTo>
                  <a:pt x="172" y="940"/>
                  <a:pt x="172" y="940"/>
                  <a:pt x="172" y="940"/>
                </a:cubicBezTo>
                <a:cubicBezTo>
                  <a:pt x="235" y="939"/>
                  <a:pt x="235" y="939"/>
                  <a:pt x="235" y="939"/>
                </a:cubicBezTo>
                <a:cubicBezTo>
                  <a:pt x="366" y="807"/>
                  <a:pt x="366" y="807"/>
                  <a:pt x="366" y="807"/>
                </a:cubicBezTo>
                <a:cubicBezTo>
                  <a:pt x="478" y="809"/>
                  <a:pt x="478" y="809"/>
                  <a:pt x="478" y="809"/>
                </a:cubicBezTo>
                <a:cubicBezTo>
                  <a:pt x="565" y="722"/>
                  <a:pt x="565" y="722"/>
                  <a:pt x="565" y="722"/>
                </a:cubicBezTo>
                <a:cubicBezTo>
                  <a:pt x="617" y="721"/>
                  <a:pt x="617" y="721"/>
                  <a:pt x="617" y="721"/>
                </a:cubicBezTo>
                <a:cubicBezTo>
                  <a:pt x="672" y="665"/>
                  <a:pt x="672" y="665"/>
                  <a:pt x="672" y="665"/>
                </a:cubicBezTo>
                <a:cubicBezTo>
                  <a:pt x="745" y="666"/>
                  <a:pt x="745" y="666"/>
                  <a:pt x="745" y="666"/>
                </a:cubicBezTo>
                <a:cubicBezTo>
                  <a:pt x="831" y="580"/>
                  <a:pt x="831" y="580"/>
                  <a:pt x="831" y="580"/>
                </a:cubicBezTo>
                <a:cubicBezTo>
                  <a:pt x="867" y="579"/>
                  <a:pt x="867" y="579"/>
                  <a:pt x="867" y="579"/>
                </a:cubicBezTo>
                <a:cubicBezTo>
                  <a:pt x="1442" y="3"/>
                  <a:pt x="1442" y="3"/>
                  <a:pt x="1442" y="3"/>
                </a:cubicBezTo>
                <a:cubicBezTo>
                  <a:pt x="1440" y="0"/>
                  <a:pt x="1440" y="0"/>
                  <a:pt x="144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59" name="Freeform 715"/>
          <p:cNvSpPr>
            <a:spLocks/>
          </p:cNvSpPr>
          <p:nvPr/>
        </p:nvSpPr>
        <p:spPr bwMode="auto">
          <a:xfrm>
            <a:off x="10932344" y="123827"/>
            <a:ext cx="1312863" cy="1944691"/>
          </a:xfrm>
          <a:custGeom>
            <a:avLst/>
            <a:gdLst>
              <a:gd name="T0" fmla="*/ 314 w 317"/>
              <a:gd name="T1" fmla="*/ 0 h 469"/>
              <a:gd name="T2" fmla="*/ 312 w 317"/>
              <a:gd name="T3" fmla="*/ 3 h 469"/>
              <a:gd name="T4" fmla="*/ 312 w 317"/>
              <a:gd name="T5" fmla="*/ 3 h 469"/>
              <a:gd name="T6" fmla="*/ 313 w 317"/>
              <a:gd name="T7" fmla="*/ 69 h 469"/>
              <a:gd name="T8" fmla="*/ 79 w 317"/>
              <a:gd name="T9" fmla="*/ 303 h 469"/>
              <a:gd name="T10" fmla="*/ 80 w 317"/>
              <a:gd name="T11" fmla="*/ 387 h 469"/>
              <a:gd name="T12" fmla="*/ 0 w 317"/>
              <a:gd name="T13" fmla="*/ 467 h 469"/>
              <a:gd name="T14" fmla="*/ 4 w 317"/>
              <a:gd name="T15" fmla="*/ 469 h 469"/>
              <a:gd name="T16" fmla="*/ 84 w 317"/>
              <a:gd name="T17" fmla="*/ 389 h 469"/>
              <a:gd name="T18" fmla="*/ 83 w 317"/>
              <a:gd name="T19" fmla="*/ 305 h 469"/>
              <a:gd name="T20" fmla="*/ 317 w 317"/>
              <a:gd name="T21" fmla="*/ 71 h 469"/>
              <a:gd name="T22" fmla="*/ 316 w 317"/>
              <a:gd name="T23" fmla="*/ 2 h 469"/>
              <a:gd name="T24" fmla="*/ 314 w 317"/>
              <a:gd name="T25"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7" h="469">
                <a:moveTo>
                  <a:pt x="314" y="0"/>
                </a:moveTo>
                <a:cubicBezTo>
                  <a:pt x="312" y="3"/>
                  <a:pt x="312" y="3"/>
                  <a:pt x="312" y="3"/>
                </a:cubicBezTo>
                <a:cubicBezTo>
                  <a:pt x="312" y="3"/>
                  <a:pt x="312" y="3"/>
                  <a:pt x="312" y="3"/>
                </a:cubicBezTo>
                <a:cubicBezTo>
                  <a:pt x="313" y="69"/>
                  <a:pt x="313" y="69"/>
                  <a:pt x="313" y="69"/>
                </a:cubicBezTo>
                <a:cubicBezTo>
                  <a:pt x="79" y="303"/>
                  <a:pt x="79" y="303"/>
                  <a:pt x="79" y="303"/>
                </a:cubicBezTo>
                <a:cubicBezTo>
                  <a:pt x="80" y="387"/>
                  <a:pt x="80" y="387"/>
                  <a:pt x="80" y="387"/>
                </a:cubicBezTo>
                <a:cubicBezTo>
                  <a:pt x="0" y="467"/>
                  <a:pt x="0" y="467"/>
                  <a:pt x="0" y="467"/>
                </a:cubicBezTo>
                <a:cubicBezTo>
                  <a:pt x="1" y="467"/>
                  <a:pt x="3" y="468"/>
                  <a:pt x="4" y="469"/>
                </a:cubicBezTo>
                <a:cubicBezTo>
                  <a:pt x="84" y="389"/>
                  <a:pt x="84" y="389"/>
                  <a:pt x="84" y="389"/>
                </a:cubicBezTo>
                <a:cubicBezTo>
                  <a:pt x="83" y="305"/>
                  <a:pt x="83" y="305"/>
                  <a:pt x="83" y="305"/>
                </a:cubicBezTo>
                <a:cubicBezTo>
                  <a:pt x="317" y="71"/>
                  <a:pt x="317" y="71"/>
                  <a:pt x="317" y="71"/>
                </a:cubicBezTo>
                <a:cubicBezTo>
                  <a:pt x="316" y="2"/>
                  <a:pt x="316" y="2"/>
                  <a:pt x="316" y="2"/>
                </a:cubicBezTo>
                <a:cubicBezTo>
                  <a:pt x="314" y="0"/>
                  <a:pt x="314" y="0"/>
                  <a:pt x="314"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60" name="Freeform 716"/>
          <p:cNvSpPr>
            <a:spLocks noEditPoints="1"/>
          </p:cNvSpPr>
          <p:nvPr/>
        </p:nvSpPr>
        <p:spPr bwMode="auto">
          <a:xfrm>
            <a:off x="9049567" y="-4473583"/>
            <a:ext cx="2022476" cy="4240220"/>
          </a:xfrm>
          <a:custGeom>
            <a:avLst/>
            <a:gdLst>
              <a:gd name="T0" fmla="*/ 7 w 488"/>
              <a:gd name="T1" fmla="*/ 879 h 1023"/>
              <a:gd name="T2" fmla="*/ 4 w 488"/>
              <a:gd name="T3" fmla="*/ 880 h 1023"/>
              <a:gd name="T4" fmla="*/ 4 w 488"/>
              <a:gd name="T5" fmla="*/ 880 h 1023"/>
              <a:gd name="T6" fmla="*/ 3 w 488"/>
              <a:gd name="T7" fmla="*/ 880 h 1023"/>
              <a:gd name="T8" fmla="*/ 4 w 488"/>
              <a:gd name="T9" fmla="*/ 921 h 1023"/>
              <a:gd name="T10" fmla="*/ 84 w 488"/>
              <a:gd name="T11" fmla="*/ 1001 h 1023"/>
              <a:gd name="T12" fmla="*/ 83 w 488"/>
              <a:gd name="T13" fmla="*/ 1017 h 1023"/>
              <a:gd name="T14" fmla="*/ 83 w 488"/>
              <a:gd name="T15" fmla="*/ 1023 h 1023"/>
              <a:gd name="T16" fmla="*/ 87 w 488"/>
              <a:gd name="T17" fmla="*/ 1023 h 1023"/>
              <a:gd name="T18" fmla="*/ 87 w 488"/>
              <a:gd name="T19" fmla="*/ 1019 h 1023"/>
              <a:gd name="T20" fmla="*/ 88 w 488"/>
              <a:gd name="T21" fmla="*/ 1000 h 1023"/>
              <a:gd name="T22" fmla="*/ 8 w 488"/>
              <a:gd name="T23" fmla="*/ 919 h 1023"/>
              <a:gd name="T24" fmla="*/ 7 w 488"/>
              <a:gd name="T25" fmla="*/ 879 h 1023"/>
              <a:gd name="T26" fmla="*/ 486 w 488"/>
              <a:gd name="T27" fmla="*/ 0 h 1023"/>
              <a:gd name="T28" fmla="*/ 486 w 488"/>
              <a:gd name="T29" fmla="*/ 0 h 1023"/>
              <a:gd name="T30" fmla="*/ 0 w 488"/>
              <a:gd name="T31" fmla="*/ 486 h 1023"/>
              <a:gd name="T32" fmla="*/ 3 w 488"/>
              <a:gd name="T33" fmla="*/ 838 h 1023"/>
              <a:gd name="T34" fmla="*/ 4 w 488"/>
              <a:gd name="T35" fmla="*/ 838 h 1023"/>
              <a:gd name="T36" fmla="*/ 4 w 488"/>
              <a:gd name="T37" fmla="*/ 838 h 1023"/>
              <a:gd name="T38" fmla="*/ 7 w 488"/>
              <a:gd name="T39" fmla="*/ 839 h 1023"/>
              <a:gd name="T40" fmla="*/ 4 w 488"/>
              <a:gd name="T41" fmla="*/ 488 h 1023"/>
              <a:gd name="T42" fmla="*/ 488 w 488"/>
              <a:gd name="T43" fmla="*/ 3 h 1023"/>
              <a:gd name="T44" fmla="*/ 486 w 488"/>
              <a:gd name="T45" fmla="*/ 0 h 10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88" h="1023">
                <a:moveTo>
                  <a:pt x="7" y="879"/>
                </a:moveTo>
                <a:cubicBezTo>
                  <a:pt x="6" y="880"/>
                  <a:pt x="5" y="880"/>
                  <a:pt x="4" y="880"/>
                </a:cubicBezTo>
                <a:cubicBezTo>
                  <a:pt x="4" y="880"/>
                  <a:pt x="4" y="880"/>
                  <a:pt x="4" y="880"/>
                </a:cubicBezTo>
                <a:cubicBezTo>
                  <a:pt x="4" y="880"/>
                  <a:pt x="3" y="880"/>
                  <a:pt x="3" y="880"/>
                </a:cubicBezTo>
                <a:cubicBezTo>
                  <a:pt x="4" y="921"/>
                  <a:pt x="4" y="921"/>
                  <a:pt x="4" y="921"/>
                </a:cubicBezTo>
                <a:cubicBezTo>
                  <a:pt x="84" y="1001"/>
                  <a:pt x="84" y="1001"/>
                  <a:pt x="84" y="1001"/>
                </a:cubicBezTo>
                <a:cubicBezTo>
                  <a:pt x="83" y="1017"/>
                  <a:pt x="83" y="1017"/>
                  <a:pt x="83" y="1017"/>
                </a:cubicBezTo>
                <a:cubicBezTo>
                  <a:pt x="83" y="1023"/>
                  <a:pt x="83" y="1023"/>
                  <a:pt x="83" y="1023"/>
                </a:cubicBezTo>
                <a:cubicBezTo>
                  <a:pt x="87" y="1023"/>
                  <a:pt x="87" y="1023"/>
                  <a:pt x="87" y="1023"/>
                </a:cubicBezTo>
                <a:cubicBezTo>
                  <a:pt x="87" y="1019"/>
                  <a:pt x="87" y="1019"/>
                  <a:pt x="87" y="1019"/>
                </a:cubicBezTo>
                <a:cubicBezTo>
                  <a:pt x="88" y="1000"/>
                  <a:pt x="88" y="1000"/>
                  <a:pt x="88" y="1000"/>
                </a:cubicBezTo>
                <a:cubicBezTo>
                  <a:pt x="8" y="919"/>
                  <a:pt x="8" y="919"/>
                  <a:pt x="8" y="919"/>
                </a:cubicBezTo>
                <a:cubicBezTo>
                  <a:pt x="7" y="879"/>
                  <a:pt x="7" y="879"/>
                  <a:pt x="7" y="879"/>
                </a:cubicBezTo>
                <a:moveTo>
                  <a:pt x="486" y="0"/>
                </a:moveTo>
                <a:cubicBezTo>
                  <a:pt x="486" y="0"/>
                  <a:pt x="486" y="0"/>
                  <a:pt x="486" y="0"/>
                </a:cubicBezTo>
                <a:cubicBezTo>
                  <a:pt x="0" y="486"/>
                  <a:pt x="0" y="486"/>
                  <a:pt x="0" y="486"/>
                </a:cubicBezTo>
                <a:cubicBezTo>
                  <a:pt x="3" y="838"/>
                  <a:pt x="3" y="838"/>
                  <a:pt x="3" y="838"/>
                </a:cubicBezTo>
                <a:cubicBezTo>
                  <a:pt x="3" y="838"/>
                  <a:pt x="4" y="838"/>
                  <a:pt x="4" y="838"/>
                </a:cubicBezTo>
                <a:cubicBezTo>
                  <a:pt x="4" y="838"/>
                  <a:pt x="4" y="838"/>
                  <a:pt x="4" y="838"/>
                </a:cubicBezTo>
                <a:cubicBezTo>
                  <a:pt x="5" y="838"/>
                  <a:pt x="6" y="838"/>
                  <a:pt x="7" y="839"/>
                </a:cubicBezTo>
                <a:cubicBezTo>
                  <a:pt x="4" y="488"/>
                  <a:pt x="4" y="488"/>
                  <a:pt x="4" y="488"/>
                </a:cubicBezTo>
                <a:cubicBezTo>
                  <a:pt x="488" y="3"/>
                  <a:pt x="488" y="3"/>
                  <a:pt x="488" y="3"/>
                </a:cubicBezTo>
                <a:cubicBezTo>
                  <a:pt x="486" y="0"/>
                  <a:pt x="486" y="0"/>
                  <a:pt x="48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61" name="Freeform 717"/>
          <p:cNvSpPr>
            <a:spLocks/>
          </p:cNvSpPr>
          <p:nvPr/>
        </p:nvSpPr>
        <p:spPr bwMode="auto">
          <a:xfrm>
            <a:off x="9095605" y="-4324358"/>
            <a:ext cx="2135188" cy="4618046"/>
          </a:xfrm>
          <a:custGeom>
            <a:avLst/>
            <a:gdLst>
              <a:gd name="T0" fmla="*/ 1337 w 1345"/>
              <a:gd name="T1" fmla="*/ 0 h 2909"/>
              <a:gd name="T2" fmla="*/ 130 w 1345"/>
              <a:gd name="T3" fmla="*/ 1206 h 2909"/>
              <a:gd name="T4" fmla="*/ 133 w 1345"/>
              <a:gd name="T5" fmla="*/ 2313 h 2909"/>
              <a:gd name="T6" fmla="*/ 405 w 1345"/>
              <a:gd name="T7" fmla="*/ 2585 h 2909"/>
              <a:gd name="T8" fmla="*/ 407 w 1345"/>
              <a:gd name="T9" fmla="*/ 2624 h 2909"/>
              <a:gd name="T10" fmla="*/ 133 w 1345"/>
              <a:gd name="T11" fmla="*/ 2898 h 2909"/>
              <a:gd name="T12" fmla="*/ 65 w 1345"/>
              <a:gd name="T13" fmla="*/ 2898 h 2909"/>
              <a:gd name="T14" fmla="*/ 0 w 1345"/>
              <a:gd name="T15" fmla="*/ 2898 h 2909"/>
              <a:gd name="T16" fmla="*/ 0 w 1345"/>
              <a:gd name="T17" fmla="*/ 2909 h 2909"/>
              <a:gd name="T18" fmla="*/ 68 w 1345"/>
              <a:gd name="T19" fmla="*/ 2909 h 2909"/>
              <a:gd name="T20" fmla="*/ 138 w 1345"/>
              <a:gd name="T21" fmla="*/ 2909 h 2909"/>
              <a:gd name="T22" fmla="*/ 420 w 1345"/>
              <a:gd name="T23" fmla="*/ 2629 h 2909"/>
              <a:gd name="T24" fmla="*/ 412 w 1345"/>
              <a:gd name="T25" fmla="*/ 2580 h 2909"/>
              <a:gd name="T26" fmla="*/ 144 w 1345"/>
              <a:gd name="T27" fmla="*/ 2311 h 2909"/>
              <a:gd name="T28" fmla="*/ 141 w 1345"/>
              <a:gd name="T29" fmla="*/ 1211 h 2909"/>
              <a:gd name="T30" fmla="*/ 1345 w 1345"/>
              <a:gd name="T31" fmla="*/ 7 h 2909"/>
              <a:gd name="T32" fmla="*/ 1337 w 1345"/>
              <a:gd name="T33" fmla="*/ 0 h 29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45" h="2909">
                <a:moveTo>
                  <a:pt x="1337" y="0"/>
                </a:moveTo>
                <a:lnTo>
                  <a:pt x="130" y="1206"/>
                </a:lnTo>
                <a:lnTo>
                  <a:pt x="133" y="2313"/>
                </a:lnTo>
                <a:lnTo>
                  <a:pt x="405" y="2585"/>
                </a:lnTo>
                <a:lnTo>
                  <a:pt x="407" y="2624"/>
                </a:lnTo>
                <a:lnTo>
                  <a:pt x="133" y="2898"/>
                </a:lnTo>
                <a:lnTo>
                  <a:pt x="65" y="2898"/>
                </a:lnTo>
                <a:lnTo>
                  <a:pt x="0" y="2898"/>
                </a:lnTo>
                <a:lnTo>
                  <a:pt x="0" y="2909"/>
                </a:lnTo>
                <a:lnTo>
                  <a:pt x="68" y="2909"/>
                </a:lnTo>
                <a:lnTo>
                  <a:pt x="138" y="2909"/>
                </a:lnTo>
                <a:lnTo>
                  <a:pt x="420" y="2629"/>
                </a:lnTo>
                <a:lnTo>
                  <a:pt x="412" y="2580"/>
                </a:lnTo>
                <a:lnTo>
                  <a:pt x="144" y="2311"/>
                </a:lnTo>
                <a:lnTo>
                  <a:pt x="141" y="1211"/>
                </a:lnTo>
                <a:lnTo>
                  <a:pt x="1345" y="7"/>
                </a:lnTo>
                <a:lnTo>
                  <a:pt x="133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62" name="Freeform 718"/>
          <p:cNvSpPr>
            <a:spLocks/>
          </p:cNvSpPr>
          <p:nvPr/>
        </p:nvSpPr>
        <p:spPr bwMode="auto">
          <a:xfrm>
            <a:off x="9095605" y="-4324358"/>
            <a:ext cx="2135188" cy="4618046"/>
          </a:xfrm>
          <a:custGeom>
            <a:avLst/>
            <a:gdLst>
              <a:gd name="T0" fmla="*/ 1337 w 1345"/>
              <a:gd name="T1" fmla="*/ 0 h 2909"/>
              <a:gd name="T2" fmla="*/ 130 w 1345"/>
              <a:gd name="T3" fmla="*/ 1206 h 2909"/>
              <a:gd name="T4" fmla="*/ 133 w 1345"/>
              <a:gd name="T5" fmla="*/ 2313 h 2909"/>
              <a:gd name="T6" fmla="*/ 405 w 1345"/>
              <a:gd name="T7" fmla="*/ 2585 h 2909"/>
              <a:gd name="T8" fmla="*/ 407 w 1345"/>
              <a:gd name="T9" fmla="*/ 2624 h 2909"/>
              <a:gd name="T10" fmla="*/ 133 w 1345"/>
              <a:gd name="T11" fmla="*/ 2898 h 2909"/>
              <a:gd name="T12" fmla="*/ 65 w 1345"/>
              <a:gd name="T13" fmla="*/ 2898 h 2909"/>
              <a:gd name="T14" fmla="*/ 0 w 1345"/>
              <a:gd name="T15" fmla="*/ 2898 h 2909"/>
              <a:gd name="T16" fmla="*/ 0 w 1345"/>
              <a:gd name="T17" fmla="*/ 2909 h 2909"/>
              <a:gd name="T18" fmla="*/ 68 w 1345"/>
              <a:gd name="T19" fmla="*/ 2909 h 2909"/>
              <a:gd name="T20" fmla="*/ 138 w 1345"/>
              <a:gd name="T21" fmla="*/ 2909 h 2909"/>
              <a:gd name="T22" fmla="*/ 420 w 1345"/>
              <a:gd name="T23" fmla="*/ 2629 h 2909"/>
              <a:gd name="T24" fmla="*/ 412 w 1345"/>
              <a:gd name="T25" fmla="*/ 2580 h 2909"/>
              <a:gd name="T26" fmla="*/ 144 w 1345"/>
              <a:gd name="T27" fmla="*/ 2311 h 2909"/>
              <a:gd name="T28" fmla="*/ 141 w 1345"/>
              <a:gd name="T29" fmla="*/ 1211 h 2909"/>
              <a:gd name="T30" fmla="*/ 1345 w 1345"/>
              <a:gd name="T31" fmla="*/ 7 h 2909"/>
              <a:gd name="T32" fmla="*/ 1337 w 1345"/>
              <a:gd name="T33" fmla="*/ 0 h 29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45" h="2909">
                <a:moveTo>
                  <a:pt x="1337" y="0"/>
                </a:moveTo>
                <a:lnTo>
                  <a:pt x="130" y="1206"/>
                </a:lnTo>
                <a:lnTo>
                  <a:pt x="133" y="2313"/>
                </a:lnTo>
                <a:lnTo>
                  <a:pt x="405" y="2585"/>
                </a:lnTo>
                <a:lnTo>
                  <a:pt x="407" y="2624"/>
                </a:lnTo>
                <a:lnTo>
                  <a:pt x="133" y="2898"/>
                </a:lnTo>
                <a:lnTo>
                  <a:pt x="65" y="2898"/>
                </a:lnTo>
                <a:lnTo>
                  <a:pt x="0" y="2898"/>
                </a:lnTo>
                <a:lnTo>
                  <a:pt x="0" y="2909"/>
                </a:lnTo>
                <a:lnTo>
                  <a:pt x="68" y="2909"/>
                </a:lnTo>
                <a:lnTo>
                  <a:pt x="138" y="2909"/>
                </a:lnTo>
                <a:lnTo>
                  <a:pt x="420" y="2629"/>
                </a:lnTo>
                <a:lnTo>
                  <a:pt x="412" y="2580"/>
                </a:lnTo>
                <a:lnTo>
                  <a:pt x="144" y="2311"/>
                </a:lnTo>
                <a:lnTo>
                  <a:pt x="141" y="1211"/>
                </a:lnTo>
                <a:lnTo>
                  <a:pt x="1345" y="7"/>
                </a:lnTo>
                <a:lnTo>
                  <a:pt x="133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63" name="Freeform 719"/>
          <p:cNvSpPr>
            <a:spLocks/>
          </p:cNvSpPr>
          <p:nvPr/>
        </p:nvSpPr>
        <p:spPr bwMode="auto">
          <a:xfrm>
            <a:off x="9090842" y="-4262445"/>
            <a:ext cx="2193926" cy="4911734"/>
          </a:xfrm>
          <a:custGeom>
            <a:avLst/>
            <a:gdLst>
              <a:gd name="T0" fmla="*/ 1376 w 1382"/>
              <a:gd name="T1" fmla="*/ 0 h 3094"/>
              <a:gd name="T2" fmla="*/ 186 w 1382"/>
              <a:gd name="T3" fmla="*/ 1188 h 3094"/>
              <a:gd name="T4" fmla="*/ 191 w 1382"/>
              <a:gd name="T5" fmla="*/ 2256 h 3094"/>
              <a:gd name="T6" fmla="*/ 489 w 1382"/>
              <a:gd name="T7" fmla="*/ 2554 h 3094"/>
              <a:gd name="T8" fmla="*/ 481 w 1382"/>
              <a:gd name="T9" fmla="*/ 2606 h 3094"/>
              <a:gd name="T10" fmla="*/ 21 w 1382"/>
              <a:gd name="T11" fmla="*/ 3068 h 3094"/>
              <a:gd name="T12" fmla="*/ 0 w 1382"/>
              <a:gd name="T13" fmla="*/ 3087 h 3094"/>
              <a:gd name="T14" fmla="*/ 8 w 1382"/>
              <a:gd name="T15" fmla="*/ 3094 h 3094"/>
              <a:gd name="T16" fmla="*/ 29 w 1382"/>
              <a:gd name="T17" fmla="*/ 3076 h 3094"/>
              <a:gd name="T18" fmla="*/ 491 w 1382"/>
              <a:gd name="T19" fmla="*/ 2611 h 3094"/>
              <a:gd name="T20" fmla="*/ 499 w 1382"/>
              <a:gd name="T21" fmla="*/ 2551 h 3094"/>
              <a:gd name="T22" fmla="*/ 201 w 1382"/>
              <a:gd name="T23" fmla="*/ 2254 h 3094"/>
              <a:gd name="T24" fmla="*/ 196 w 1382"/>
              <a:gd name="T25" fmla="*/ 1193 h 3094"/>
              <a:gd name="T26" fmla="*/ 1382 w 1382"/>
              <a:gd name="T27" fmla="*/ 8 h 3094"/>
              <a:gd name="T28" fmla="*/ 1376 w 1382"/>
              <a:gd name="T29" fmla="*/ 0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82" h="3094">
                <a:moveTo>
                  <a:pt x="1376" y="0"/>
                </a:moveTo>
                <a:lnTo>
                  <a:pt x="186" y="1188"/>
                </a:lnTo>
                <a:lnTo>
                  <a:pt x="191" y="2256"/>
                </a:lnTo>
                <a:lnTo>
                  <a:pt x="489" y="2554"/>
                </a:lnTo>
                <a:lnTo>
                  <a:pt x="481" y="2606"/>
                </a:lnTo>
                <a:lnTo>
                  <a:pt x="21" y="3068"/>
                </a:lnTo>
                <a:lnTo>
                  <a:pt x="0" y="3087"/>
                </a:lnTo>
                <a:lnTo>
                  <a:pt x="8" y="3094"/>
                </a:lnTo>
                <a:lnTo>
                  <a:pt x="29" y="3076"/>
                </a:lnTo>
                <a:lnTo>
                  <a:pt x="491" y="2611"/>
                </a:lnTo>
                <a:lnTo>
                  <a:pt x="499" y="2551"/>
                </a:lnTo>
                <a:lnTo>
                  <a:pt x="201" y="2254"/>
                </a:lnTo>
                <a:lnTo>
                  <a:pt x="196" y="1193"/>
                </a:lnTo>
                <a:lnTo>
                  <a:pt x="1382" y="8"/>
                </a:lnTo>
                <a:lnTo>
                  <a:pt x="13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64" name="Freeform 720"/>
          <p:cNvSpPr>
            <a:spLocks/>
          </p:cNvSpPr>
          <p:nvPr/>
        </p:nvSpPr>
        <p:spPr bwMode="auto">
          <a:xfrm>
            <a:off x="9090842" y="-4262445"/>
            <a:ext cx="2193926" cy="4911734"/>
          </a:xfrm>
          <a:custGeom>
            <a:avLst/>
            <a:gdLst>
              <a:gd name="T0" fmla="*/ 1376 w 1382"/>
              <a:gd name="T1" fmla="*/ 0 h 3094"/>
              <a:gd name="T2" fmla="*/ 186 w 1382"/>
              <a:gd name="T3" fmla="*/ 1188 h 3094"/>
              <a:gd name="T4" fmla="*/ 191 w 1382"/>
              <a:gd name="T5" fmla="*/ 2256 h 3094"/>
              <a:gd name="T6" fmla="*/ 489 w 1382"/>
              <a:gd name="T7" fmla="*/ 2554 h 3094"/>
              <a:gd name="T8" fmla="*/ 481 w 1382"/>
              <a:gd name="T9" fmla="*/ 2606 h 3094"/>
              <a:gd name="T10" fmla="*/ 21 w 1382"/>
              <a:gd name="T11" fmla="*/ 3068 h 3094"/>
              <a:gd name="T12" fmla="*/ 0 w 1382"/>
              <a:gd name="T13" fmla="*/ 3087 h 3094"/>
              <a:gd name="T14" fmla="*/ 8 w 1382"/>
              <a:gd name="T15" fmla="*/ 3094 h 3094"/>
              <a:gd name="T16" fmla="*/ 29 w 1382"/>
              <a:gd name="T17" fmla="*/ 3076 h 3094"/>
              <a:gd name="T18" fmla="*/ 491 w 1382"/>
              <a:gd name="T19" fmla="*/ 2611 h 3094"/>
              <a:gd name="T20" fmla="*/ 499 w 1382"/>
              <a:gd name="T21" fmla="*/ 2551 h 3094"/>
              <a:gd name="T22" fmla="*/ 201 w 1382"/>
              <a:gd name="T23" fmla="*/ 2254 h 3094"/>
              <a:gd name="T24" fmla="*/ 196 w 1382"/>
              <a:gd name="T25" fmla="*/ 1193 h 3094"/>
              <a:gd name="T26" fmla="*/ 1382 w 1382"/>
              <a:gd name="T27" fmla="*/ 8 h 3094"/>
              <a:gd name="T28" fmla="*/ 1376 w 1382"/>
              <a:gd name="T29" fmla="*/ 0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82" h="3094">
                <a:moveTo>
                  <a:pt x="1376" y="0"/>
                </a:moveTo>
                <a:lnTo>
                  <a:pt x="186" y="1188"/>
                </a:lnTo>
                <a:lnTo>
                  <a:pt x="191" y="2256"/>
                </a:lnTo>
                <a:lnTo>
                  <a:pt x="489" y="2554"/>
                </a:lnTo>
                <a:lnTo>
                  <a:pt x="481" y="2606"/>
                </a:lnTo>
                <a:lnTo>
                  <a:pt x="21" y="3068"/>
                </a:lnTo>
                <a:lnTo>
                  <a:pt x="0" y="3087"/>
                </a:lnTo>
                <a:lnTo>
                  <a:pt x="8" y="3094"/>
                </a:lnTo>
                <a:lnTo>
                  <a:pt x="29" y="3076"/>
                </a:lnTo>
                <a:lnTo>
                  <a:pt x="491" y="2611"/>
                </a:lnTo>
                <a:lnTo>
                  <a:pt x="499" y="2551"/>
                </a:lnTo>
                <a:lnTo>
                  <a:pt x="201" y="2254"/>
                </a:lnTo>
                <a:lnTo>
                  <a:pt x="196" y="1193"/>
                </a:lnTo>
                <a:lnTo>
                  <a:pt x="1382" y="8"/>
                </a:lnTo>
                <a:lnTo>
                  <a:pt x="137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65" name="Freeform 721"/>
          <p:cNvSpPr>
            <a:spLocks/>
          </p:cNvSpPr>
          <p:nvPr/>
        </p:nvSpPr>
        <p:spPr bwMode="auto">
          <a:xfrm>
            <a:off x="9460730" y="-4217995"/>
            <a:ext cx="1873251" cy="4457708"/>
          </a:xfrm>
          <a:custGeom>
            <a:avLst/>
            <a:gdLst>
              <a:gd name="T0" fmla="*/ 449 w 452"/>
              <a:gd name="T1" fmla="*/ 0 h 1075"/>
              <a:gd name="T2" fmla="*/ 449 w 452"/>
              <a:gd name="T3" fmla="*/ 0 h 1075"/>
              <a:gd name="T4" fmla="*/ 0 w 452"/>
              <a:gd name="T5" fmla="*/ 449 h 1075"/>
              <a:gd name="T6" fmla="*/ 5 w 452"/>
              <a:gd name="T7" fmla="*/ 847 h 1075"/>
              <a:gd name="T8" fmla="*/ 129 w 452"/>
              <a:gd name="T9" fmla="*/ 971 h 1075"/>
              <a:gd name="T10" fmla="*/ 129 w 452"/>
              <a:gd name="T11" fmla="*/ 999 h 1075"/>
              <a:gd name="T12" fmla="*/ 56 w 452"/>
              <a:gd name="T13" fmla="*/ 1072 h 1075"/>
              <a:gd name="T14" fmla="*/ 58 w 452"/>
              <a:gd name="T15" fmla="*/ 1074 h 1075"/>
              <a:gd name="T16" fmla="*/ 59 w 452"/>
              <a:gd name="T17" fmla="*/ 1075 h 1075"/>
              <a:gd name="T18" fmla="*/ 133 w 452"/>
              <a:gd name="T19" fmla="*/ 1001 h 1075"/>
              <a:gd name="T20" fmla="*/ 133 w 452"/>
              <a:gd name="T21" fmla="*/ 969 h 1075"/>
              <a:gd name="T22" fmla="*/ 9 w 452"/>
              <a:gd name="T23" fmla="*/ 845 h 1075"/>
              <a:gd name="T24" fmla="*/ 4 w 452"/>
              <a:gd name="T25" fmla="*/ 450 h 1075"/>
              <a:gd name="T26" fmla="*/ 452 w 452"/>
              <a:gd name="T27" fmla="*/ 3 h 1075"/>
              <a:gd name="T28" fmla="*/ 449 w 452"/>
              <a:gd name="T29" fmla="*/ 0 h 10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2" h="1075">
                <a:moveTo>
                  <a:pt x="449" y="0"/>
                </a:moveTo>
                <a:cubicBezTo>
                  <a:pt x="449" y="0"/>
                  <a:pt x="449" y="0"/>
                  <a:pt x="449" y="0"/>
                </a:cubicBezTo>
                <a:cubicBezTo>
                  <a:pt x="0" y="449"/>
                  <a:pt x="0" y="449"/>
                  <a:pt x="0" y="449"/>
                </a:cubicBezTo>
                <a:cubicBezTo>
                  <a:pt x="5" y="847"/>
                  <a:pt x="5" y="847"/>
                  <a:pt x="5" y="847"/>
                </a:cubicBezTo>
                <a:cubicBezTo>
                  <a:pt x="129" y="971"/>
                  <a:pt x="129" y="971"/>
                  <a:pt x="129" y="971"/>
                </a:cubicBezTo>
                <a:cubicBezTo>
                  <a:pt x="129" y="999"/>
                  <a:pt x="129" y="999"/>
                  <a:pt x="129" y="999"/>
                </a:cubicBezTo>
                <a:cubicBezTo>
                  <a:pt x="56" y="1072"/>
                  <a:pt x="56" y="1072"/>
                  <a:pt x="56" y="1072"/>
                </a:cubicBezTo>
                <a:cubicBezTo>
                  <a:pt x="57" y="1072"/>
                  <a:pt x="57" y="1073"/>
                  <a:pt x="58" y="1074"/>
                </a:cubicBezTo>
                <a:cubicBezTo>
                  <a:pt x="58" y="1074"/>
                  <a:pt x="59" y="1074"/>
                  <a:pt x="59" y="1075"/>
                </a:cubicBezTo>
                <a:cubicBezTo>
                  <a:pt x="133" y="1001"/>
                  <a:pt x="133" y="1001"/>
                  <a:pt x="133" y="1001"/>
                </a:cubicBezTo>
                <a:cubicBezTo>
                  <a:pt x="133" y="969"/>
                  <a:pt x="133" y="969"/>
                  <a:pt x="133" y="969"/>
                </a:cubicBezTo>
                <a:cubicBezTo>
                  <a:pt x="9" y="845"/>
                  <a:pt x="9" y="845"/>
                  <a:pt x="9" y="845"/>
                </a:cubicBezTo>
                <a:cubicBezTo>
                  <a:pt x="4" y="450"/>
                  <a:pt x="4" y="450"/>
                  <a:pt x="4" y="450"/>
                </a:cubicBezTo>
                <a:cubicBezTo>
                  <a:pt x="452" y="3"/>
                  <a:pt x="452" y="3"/>
                  <a:pt x="452" y="3"/>
                </a:cubicBezTo>
                <a:cubicBezTo>
                  <a:pt x="449" y="0"/>
                  <a:pt x="449" y="0"/>
                  <a:pt x="449"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66" name="Freeform 722"/>
          <p:cNvSpPr>
            <a:spLocks/>
          </p:cNvSpPr>
          <p:nvPr/>
        </p:nvSpPr>
        <p:spPr bwMode="auto">
          <a:xfrm>
            <a:off x="9548042" y="-4159257"/>
            <a:ext cx="1843088" cy="4702184"/>
          </a:xfrm>
          <a:custGeom>
            <a:avLst/>
            <a:gdLst>
              <a:gd name="T0" fmla="*/ 442 w 445"/>
              <a:gd name="T1" fmla="*/ 0 h 1134"/>
              <a:gd name="T2" fmla="*/ 0 w 445"/>
              <a:gd name="T3" fmla="*/ 442 h 1134"/>
              <a:gd name="T4" fmla="*/ 3 w 445"/>
              <a:gd name="T5" fmla="*/ 828 h 1134"/>
              <a:gd name="T6" fmla="*/ 137 w 445"/>
              <a:gd name="T7" fmla="*/ 963 h 1134"/>
              <a:gd name="T8" fmla="*/ 139 w 445"/>
              <a:gd name="T9" fmla="*/ 999 h 1134"/>
              <a:gd name="T10" fmla="*/ 7 w 445"/>
              <a:gd name="T11" fmla="*/ 1132 h 1134"/>
              <a:gd name="T12" fmla="*/ 9 w 445"/>
              <a:gd name="T13" fmla="*/ 1133 h 1134"/>
              <a:gd name="T14" fmla="*/ 9 w 445"/>
              <a:gd name="T15" fmla="*/ 1134 h 1134"/>
              <a:gd name="T16" fmla="*/ 143 w 445"/>
              <a:gd name="T17" fmla="*/ 1001 h 1134"/>
              <a:gd name="T18" fmla="*/ 141 w 445"/>
              <a:gd name="T19" fmla="*/ 961 h 1134"/>
              <a:gd name="T20" fmla="*/ 7 w 445"/>
              <a:gd name="T21" fmla="*/ 827 h 1134"/>
              <a:gd name="T22" fmla="*/ 4 w 445"/>
              <a:gd name="T23" fmla="*/ 444 h 1134"/>
              <a:gd name="T24" fmla="*/ 445 w 445"/>
              <a:gd name="T25" fmla="*/ 3 h 1134"/>
              <a:gd name="T26" fmla="*/ 442 w 445"/>
              <a:gd name="T27" fmla="*/ 0 h 1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5" h="1134">
                <a:moveTo>
                  <a:pt x="442" y="0"/>
                </a:moveTo>
                <a:cubicBezTo>
                  <a:pt x="0" y="442"/>
                  <a:pt x="0" y="442"/>
                  <a:pt x="0" y="442"/>
                </a:cubicBezTo>
                <a:cubicBezTo>
                  <a:pt x="3" y="828"/>
                  <a:pt x="3" y="828"/>
                  <a:pt x="3" y="828"/>
                </a:cubicBezTo>
                <a:cubicBezTo>
                  <a:pt x="137" y="963"/>
                  <a:pt x="137" y="963"/>
                  <a:pt x="137" y="963"/>
                </a:cubicBezTo>
                <a:cubicBezTo>
                  <a:pt x="139" y="999"/>
                  <a:pt x="139" y="999"/>
                  <a:pt x="139" y="999"/>
                </a:cubicBezTo>
                <a:cubicBezTo>
                  <a:pt x="7" y="1132"/>
                  <a:pt x="7" y="1132"/>
                  <a:pt x="7" y="1132"/>
                </a:cubicBezTo>
                <a:cubicBezTo>
                  <a:pt x="7" y="1132"/>
                  <a:pt x="8" y="1133"/>
                  <a:pt x="9" y="1133"/>
                </a:cubicBezTo>
                <a:cubicBezTo>
                  <a:pt x="9" y="1134"/>
                  <a:pt x="9" y="1134"/>
                  <a:pt x="9" y="1134"/>
                </a:cubicBezTo>
                <a:cubicBezTo>
                  <a:pt x="143" y="1001"/>
                  <a:pt x="143" y="1001"/>
                  <a:pt x="143" y="1001"/>
                </a:cubicBezTo>
                <a:cubicBezTo>
                  <a:pt x="141" y="961"/>
                  <a:pt x="141" y="961"/>
                  <a:pt x="141" y="961"/>
                </a:cubicBezTo>
                <a:cubicBezTo>
                  <a:pt x="7" y="827"/>
                  <a:pt x="7" y="827"/>
                  <a:pt x="7" y="827"/>
                </a:cubicBezTo>
                <a:cubicBezTo>
                  <a:pt x="4" y="444"/>
                  <a:pt x="4" y="444"/>
                  <a:pt x="4" y="444"/>
                </a:cubicBezTo>
                <a:cubicBezTo>
                  <a:pt x="445" y="3"/>
                  <a:pt x="445" y="3"/>
                  <a:pt x="445" y="3"/>
                </a:cubicBezTo>
                <a:cubicBezTo>
                  <a:pt x="442" y="0"/>
                  <a:pt x="442" y="0"/>
                  <a:pt x="44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67" name="Freeform 723"/>
          <p:cNvSpPr>
            <a:spLocks/>
          </p:cNvSpPr>
          <p:nvPr/>
        </p:nvSpPr>
        <p:spPr bwMode="auto">
          <a:xfrm>
            <a:off x="9625830" y="-4110045"/>
            <a:ext cx="1811338" cy="4216408"/>
          </a:xfrm>
          <a:custGeom>
            <a:avLst/>
            <a:gdLst>
              <a:gd name="T0" fmla="*/ 434 w 437"/>
              <a:gd name="T1" fmla="*/ 0 h 1017"/>
              <a:gd name="T2" fmla="*/ 434 w 437"/>
              <a:gd name="T3" fmla="*/ 0 h 1017"/>
              <a:gd name="T4" fmla="*/ 0 w 437"/>
              <a:gd name="T5" fmla="*/ 435 h 1017"/>
              <a:gd name="T6" fmla="*/ 5 w 437"/>
              <a:gd name="T7" fmla="*/ 809 h 1017"/>
              <a:gd name="T8" fmla="*/ 150 w 437"/>
              <a:gd name="T9" fmla="*/ 954 h 1017"/>
              <a:gd name="T10" fmla="*/ 149 w 437"/>
              <a:gd name="T11" fmla="*/ 1016 h 1017"/>
              <a:gd name="T12" fmla="*/ 153 w 437"/>
              <a:gd name="T13" fmla="*/ 1017 h 1017"/>
              <a:gd name="T14" fmla="*/ 154 w 437"/>
              <a:gd name="T15" fmla="*/ 952 h 1017"/>
              <a:gd name="T16" fmla="*/ 9 w 437"/>
              <a:gd name="T17" fmla="*/ 808 h 1017"/>
              <a:gd name="T18" fmla="*/ 4 w 437"/>
              <a:gd name="T19" fmla="*/ 436 h 1017"/>
              <a:gd name="T20" fmla="*/ 437 w 437"/>
              <a:gd name="T21" fmla="*/ 3 h 1017"/>
              <a:gd name="T22" fmla="*/ 434 w 437"/>
              <a:gd name="T23" fmla="*/ 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7" h="1017">
                <a:moveTo>
                  <a:pt x="434" y="0"/>
                </a:moveTo>
                <a:cubicBezTo>
                  <a:pt x="434" y="0"/>
                  <a:pt x="434" y="0"/>
                  <a:pt x="434" y="0"/>
                </a:cubicBezTo>
                <a:cubicBezTo>
                  <a:pt x="0" y="435"/>
                  <a:pt x="0" y="435"/>
                  <a:pt x="0" y="435"/>
                </a:cubicBezTo>
                <a:cubicBezTo>
                  <a:pt x="5" y="809"/>
                  <a:pt x="5" y="809"/>
                  <a:pt x="5" y="809"/>
                </a:cubicBezTo>
                <a:cubicBezTo>
                  <a:pt x="150" y="954"/>
                  <a:pt x="150" y="954"/>
                  <a:pt x="150" y="954"/>
                </a:cubicBezTo>
                <a:cubicBezTo>
                  <a:pt x="149" y="1016"/>
                  <a:pt x="149" y="1016"/>
                  <a:pt x="149" y="1016"/>
                </a:cubicBezTo>
                <a:cubicBezTo>
                  <a:pt x="150" y="1016"/>
                  <a:pt x="152" y="1017"/>
                  <a:pt x="153" y="1017"/>
                </a:cubicBezTo>
                <a:cubicBezTo>
                  <a:pt x="154" y="952"/>
                  <a:pt x="154" y="952"/>
                  <a:pt x="154" y="952"/>
                </a:cubicBezTo>
                <a:cubicBezTo>
                  <a:pt x="9" y="808"/>
                  <a:pt x="9" y="808"/>
                  <a:pt x="9" y="808"/>
                </a:cubicBezTo>
                <a:cubicBezTo>
                  <a:pt x="4" y="436"/>
                  <a:pt x="4" y="436"/>
                  <a:pt x="4" y="436"/>
                </a:cubicBezTo>
                <a:cubicBezTo>
                  <a:pt x="437" y="3"/>
                  <a:pt x="437" y="3"/>
                  <a:pt x="437" y="3"/>
                </a:cubicBezTo>
                <a:cubicBezTo>
                  <a:pt x="434" y="0"/>
                  <a:pt x="434" y="0"/>
                  <a:pt x="434"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68" name="Freeform 724"/>
          <p:cNvSpPr>
            <a:spLocks/>
          </p:cNvSpPr>
          <p:nvPr/>
        </p:nvSpPr>
        <p:spPr bwMode="auto">
          <a:xfrm>
            <a:off x="9713142" y="-4051307"/>
            <a:ext cx="1782763" cy="4594234"/>
          </a:xfrm>
          <a:custGeom>
            <a:avLst/>
            <a:gdLst>
              <a:gd name="T0" fmla="*/ 427 w 430"/>
              <a:gd name="T1" fmla="*/ 0 h 1108"/>
              <a:gd name="T2" fmla="*/ 0 w 430"/>
              <a:gd name="T3" fmla="*/ 428 h 1108"/>
              <a:gd name="T4" fmla="*/ 3 w 430"/>
              <a:gd name="T5" fmla="*/ 791 h 1108"/>
              <a:gd name="T6" fmla="*/ 184 w 430"/>
              <a:gd name="T7" fmla="*/ 972 h 1108"/>
              <a:gd name="T8" fmla="*/ 185 w 430"/>
              <a:gd name="T9" fmla="*/ 1063 h 1108"/>
              <a:gd name="T10" fmla="*/ 144 w 430"/>
              <a:gd name="T11" fmla="*/ 1104 h 1108"/>
              <a:gd name="T12" fmla="*/ 60 w 430"/>
              <a:gd name="T13" fmla="*/ 1104 h 1108"/>
              <a:gd name="T14" fmla="*/ 60 w 430"/>
              <a:gd name="T15" fmla="*/ 1105 h 1108"/>
              <a:gd name="T16" fmla="*/ 60 w 430"/>
              <a:gd name="T17" fmla="*/ 1108 h 1108"/>
              <a:gd name="T18" fmla="*/ 145 w 430"/>
              <a:gd name="T19" fmla="*/ 1108 h 1108"/>
              <a:gd name="T20" fmla="*/ 189 w 430"/>
              <a:gd name="T21" fmla="*/ 1065 h 1108"/>
              <a:gd name="T22" fmla="*/ 188 w 430"/>
              <a:gd name="T23" fmla="*/ 971 h 1108"/>
              <a:gd name="T24" fmla="*/ 6 w 430"/>
              <a:gd name="T25" fmla="*/ 790 h 1108"/>
              <a:gd name="T26" fmla="*/ 4 w 430"/>
              <a:gd name="T27" fmla="*/ 429 h 1108"/>
              <a:gd name="T28" fmla="*/ 430 w 430"/>
              <a:gd name="T29" fmla="*/ 3 h 1108"/>
              <a:gd name="T30" fmla="*/ 427 w 430"/>
              <a:gd name="T31" fmla="*/ 0 h 1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0" h="1108">
                <a:moveTo>
                  <a:pt x="427" y="0"/>
                </a:moveTo>
                <a:cubicBezTo>
                  <a:pt x="0" y="428"/>
                  <a:pt x="0" y="428"/>
                  <a:pt x="0" y="428"/>
                </a:cubicBezTo>
                <a:cubicBezTo>
                  <a:pt x="3" y="791"/>
                  <a:pt x="3" y="791"/>
                  <a:pt x="3" y="791"/>
                </a:cubicBezTo>
                <a:cubicBezTo>
                  <a:pt x="184" y="972"/>
                  <a:pt x="184" y="972"/>
                  <a:pt x="184" y="972"/>
                </a:cubicBezTo>
                <a:cubicBezTo>
                  <a:pt x="185" y="1063"/>
                  <a:pt x="185" y="1063"/>
                  <a:pt x="185" y="1063"/>
                </a:cubicBezTo>
                <a:cubicBezTo>
                  <a:pt x="144" y="1104"/>
                  <a:pt x="144" y="1104"/>
                  <a:pt x="144" y="1104"/>
                </a:cubicBezTo>
                <a:cubicBezTo>
                  <a:pt x="60" y="1104"/>
                  <a:pt x="60" y="1104"/>
                  <a:pt x="60" y="1104"/>
                </a:cubicBezTo>
                <a:cubicBezTo>
                  <a:pt x="60" y="1104"/>
                  <a:pt x="60" y="1104"/>
                  <a:pt x="60" y="1105"/>
                </a:cubicBezTo>
                <a:cubicBezTo>
                  <a:pt x="60" y="1106"/>
                  <a:pt x="60" y="1107"/>
                  <a:pt x="60" y="1108"/>
                </a:cubicBezTo>
                <a:cubicBezTo>
                  <a:pt x="145" y="1108"/>
                  <a:pt x="145" y="1108"/>
                  <a:pt x="145" y="1108"/>
                </a:cubicBezTo>
                <a:cubicBezTo>
                  <a:pt x="189" y="1065"/>
                  <a:pt x="189" y="1065"/>
                  <a:pt x="189" y="1065"/>
                </a:cubicBezTo>
                <a:cubicBezTo>
                  <a:pt x="188" y="971"/>
                  <a:pt x="188" y="971"/>
                  <a:pt x="188" y="971"/>
                </a:cubicBezTo>
                <a:cubicBezTo>
                  <a:pt x="6" y="790"/>
                  <a:pt x="6" y="790"/>
                  <a:pt x="6" y="790"/>
                </a:cubicBezTo>
                <a:cubicBezTo>
                  <a:pt x="4" y="429"/>
                  <a:pt x="4" y="429"/>
                  <a:pt x="4" y="429"/>
                </a:cubicBezTo>
                <a:cubicBezTo>
                  <a:pt x="430" y="3"/>
                  <a:pt x="430" y="3"/>
                  <a:pt x="430" y="3"/>
                </a:cubicBezTo>
                <a:cubicBezTo>
                  <a:pt x="427" y="0"/>
                  <a:pt x="427" y="0"/>
                  <a:pt x="427"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69" name="Freeform 725"/>
          <p:cNvSpPr>
            <a:spLocks/>
          </p:cNvSpPr>
          <p:nvPr/>
        </p:nvSpPr>
        <p:spPr bwMode="auto">
          <a:xfrm>
            <a:off x="9738542" y="-3994157"/>
            <a:ext cx="1814513" cy="4913322"/>
          </a:xfrm>
          <a:custGeom>
            <a:avLst/>
            <a:gdLst>
              <a:gd name="T0" fmla="*/ 1138 w 1143"/>
              <a:gd name="T1" fmla="*/ 0 h 3095"/>
              <a:gd name="T2" fmla="*/ 39 w 1143"/>
              <a:gd name="T3" fmla="*/ 1100 h 3095"/>
              <a:gd name="T4" fmla="*/ 47 w 1143"/>
              <a:gd name="T5" fmla="*/ 2011 h 3095"/>
              <a:gd name="T6" fmla="*/ 522 w 1143"/>
              <a:gd name="T7" fmla="*/ 2489 h 3095"/>
              <a:gd name="T8" fmla="*/ 524 w 1143"/>
              <a:gd name="T9" fmla="*/ 2740 h 3095"/>
              <a:gd name="T10" fmla="*/ 389 w 1143"/>
              <a:gd name="T11" fmla="*/ 2876 h 3095"/>
              <a:gd name="T12" fmla="*/ 209 w 1143"/>
              <a:gd name="T13" fmla="*/ 2878 h 3095"/>
              <a:gd name="T14" fmla="*/ 34 w 1143"/>
              <a:gd name="T15" fmla="*/ 3053 h 3095"/>
              <a:gd name="T16" fmla="*/ 0 w 1143"/>
              <a:gd name="T17" fmla="*/ 3087 h 3095"/>
              <a:gd name="T18" fmla="*/ 7 w 1143"/>
              <a:gd name="T19" fmla="*/ 3095 h 3095"/>
              <a:gd name="T20" fmla="*/ 41 w 1143"/>
              <a:gd name="T21" fmla="*/ 3061 h 3095"/>
              <a:gd name="T22" fmla="*/ 214 w 1143"/>
              <a:gd name="T23" fmla="*/ 2889 h 3095"/>
              <a:gd name="T24" fmla="*/ 394 w 1143"/>
              <a:gd name="T25" fmla="*/ 2886 h 3095"/>
              <a:gd name="T26" fmla="*/ 535 w 1143"/>
              <a:gd name="T27" fmla="*/ 2745 h 3095"/>
              <a:gd name="T28" fmla="*/ 532 w 1143"/>
              <a:gd name="T29" fmla="*/ 2484 h 3095"/>
              <a:gd name="T30" fmla="*/ 57 w 1143"/>
              <a:gd name="T31" fmla="*/ 2009 h 3095"/>
              <a:gd name="T32" fmla="*/ 49 w 1143"/>
              <a:gd name="T33" fmla="*/ 1105 h 3095"/>
              <a:gd name="T34" fmla="*/ 1143 w 1143"/>
              <a:gd name="T35" fmla="*/ 8 h 3095"/>
              <a:gd name="T36" fmla="*/ 1138 w 1143"/>
              <a:gd name="T37" fmla="*/ 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3" h="3095">
                <a:moveTo>
                  <a:pt x="1138" y="0"/>
                </a:moveTo>
                <a:lnTo>
                  <a:pt x="39" y="1100"/>
                </a:lnTo>
                <a:lnTo>
                  <a:pt x="47" y="2011"/>
                </a:lnTo>
                <a:lnTo>
                  <a:pt x="522" y="2489"/>
                </a:lnTo>
                <a:lnTo>
                  <a:pt x="524" y="2740"/>
                </a:lnTo>
                <a:lnTo>
                  <a:pt x="389" y="2876"/>
                </a:lnTo>
                <a:lnTo>
                  <a:pt x="209" y="2878"/>
                </a:lnTo>
                <a:lnTo>
                  <a:pt x="34" y="3053"/>
                </a:lnTo>
                <a:lnTo>
                  <a:pt x="0" y="3087"/>
                </a:lnTo>
                <a:lnTo>
                  <a:pt x="7" y="3095"/>
                </a:lnTo>
                <a:lnTo>
                  <a:pt x="41" y="3061"/>
                </a:lnTo>
                <a:lnTo>
                  <a:pt x="214" y="2889"/>
                </a:lnTo>
                <a:lnTo>
                  <a:pt x="394" y="2886"/>
                </a:lnTo>
                <a:lnTo>
                  <a:pt x="535" y="2745"/>
                </a:lnTo>
                <a:lnTo>
                  <a:pt x="532" y="2484"/>
                </a:lnTo>
                <a:lnTo>
                  <a:pt x="57" y="2009"/>
                </a:lnTo>
                <a:lnTo>
                  <a:pt x="49" y="1105"/>
                </a:lnTo>
                <a:lnTo>
                  <a:pt x="1143" y="8"/>
                </a:lnTo>
                <a:lnTo>
                  <a:pt x="113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70" name="Freeform 726"/>
          <p:cNvSpPr>
            <a:spLocks/>
          </p:cNvSpPr>
          <p:nvPr/>
        </p:nvSpPr>
        <p:spPr bwMode="auto">
          <a:xfrm>
            <a:off x="9738542" y="-3994157"/>
            <a:ext cx="1814513" cy="4913322"/>
          </a:xfrm>
          <a:custGeom>
            <a:avLst/>
            <a:gdLst>
              <a:gd name="T0" fmla="*/ 1138 w 1143"/>
              <a:gd name="T1" fmla="*/ 0 h 3095"/>
              <a:gd name="T2" fmla="*/ 39 w 1143"/>
              <a:gd name="T3" fmla="*/ 1100 h 3095"/>
              <a:gd name="T4" fmla="*/ 47 w 1143"/>
              <a:gd name="T5" fmla="*/ 2011 h 3095"/>
              <a:gd name="T6" fmla="*/ 522 w 1143"/>
              <a:gd name="T7" fmla="*/ 2489 h 3095"/>
              <a:gd name="T8" fmla="*/ 524 w 1143"/>
              <a:gd name="T9" fmla="*/ 2740 h 3095"/>
              <a:gd name="T10" fmla="*/ 389 w 1143"/>
              <a:gd name="T11" fmla="*/ 2876 h 3095"/>
              <a:gd name="T12" fmla="*/ 209 w 1143"/>
              <a:gd name="T13" fmla="*/ 2878 h 3095"/>
              <a:gd name="T14" fmla="*/ 34 w 1143"/>
              <a:gd name="T15" fmla="*/ 3053 h 3095"/>
              <a:gd name="T16" fmla="*/ 0 w 1143"/>
              <a:gd name="T17" fmla="*/ 3087 h 3095"/>
              <a:gd name="T18" fmla="*/ 7 w 1143"/>
              <a:gd name="T19" fmla="*/ 3095 h 3095"/>
              <a:gd name="T20" fmla="*/ 41 w 1143"/>
              <a:gd name="T21" fmla="*/ 3061 h 3095"/>
              <a:gd name="T22" fmla="*/ 214 w 1143"/>
              <a:gd name="T23" fmla="*/ 2889 h 3095"/>
              <a:gd name="T24" fmla="*/ 394 w 1143"/>
              <a:gd name="T25" fmla="*/ 2886 h 3095"/>
              <a:gd name="T26" fmla="*/ 535 w 1143"/>
              <a:gd name="T27" fmla="*/ 2745 h 3095"/>
              <a:gd name="T28" fmla="*/ 532 w 1143"/>
              <a:gd name="T29" fmla="*/ 2484 h 3095"/>
              <a:gd name="T30" fmla="*/ 57 w 1143"/>
              <a:gd name="T31" fmla="*/ 2009 h 3095"/>
              <a:gd name="T32" fmla="*/ 49 w 1143"/>
              <a:gd name="T33" fmla="*/ 1105 h 3095"/>
              <a:gd name="T34" fmla="*/ 1143 w 1143"/>
              <a:gd name="T35" fmla="*/ 8 h 3095"/>
              <a:gd name="T36" fmla="*/ 1138 w 1143"/>
              <a:gd name="T37" fmla="*/ 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3" h="3095">
                <a:moveTo>
                  <a:pt x="1138" y="0"/>
                </a:moveTo>
                <a:lnTo>
                  <a:pt x="39" y="1100"/>
                </a:lnTo>
                <a:lnTo>
                  <a:pt x="47" y="2011"/>
                </a:lnTo>
                <a:lnTo>
                  <a:pt x="522" y="2489"/>
                </a:lnTo>
                <a:lnTo>
                  <a:pt x="524" y="2740"/>
                </a:lnTo>
                <a:lnTo>
                  <a:pt x="389" y="2876"/>
                </a:lnTo>
                <a:lnTo>
                  <a:pt x="209" y="2878"/>
                </a:lnTo>
                <a:lnTo>
                  <a:pt x="34" y="3053"/>
                </a:lnTo>
                <a:lnTo>
                  <a:pt x="0" y="3087"/>
                </a:lnTo>
                <a:lnTo>
                  <a:pt x="7" y="3095"/>
                </a:lnTo>
                <a:lnTo>
                  <a:pt x="41" y="3061"/>
                </a:lnTo>
                <a:lnTo>
                  <a:pt x="214" y="2889"/>
                </a:lnTo>
                <a:lnTo>
                  <a:pt x="394" y="2886"/>
                </a:lnTo>
                <a:lnTo>
                  <a:pt x="535" y="2745"/>
                </a:lnTo>
                <a:lnTo>
                  <a:pt x="532" y="2484"/>
                </a:lnTo>
                <a:lnTo>
                  <a:pt x="57" y="2009"/>
                </a:lnTo>
                <a:lnTo>
                  <a:pt x="49" y="1105"/>
                </a:lnTo>
                <a:lnTo>
                  <a:pt x="1143" y="8"/>
                </a:lnTo>
                <a:lnTo>
                  <a:pt x="113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71" name="Freeform 727"/>
          <p:cNvSpPr>
            <a:spLocks noEditPoints="1"/>
          </p:cNvSpPr>
          <p:nvPr/>
        </p:nvSpPr>
        <p:spPr bwMode="auto">
          <a:xfrm>
            <a:off x="9983017" y="-3897319"/>
            <a:ext cx="1665288" cy="2362204"/>
          </a:xfrm>
          <a:custGeom>
            <a:avLst/>
            <a:gdLst>
              <a:gd name="T0" fmla="*/ 36 w 402"/>
              <a:gd name="T1" fmla="*/ 363 h 570"/>
              <a:gd name="T2" fmla="*/ 0 w 402"/>
              <a:gd name="T3" fmla="*/ 399 h 570"/>
              <a:gd name="T4" fmla="*/ 0 w 402"/>
              <a:gd name="T5" fmla="*/ 569 h 570"/>
              <a:gd name="T6" fmla="*/ 4 w 402"/>
              <a:gd name="T7" fmla="*/ 570 h 570"/>
              <a:gd name="T8" fmla="*/ 4 w 402"/>
              <a:gd name="T9" fmla="*/ 401 h 570"/>
              <a:gd name="T10" fmla="*/ 39 w 402"/>
              <a:gd name="T11" fmla="*/ 366 h 570"/>
              <a:gd name="T12" fmla="*/ 38 w 402"/>
              <a:gd name="T13" fmla="*/ 365 h 570"/>
              <a:gd name="T14" fmla="*/ 36 w 402"/>
              <a:gd name="T15" fmla="*/ 363 h 570"/>
              <a:gd name="T16" fmla="*/ 399 w 402"/>
              <a:gd name="T17" fmla="*/ 0 h 570"/>
              <a:gd name="T18" fmla="*/ 65 w 402"/>
              <a:gd name="T19" fmla="*/ 334 h 570"/>
              <a:gd name="T20" fmla="*/ 67 w 402"/>
              <a:gd name="T21" fmla="*/ 336 h 570"/>
              <a:gd name="T22" fmla="*/ 68 w 402"/>
              <a:gd name="T23" fmla="*/ 337 h 570"/>
              <a:gd name="T24" fmla="*/ 402 w 402"/>
              <a:gd name="T25" fmla="*/ 3 h 570"/>
              <a:gd name="T26" fmla="*/ 399 w 402"/>
              <a:gd name="T27" fmla="*/ 0 h 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2" h="570">
                <a:moveTo>
                  <a:pt x="36" y="363"/>
                </a:moveTo>
                <a:cubicBezTo>
                  <a:pt x="0" y="399"/>
                  <a:pt x="0" y="399"/>
                  <a:pt x="0" y="399"/>
                </a:cubicBezTo>
                <a:cubicBezTo>
                  <a:pt x="0" y="569"/>
                  <a:pt x="0" y="569"/>
                  <a:pt x="0" y="569"/>
                </a:cubicBezTo>
                <a:cubicBezTo>
                  <a:pt x="1" y="569"/>
                  <a:pt x="2" y="569"/>
                  <a:pt x="4" y="570"/>
                </a:cubicBezTo>
                <a:cubicBezTo>
                  <a:pt x="4" y="401"/>
                  <a:pt x="4" y="401"/>
                  <a:pt x="4" y="401"/>
                </a:cubicBezTo>
                <a:cubicBezTo>
                  <a:pt x="39" y="366"/>
                  <a:pt x="39" y="366"/>
                  <a:pt x="39" y="366"/>
                </a:cubicBezTo>
                <a:cubicBezTo>
                  <a:pt x="38" y="366"/>
                  <a:pt x="38" y="365"/>
                  <a:pt x="38" y="365"/>
                </a:cubicBezTo>
                <a:cubicBezTo>
                  <a:pt x="37" y="364"/>
                  <a:pt x="37" y="364"/>
                  <a:pt x="36" y="363"/>
                </a:cubicBezTo>
                <a:moveTo>
                  <a:pt x="399" y="0"/>
                </a:moveTo>
                <a:cubicBezTo>
                  <a:pt x="65" y="334"/>
                  <a:pt x="65" y="334"/>
                  <a:pt x="65" y="334"/>
                </a:cubicBezTo>
                <a:cubicBezTo>
                  <a:pt x="66" y="335"/>
                  <a:pt x="66" y="335"/>
                  <a:pt x="67" y="336"/>
                </a:cubicBezTo>
                <a:cubicBezTo>
                  <a:pt x="67" y="336"/>
                  <a:pt x="68" y="336"/>
                  <a:pt x="68" y="337"/>
                </a:cubicBezTo>
                <a:cubicBezTo>
                  <a:pt x="402" y="3"/>
                  <a:pt x="402" y="3"/>
                  <a:pt x="402" y="3"/>
                </a:cubicBezTo>
                <a:cubicBezTo>
                  <a:pt x="399" y="0"/>
                  <a:pt x="399" y="0"/>
                  <a:pt x="399"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72" name="Freeform 728"/>
          <p:cNvSpPr>
            <a:spLocks/>
          </p:cNvSpPr>
          <p:nvPr/>
        </p:nvSpPr>
        <p:spPr bwMode="auto">
          <a:xfrm>
            <a:off x="10081442" y="-3748094"/>
            <a:ext cx="1720851" cy="4162433"/>
          </a:xfrm>
          <a:custGeom>
            <a:avLst/>
            <a:gdLst>
              <a:gd name="T0" fmla="*/ 412 w 415"/>
              <a:gd name="T1" fmla="*/ 0 h 1004"/>
              <a:gd name="T2" fmla="*/ 4 w 415"/>
              <a:gd name="T3" fmla="*/ 408 h 1004"/>
              <a:gd name="T4" fmla="*/ 0 w 415"/>
              <a:gd name="T5" fmla="*/ 709 h 1004"/>
              <a:gd name="T6" fmla="*/ 206 w 415"/>
              <a:gd name="T7" fmla="*/ 915 h 1004"/>
              <a:gd name="T8" fmla="*/ 205 w 415"/>
              <a:gd name="T9" fmla="*/ 982 h 1004"/>
              <a:gd name="T10" fmla="*/ 228 w 415"/>
              <a:gd name="T11" fmla="*/ 1004 h 1004"/>
              <a:gd name="T12" fmla="*/ 230 w 415"/>
              <a:gd name="T13" fmla="*/ 1001 h 1004"/>
              <a:gd name="T14" fmla="*/ 209 w 415"/>
              <a:gd name="T15" fmla="*/ 980 h 1004"/>
              <a:gd name="T16" fmla="*/ 210 w 415"/>
              <a:gd name="T17" fmla="*/ 913 h 1004"/>
              <a:gd name="T18" fmla="*/ 4 w 415"/>
              <a:gd name="T19" fmla="*/ 707 h 1004"/>
              <a:gd name="T20" fmla="*/ 8 w 415"/>
              <a:gd name="T21" fmla="*/ 410 h 1004"/>
              <a:gd name="T22" fmla="*/ 415 w 415"/>
              <a:gd name="T23" fmla="*/ 3 h 1004"/>
              <a:gd name="T24" fmla="*/ 412 w 415"/>
              <a:gd name="T25" fmla="*/ 0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5" h="1004">
                <a:moveTo>
                  <a:pt x="412" y="0"/>
                </a:moveTo>
                <a:cubicBezTo>
                  <a:pt x="4" y="408"/>
                  <a:pt x="4" y="408"/>
                  <a:pt x="4" y="408"/>
                </a:cubicBezTo>
                <a:cubicBezTo>
                  <a:pt x="0" y="709"/>
                  <a:pt x="0" y="709"/>
                  <a:pt x="0" y="709"/>
                </a:cubicBezTo>
                <a:cubicBezTo>
                  <a:pt x="206" y="915"/>
                  <a:pt x="206" y="915"/>
                  <a:pt x="206" y="915"/>
                </a:cubicBezTo>
                <a:cubicBezTo>
                  <a:pt x="205" y="982"/>
                  <a:pt x="205" y="982"/>
                  <a:pt x="205" y="982"/>
                </a:cubicBezTo>
                <a:cubicBezTo>
                  <a:pt x="228" y="1004"/>
                  <a:pt x="228" y="1004"/>
                  <a:pt x="228" y="1004"/>
                </a:cubicBezTo>
                <a:cubicBezTo>
                  <a:pt x="228" y="1003"/>
                  <a:pt x="229" y="1002"/>
                  <a:pt x="230" y="1001"/>
                </a:cubicBezTo>
                <a:cubicBezTo>
                  <a:pt x="209" y="980"/>
                  <a:pt x="209" y="980"/>
                  <a:pt x="209" y="980"/>
                </a:cubicBezTo>
                <a:cubicBezTo>
                  <a:pt x="210" y="913"/>
                  <a:pt x="210" y="913"/>
                  <a:pt x="210" y="913"/>
                </a:cubicBezTo>
                <a:cubicBezTo>
                  <a:pt x="4" y="707"/>
                  <a:pt x="4" y="707"/>
                  <a:pt x="4" y="707"/>
                </a:cubicBezTo>
                <a:cubicBezTo>
                  <a:pt x="8" y="410"/>
                  <a:pt x="8" y="410"/>
                  <a:pt x="8" y="410"/>
                </a:cubicBezTo>
                <a:cubicBezTo>
                  <a:pt x="415" y="3"/>
                  <a:pt x="415" y="3"/>
                  <a:pt x="415" y="3"/>
                </a:cubicBezTo>
                <a:cubicBezTo>
                  <a:pt x="412" y="0"/>
                  <a:pt x="412" y="0"/>
                  <a:pt x="41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73" name="Freeform 729"/>
          <p:cNvSpPr>
            <a:spLocks/>
          </p:cNvSpPr>
          <p:nvPr/>
        </p:nvSpPr>
        <p:spPr bwMode="auto">
          <a:xfrm>
            <a:off x="10181455" y="-3711582"/>
            <a:ext cx="1654176" cy="3698882"/>
          </a:xfrm>
          <a:custGeom>
            <a:avLst/>
            <a:gdLst>
              <a:gd name="T0" fmla="*/ 396 w 399"/>
              <a:gd name="T1" fmla="*/ 0 h 892"/>
              <a:gd name="T2" fmla="*/ 1 w 399"/>
              <a:gd name="T3" fmla="*/ 395 h 892"/>
              <a:gd name="T4" fmla="*/ 0 w 399"/>
              <a:gd name="T5" fmla="*/ 684 h 892"/>
              <a:gd name="T6" fmla="*/ 208 w 399"/>
              <a:gd name="T7" fmla="*/ 892 h 892"/>
              <a:gd name="T8" fmla="*/ 208 w 399"/>
              <a:gd name="T9" fmla="*/ 892 h 892"/>
              <a:gd name="T10" fmla="*/ 208 w 399"/>
              <a:gd name="T11" fmla="*/ 892 h 892"/>
              <a:gd name="T12" fmla="*/ 211 w 399"/>
              <a:gd name="T13" fmla="*/ 890 h 892"/>
              <a:gd name="T14" fmla="*/ 4 w 399"/>
              <a:gd name="T15" fmla="*/ 683 h 892"/>
              <a:gd name="T16" fmla="*/ 5 w 399"/>
              <a:gd name="T17" fmla="*/ 397 h 892"/>
              <a:gd name="T18" fmla="*/ 399 w 399"/>
              <a:gd name="T19" fmla="*/ 3 h 892"/>
              <a:gd name="T20" fmla="*/ 396 w 399"/>
              <a:gd name="T21" fmla="*/ 0 h 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9" h="892">
                <a:moveTo>
                  <a:pt x="396" y="0"/>
                </a:moveTo>
                <a:cubicBezTo>
                  <a:pt x="1" y="395"/>
                  <a:pt x="1" y="395"/>
                  <a:pt x="1" y="395"/>
                </a:cubicBezTo>
                <a:cubicBezTo>
                  <a:pt x="0" y="684"/>
                  <a:pt x="0" y="684"/>
                  <a:pt x="0" y="684"/>
                </a:cubicBezTo>
                <a:cubicBezTo>
                  <a:pt x="208" y="892"/>
                  <a:pt x="208" y="892"/>
                  <a:pt x="208" y="892"/>
                </a:cubicBezTo>
                <a:cubicBezTo>
                  <a:pt x="208" y="892"/>
                  <a:pt x="208" y="892"/>
                  <a:pt x="208" y="892"/>
                </a:cubicBezTo>
                <a:cubicBezTo>
                  <a:pt x="208" y="892"/>
                  <a:pt x="208" y="892"/>
                  <a:pt x="208" y="892"/>
                </a:cubicBezTo>
                <a:cubicBezTo>
                  <a:pt x="209" y="891"/>
                  <a:pt x="210" y="890"/>
                  <a:pt x="211" y="890"/>
                </a:cubicBezTo>
                <a:cubicBezTo>
                  <a:pt x="4" y="683"/>
                  <a:pt x="4" y="683"/>
                  <a:pt x="4" y="683"/>
                </a:cubicBezTo>
                <a:cubicBezTo>
                  <a:pt x="5" y="397"/>
                  <a:pt x="5" y="397"/>
                  <a:pt x="5" y="397"/>
                </a:cubicBezTo>
                <a:cubicBezTo>
                  <a:pt x="399" y="3"/>
                  <a:pt x="399" y="3"/>
                  <a:pt x="399" y="3"/>
                </a:cubicBezTo>
                <a:cubicBezTo>
                  <a:pt x="396" y="0"/>
                  <a:pt x="396" y="0"/>
                  <a:pt x="39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74" name="Freeform 730"/>
          <p:cNvSpPr>
            <a:spLocks/>
          </p:cNvSpPr>
          <p:nvPr/>
        </p:nvSpPr>
        <p:spPr bwMode="auto">
          <a:xfrm>
            <a:off x="10294167" y="-3652844"/>
            <a:ext cx="1598613" cy="3867157"/>
          </a:xfrm>
          <a:custGeom>
            <a:avLst/>
            <a:gdLst>
              <a:gd name="T0" fmla="*/ 1002 w 1007"/>
              <a:gd name="T1" fmla="*/ 0 h 2436"/>
              <a:gd name="T2" fmla="*/ 1002 w 1007"/>
              <a:gd name="T3" fmla="*/ 0 h 2436"/>
              <a:gd name="T4" fmla="*/ 10 w 1007"/>
              <a:gd name="T5" fmla="*/ 992 h 2436"/>
              <a:gd name="T6" fmla="*/ 0 w 1007"/>
              <a:gd name="T7" fmla="*/ 1718 h 2436"/>
              <a:gd name="T8" fmla="*/ 592 w 1007"/>
              <a:gd name="T9" fmla="*/ 2308 h 2436"/>
              <a:gd name="T10" fmla="*/ 595 w 1007"/>
              <a:gd name="T11" fmla="*/ 2381 h 2436"/>
              <a:gd name="T12" fmla="*/ 595 w 1007"/>
              <a:gd name="T13" fmla="*/ 2436 h 2436"/>
              <a:gd name="T14" fmla="*/ 605 w 1007"/>
              <a:gd name="T15" fmla="*/ 2436 h 2436"/>
              <a:gd name="T16" fmla="*/ 605 w 1007"/>
              <a:gd name="T17" fmla="*/ 2379 h 2436"/>
              <a:gd name="T18" fmla="*/ 603 w 1007"/>
              <a:gd name="T19" fmla="*/ 2306 h 2436"/>
              <a:gd name="T20" fmla="*/ 10 w 1007"/>
              <a:gd name="T21" fmla="*/ 1713 h 2436"/>
              <a:gd name="T22" fmla="*/ 20 w 1007"/>
              <a:gd name="T23" fmla="*/ 997 h 2436"/>
              <a:gd name="T24" fmla="*/ 1007 w 1007"/>
              <a:gd name="T25" fmla="*/ 7 h 2436"/>
              <a:gd name="T26" fmla="*/ 1002 w 1007"/>
              <a:gd name="T27" fmla="*/ 0 h 2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07" h="2436">
                <a:moveTo>
                  <a:pt x="1002" y="0"/>
                </a:moveTo>
                <a:lnTo>
                  <a:pt x="1002" y="0"/>
                </a:lnTo>
                <a:lnTo>
                  <a:pt x="10" y="992"/>
                </a:lnTo>
                <a:lnTo>
                  <a:pt x="0" y="1718"/>
                </a:lnTo>
                <a:lnTo>
                  <a:pt x="592" y="2308"/>
                </a:lnTo>
                <a:lnTo>
                  <a:pt x="595" y="2381"/>
                </a:lnTo>
                <a:lnTo>
                  <a:pt x="595" y="2436"/>
                </a:lnTo>
                <a:lnTo>
                  <a:pt x="605" y="2436"/>
                </a:lnTo>
                <a:lnTo>
                  <a:pt x="605" y="2379"/>
                </a:lnTo>
                <a:lnTo>
                  <a:pt x="603" y="2306"/>
                </a:lnTo>
                <a:lnTo>
                  <a:pt x="10" y="1713"/>
                </a:lnTo>
                <a:lnTo>
                  <a:pt x="20" y="997"/>
                </a:lnTo>
                <a:lnTo>
                  <a:pt x="1007" y="7"/>
                </a:lnTo>
                <a:lnTo>
                  <a:pt x="100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75" name="Freeform 731"/>
          <p:cNvSpPr>
            <a:spLocks/>
          </p:cNvSpPr>
          <p:nvPr/>
        </p:nvSpPr>
        <p:spPr bwMode="auto">
          <a:xfrm>
            <a:off x="10294167" y="-3652844"/>
            <a:ext cx="1598613" cy="3867157"/>
          </a:xfrm>
          <a:custGeom>
            <a:avLst/>
            <a:gdLst>
              <a:gd name="T0" fmla="*/ 1002 w 1007"/>
              <a:gd name="T1" fmla="*/ 0 h 2436"/>
              <a:gd name="T2" fmla="*/ 1002 w 1007"/>
              <a:gd name="T3" fmla="*/ 0 h 2436"/>
              <a:gd name="T4" fmla="*/ 10 w 1007"/>
              <a:gd name="T5" fmla="*/ 992 h 2436"/>
              <a:gd name="T6" fmla="*/ 0 w 1007"/>
              <a:gd name="T7" fmla="*/ 1718 h 2436"/>
              <a:gd name="T8" fmla="*/ 592 w 1007"/>
              <a:gd name="T9" fmla="*/ 2308 h 2436"/>
              <a:gd name="T10" fmla="*/ 595 w 1007"/>
              <a:gd name="T11" fmla="*/ 2381 h 2436"/>
              <a:gd name="T12" fmla="*/ 595 w 1007"/>
              <a:gd name="T13" fmla="*/ 2436 h 2436"/>
              <a:gd name="T14" fmla="*/ 605 w 1007"/>
              <a:gd name="T15" fmla="*/ 2436 h 2436"/>
              <a:gd name="T16" fmla="*/ 605 w 1007"/>
              <a:gd name="T17" fmla="*/ 2379 h 2436"/>
              <a:gd name="T18" fmla="*/ 603 w 1007"/>
              <a:gd name="T19" fmla="*/ 2306 h 2436"/>
              <a:gd name="T20" fmla="*/ 10 w 1007"/>
              <a:gd name="T21" fmla="*/ 1713 h 2436"/>
              <a:gd name="T22" fmla="*/ 20 w 1007"/>
              <a:gd name="T23" fmla="*/ 997 h 2436"/>
              <a:gd name="T24" fmla="*/ 1007 w 1007"/>
              <a:gd name="T25" fmla="*/ 7 h 2436"/>
              <a:gd name="T26" fmla="*/ 1002 w 1007"/>
              <a:gd name="T27" fmla="*/ 0 h 2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07" h="2436">
                <a:moveTo>
                  <a:pt x="1002" y="0"/>
                </a:moveTo>
                <a:lnTo>
                  <a:pt x="1002" y="0"/>
                </a:lnTo>
                <a:lnTo>
                  <a:pt x="10" y="992"/>
                </a:lnTo>
                <a:lnTo>
                  <a:pt x="0" y="1718"/>
                </a:lnTo>
                <a:lnTo>
                  <a:pt x="592" y="2308"/>
                </a:lnTo>
                <a:lnTo>
                  <a:pt x="595" y="2381"/>
                </a:lnTo>
                <a:lnTo>
                  <a:pt x="595" y="2436"/>
                </a:lnTo>
                <a:lnTo>
                  <a:pt x="605" y="2436"/>
                </a:lnTo>
                <a:lnTo>
                  <a:pt x="605" y="2379"/>
                </a:lnTo>
                <a:lnTo>
                  <a:pt x="603" y="2306"/>
                </a:lnTo>
                <a:lnTo>
                  <a:pt x="10" y="1713"/>
                </a:lnTo>
                <a:lnTo>
                  <a:pt x="20" y="997"/>
                </a:lnTo>
                <a:lnTo>
                  <a:pt x="1007" y="7"/>
                </a:lnTo>
                <a:lnTo>
                  <a:pt x="100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76" name="Freeform 732"/>
          <p:cNvSpPr>
            <a:spLocks/>
          </p:cNvSpPr>
          <p:nvPr/>
        </p:nvSpPr>
        <p:spPr bwMode="auto">
          <a:xfrm>
            <a:off x="10495780" y="-3524256"/>
            <a:ext cx="1530350" cy="4675196"/>
          </a:xfrm>
          <a:custGeom>
            <a:avLst/>
            <a:gdLst>
              <a:gd name="T0" fmla="*/ 366 w 369"/>
              <a:gd name="T1" fmla="*/ 0 h 1128"/>
              <a:gd name="T2" fmla="*/ 366 w 369"/>
              <a:gd name="T3" fmla="*/ 0 h 1128"/>
              <a:gd name="T4" fmla="*/ 2 w 369"/>
              <a:gd name="T5" fmla="*/ 364 h 1128"/>
              <a:gd name="T6" fmla="*/ 0 w 369"/>
              <a:gd name="T7" fmla="*/ 618 h 1128"/>
              <a:gd name="T8" fmla="*/ 242 w 369"/>
              <a:gd name="T9" fmla="*/ 861 h 1128"/>
              <a:gd name="T10" fmla="*/ 244 w 369"/>
              <a:gd name="T11" fmla="*/ 948 h 1128"/>
              <a:gd name="T12" fmla="*/ 66 w 369"/>
              <a:gd name="T13" fmla="*/ 1126 h 1128"/>
              <a:gd name="T14" fmla="*/ 68 w 369"/>
              <a:gd name="T15" fmla="*/ 1127 h 1128"/>
              <a:gd name="T16" fmla="*/ 69 w 369"/>
              <a:gd name="T17" fmla="*/ 1128 h 1128"/>
              <a:gd name="T18" fmla="*/ 248 w 369"/>
              <a:gd name="T19" fmla="*/ 950 h 1128"/>
              <a:gd name="T20" fmla="*/ 246 w 369"/>
              <a:gd name="T21" fmla="*/ 859 h 1128"/>
              <a:gd name="T22" fmla="*/ 4 w 369"/>
              <a:gd name="T23" fmla="*/ 617 h 1128"/>
              <a:gd name="T24" fmla="*/ 6 w 369"/>
              <a:gd name="T25" fmla="*/ 365 h 1128"/>
              <a:gd name="T26" fmla="*/ 369 w 369"/>
              <a:gd name="T27" fmla="*/ 3 h 1128"/>
              <a:gd name="T28" fmla="*/ 366 w 369"/>
              <a:gd name="T29" fmla="*/ 0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9" h="1128">
                <a:moveTo>
                  <a:pt x="366" y="0"/>
                </a:moveTo>
                <a:cubicBezTo>
                  <a:pt x="366" y="0"/>
                  <a:pt x="366" y="0"/>
                  <a:pt x="366" y="0"/>
                </a:cubicBezTo>
                <a:cubicBezTo>
                  <a:pt x="2" y="364"/>
                  <a:pt x="2" y="364"/>
                  <a:pt x="2" y="364"/>
                </a:cubicBezTo>
                <a:cubicBezTo>
                  <a:pt x="0" y="618"/>
                  <a:pt x="0" y="618"/>
                  <a:pt x="0" y="618"/>
                </a:cubicBezTo>
                <a:cubicBezTo>
                  <a:pt x="242" y="861"/>
                  <a:pt x="242" y="861"/>
                  <a:pt x="242" y="861"/>
                </a:cubicBezTo>
                <a:cubicBezTo>
                  <a:pt x="244" y="948"/>
                  <a:pt x="244" y="948"/>
                  <a:pt x="244" y="948"/>
                </a:cubicBezTo>
                <a:cubicBezTo>
                  <a:pt x="66" y="1126"/>
                  <a:pt x="66" y="1126"/>
                  <a:pt x="66" y="1126"/>
                </a:cubicBezTo>
                <a:cubicBezTo>
                  <a:pt x="67" y="1126"/>
                  <a:pt x="68" y="1127"/>
                  <a:pt x="68" y="1127"/>
                </a:cubicBezTo>
                <a:cubicBezTo>
                  <a:pt x="69" y="1128"/>
                  <a:pt x="69" y="1128"/>
                  <a:pt x="69" y="1128"/>
                </a:cubicBezTo>
                <a:cubicBezTo>
                  <a:pt x="248" y="950"/>
                  <a:pt x="248" y="950"/>
                  <a:pt x="248" y="950"/>
                </a:cubicBezTo>
                <a:cubicBezTo>
                  <a:pt x="246" y="859"/>
                  <a:pt x="246" y="859"/>
                  <a:pt x="246" y="859"/>
                </a:cubicBezTo>
                <a:cubicBezTo>
                  <a:pt x="4" y="617"/>
                  <a:pt x="4" y="617"/>
                  <a:pt x="4" y="617"/>
                </a:cubicBezTo>
                <a:cubicBezTo>
                  <a:pt x="6" y="365"/>
                  <a:pt x="6" y="365"/>
                  <a:pt x="6" y="365"/>
                </a:cubicBezTo>
                <a:cubicBezTo>
                  <a:pt x="369" y="3"/>
                  <a:pt x="369" y="3"/>
                  <a:pt x="369" y="3"/>
                </a:cubicBezTo>
                <a:cubicBezTo>
                  <a:pt x="366" y="0"/>
                  <a:pt x="366" y="0"/>
                  <a:pt x="36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77" name="Freeform 733"/>
          <p:cNvSpPr>
            <a:spLocks/>
          </p:cNvSpPr>
          <p:nvPr/>
        </p:nvSpPr>
        <p:spPr bwMode="auto">
          <a:xfrm>
            <a:off x="10546580" y="-3487744"/>
            <a:ext cx="1512888" cy="5245110"/>
          </a:xfrm>
          <a:custGeom>
            <a:avLst/>
            <a:gdLst>
              <a:gd name="T0" fmla="*/ 362 w 365"/>
              <a:gd name="T1" fmla="*/ 0 h 1265"/>
              <a:gd name="T2" fmla="*/ 3 w 365"/>
              <a:gd name="T3" fmla="*/ 359 h 1265"/>
              <a:gd name="T4" fmla="*/ 0 w 365"/>
              <a:gd name="T5" fmla="*/ 600 h 1265"/>
              <a:gd name="T6" fmla="*/ 253 w 365"/>
              <a:gd name="T7" fmla="*/ 853 h 1265"/>
              <a:gd name="T8" fmla="*/ 253 w 365"/>
              <a:gd name="T9" fmla="*/ 940 h 1265"/>
              <a:gd name="T10" fmla="*/ 79 w 365"/>
              <a:gd name="T11" fmla="*/ 1115 h 1265"/>
              <a:gd name="T12" fmla="*/ 81 w 365"/>
              <a:gd name="T13" fmla="*/ 1186 h 1265"/>
              <a:gd name="T14" fmla="*/ 15 w 365"/>
              <a:gd name="T15" fmla="*/ 1252 h 1265"/>
              <a:gd name="T16" fmla="*/ 15 w 365"/>
              <a:gd name="T17" fmla="*/ 1265 h 1265"/>
              <a:gd name="T18" fmla="*/ 19 w 365"/>
              <a:gd name="T19" fmla="*/ 1265 h 1265"/>
              <a:gd name="T20" fmla="*/ 19 w 365"/>
              <a:gd name="T21" fmla="*/ 1253 h 1265"/>
              <a:gd name="T22" fmla="*/ 85 w 365"/>
              <a:gd name="T23" fmla="*/ 1187 h 1265"/>
              <a:gd name="T24" fmla="*/ 83 w 365"/>
              <a:gd name="T25" fmla="*/ 1117 h 1265"/>
              <a:gd name="T26" fmla="*/ 257 w 365"/>
              <a:gd name="T27" fmla="*/ 942 h 1265"/>
              <a:gd name="T28" fmla="*/ 257 w 365"/>
              <a:gd name="T29" fmla="*/ 851 h 1265"/>
              <a:gd name="T30" fmla="*/ 4 w 365"/>
              <a:gd name="T31" fmla="*/ 598 h 1265"/>
              <a:gd name="T32" fmla="*/ 7 w 365"/>
              <a:gd name="T33" fmla="*/ 361 h 1265"/>
              <a:gd name="T34" fmla="*/ 365 w 365"/>
              <a:gd name="T35" fmla="*/ 3 h 1265"/>
              <a:gd name="T36" fmla="*/ 362 w 365"/>
              <a:gd name="T37" fmla="*/ 0 h 1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65" h="1265">
                <a:moveTo>
                  <a:pt x="362" y="0"/>
                </a:moveTo>
                <a:cubicBezTo>
                  <a:pt x="3" y="359"/>
                  <a:pt x="3" y="359"/>
                  <a:pt x="3" y="359"/>
                </a:cubicBezTo>
                <a:cubicBezTo>
                  <a:pt x="0" y="600"/>
                  <a:pt x="0" y="600"/>
                  <a:pt x="0" y="600"/>
                </a:cubicBezTo>
                <a:cubicBezTo>
                  <a:pt x="253" y="853"/>
                  <a:pt x="253" y="853"/>
                  <a:pt x="253" y="853"/>
                </a:cubicBezTo>
                <a:cubicBezTo>
                  <a:pt x="253" y="940"/>
                  <a:pt x="253" y="940"/>
                  <a:pt x="253" y="940"/>
                </a:cubicBezTo>
                <a:cubicBezTo>
                  <a:pt x="79" y="1115"/>
                  <a:pt x="79" y="1115"/>
                  <a:pt x="79" y="1115"/>
                </a:cubicBezTo>
                <a:cubicBezTo>
                  <a:pt x="81" y="1186"/>
                  <a:pt x="81" y="1186"/>
                  <a:pt x="81" y="1186"/>
                </a:cubicBezTo>
                <a:cubicBezTo>
                  <a:pt x="15" y="1252"/>
                  <a:pt x="15" y="1252"/>
                  <a:pt x="15" y="1252"/>
                </a:cubicBezTo>
                <a:cubicBezTo>
                  <a:pt x="15" y="1265"/>
                  <a:pt x="15" y="1265"/>
                  <a:pt x="15" y="1265"/>
                </a:cubicBezTo>
                <a:cubicBezTo>
                  <a:pt x="17" y="1265"/>
                  <a:pt x="18" y="1265"/>
                  <a:pt x="19" y="1265"/>
                </a:cubicBezTo>
                <a:cubicBezTo>
                  <a:pt x="19" y="1253"/>
                  <a:pt x="19" y="1253"/>
                  <a:pt x="19" y="1253"/>
                </a:cubicBezTo>
                <a:cubicBezTo>
                  <a:pt x="85" y="1187"/>
                  <a:pt x="85" y="1187"/>
                  <a:pt x="85" y="1187"/>
                </a:cubicBezTo>
                <a:cubicBezTo>
                  <a:pt x="83" y="1117"/>
                  <a:pt x="83" y="1117"/>
                  <a:pt x="83" y="1117"/>
                </a:cubicBezTo>
                <a:cubicBezTo>
                  <a:pt x="257" y="942"/>
                  <a:pt x="257" y="942"/>
                  <a:pt x="257" y="942"/>
                </a:cubicBezTo>
                <a:cubicBezTo>
                  <a:pt x="257" y="851"/>
                  <a:pt x="257" y="851"/>
                  <a:pt x="257" y="851"/>
                </a:cubicBezTo>
                <a:cubicBezTo>
                  <a:pt x="4" y="598"/>
                  <a:pt x="4" y="598"/>
                  <a:pt x="4" y="598"/>
                </a:cubicBezTo>
                <a:cubicBezTo>
                  <a:pt x="7" y="361"/>
                  <a:pt x="7" y="361"/>
                  <a:pt x="7" y="361"/>
                </a:cubicBezTo>
                <a:cubicBezTo>
                  <a:pt x="365" y="3"/>
                  <a:pt x="365" y="3"/>
                  <a:pt x="365" y="3"/>
                </a:cubicBezTo>
                <a:cubicBezTo>
                  <a:pt x="362" y="0"/>
                  <a:pt x="362" y="0"/>
                  <a:pt x="36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78" name="Freeform 734"/>
          <p:cNvSpPr>
            <a:spLocks/>
          </p:cNvSpPr>
          <p:nvPr/>
        </p:nvSpPr>
        <p:spPr bwMode="auto">
          <a:xfrm>
            <a:off x="10633893" y="-3441706"/>
            <a:ext cx="1471613" cy="5148272"/>
          </a:xfrm>
          <a:custGeom>
            <a:avLst/>
            <a:gdLst>
              <a:gd name="T0" fmla="*/ 921 w 927"/>
              <a:gd name="T1" fmla="*/ 0 h 3243"/>
              <a:gd name="T2" fmla="*/ 921 w 927"/>
              <a:gd name="T3" fmla="*/ 0 h 3243"/>
              <a:gd name="T4" fmla="*/ 0 w 927"/>
              <a:gd name="T5" fmla="*/ 922 h 3243"/>
              <a:gd name="T6" fmla="*/ 2 w 927"/>
              <a:gd name="T7" fmla="*/ 1520 h 3243"/>
              <a:gd name="T8" fmla="*/ 689 w 927"/>
              <a:gd name="T9" fmla="*/ 2207 h 3243"/>
              <a:gd name="T10" fmla="*/ 686 w 927"/>
              <a:gd name="T11" fmla="*/ 2449 h 3243"/>
              <a:gd name="T12" fmla="*/ 224 w 927"/>
              <a:gd name="T13" fmla="*/ 2912 h 3243"/>
              <a:gd name="T14" fmla="*/ 216 w 927"/>
              <a:gd name="T15" fmla="*/ 3110 h 3243"/>
              <a:gd name="T16" fmla="*/ 125 w 927"/>
              <a:gd name="T17" fmla="*/ 3202 h 3243"/>
              <a:gd name="T18" fmla="*/ 94 w 927"/>
              <a:gd name="T19" fmla="*/ 3236 h 3243"/>
              <a:gd name="T20" fmla="*/ 101 w 927"/>
              <a:gd name="T21" fmla="*/ 3243 h 3243"/>
              <a:gd name="T22" fmla="*/ 135 w 927"/>
              <a:gd name="T23" fmla="*/ 3209 h 3243"/>
              <a:gd name="T24" fmla="*/ 227 w 927"/>
              <a:gd name="T25" fmla="*/ 3115 h 3243"/>
              <a:gd name="T26" fmla="*/ 235 w 927"/>
              <a:gd name="T27" fmla="*/ 2917 h 3243"/>
              <a:gd name="T28" fmla="*/ 697 w 927"/>
              <a:gd name="T29" fmla="*/ 2455 h 3243"/>
              <a:gd name="T30" fmla="*/ 699 w 927"/>
              <a:gd name="T31" fmla="*/ 2201 h 3243"/>
              <a:gd name="T32" fmla="*/ 13 w 927"/>
              <a:gd name="T33" fmla="*/ 1515 h 3243"/>
              <a:gd name="T34" fmla="*/ 10 w 927"/>
              <a:gd name="T35" fmla="*/ 924 h 3243"/>
              <a:gd name="T36" fmla="*/ 927 w 927"/>
              <a:gd name="T37" fmla="*/ 8 h 3243"/>
              <a:gd name="T38" fmla="*/ 921 w 927"/>
              <a:gd name="T39" fmla="*/ 0 h 3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27" h="3243">
                <a:moveTo>
                  <a:pt x="921" y="0"/>
                </a:moveTo>
                <a:lnTo>
                  <a:pt x="921" y="0"/>
                </a:lnTo>
                <a:lnTo>
                  <a:pt x="0" y="922"/>
                </a:lnTo>
                <a:lnTo>
                  <a:pt x="2" y="1520"/>
                </a:lnTo>
                <a:lnTo>
                  <a:pt x="689" y="2207"/>
                </a:lnTo>
                <a:lnTo>
                  <a:pt x="686" y="2449"/>
                </a:lnTo>
                <a:lnTo>
                  <a:pt x="224" y="2912"/>
                </a:lnTo>
                <a:lnTo>
                  <a:pt x="216" y="3110"/>
                </a:lnTo>
                <a:lnTo>
                  <a:pt x="125" y="3202"/>
                </a:lnTo>
                <a:lnTo>
                  <a:pt x="94" y="3236"/>
                </a:lnTo>
                <a:lnTo>
                  <a:pt x="101" y="3243"/>
                </a:lnTo>
                <a:lnTo>
                  <a:pt x="135" y="3209"/>
                </a:lnTo>
                <a:lnTo>
                  <a:pt x="227" y="3115"/>
                </a:lnTo>
                <a:lnTo>
                  <a:pt x="235" y="2917"/>
                </a:lnTo>
                <a:lnTo>
                  <a:pt x="697" y="2455"/>
                </a:lnTo>
                <a:lnTo>
                  <a:pt x="699" y="2201"/>
                </a:lnTo>
                <a:lnTo>
                  <a:pt x="13" y="1515"/>
                </a:lnTo>
                <a:lnTo>
                  <a:pt x="10" y="924"/>
                </a:lnTo>
                <a:lnTo>
                  <a:pt x="927" y="8"/>
                </a:lnTo>
                <a:lnTo>
                  <a:pt x="9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79" name="Freeform 735"/>
          <p:cNvSpPr>
            <a:spLocks/>
          </p:cNvSpPr>
          <p:nvPr/>
        </p:nvSpPr>
        <p:spPr bwMode="auto">
          <a:xfrm>
            <a:off x="10633893" y="-3441706"/>
            <a:ext cx="1471613" cy="5148272"/>
          </a:xfrm>
          <a:custGeom>
            <a:avLst/>
            <a:gdLst>
              <a:gd name="T0" fmla="*/ 921 w 927"/>
              <a:gd name="T1" fmla="*/ 0 h 3243"/>
              <a:gd name="T2" fmla="*/ 921 w 927"/>
              <a:gd name="T3" fmla="*/ 0 h 3243"/>
              <a:gd name="T4" fmla="*/ 0 w 927"/>
              <a:gd name="T5" fmla="*/ 922 h 3243"/>
              <a:gd name="T6" fmla="*/ 2 w 927"/>
              <a:gd name="T7" fmla="*/ 1520 h 3243"/>
              <a:gd name="T8" fmla="*/ 689 w 927"/>
              <a:gd name="T9" fmla="*/ 2207 h 3243"/>
              <a:gd name="T10" fmla="*/ 686 w 927"/>
              <a:gd name="T11" fmla="*/ 2449 h 3243"/>
              <a:gd name="T12" fmla="*/ 224 w 927"/>
              <a:gd name="T13" fmla="*/ 2912 h 3243"/>
              <a:gd name="T14" fmla="*/ 216 w 927"/>
              <a:gd name="T15" fmla="*/ 3110 h 3243"/>
              <a:gd name="T16" fmla="*/ 125 w 927"/>
              <a:gd name="T17" fmla="*/ 3202 h 3243"/>
              <a:gd name="T18" fmla="*/ 94 w 927"/>
              <a:gd name="T19" fmla="*/ 3236 h 3243"/>
              <a:gd name="T20" fmla="*/ 101 w 927"/>
              <a:gd name="T21" fmla="*/ 3243 h 3243"/>
              <a:gd name="T22" fmla="*/ 135 w 927"/>
              <a:gd name="T23" fmla="*/ 3209 h 3243"/>
              <a:gd name="T24" fmla="*/ 227 w 927"/>
              <a:gd name="T25" fmla="*/ 3115 h 3243"/>
              <a:gd name="T26" fmla="*/ 235 w 927"/>
              <a:gd name="T27" fmla="*/ 2917 h 3243"/>
              <a:gd name="T28" fmla="*/ 697 w 927"/>
              <a:gd name="T29" fmla="*/ 2455 h 3243"/>
              <a:gd name="T30" fmla="*/ 699 w 927"/>
              <a:gd name="T31" fmla="*/ 2201 h 3243"/>
              <a:gd name="T32" fmla="*/ 13 w 927"/>
              <a:gd name="T33" fmla="*/ 1515 h 3243"/>
              <a:gd name="T34" fmla="*/ 10 w 927"/>
              <a:gd name="T35" fmla="*/ 924 h 3243"/>
              <a:gd name="T36" fmla="*/ 927 w 927"/>
              <a:gd name="T37" fmla="*/ 8 h 3243"/>
              <a:gd name="T38" fmla="*/ 921 w 927"/>
              <a:gd name="T39" fmla="*/ 0 h 3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27" h="3243">
                <a:moveTo>
                  <a:pt x="921" y="0"/>
                </a:moveTo>
                <a:lnTo>
                  <a:pt x="921" y="0"/>
                </a:lnTo>
                <a:lnTo>
                  <a:pt x="0" y="922"/>
                </a:lnTo>
                <a:lnTo>
                  <a:pt x="2" y="1520"/>
                </a:lnTo>
                <a:lnTo>
                  <a:pt x="689" y="2207"/>
                </a:lnTo>
                <a:lnTo>
                  <a:pt x="686" y="2449"/>
                </a:lnTo>
                <a:lnTo>
                  <a:pt x="224" y="2912"/>
                </a:lnTo>
                <a:lnTo>
                  <a:pt x="216" y="3110"/>
                </a:lnTo>
                <a:lnTo>
                  <a:pt x="125" y="3202"/>
                </a:lnTo>
                <a:lnTo>
                  <a:pt x="94" y="3236"/>
                </a:lnTo>
                <a:lnTo>
                  <a:pt x="101" y="3243"/>
                </a:lnTo>
                <a:lnTo>
                  <a:pt x="135" y="3209"/>
                </a:lnTo>
                <a:lnTo>
                  <a:pt x="227" y="3115"/>
                </a:lnTo>
                <a:lnTo>
                  <a:pt x="235" y="2917"/>
                </a:lnTo>
                <a:lnTo>
                  <a:pt x="697" y="2455"/>
                </a:lnTo>
                <a:lnTo>
                  <a:pt x="699" y="2201"/>
                </a:lnTo>
                <a:lnTo>
                  <a:pt x="13" y="1515"/>
                </a:lnTo>
                <a:lnTo>
                  <a:pt x="10" y="924"/>
                </a:lnTo>
                <a:lnTo>
                  <a:pt x="927" y="8"/>
                </a:lnTo>
                <a:lnTo>
                  <a:pt x="92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80" name="Freeform 736"/>
          <p:cNvSpPr>
            <a:spLocks noEditPoints="1"/>
          </p:cNvSpPr>
          <p:nvPr/>
        </p:nvSpPr>
        <p:spPr bwMode="auto">
          <a:xfrm>
            <a:off x="10546580" y="-3384556"/>
            <a:ext cx="1616076" cy="5581660"/>
          </a:xfrm>
          <a:custGeom>
            <a:avLst/>
            <a:gdLst>
              <a:gd name="T0" fmla="*/ 314 w 390"/>
              <a:gd name="T1" fmla="*/ 905 h 1346"/>
              <a:gd name="T2" fmla="*/ 314 w 390"/>
              <a:gd name="T3" fmla="*/ 934 h 1346"/>
              <a:gd name="T4" fmla="*/ 127 w 390"/>
              <a:gd name="T5" fmla="*/ 1121 h 1346"/>
              <a:gd name="T6" fmla="*/ 128 w 390"/>
              <a:gd name="T7" fmla="*/ 1216 h 1346"/>
              <a:gd name="T8" fmla="*/ 8 w 390"/>
              <a:gd name="T9" fmla="*/ 1336 h 1346"/>
              <a:gd name="T10" fmla="*/ 0 w 390"/>
              <a:gd name="T11" fmla="*/ 1344 h 1346"/>
              <a:gd name="T12" fmla="*/ 3 w 390"/>
              <a:gd name="T13" fmla="*/ 1346 h 1346"/>
              <a:gd name="T14" fmla="*/ 11 w 390"/>
              <a:gd name="T15" fmla="*/ 1339 h 1346"/>
              <a:gd name="T16" fmla="*/ 132 w 390"/>
              <a:gd name="T17" fmla="*/ 1218 h 1346"/>
              <a:gd name="T18" fmla="*/ 131 w 390"/>
              <a:gd name="T19" fmla="*/ 1122 h 1346"/>
              <a:gd name="T20" fmla="*/ 318 w 390"/>
              <a:gd name="T21" fmla="*/ 936 h 1346"/>
              <a:gd name="T22" fmla="*/ 318 w 390"/>
              <a:gd name="T23" fmla="*/ 905 h 1346"/>
              <a:gd name="T24" fmla="*/ 316 w 390"/>
              <a:gd name="T25" fmla="*/ 905 h 1346"/>
              <a:gd name="T26" fmla="*/ 316 w 390"/>
              <a:gd name="T27" fmla="*/ 905 h 1346"/>
              <a:gd name="T28" fmla="*/ 314 w 390"/>
              <a:gd name="T29" fmla="*/ 905 h 1346"/>
              <a:gd name="T30" fmla="*/ 388 w 390"/>
              <a:gd name="T31" fmla="*/ 0 h 1346"/>
              <a:gd name="T32" fmla="*/ 42 w 390"/>
              <a:gd name="T33" fmla="*/ 346 h 1346"/>
              <a:gd name="T34" fmla="*/ 40 w 390"/>
              <a:gd name="T35" fmla="*/ 563 h 1346"/>
              <a:gd name="T36" fmla="*/ 314 w 390"/>
              <a:gd name="T37" fmla="*/ 837 h 1346"/>
              <a:gd name="T38" fmla="*/ 314 w 390"/>
              <a:gd name="T39" fmla="*/ 864 h 1346"/>
              <a:gd name="T40" fmla="*/ 316 w 390"/>
              <a:gd name="T41" fmla="*/ 864 h 1346"/>
              <a:gd name="T42" fmla="*/ 316 w 390"/>
              <a:gd name="T43" fmla="*/ 864 h 1346"/>
              <a:gd name="T44" fmla="*/ 318 w 390"/>
              <a:gd name="T45" fmla="*/ 864 h 1346"/>
              <a:gd name="T46" fmla="*/ 318 w 390"/>
              <a:gd name="T47" fmla="*/ 835 h 1346"/>
              <a:gd name="T48" fmla="*/ 44 w 390"/>
              <a:gd name="T49" fmla="*/ 562 h 1346"/>
              <a:gd name="T50" fmla="*/ 46 w 390"/>
              <a:gd name="T51" fmla="*/ 348 h 1346"/>
              <a:gd name="T52" fmla="*/ 390 w 390"/>
              <a:gd name="T53" fmla="*/ 3 h 1346"/>
              <a:gd name="T54" fmla="*/ 388 w 390"/>
              <a:gd name="T55" fmla="*/ 0 h 1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90" h="1346">
                <a:moveTo>
                  <a:pt x="314" y="905"/>
                </a:moveTo>
                <a:cubicBezTo>
                  <a:pt x="314" y="934"/>
                  <a:pt x="314" y="934"/>
                  <a:pt x="314" y="934"/>
                </a:cubicBezTo>
                <a:cubicBezTo>
                  <a:pt x="127" y="1121"/>
                  <a:pt x="127" y="1121"/>
                  <a:pt x="127" y="1121"/>
                </a:cubicBezTo>
                <a:cubicBezTo>
                  <a:pt x="128" y="1216"/>
                  <a:pt x="128" y="1216"/>
                  <a:pt x="128" y="1216"/>
                </a:cubicBezTo>
                <a:cubicBezTo>
                  <a:pt x="8" y="1336"/>
                  <a:pt x="8" y="1336"/>
                  <a:pt x="8" y="1336"/>
                </a:cubicBezTo>
                <a:cubicBezTo>
                  <a:pt x="0" y="1344"/>
                  <a:pt x="0" y="1344"/>
                  <a:pt x="0" y="1344"/>
                </a:cubicBezTo>
                <a:cubicBezTo>
                  <a:pt x="3" y="1346"/>
                  <a:pt x="3" y="1346"/>
                  <a:pt x="3" y="1346"/>
                </a:cubicBezTo>
                <a:cubicBezTo>
                  <a:pt x="11" y="1339"/>
                  <a:pt x="11" y="1339"/>
                  <a:pt x="11" y="1339"/>
                </a:cubicBezTo>
                <a:cubicBezTo>
                  <a:pt x="132" y="1218"/>
                  <a:pt x="132" y="1218"/>
                  <a:pt x="132" y="1218"/>
                </a:cubicBezTo>
                <a:cubicBezTo>
                  <a:pt x="131" y="1122"/>
                  <a:pt x="131" y="1122"/>
                  <a:pt x="131" y="1122"/>
                </a:cubicBezTo>
                <a:cubicBezTo>
                  <a:pt x="318" y="936"/>
                  <a:pt x="318" y="936"/>
                  <a:pt x="318" y="936"/>
                </a:cubicBezTo>
                <a:cubicBezTo>
                  <a:pt x="318" y="905"/>
                  <a:pt x="318" y="905"/>
                  <a:pt x="318" y="905"/>
                </a:cubicBezTo>
                <a:cubicBezTo>
                  <a:pt x="317" y="905"/>
                  <a:pt x="317" y="905"/>
                  <a:pt x="316" y="905"/>
                </a:cubicBezTo>
                <a:cubicBezTo>
                  <a:pt x="316" y="905"/>
                  <a:pt x="316" y="905"/>
                  <a:pt x="316" y="905"/>
                </a:cubicBezTo>
                <a:cubicBezTo>
                  <a:pt x="315" y="905"/>
                  <a:pt x="314" y="905"/>
                  <a:pt x="314" y="905"/>
                </a:cubicBezTo>
                <a:moveTo>
                  <a:pt x="388" y="0"/>
                </a:moveTo>
                <a:cubicBezTo>
                  <a:pt x="42" y="346"/>
                  <a:pt x="42" y="346"/>
                  <a:pt x="42" y="346"/>
                </a:cubicBezTo>
                <a:cubicBezTo>
                  <a:pt x="40" y="563"/>
                  <a:pt x="40" y="563"/>
                  <a:pt x="40" y="563"/>
                </a:cubicBezTo>
                <a:cubicBezTo>
                  <a:pt x="314" y="837"/>
                  <a:pt x="314" y="837"/>
                  <a:pt x="314" y="837"/>
                </a:cubicBezTo>
                <a:cubicBezTo>
                  <a:pt x="314" y="864"/>
                  <a:pt x="314" y="864"/>
                  <a:pt x="314" y="864"/>
                </a:cubicBezTo>
                <a:cubicBezTo>
                  <a:pt x="314" y="864"/>
                  <a:pt x="315" y="864"/>
                  <a:pt x="316" y="864"/>
                </a:cubicBezTo>
                <a:cubicBezTo>
                  <a:pt x="316" y="864"/>
                  <a:pt x="316" y="864"/>
                  <a:pt x="316" y="864"/>
                </a:cubicBezTo>
                <a:cubicBezTo>
                  <a:pt x="317" y="864"/>
                  <a:pt x="317" y="864"/>
                  <a:pt x="318" y="864"/>
                </a:cubicBezTo>
                <a:cubicBezTo>
                  <a:pt x="318" y="835"/>
                  <a:pt x="318" y="835"/>
                  <a:pt x="318" y="835"/>
                </a:cubicBezTo>
                <a:cubicBezTo>
                  <a:pt x="44" y="562"/>
                  <a:pt x="44" y="562"/>
                  <a:pt x="44" y="562"/>
                </a:cubicBezTo>
                <a:cubicBezTo>
                  <a:pt x="46" y="348"/>
                  <a:pt x="46" y="348"/>
                  <a:pt x="46" y="348"/>
                </a:cubicBezTo>
                <a:cubicBezTo>
                  <a:pt x="390" y="3"/>
                  <a:pt x="390" y="3"/>
                  <a:pt x="390" y="3"/>
                </a:cubicBezTo>
                <a:cubicBezTo>
                  <a:pt x="388" y="0"/>
                  <a:pt x="388" y="0"/>
                  <a:pt x="388"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81" name="Freeform 737"/>
          <p:cNvSpPr>
            <a:spLocks/>
          </p:cNvSpPr>
          <p:nvPr/>
        </p:nvSpPr>
        <p:spPr bwMode="auto">
          <a:xfrm>
            <a:off x="10752955" y="-3276606"/>
            <a:ext cx="1517650" cy="5527685"/>
          </a:xfrm>
          <a:custGeom>
            <a:avLst/>
            <a:gdLst>
              <a:gd name="T0" fmla="*/ 363 w 366"/>
              <a:gd name="T1" fmla="*/ 0 h 1333"/>
              <a:gd name="T2" fmla="*/ 31 w 366"/>
              <a:gd name="T3" fmla="*/ 332 h 1333"/>
              <a:gd name="T4" fmla="*/ 33 w 366"/>
              <a:gd name="T5" fmla="*/ 523 h 1333"/>
              <a:gd name="T6" fmla="*/ 327 w 366"/>
              <a:gd name="T7" fmla="*/ 817 h 1333"/>
              <a:gd name="T8" fmla="*/ 326 w 366"/>
              <a:gd name="T9" fmla="*/ 879 h 1333"/>
              <a:gd name="T10" fmla="*/ 98 w 366"/>
              <a:gd name="T11" fmla="*/ 1107 h 1333"/>
              <a:gd name="T12" fmla="*/ 100 w 366"/>
              <a:gd name="T13" fmla="*/ 1197 h 1333"/>
              <a:gd name="T14" fmla="*/ 0 w 366"/>
              <a:gd name="T15" fmla="*/ 1296 h 1333"/>
              <a:gd name="T16" fmla="*/ 0 w 366"/>
              <a:gd name="T17" fmla="*/ 1333 h 1333"/>
              <a:gd name="T18" fmla="*/ 3 w 366"/>
              <a:gd name="T19" fmla="*/ 1333 h 1333"/>
              <a:gd name="T20" fmla="*/ 3 w 366"/>
              <a:gd name="T21" fmla="*/ 1333 h 1333"/>
              <a:gd name="T22" fmla="*/ 4 w 366"/>
              <a:gd name="T23" fmla="*/ 1333 h 1333"/>
              <a:gd name="T24" fmla="*/ 4 w 366"/>
              <a:gd name="T25" fmla="*/ 1298 h 1333"/>
              <a:gd name="T26" fmla="*/ 104 w 366"/>
              <a:gd name="T27" fmla="*/ 1198 h 1333"/>
              <a:gd name="T28" fmla="*/ 102 w 366"/>
              <a:gd name="T29" fmla="*/ 1109 h 1333"/>
              <a:gd name="T30" fmla="*/ 330 w 366"/>
              <a:gd name="T31" fmla="*/ 881 h 1333"/>
              <a:gd name="T32" fmla="*/ 331 w 366"/>
              <a:gd name="T33" fmla="*/ 816 h 1333"/>
              <a:gd name="T34" fmla="*/ 37 w 366"/>
              <a:gd name="T35" fmla="*/ 522 h 1333"/>
              <a:gd name="T36" fmla="*/ 35 w 366"/>
              <a:gd name="T37" fmla="*/ 333 h 1333"/>
              <a:gd name="T38" fmla="*/ 366 w 366"/>
              <a:gd name="T39" fmla="*/ 2 h 1333"/>
              <a:gd name="T40" fmla="*/ 363 w 366"/>
              <a:gd name="T41" fmla="*/ 0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66" h="1333">
                <a:moveTo>
                  <a:pt x="363" y="0"/>
                </a:moveTo>
                <a:cubicBezTo>
                  <a:pt x="31" y="332"/>
                  <a:pt x="31" y="332"/>
                  <a:pt x="31" y="332"/>
                </a:cubicBezTo>
                <a:cubicBezTo>
                  <a:pt x="33" y="523"/>
                  <a:pt x="33" y="523"/>
                  <a:pt x="33" y="523"/>
                </a:cubicBezTo>
                <a:cubicBezTo>
                  <a:pt x="327" y="817"/>
                  <a:pt x="327" y="817"/>
                  <a:pt x="327" y="817"/>
                </a:cubicBezTo>
                <a:cubicBezTo>
                  <a:pt x="326" y="879"/>
                  <a:pt x="326" y="879"/>
                  <a:pt x="326" y="879"/>
                </a:cubicBezTo>
                <a:cubicBezTo>
                  <a:pt x="98" y="1107"/>
                  <a:pt x="98" y="1107"/>
                  <a:pt x="98" y="1107"/>
                </a:cubicBezTo>
                <a:cubicBezTo>
                  <a:pt x="100" y="1197"/>
                  <a:pt x="100" y="1197"/>
                  <a:pt x="100" y="1197"/>
                </a:cubicBezTo>
                <a:cubicBezTo>
                  <a:pt x="0" y="1296"/>
                  <a:pt x="0" y="1296"/>
                  <a:pt x="0" y="1296"/>
                </a:cubicBezTo>
                <a:cubicBezTo>
                  <a:pt x="0" y="1333"/>
                  <a:pt x="0" y="1333"/>
                  <a:pt x="0" y="1333"/>
                </a:cubicBezTo>
                <a:cubicBezTo>
                  <a:pt x="1" y="1333"/>
                  <a:pt x="2" y="1333"/>
                  <a:pt x="3" y="1333"/>
                </a:cubicBezTo>
                <a:cubicBezTo>
                  <a:pt x="3" y="1333"/>
                  <a:pt x="3" y="1333"/>
                  <a:pt x="3" y="1333"/>
                </a:cubicBezTo>
                <a:cubicBezTo>
                  <a:pt x="3" y="1333"/>
                  <a:pt x="4" y="1333"/>
                  <a:pt x="4" y="1333"/>
                </a:cubicBezTo>
                <a:cubicBezTo>
                  <a:pt x="4" y="1298"/>
                  <a:pt x="4" y="1298"/>
                  <a:pt x="4" y="1298"/>
                </a:cubicBezTo>
                <a:cubicBezTo>
                  <a:pt x="104" y="1198"/>
                  <a:pt x="104" y="1198"/>
                  <a:pt x="104" y="1198"/>
                </a:cubicBezTo>
                <a:cubicBezTo>
                  <a:pt x="102" y="1109"/>
                  <a:pt x="102" y="1109"/>
                  <a:pt x="102" y="1109"/>
                </a:cubicBezTo>
                <a:cubicBezTo>
                  <a:pt x="330" y="881"/>
                  <a:pt x="330" y="881"/>
                  <a:pt x="330" y="881"/>
                </a:cubicBezTo>
                <a:cubicBezTo>
                  <a:pt x="331" y="816"/>
                  <a:pt x="331" y="816"/>
                  <a:pt x="331" y="816"/>
                </a:cubicBezTo>
                <a:cubicBezTo>
                  <a:pt x="37" y="522"/>
                  <a:pt x="37" y="522"/>
                  <a:pt x="37" y="522"/>
                </a:cubicBezTo>
                <a:cubicBezTo>
                  <a:pt x="35" y="333"/>
                  <a:pt x="35" y="333"/>
                  <a:pt x="35" y="333"/>
                </a:cubicBezTo>
                <a:cubicBezTo>
                  <a:pt x="366" y="2"/>
                  <a:pt x="366" y="2"/>
                  <a:pt x="366" y="2"/>
                </a:cubicBezTo>
                <a:cubicBezTo>
                  <a:pt x="363" y="0"/>
                  <a:pt x="363" y="0"/>
                  <a:pt x="36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82" name="Freeform 738"/>
          <p:cNvSpPr>
            <a:spLocks/>
          </p:cNvSpPr>
          <p:nvPr/>
        </p:nvSpPr>
        <p:spPr bwMode="auto">
          <a:xfrm>
            <a:off x="10964093" y="-3217868"/>
            <a:ext cx="1365250" cy="3354394"/>
          </a:xfrm>
          <a:custGeom>
            <a:avLst/>
            <a:gdLst>
              <a:gd name="T0" fmla="*/ 852 w 860"/>
              <a:gd name="T1" fmla="*/ 0 h 2113"/>
              <a:gd name="T2" fmla="*/ 3 w 860"/>
              <a:gd name="T3" fmla="*/ 849 h 2113"/>
              <a:gd name="T4" fmla="*/ 0 w 860"/>
              <a:gd name="T5" fmla="*/ 1319 h 2113"/>
              <a:gd name="T6" fmla="*/ 794 w 860"/>
              <a:gd name="T7" fmla="*/ 2113 h 2113"/>
              <a:gd name="T8" fmla="*/ 799 w 860"/>
              <a:gd name="T9" fmla="*/ 2105 h 2113"/>
              <a:gd name="T10" fmla="*/ 11 w 860"/>
              <a:gd name="T11" fmla="*/ 1316 h 2113"/>
              <a:gd name="T12" fmla="*/ 14 w 860"/>
              <a:gd name="T13" fmla="*/ 854 h 2113"/>
              <a:gd name="T14" fmla="*/ 860 w 860"/>
              <a:gd name="T15" fmla="*/ 8 h 2113"/>
              <a:gd name="T16" fmla="*/ 852 w 860"/>
              <a:gd name="T17" fmla="*/ 0 h 2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0" h="2113">
                <a:moveTo>
                  <a:pt x="852" y="0"/>
                </a:moveTo>
                <a:lnTo>
                  <a:pt x="3" y="849"/>
                </a:lnTo>
                <a:lnTo>
                  <a:pt x="0" y="1319"/>
                </a:lnTo>
                <a:lnTo>
                  <a:pt x="794" y="2113"/>
                </a:lnTo>
                <a:lnTo>
                  <a:pt x="799" y="2105"/>
                </a:lnTo>
                <a:lnTo>
                  <a:pt x="11" y="1316"/>
                </a:lnTo>
                <a:lnTo>
                  <a:pt x="14" y="854"/>
                </a:lnTo>
                <a:lnTo>
                  <a:pt x="860" y="8"/>
                </a:lnTo>
                <a:lnTo>
                  <a:pt x="85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83" name="Freeform 739"/>
          <p:cNvSpPr>
            <a:spLocks/>
          </p:cNvSpPr>
          <p:nvPr/>
        </p:nvSpPr>
        <p:spPr bwMode="auto">
          <a:xfrm>
            <a:off x="10964093" y="-3217868"/>
            <a:ext cx="1365250" cy="3354394"/>
          </a:xfrm>
          <a:custGeom>
            <a:avLst/>
            <a:gdLst>
              <a:gd name="T0" fmla="*/ 852 w 860"/>
              <a:gd name="T1" fmla="*/ 0 h 2113"/>
              <a:gd name="T2" fmla="*/ 3 w 860"/>
              <a:gd name="T3" fmla="*/ 849 h 2113"/>
              <a:gd name="T4" fmla="*/ 0 w 860"/>
              <a:gd name="T5" fmla="*/ 1319 h 2113"/>
              <a:gd name="T6" fmla="*/ 794 w 860"/>
              <a:gd name="T7" fmla="*/ 2113 h 2113"/>
              <a:gd name="T8" fmla="*/ 799 w 860"/>
              <a:gd name="T9" fmla="*/ 2105 h 2113"/>
              <a:gd name="T10" fmla="*/ 11 w 860"/>
              <a:gd name="T11" fmla="*/ 1316 h 2113"/>
              <a:gd name="T12" fmla="*/ 14 w 860"/>
              <a:gd name="T13" fmla="*/ 854 h 2113"/>
              <a:gd name="T14" fmla="*/ 860 w 860"/>
              <a:gd name="T15" fmla="*/ 8 h 2113"/>
              <a:gd name="T16" fmla="*/ 852 w 860"/>
              <a:gd name="T17" fmla="*/ 0 h 2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0" h="2113">
                <a:moveTo>
                  <a:pt x="852" y="0"/>
                </a:moveTo>
                <a:lnTo>
                  <a:pt x="3" y="849"/>
                </a:lnTo>
                <a:lnTo>
                  <a:pt x="0" y="1319"/>
                </a:lnTo>
                <a:lnTo>
                  <a:pt x="794" y="2113"/>
                </a:lnTo>
                <a:lnTo>
                  <a:pt x="799" y="2105"/>
                </a:lnTo>
                <a:lnTo>
                  <a:pt x="11" y="1316"/>
                </a:lnTo>
                <a:lnTo>
                  <a:pt x="14" y="854"/>
                </a:lnTo>
                <a:lnTo>
                  <a:pt x="860" y="8"/>
                </a:lnTo>
                <a:lnTo>
                  <a:pt x="85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84" name="Freeform 740"/>
          <p:cNvSpPr>
            <a:spLocks/>
          </p:cNvSpPr>
          <p:nvPr/>
        </p:nvSpPr>
        <p:spPr bwMode="auto">
          <a:xfrm>
            <a:off x="13778731" y="1343028"/>
            <a:ext cx="1227138" cy="977902"/>
          </a:xfrm>
          <a:custGeom>
            <a:avLst/>
            <a:gdLst>
              <a:gd name="T0" fmla="*/ 296 w 296"/>
              <a:gd name="T1" fmla="*/ 0 h 236"/>
              <a:gd name="T2" fmla="*/ 277 w 296"/>
              <a:gd name="T3" fmla="*/ 1 h 236"/>
              <a:gd name="T4" fmla="*/ 102 w 296"/>
              <a:gd name="T5" fmla="*/ 176 h 236"/>
              <a:gd name="T6" fmla="*/ 56 w 296"/>
              <a:gd name="T7" fmla="*/ 177 h 236"/>
              <a:gd name="T8" fmla="*/ 0 w 296"/>
              <a:gd name="T9" fmla="*/ 233 h 236"/>
              <a:gd name="T10" fmla="*/ 2 w 296"/>
              <a:gd name="T11" fmla="*/ 235 h 236"/>
              <a:gd name="T12" fmla="*/ 3 w 296"/>
              <a:gd name="T13" fmla="*/ 236 h 236"/>
              <a:gd name="T14" fmla="*/ 58 w 296"/>
              <a:gd name="T15" fmla="*/ 181 h 236"/>
              <a:gd name="T16" fmla="*/ 103 w 296"/>
              <a:gd name="T17" fmla="*/ 180 h 236"/>
              <a:gd name="T18" fmla="*/ 279 w 296"/>
              <a:gd name="T19" fmla="*/ 5 h 236"/>
              <a:gd name="T20" fmla="*/ 296 w 296"/>
              <a:gd name="T21" fmla="*/ 4 h 236"/>
              <a:gd name="T22" fmla="*/ 296 w 296"/>
              <a:gd name="T23" fmla="*/ 0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6" h="236">
                <a:moveTo>
                  <a:pt x="296" y="0"/>
                </a:moveTo>
                <a:cubicBezTo>
                  <a:pt x="277" y="1"/>
                  <a:pt x="277" y="1"/>
                  <a:pt x="277" y="1"/>
                </a:cubicBezTo>
                <a:cubicBezTo>
                  <a:pt x="102" y="176"/>
                  <a:pt x="102" y="176"/>
                  <a:pt x="102" y="176"/>
                </a:cubicBezTo>
                <a:cubicBezTo>
                  <a:pt x="56" y="177"/>
                  <a:pt x="56" y="177"/>
                  <a:pt x="56" y="177"/>
                </a:cubicBezTo>
                <a:cubicBezTo>
                  <a:pt x="0" y="233"/>
                  <a:pt x="0" y="233"/>
                  <a:pt x="0" y="233"/>
                </a:cubicBezTo>
                <a:cubicBezTo>
                  <a:pt x="0" y="234"/>
                  <a:pt x="1" y="234"/>
                  <a:pt x="2" y="235"/>
                </a:cubicBezTo>
                <a:cubicBezTo>
                  <a:pt x="2" y="235"/>
                  <a:pt x="2" y="235"/>
                  <a:pt x="3" y="236"/>
                </a:cubicBezTo>
                <a:cubicBezTo>
                  <a:pt x="58" y="181"/>
                  <a:pt x="58" y="181"/>
                  <a:pt x="58" y="181"/>
                </a:cubicBezTo>
                <a:cubicBezTo>
                  <a:pt x="103" y="180"/>
                  <a:pt x="103" y="180"/>
                  <a:pt x="103" y="180"/>
                </a:cubicBezTo>
                <a:cubicBezTo>
                  <a:pt x="279" y="5"/>
                  <a:pt x="279" y="5"/>
                  <a:pt x="279" y="5"/>
                </a:cubicBezTo>
                <a:cubicBezTo>
                  <a:pt x="296" y="4"/>
                  <a:pt x="296" y="4"/>
                  <a:pt x="296" y="4"/>
                </a:cubicBezTo>
                <a:cubicBezTo>
                  <a:pt x="296" y="3"/>
                  <a:pt x="296" y="2"/>
                  <a:pt x="29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85" name="Freeform 741"/>
          <p:cNvSpPr>
            <a:spLocks noEditPoints="1"/>
          </p:cNvSpPr>
          <p:nvPr/>
        </p:nvSpPr>
        <p:spPr bwMode="auto">
          <a:xfrm>
            <a:off x="12842106" y="-1709740"/>
            <a:ext cx="5011739" cy="4532321"/>
          </a:xfrm>
          <a:custGeom>
            <a:avLst/>
            <a:gdLst>
              <a:gd name="T0" fmla="*/ 2 w 1209"/>
              <a:gd name="T1" fmla="*/ 982 h 1093"/>
              <a:gd name="T2" fmla="*/ 0 w 1209"/>
              <a:gd name="T3" fmla="*/ 1030 h 1093"/>
              <a:gd name="T4" fmla="*/ 22 w 1209"/>
              <a:gd name="T5" fmla="*/ 1052 h 1093"/>
              <a:gd name="T6" fmla="*/ 25 w 1209"/>
              <a:gd name="T7" fmla="*/ 1049 h 1093"/>
              <a:gd name="T8" fmla="*/ 4 w 1209"/>
              <a:gd name="T9" fmla="*/ 1028 h 1093"/>
              <a:gd name="T10" fmla="*/ 6 w 1209"/>
              <a:gd name="T11" fmla="*/ 983 h 1093"/>
              <a:gd name="T12" fmla="*/ 2 w 1209"/>
              <a:gd name="T13" fmla="*/ 982 h 1093"/>
              <a:gd name="T14" fmla="*/ 543 w 1209"/>
              <a:gd name="T15" fmla="*/ 663 h 1093"/>
              <a:gd name="T16" fmla="*/ 315 w 1209"/>
              <a:gd name="T17" fmla="*/ 891 h 1093"/>
              <a:gd name="T18" fmla="*/ 260 w 1209"/>
              <a:gd name="T19" fmla="*/ 890 h 1093"/>
              <a:gd name="T20" fmla="*/ 181 w 1209"/>
              <a:gd name="T21" fmla="*/ 968 h 1093"/>
              <a:gd name="T22" fmla="*/ 183 w 1209"/>
              <a:gd name="T23" fmla="*/ 1045 h 1093"/>
              <a:gd name="T24" fmla="*/ 139 w 1209"/>
              <a:gd name="T25" fmla="*/ 1089 h 1093"/>
              <a:gd name="T26" fmla="*/ 65 w 1209"/>
              <a:gd name="T27" fmla="*/ 1089 h 1093"/>
              <a:gd name="T28" fmla="*/ 54 w 1209"/>
              <a:gd name="T29" fmla="*/ 1078 h 1093"/>
              <a:gd name="T30" fmla="*/ 51 w 1209"/>
              <a:gd name="T31" fmla="*/ 1080 h 1093"/>
              <a:gd name="T32" fmla="*/ 63 w 1209"/>
              <a:gd name="T33" fmla="*/ 1093 h 1093"/>
              <a:gd name="T34" fmla="*/ 141 w 1209"/>
              <a:gd name="T35" fmla="*/ 1093 h 1093"/>
              <a:gd name="T36" fmla="*/ 187 w 1209"/>
              <a:gd name="T37" fmla="*/ 1047 h 1093"/>
              <a:gd name="T38" fmla="*/ 185 w 1209"/>
              <a:gd name="T39" fmla="*/ 970 h 1093"/>
              <a:gd name="T40" fmla="*/ 261 w 1209"/>
              <a:gd name="T41" fmla="*/ 894 h 1093"/>
              <a:gd name="T42" fmla="*/ 317 w 1209"/>
              <a:gd name="T43" fmla="*/ 895 h 1093"/>
              <a:gd name="T44" fmla="*/ 546 w 1209"/>
              <a:gd name="T45" fmla="*/ 666 h 1093"/>
              <a:gd name="T46" fmla="*/ 545 w 1209"/>
              <a:gd name="T47" fmla="*/ 665 h 1093"/>
              <a:gd name="T48" fmla="*/ 543 w 1209"/>
              <a:gd name="T49" fmla="*/ 663 h 1093"/>
              <a:gd name="T50" fmla="*/ 1206 w 1209"/>
              <a:gd name="T51" fmla="*/ 0 h 1093"/>
              <a:gd name="T52" fmla="*/ 572 w 1209"/>
              <a:gd name="T53" fmla="*/ 634 h 1093"/>
              <a:gd name="T54" fmla="*/ 574 w 1209"/>
              <a:gd name="T55" fmla="*/ 636 h 1093"/>
              <a:gd name="T56" fmla="*/ 575 w 1209"/>
              <a:gd name="T57" fmla="*/ 637 h 1093"/>
              <a:gd name="T58" fmla="*/ 1209 w 1209"/>
              <a:gd name="T59" fmla="*/ 3 h 1093"/>
              <a:gd name="T60" fmla="*/ 1206 w 1209"/>
              <a:gd name="T61" fmla="*/ 0 h 10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09" h="1093">
                <a:moveTo>
                  <a:pt x="2" y="982"/>
                </a:moveTo>
                <a:cubicBezTo>
                  <a:pt x="0" y="1030"/>
                  <a:pt x="0" y="1030"/>
                  <a:pt x="0" y="1030"/>
                </a:cubicBezTo>
                <a:cubicBezTo>
                  <a:pt x="22" y="1052"/>
                  <a:pt x="22" y="1052"/>
                  <a:pt x="22" y="1052"/>
                </a:cubicBezTo>
                <a:cubicBezTo>
                  <a:pt x="23" y="1051"/>
                  <a:pt x="24" y="1050"/>
                  <a:pt x="25" y="1049"/>
                </a:cubicBezTo>
                <a:cubicBezTo>
                  <a:pt x="4" y="1028"/>
                  <a:pt x="4" y="1028"/>
                  <a:pt x="4" y="1028"/>
                </a:cubicBezTo>
                <a:cubicBezTo>
                  <a:pt x="6" y="983"/>
                  <a:pt x="6" y="983"/>
                  <a:pt x="6" y="983"/>
                </a:cubicBezTo>
                <a:cubicBezTo>
                  <a:pt x="5" y="983"/>
                  <a:pt x="4" y="982"/>
                  <a:pt x="2" y="982"/>
                </a:cubicBezTo>
                <a:moveTo>
                  <a:pt x="543" y="663"/>
                </a:moveTo>
                <a:cubicBezTo>
                  <a:pt x="315" y="891"/>
                  <a:pt x="315" y="891"/>
                  <a:pt x="315" y="891"/>
                </a:cubicBezTo>
                <a:cubicBezTo>
                  <a:pt x="260" y="890"/>
                  <a:pt x="260" y="890"/>
                  <a:pt x="260" y="890"/>
                </a:cubicBezTo>
                <a:cubicBezTo>
                  <a:pt x="181" y="968"/>
                  <a:pt x="181" y="968"/>
                  <a:pt x="181" y="968"/>
                </a:cubicBezTo>
                <a:cubicBezTo>
                  <a:pt x="183" y="1045"/>
                  <a:pt x="183" y="1045"/>
                  <a:pt x="183" y="1045"/>
                </a:cubicBezTo>
                <a:cubicBezTo>
                  <a:pt x="139" y="1089"/>
                  <a:pt x="139" y="1089"/>
                  <a:pt x="139" y="1089"/>
                </a:cubicBezTo>
                <a:cubicBezTo>
                  <a:pt x="65" y="1089"/>
                  <a:pt x="65" y="1089"/>
                  <a:pt x="65" y="1089"/>
                </a:cubicBezTo>
                <a:cubicBezTo>
                  <a:pt x="54" y="1078"/>
                  <a:pt x="54" y="1078"/>
                  <a:pt x="54" y="1078"/>
                </a:cubicBezTo>
                <a:cubicBezTo>
                  <a:pt x="53" y="1079"/>
                  <a:pt x="52" y="1080"/>
                  <a:pt x="51" y="1080"/>
                </a:cubicBezTo>
                <a:cubicBezTo>
                  <a:pt x="63" y="1093"/>
                  <a:pt x="63" y="1093"/>
                  <a:pt x="63" y="1093"/>
                </a:cubicBezTo>
                <a:cubicBezTo>
                  <a:pt x="141" y="1093"/>
                  <a:pt x="141" y="1093"/>
                  <a:pt x="141" y="1093"/>
                </a:cubicBezTo>
                <a:cubicBezTo>
                  <a:pt x="187" y="1047"/>
                  <a:pt x="187" y="1047"/>
                  <a:pt x="187" y="1047"/>
                </a:cubicBezTo>
                <a:cubicBezTo>
                  <a:pt x="185" y="970"/>
                  <a:pt x="185" y="970"/>
                  <a:pt x="185" y="970"/>
                </a:cubicBezTo>
                <a:cubicBezTo>
                  <a:pt x="261" y="894"/>
                  <a:pt x="261" y="894"/>
                  <a:pt x="261" y="894"/>
                </a:cubicBezTo>
                <a:cubicBezTo>
                  <a:pt x="317" y="895"/>
                  <a:pt x="317" y="895"/>
                  <a:pt x="317" y="895"/>
                </a:cubicBezTo>
                <a:cubicBezTo>
                  <a:pt x="546" y="666"/>
                  <a:pt x="546" y="666"/>
                  <a:pt x="546" y="666"/>
                </a:cubicBezTo>
                <a:cubicBezTo>
                  <a:pt x="546" y="665"/>
                  <a:pt x="545" y="665"/>
                  <a:pt x="545" y="665"/>
                </a:cubicBezTo>
                <a:cubicBezTo>
                  <a:pt x="544" y="664"/>
                  <a:pt x="544" y="663"/>
                  <a:pt x="543" y="663"/>
                </a:cubicBezTo>
                <a:moveTo>
                  <a:pt x="1206" y="0"/>
                </a:moveTo>
                <a:cubicBezTo>
                  <a:pt x="572" y="634"/>
                  <a:pt x="572" y="634"/>
                  <a:pt x="572" y="634"/>
                </a:cubicBezTo>
                <a:cubicBezTo>
                  <a:pt x="573" y="634"/>
                  <a:pt x="574" y="635"/>
                  <a:pt x="574" y="636"/>
                </a:cubicBezTo>
                <a:cubicBezTo>
                  <a:pt x="575" y="636"/>
                  <a:pt x="575" y="636"/>
                  <a:pt x="575" y="637"/>
                </a:cubicBezTo>
                <a:cubicBezTo>
                  <a:pt x="1209" y="3"/>
                  <a:pt x="1209" y="3"/>
                  <a:pt x="1209" y="3"/>
                </a:cubicBezTo>
                <a:cubicBezTo>
                  <a:pt x="1206" y="0"/>
                  <a:pt x="1206" y="0"/>
                  <a:pt x="120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86" name="Freeform 742"/>
          <p:cNvSpPr>
            <a:spLocks/>
          </p:cNvSpPr>
          <p:nvPr/>
        </p:nvSpPr>
        <p:spPr bwMode="auto">
          <a:xfrm>
            <a:off x="13104043" y="-2222504"/>
            <a:ext cx="4724402" cy="4675196"/>
          </a:xfrm>
          <a:custGeom>
            <a:avLst/>
            <a:gdLst>
              <a:gd name="T0" fmla="*/ 1137 w 1140"/>
              <a:gd name="T1" fmla="*/ 0 h 1128"/>
              <a:gd name="T2" fmla="*/ 255 w 1140"/>
              <a:gd name="T3" fmla="*/ 882 h 1128"/>
              <a:gd name="T4" fmla="*/ 257 w 1140"/>
              <a:gd name="T5" fmla="*/ 931 h 1128"/>
              <a:gd name="T6" fmla="*/ 64 w 1140"/>
              <a:gd name="T7" fmla="*/ 1123 h 1128"/>
              <a:gd name="T8" fmla="*/ 0 w 1140"/>
              <a:gd name="T9" fmla="*/ 1124 h 1128"/>
              <a:gd name="T10" fmla="*/ 0 w 1140"/>
              <a:gd name="T11" fmla="*/ 1128 h 1128"/>
              <a:gd name="T12" fmla="*/ 66 w 1140"/>
              <a:gd name="T13" fmla="*/ 1127 h 1128"/>
              <a:gd name="T14" fmla="*/ 261 w 1140"/>
              <a:gd name="T15" fmla="*/ 933 h 1128"/>
              <a:gd name="T16" fmla="*/ 259 w 1140"/>
              <a:gd name="T17" fmla="*/ 883 h 1128"/>
              <a:gd name="T18" fmla="*/ 1140 w 1140"/>
              <a:gd name="T19" fmla="*/ 3 h 1128"/>
              <a:gd name="T20" fmla="*/ 1137 w 1140"/>
              <a:gd name="T21" fmla="*/ 0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40" h="1128">
                <a:moveTo>
                  <a:pt x="1137" y="0"/>
                </a:moveTo>
                <a:cubicBezTo>
                  <a:pt x="255" y="882"/>
                  <a:pt x="255" y="882"/>
                  <a:pt x="255" y="882"/>
                </a:cubicBezTo>
                <a:cubicBezTo>
                  <a:pt x="257" y="931"/>
                  <a:pt x="257" y="931"/>
                  <a:pt x="257" y="931"/>
                </a:cubicBezTo>
                <a:cubicBezTo>
                  <a:pt x="64" y="1123"/>
                  <a:pt x="64" y="1123"/>
                  <a:pt x="64" y="1123"/>
                </a:cubicBezTo>
                <a:cubicBezTo>
                  <a:pt x="0" y="1124"/>
                  <a:pt x="0" y="1124"/>
                  <a:pt x="0" y="1124"/>
                </a:cubicBezTo>
                <a:cubicBezTo>
                  <a:pt x="1" y="1125"/>
                  <a:pt x="1" y="1126"/>
                  <a:pt x="0" y="1128"/>
                </a:cubicBezTo>
                <a:cubicBezTo>
                  <a:pt x="66" y="1127"/>
                  <a:pt x="66" y="1127"/>
                  <a:pt x="66" y="1127"/>
                </a:cubicBezTo>
                <a:cubicBezTo>
                  <a:pt x="261" y="933"/>
                  <a:pt x="261" y="933"/>
                  <a:pt x="261" y="933"/>
                </a:cubicBezTo>
                <a:cubicBezTo>
                  <a:pt x="259" y="883"/>
                  <a:pt x="259" y="883"/>
                  <a:pt x="259" y="883"/>
                </a:cubicBezTo>
                <a:cubicBezTo>
                  <a:pt x="1140" y="3"/>
                  <a:pt x="1140" y="3"/>
                  <a:pt x="1140" y="3"/>
                </a:cubicBezTo>
                <a:cubicBezTo>
                  <a:pt x="1137" y="0"/>
                  <a:pt x="1137" y="0"/>
                  <a:pt x="1137"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87" name="Freeform 743"/>
          <p:cNvSpPr>
            <a:spLocks/>
          </p:cNvSpPr>
          <p:nvPr/>
        </p:nvSpPr>
        <p:spPr bwMode="auto">
          <a:xfrm>
            <a:off x="11138718" y="-2381254"/>
            <a:ext cx="6707190" cy="6029336"/>
          </a:xfrm>
          <a:custGeom>
            <a:avLst/>
            <a:gdLst>
              <a:gd name="T0" fmla="*/ 1615 w 1618"/>
              <a:gd name="T1" fmla="*/ 0 h 1454"/>
              <a:gd name="T2" fmla="*/ 1615 w 1618"/>
              <a:gd name="T3" fmla="*/ 0 h 1454"/>
              <a:gd name="T4" fmla="*/ 712 w 1618"/>
              <a:gd name="T5" fmla="*/ 903 h 1454"/>
              <a:gd name="T6" fmla="*/ 714 w 1618"/>
              <a:gd name="T7" fmla="*/ 963 h 1454"/>
              <a:gd name="T8" fmla="*/ 536 w 1618"/>
              <a:gd name="T9" fmla="*/ 1141 h 1454"/>
              <a:gd name="T10" fmla="*/ 499 w 1618"/>
              <a:gd name="T11" fmla="*/ 1144 h 1454"/>
              <a:gd name="T12" fmla="*/ 433 w 1618"/>
              <a:gd name="T13" fmla="*/ 1078 h 1454"/>
              <a:gd name="T14" fmla="*/ 407 w 1618"/>
              <a:gd name="T15" fmla="*/ 1078 h 1454"/>
              <a:gd name="T16" fmla="*/ 369 w 1618"/>
              <a:gd name="T17" fmla="*/ 1116 h 1454"/>
              <a:gd name="T18" fmla="*/ 371 w 1618"/>
              <a:gd name="T19" fmla="*/ 1160 h 1454"/>
              <a:gd name="T20" fmla="*/ 210 w 1618"/>
              <a:gd name="T21" fmla="*/ 1320 h 1454"/>
              <a:gd name="T22" fmla="*/ 160 w 1618"/>
              <a:gd name="T23" fmla="*/ 1320 h 1454"/>
              <a:gd name="T24" fmla="*/ 124 w 1618"/>
              <a:gd name="T25" fmla="*/ 1356 h 1454"/>
              <a:gd name="T26" fmla="*/ 43 w 1618"/>
              <a:gd name="T27" fmla="*/ 1357 h 1454"/>
              <a:gd name="T28" fmla="*/ 0 w 1618"/>
              <a:gd name="T29" fmla="*/ 1400 h 1454"/>
              <a:gd name="T30" fmla="*/ 0 w 1618"/>
              <a:gd name="T31" fmla="*/ 1453 h 1454"/>
              <a:gd name="T32" fmla="*/ 4 w 1618"/>
              <a:gd name="T33" fmla="*/ 1454 h 1454"/>
              <a:gd name="T34" fmla="*/ 4 w 1618"/>
              <a:gd name="T35" fmla="*/ 1401 h 1454"/>
              <a:gd name="T36" fmla="*/ 44 w 1618"/>
              <a:gd name="T37" fmla="*/ 1361 h 1454"/>
              <a:gd name="T38" fmla="*/ 125 w 1618"/>
              <a:gd name="T39" fmla="*/ 1360 h 1454"/>
              <a:gd name="T40" fmla="*/ 161 w 1618"/>
              <a:gd name="T41" fmla="*/ 1324 h 1454"/>
              <a:gd name="T42" fmla="*/ 212 w 1618"/>
              <a:gd name="T43" fmla="*/ 1324 h 1454"/>
              <a:gd name="T44" fmla="*/ 375 w 1618"/>
              <a:gd name="T45" fmla="*/ 1161 h 1454"/>
              <a:gd name="T46" fmla="*/ 373 w 1618"/>
              <a:gd name="T47" fmla="*/ 1118 h 1454"/>
              <a:gd name="T48" fmla="*/ 409 w 1618"/>
              <a:gd name="T49" fmla="*/ 1082 h 1454"/>
              <a:gd name="T50" fmla="*/ 431 w 1618"/>
              <a:gd name="T51" fmla="*/ 1082 h 1454"/>
              <a:gd name="T52" fmla="*/ 498 w 1618"/>
              <a:gd name="T53" fmla="*/ 1148 h 1454"/>
              <a:gd name="T54" fmla="*/ 538 w 1618"/>
              <a:gd name="T55" fmla="*/ 1145 h 1454"/>
              <a:gd name="T56" fmla="*/ 718 w 1618"/>
              <a:gd name="T57" fmla="*/ 965 h 1454"/>
              <a:gd name="T58" fmla="*/ 716 w 1618"/>
              <a:gd name="T59" fmla="*/ 904 h 1454"/>
              <a:gd name="T60" fmla="*/ 1618 w 1618"/>
              <a:gd name="T61" fmla="*/ 3 h 1454"/>
              <a:gd name="T62" fmla="*/ 1615 w 1618"/>
              <a:gd name="T63" fmla="*/ 0 h 1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8" h="1454">
                <a:moveTo>
                  <a:pt x="1615" y="0"/>
                </a:moveTo>
                <a:cubicBezTo>
                  <a:pt x="1615" y="0"/>
                  <a:pt x="1615" y="0"/>
                  <a:pt x="1615" y="0"/>
                </a:cubicBezTo>
                <a:cubicBezTo>
                  <a:pt x="712" y="903"/>
                  <a:pt x="712" y="903"/>
                  <a:pt x="712" y="903"/>
                </a:cubicBezTo>
                <a:cubicBezTo>
                  <a:pt x="714" y="963"/>
                  <a:pt x="714" y="963"/>
                  <a:pt x="714" y="963"/>
                </a:cubicBezTo>
                <a:cubicBezTo>
                  <a:pt x="536" y="1141"/>
                  <a:pt x="536" y="1141"/>
                  <a:pt x="536" y="1141"/>
                </a:cubicBezTo>
                <a:cubicBezTo>
                  <a:pt x="499" y="1144"/>
                  <a:pt x="499" y="1144"/>
                  <a:pt x="499" y="1144"/>
                </a:cubicBezTo>
                <a:cubicBezTo>
                  <a:pt x="433" y="1078"/>
                  <a:pt x="433" y="1078"/>
                  <a:pt x="433" y="1078"/>
                </a:cubicBezTo>
                <a:cubicBezTo>
                  <a:pt x="407" y="1078"/>
                  <a:pt x="407" y="1078"/>
                  <a:pt x="407" y="1078"/>
                </a:cubicBezTo>
                <a:cubicBezTo>
                  <a:pt x="369" y="1116"/>
                  <a:pt x="369" y="1116"/>
                  <a:pt x="369" y="1116"/>
                </a:cubicBezTo>
                <a:cubicBezTo>
                  <a:pt x="371" y="1160"/>
                  <a:pt x="371" y="1160"/>
                  <a:pt x="371" y="1160"/>
                </a:cubicBezTo>
                <a:cubicBezTo>
                  <a:pt x="210" y="1320"/>
                  <a:pt x="210" y="1320"/>
                  <a:pt x="210" y="1320"/>
                </a:cubicBezTo>
                <a:cubicBezTo>
                  <a:pt x="160" y="1320"/>
                  <a:pt x="160" y="1320"/>
                  <a:pt x="160" y="1320"/>
                </a:cubicBezTo>
                <a:cubicBezTo>
                  <a:pt x="124" y="1356"/>
                  <a:pt x="124" y="1356"/>
                  <a:pt x="124" y="1356"/>
                </a:cubicBezTo>
                <a:cubicBezTo>
                  <a:pt x="43" y="1357"/>
                  <a:pt x="43" y="1357"/>
                  <a:pt x="43" y="1357"/>
                </a:cubicBezTo>
                <a:cubicBezTo>
                  <a:pt x="0" y="1400"/>
                  <a:pt x="0" y="1400"/>
                  <a:pt x="0" y="1400"/>
                </a:cubicBezTo>
                <a:cubicBezTo>
                  <a:pt x="0" y="1453"/>
                  <a:pt x="0" y="1453"/>
                  <a:pt x="0" y="1453"/>
                </a:cubicBezTo>
                <a:cubicBezTo>
                  <a:pt x="1" y="1453"/>
                  <a:pt x="3" y="1453"/>
                  <a:pt x="4" y="1454"/>
                </a:cubicBezTo>
                <a:cubicBezTo>
                  <a:pt x="4" y="1401"/>
                  <a:pt x="4" y="1401"/>
                  <a:pt x="4" y="1401"/>
                </a:cubicBezTo>
                <a:cubicBezTo>
                  <a:pt x="44" y="1361"/>
                  <a:pt x="44" y="1361"/>
                  <a:pt x="44" y="1361"/>
                </a:cubicBezTo>
                <a:cubicBezTo>
                  <a:pt x="125" y="1360"/>
                  <a:pt x="125" y="1360"/>
                  <a:pt x="125" y="1360"/>
                </a:cubicBezTo>
                <a:cubicBezTo>
                  <a:pt x="161" y="1324"/>
                  <a:pt x="161" y="1324"/>
                  <a:pt x="161" y="1324"/>
                </a:cubicBezTo>
                <a:cubicBezTo>
                  <a:pt x="212" y="1324"/>
                  <a:pt x="212" y="1324"/>
                  <a:pt x="212" y="1324"/>
                </a:cubicBezTo>
                <a:cubicBezTo>
                  <a:pt x="375" y="1161"/>
                  <a:pt x="375" y="1161"/>
                  <a:pt x="375" y="1161"/>
                </a:cubicBezTo>
                <a:cubicBezTo>
                  <a:pt x="373" y="1118"/>
                  <a:pt x="373" y="1118"/>
                  <a:pt x="373" y="1118"/>
                </a:cubicBezTo>
                <a:cubicBezTo>
                  <a:pt x="409" y="1082"/>
                  <a:pt x="409" y="1082"/>
                  <a:pt x="409" y="1082"/>
                </a:cubicBezTo>
                <a:cubicBezTo>
                  <a:pt x="431" y="1082"/>
                  <a:pt x="431" y="1082"/>
                  <a:pt x="431" y="1082"/>
                </a:cubicBezTo>
                <a:cubicBezTo>
                  <a:pt x="498" y="1148"/>
                  <a:pt x="498" y="1148"/>
                  <a:pt x="498" y="1148"/>
                </a:cubicBezTo>
                <a:cubicBezTo>
                  <a:pt x="538" y="1145"/>
                  <a:pt x="538" y="1145"/>
                  <a:pt x="538" y="1145"/>
                </a:cubicBezTo>
                <a:cubicBezTo>
                  <a:pt x="718" y="965"/>
                  <a:pt x="718" y="965"/>
                  <a:pt x="718" y="965"/>
                </a:cubicBezTo>
                <a:cubicBezTo>
                  <a:pt x="716" y="904"/>
                  <a:pt x="716" y="904"/>
                  <a:pt x="716" y="904"/>
                </a:cubicBezTo>
                <a:cubicBezTo>
                  <a:pt x="1618" y="3"/>
                  <a:pt x="1618" y="3"/>
                  <a:pt x="1618" y="3"/>
                </a:cubicBezTo>
                <a:cubicBezTo>
                  <a:pt x="1615" y="0"/>
                  <a:pt x="1615" y="0"/>
                  <a:pt x="1615"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88" name="Freeform 744"/>
          <p:cNvSpPr>
            <a:spLocks noEditPoints="1"/>
          </p:cNvSpPr>
          <p:nvPr/>
        </p:nvSpPr>
        <p:spPr bwMode="auto">
          <a:xfrm>
            <a:off x="13315181" y="-2679705"/>
            <a:ext cx="4662489" cy="4879984"/>
          </a:xfrm>
          <a:custGeom>
            <a:avLst/>
            <a:gdLst>
              <a:gd name="T0" fmla="*/ 432 w 1125"/>
              <a:gd name="T1" fmla="*/ 690 h 1177"/>
              <a:gd name="T2" fmla="*/ 168 w 1125"/>
              <a:gd name="T3" fmla="*/ 955 h 1177"/>
              <a:gd name="T4" fmla="*/ 170 w 1125"/>
              <a:gd name="T5" fmla="*/ 1026 h 1177"/>
              <a:gd name="T6" fmla="*/ 23 w 1125"/>
              <a:gd name="T7" fmla="*/ 1173 h 1177"/>
              <a:gd name="T8" fmla="*/ 0 w 1125"/>
              <a:gd name="T9" fmla="*/ 1173 h 1177"/>
              <a:gd name="T10" fmla="*/ 0 w 1125"/>
              <a:gd name="T11" fmla="*/ 1177 h 1177"/>
              <a:gd name="T12" fmla="*/ 25 w 1125"/>
              <a:gd name="T13" fmla="*/ 1177 h 1177"/>
              <a:gd name="T14" fmla="*/ 174 w 1125"/>
              <a:gd name="T15" fmla="*/ 1027 h 1177"/>
              <a:gd name="T16" fmla="*/ 172 w 1125"/>
              <a:gd name="T17" fmla="*/ 956 h 1177"/>
              <a:gd name="T18" fmla="*/ 435 w 1125"/>
              <a:gd name="T19" fmla="*/ 693 h 1177"/>
              <a:gd name="T20" fmla="*/ 434 w 1125"/>
              <a:gd name="T21" fmla="*/ 692 h 1177"/>
              <a:gd name="T22" fmla="*/ 432 w 1125"/>
              <a:gd name="T23" fmla="*/ 690 h 1177"/>
              <a:gd name="T24" fmla="*/ 1122 w 1125"/>
              <a:gd name="T25" fmla="*/ 0 h 1177"/>
              <a:gd name="T26" fmla="*/ 461 w 1125"/>
              <a:gd name="T27" fmla="*/ 661 h 1177"/>
              <a:gd name="T28" fmla="*/ 463 w 1125"/>
              <a:gd name="T29" fmla="*/ 663 h 1177"/>
              <a:gd name="T30" fmla="*/ 464 w 1125"/>
              <a:gd name="T31" fmla="*/ 664 h 1177"/>
              <a:gd name="T32" fmla="*/ 1125 w 1125"/>
              <a:gd name="T33" fmla="*/ 3 h 1177"/>
              <a:gd name="T34" fmla="*/ 1122 w 1125"/>
              <a:gd name="T35" fmla="*/ 0 h 1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25" h="1177">
                <a:moveTo>
                  <a:pt x="432" y="690"/>
                </a:moveTo>
                <a:cubicBezTo>
                  <a:pt x="168" y="955"/>
                  <a:pt x="168" y="955"/>
                  <a:pt x="168" y="955"/>
                </a:cubicBezTo>
                <a:cubicBezTo>
                  <a:pt x="170" y="1026"/>
                  <a:pt x="170" y="1026"/>
                  <a:pt x="170" y="1026"/>
                </a:cubicBezTo>
                <a:cubicBezTo>
                  <a:pt x="23" y="1173"/>
                  <a:pt x="23" y="1173"/>
                  <a:pt x="23" y="1173"/>
                </a:cubicBezTo>
                <a:cubicBezTo>
                  <a:pt x="0" y="1173"/>
                  <a:pt x="0" y="1173"/>
                  <a:pt x="0" y="1173"/>
                </a:cubicBezTo>
                <a:cubicBezTo>
                  <a:pt x="0" y="1174"/>
                  <a:pt x="0" y="1176"/>
                  <a:pt x="0" y="1177"/>
                </a:cubicBezTo>
                <a:cubicBezTo>
                  <a:pt x="25" y="1177"/>
                  <a:pt x="25" y="1177"/>
                  <a:pt x="25" y="1177"/>
                </a:cubicBezTo>
                <a:cubicBezTo>
                  <a:pt x="174" y="1027"/>
                  <a:pt x="174" y="1027"/>
                  <a:pt x="174" y="1027"/>
                </a:cubicBezTo>
                <a:cubicBezTo>
                  <a:pt x="172" y="956"/>
                  <a:pt x="172" y="956"/>
                  <a:pt x="172" y="956"/>
                </a:cubicBezTo>
                <a:cubicBezTo>
                  <a:pt x="435" y="693"/>
                  <a:pt x="435" y="693"/>
                  <a:pt x="435" y="693"/>
                </a:cubicBezTo>
                <a:cubicBezTo>
                  <a:pt x="435" y="693"/>
                  <a:pt x="434" y="693"/>
                  <a:pt x="434" y="692"/>
                </a:cubicBezTo>
                <a:cubicBezTo>
                  <a:pt x="433" y="692"/>
                  <a:pt x="433" y="691"/>
                  <a:pt x="432" y="690"/>
                </a:cubicBezTo>
                <a:moveTo>
                  <a:pt x="1122" y="0"/>
                </a:moveTo>
                <a:cubicBezTo>
                  <a:pt x="461" y="661"/>
                  <a:pt x="461" y="661"/>
                  <a:pt x="461" y="661"/>
                </a:cubicBezTo>
                <a:cubicBezTo>
                  <a:pt x="462" y="662"/>
                  <a:pt x="462" y="662"/>
                  <a:pt x="463" y="663"/>
                </a:cubicBezTo>
                <a:cubicBezTo>
                  <a:pt x="463" y="663"/>
                  <a:pt x="464" y="664"/>
                  <a:pt x="464" y="664"/>
                </a:cubicBezTo>
                <a:cubicBezTo>
                  <a:pt x="1125" y="3"/>
                  <a:pt x="1125" y="3"/>
                  <a:pt x="1125" y="3"/>
                </a:cubicBezTo>
                <a:cubicBezTo>
                  <a:pt x="1122" y="0"/>
                  <a:pt x="1122" y="0"/>
                  <a:pt x="112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89" name="Freeform 745"/>
          <p:cNvSpPr>
            <a:spLocks/>
          </p:cNvSpPr>
          <p:nvPr/>
        </p:nvSpPr>
        <p:spPr bwMode="auto">
          <a:xfrm>
            <a:off x="9227367" y="4124336"/>
            <a:ext cx="2930526" cy="4991109"/>
          </a:xfrm>
          <a:custGeom>
            <a:avLst/>
            <a:gdLst>
              <a:gd name="T0" fmla="*/ 654 w 707"/>
              <a:gd name="T1" fmla="*/ 0 h 1204"/>
              <a:gd name="T2" fmla="*/ 635 w 707"/>
              <a:gd name="T3" fmla="*/ 19 h 1204"/>
              <a:gd name="T4" fmla="*/ 512 w 707"/>
              <a:gd name="T5" fmla="*/ 18 h 1204"/>
              <a:gd name="T6" fmla="*/ 463 w 707"/>
              <a:gd name="T7" fmla="*/ 67 h 1204"/>
              <a:gd name="T8" fmla="*/ 463 w 707"/>
              <a:gd name="T9" fmla="*/ 197 h 1204"/>
              <a:gd name="T10" fmla="*/ 328 w 707"/>
              <a:gd name="T11" fmla="*/ 332 h 1204"/>
              <a:gd name="T12" fmla="*/ 330 w 707"/>
              <a:gd name="T13" fmla="*/ 375 h 1204"/>
              <a:gd name="T14" fmla="*/ 225 w 707"/>
              <a:gd name="T15" fmla="*/ 480 h 1204"/>
              <a:gd name="T16" fmla="*/ 24 w 707"/>
              <a:gd name="T17" fmla="*/ 480 h 1204"/>
              <a:gd name="T18" fmla="*/ 0 w 707"/>
              <a:gd name="T19" fmla="*/ 505 h 1204"/>
              <a:gd name="T20" fmla="*/ 0 w 707"/>
              <a:gd name="T21" fmla="*/ 1204 h 1204"/>
              <a:gd name="T22" fmla="*/ 4 w 707"/>
              <a:gd name="T23" fmla="*/ 1204 h 1204"/>
              <a:gd name="T24" fmla="*/ 4 w 707"/>
              <a:gd name="T25" fmla="*/ 506 h 1204"/>
              <a:gd name="T26" fmla="*/ 26 w 707"/>
              <a:gd name="T27" fmla="*/ 484 h 1204"/>
              <a:gd name="T28" fmla="*/ 227 w 707"/>
              <a:gd name="T29" fmla="*/ 484 h 1204"/>
              <a:gd name="T30" fmla="*/ 334 w 707"/>
              <a:gd name="T31" fmla="*/ 376 h 1204"/>
              <a:gd name="T32" fmla="*/ 332 w 707"/>
              <a:gd name="T33" fmla="*/ 334 h 1204"/>
              <a:gd name="T34" fmla="*/ 467 w 707"/>
              <a:gd name="T35" fmla="*/ 198 h 1204"/>
              <a:gd name="T36" fmla="*/ 467 w 707"/>
              <a:gd name="T37" fmla="*/ 69 h 1204"/>
              <a:gd name="T38" fmla="*/ 513 w 707"/>
              <a:gd name="T39" fmla="*/ 22 h 1204"/>
              <a:gd name="T40" fmla="*/ 636 w 707"/>
              <a:gd name="T41" fmla="*/ 23 h 1204"/>
              <a:gd name="T42" fmla="*/ 656 w 707"/>
              <a:gd name="T43" fmla="*/ 4 h 1204"/>
              <a:gd name="T44" fmla="*/ 707 w 707"/>
              <a:gd name="T45" fmla="*/ 4 h 1204"/>
              <a:gd name="T46" fmla="*/ 707 w 707"/>
              <a:gd name="T47" fmla="*/ 4 h 1204"/>
              <a:gd name="T48" fmla="*/ 707 w 707"/>
              <a:gd name="T49" fmla="*/ 0 h 1204"/>
              <a:gd name="T50" fmla="*/ 654 w 707"/>
              <a:gd name="T51" fmla="*/ 0 h 1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7" h="1204">
                <a:moveTo>
                  <a:pt x="654" y="0"/>
                </a:moveTo>
                <a:cubicBezTo>
                  <a:pt x="635" y="19"/>
                  <a:pt x="635" y="19"/>
                  <a:pt x="635" y="19"/>
                </a:cubicBezTo>
                <a:cubicBezTo>
                  <a:pt x="512" y="18"/>
                  <a:pt x="512" y="18"/>
                  <a:pt x="512" y="18"/>
                </a:cubicBezTo>
                <a:cubicBezTo>
                  <a:pt x="463" y="67"/>
                  <a:pt x="463" y="67"/>
                  <a:pt x="463" y="67"/>
                </a:cubicBezTo>
                <a:cubicBezTo>
                  <a:pt x="463" y="197"/>
                  <a:pt x="463" y="197"/>
                  <a:pt x="463" y="197"/>
                </a:cubicBezTo>
                <a:cubicBezTo>
                  <a:pt x="328" y="332"/>
                  <a:pt x="328" y="332"/>
                  <a:pt x="328" y="332"/>
                </a:cubicBezTo>
                <a:cubicBezTo>
                  <a:pt x="330" y="375"/>
                  <a:pt x="330" y="375"/>
                  <a:pt x="330" y="375"/>
                </a:cubicBezTo>
                <a:cubicBezTo>
                  <a:pt x="225" y="480"/>
                  <a:pt x="225" y="480"/>
                  <a:pt x="225" y="480"/>
                </a:cubicBezTo>
                <a:cubicBezTo>
                  <a:pt x="24" y="480"/>
                  <a:pt x="24" y="480"/>
                  <a:pt x="24" y="480"/>
                </a:cubicBezTo>
                <a:cubicBezTo>
                  <a:pt x="0" y="505"/>
                  <a:pt x="0" y="505"/>
                  <a:pt x="0" y="505"/>
                </a:cubicBezTo>
                <a:cubicBezTo>
                  <a:pt x="0" y="1204"/>
                  <a:pt x="0" y="1204"/>
                  <a:pt x="0" y="1204"/>
                </a:cubicBezTo>
                <a:cubicBezTo>
                  <a:pt x="4" y="1204"/>
                  <a:pt x="4" y="1204"/>
                  <a:pt x="4" y="1204"/>
                </a:cubicBezTo>
                <a:cubicBezTo>
                  <a:pt x="4" y="506"/>
                  <a:pt x="4" y="506"/>
                  <a:pt x="4" y="506"/>
                </a:cubicBezTo>
                <a:cubicBezTo>
                  <a:pt x="26" y="484"/>
                  <a:pt x="26" y="484"/>
                  <a:pt x="26" y="484"/>
                </a:cubicBezTo>
                <a:cubicBezTo>
                  <a:pt x="227" y="484"/>
                  <a:pt x="227" y="484"/>
                  <a:pt x="227" y="484"/>
                </a:cubicBezTo>
                <a:cubicBezTo>
                  <a:pt x="334" y="376"/>
                  <a:pt x="334" y="376"/>
                  <a:pt x="334" y="376"/>
                </a:cubicBezTo>
                <a:cubicBezTo>
                  <a:pt x="332" y="334"/>
                  <a:pt x="332" y="334"/>
                  <a:pt x="332" y="334"/>
                </a:cubicBezTo>
                <a:cubicBezTo>
                  <a:pt x="467" y="198"/>
                  <a:pt x="467" y="198"/>
                  <a:pt x="467" y="198"/>
                </a:cubicBezTo>
                <a:cubicBezTo>
                  <a:pt x="467" y="69"/>
                  <a:pt x="467" y="69"/>
                  <a:pt x="467" y="69"/>
                </a:cubicBezTo>
                <a:cubicBezTo>
                  <a:pt x="513" y="22"/>
                  <a:pt x="513" y="22"/>
                  <a:pt x="513" y="22"/>
                </a:cubicBezTo>
                <a:cubicBezTo>
                  <a:pt x="636" y="23"/>
                  <a:pt x="636" y="23"/>
                  <a:pt x="636" y="23"/>
                </a:cubicBezTo>
                <a:cubicBezTo>
                  <a:pt x="656" y="4"/>
                  <a:pt x="656" y="4"/>
                  <a:pt x="656" y="4"/>
                </a:cubicBezTo>
                <a:cubicBezTo>
                  <a:pt x="707" y="4"/>
                  <a:pt x="707" y="4"/>
                  <a:pt x="707" y="4"/>
                </a:cubicBezTo>
                <a:cubicBezTo>
                  <a:pt x="707" y="4"/>
                  <a:pt x="707" y="4"/>
                  <a:pt x="707" y="4"/>
                </a:cubicBezTo>
                <a:cubicBezTo>
                  <a:pt x="707" y="3"/>
                  <a:pt x="707" y="1"/>
                  <a:pt x="707" y="0"/>
                </a:cubicBezTo>
                <a:cubicBezTo>
                  <a:pt x="654" y="0"/>
                  <a:pt x="654" y="0"/>
                  <a:pt x="654"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90" name="Freeform 746"/>
          <p:cNvSpPr>
            <a:spLocks/>
          </p:cNvSpPr>
          <p:nvPr/>
        </p:nvSpPr>
        <p:spPr bwMode="auto">
          <a:xfrm>
            <a:off x="9394056" y="4268799"/>
            <a:ext cx="2490788" cy="5178435"/>
          </a:xfrm>
          <a:custGeom>
            <a:avLst/>
            <a:gdLst>
              <a:gd name="T0" fmla="*/ 488 w 601"/>
              <a:gd name="T1" fmla="*/ 0 h 1249"/>
              <a:gd name="T2" fmla="*/ 439 w 601"/>
              <a:gd name="T3" fmla="*/ 49 h 1249"/>
              <a:gd name="T4" fmla="*/ 440 w 601"/>
              <a:gd name="T5" fmla="*/ 179 h 1249"/>
              <a:gd name="T6" fmla="*/ 304 w 601"/>
              <a:gd name="T7" fmla="*/ 314 h 1249"/>
              <a:gd name="T8" fmla="*/ 307 w 601"/>
              <a:gd name="T9" fmla="*/ 356 h 1249"/>
              <a:gd name="T10" fmla="*/ 202 w 601"/>
              <a:gd name="T11" fmla="*/ 461 h 1249"/>
              <a:gd name="T12" fmla="*/ 27 w 601"/>
              <a:gd name="T13" fmla="*/ 461 h 1249"/>
              <a:gd name="T14" fmla="*/ 0 w 601"/>
              <a:gd name="T15" fmla="*/ 487 h 1249"/>
              <a:gd name="T16" fmla="*/ 0 w 601"/>
              <a:gd name="T17" fmla="*/ 1249 h 1249"/>
              <a:gd name="T18" fmla="*/ 4 w 601"/>
              <a:gd name="T19" fmla="*/ 1249 h 1249"/>
              <a:gd name="T20" fmla="*/ 4 w 601"/>
              <a:gd name="T21" fmla="*/ 489 h 1249"/>
              <a:gd name="T22" fmla="*/ 29 w 601"/>
              <a:gd name="T23" fmla="*/ 465 h 1249"/>
              <a:gd name="T24" fmla="*/ 204 w 601"/>
              <a:gd name="T25" fmla="*/ 465 h 1249"/>
              <a:gd name="T26" fmla="*/ 311 w 601"/>
              <a:gd name="T27" fmla="*/ 358 h 1249"/>
              <a:gd name="T28" fmla="*/ 309 w 601"/>
              <a:gd name="T29" fmla="*/ 316 h 1249"/>
              <a:gd name="T30" fmla="*/ 444 w 601"/>
              <a:gd name="T31" fmla="*/ 180 h 1249"/>
              <a:gd name="T32" fmla="*/ 443 w 601"/>
              <a:gd name="T33" fmla="*/ 51 h 1249"/>
              <a:gd name="T34" fmla="*/ 490 w 601"/>
              <a:gd name="T35" fmla="*/ 4 h 1249"/>
              <a:gd name="T36" fmla="*/ 601 w 601"/>
              <a:gd name="T37" fmla="*/ 5 h 1249"/>
              <a:gd name="T38" fmla="*/ 601 w 601"/>
              <a:gd name="T39" fmla="*/ 1 h 1249"/>
              <a:gd name="T40" fmla="*/ 488 w 601"/>
              <a:gd name="T41" fmla="*/ 0 h 1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1" h="1249">
                <a:moveTo>
                  <a:pt x="488" y="0"/>
                </a:moveTo>
                <a:cubicBezTo>
                  <a:pt x="439" y="49"/>
                  <a:pt x="439" y="49"/>
                  <a:pt x="439" y="49"/>
                </a:cubicBezTo>
                <a:cubicBezTo>
                  <a:pt x="440" y="179"/>
                  <a:pt x="440" y="179"/>
                  <a:pt x="440" y="179"/>
                </a:cubicBezTo>
                <a:cubicBezTo>
                  <a:pt x="304" y="314"/>
                  <a:pt x="304" y="314"/>
                  <a:pt x="304" y="314"/>
                </a:cubicBezTo>
                <a:cubicBezTo>
                  <a:pt x="307" y="356"/>
                  <a:pt x="307" y="356"/>
                  <a:pt x="307" y="356"/>
                </a:cubicBezTo>
                <a:cubicBezTo>
                  <a:pt x="202" y="461"/>
                  <a:pt x="202" y="461"/>
                  <a:pt x="202" y="461"/>
                </a:cubicBezTo>
                <a:cubicBezTo>
                  <a:pt x="27" y="461"/>
                  <a:pt x="27" y="461"/>
                  <a:pt x="27" y="461"/>
                </a:cubicBezTo>
                <a:cubicBezTo>
                  <a:pt x="0" y="487"/>
                  <a:pt x="0" y="487"/>
                  <a:pt x="0" y="487"/>
                </a:cubicBezTo>
                <a:cubicBezTo>
                  <a:pt x="0" y="1249"/>
                  <a:pt x="0" y="1249"/>
                  <a:pt x="0" y="1249"/>
                </a:cubicBezTo>
                <a:cubicBezTo>
                  <a:pt x="4" y="1249"/>
                  <a:pt x="4" y="1249"/>
                  <a:pt x="4" y="1249"/>
                </a:cubicBezTo>
                <a:cubicBezTo>
                  <a:pt x="4" y="489"/>
                  <a:pt x="4" y="489"/>
                  <a:pt x="4" y="489"/>
                </a:cubicBezTo>
                <a:cubicBezTo>
                  <a:pt x="29" y="465"/>
                  <a:pt x="29" y="465"/>
                  <a:pt x="29" y="465"/>
                </a:cubicBezTo>
                <a:cubicBezTo>
                  <a:pt x="204" y="465"/>
                  <a:pt x="204" y="465"/>
                  <a:pt x="204" y="465"/>
                </a:cubicBezTo>
                <a:cubicBezTo>
                  <a:pt x="311" y="358"/>
                  <a:pt x="311" y="358"/>
                  <a:pt x="311" y="358"/>
                </a:cubicBezTo>
                <a:cubicBezTo>
                  <a:pt x="309" y="316"/>
                  <a:pt x="309" y="316"/>
                  <a:pt x="309" y="316"/>
                </a:cubicBezTo>
                <a:cubicBezTo>
                  <a:pt x="444" y="180"/>
                  <a:pt x="444" y="180"/>
                  <a:pt x="444" y="180"/>
                </a:cubicBezTo>
                <a:cubicBezTo>
                  <a:pt x="443" y="51"/>
                  <a:pt x="443" y="51"/>
                  <a:pt x="443" y="51"/>
                </a:cubicBezTo>
                <a:cubicBezTo>
                  <a:pt x="490" y="4"/>
                  <a:pt x="490" y="4"/>
                  <a:pt x="490" y="4"/>
                </a:cubicBezTo>
                <a:cubicBezTo>
                  <a:pt x="601" y="5"/>
                  <a:pt x="601" y="5"/>
                  <a:pt x="601" y="5"/>
                </a:cubicBezTo>
                <a:cubicBezTo>
                  <a:pt x="601" y="4"/>
                  <a:pt x="601" y="3"/>
                  <a:pt x="601" y="1"/>
                </a:cubicBezTo>
                <a:cubicBezTo>
                  <a:pt x="488" y="0"/>
                  <a:pt x="488" y="0"/>
                  <a:pt x="488"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91" name="Freeform 747"/>
          <p:cNvSpPr>
            <a:spLocks/>
          </p:cNvSpPr>
          <p:nvPr/>
        </p:nvSpPr>
        <p:spPr bwMode="auto">
          <a:xfrm>
            <a:off x="9525820" y="4438662"/>
            <a:ext cx="2184401" cy="4610109"/>
          </a:xfrm>
          <a:custGeom>
            <a:avLst/>
            <a:gdLst>
              <a:gd name="T0" fmla="*/ 527 w 527"/>
              <a:gd name="T1" fmla="*/ 0 h 1112"/>
              <a:gd name="T2" fmla="*/ 489 w 527"/>
              <a:gd name="T3" fmla="*/ 0 h 1112"/>
              <a:gd name="T4" fmla="*/ 448 w 527"/>
              <a:gd name="T5" fmla="*/ 41 h 1112"/>
              <a:gd name="T6" fmla="*/ 447 w 527"/>
              <a:gd name="T7" fmla="*/ 133 h 1112"/>
              <a:gd name="T8" fmla="*/ 289 w 527"/>
              <a:gd name="T9" fmla="*/ 290 h 1112"/>
              <a:gd name="T10" fmla="*/ 292 w 527"/>
              <a:gd name="T11" fmla="*/ 332 h 1112"/>
              <a:gd name="T12" fmla="*/ 187 w 527"/>
              <a:gd name="T13" fmla="*/ 436 h 1112"/>
              <a:gd name="T14" fmla="*/ 39 w 527"/>
              <a:gd name="T15" fmla="*/ 436 h 1112"/>
              <a:gd name="T16" fmla="*/ 0 w 527"/>
              <a:gd name="T17" fmla="*/ 474 h 1112"/>
              <a:gd name="T18" fmla="*/ 0 w 527"/>
              <a:gd name="T19" fmla="*/ 1112 h 1112"/>
              <a:gd name="T20" fmla="*/ 4 w 527"/>
              <a:gd name="T21" fmla="*/ 1112 h 1112"/>
              <a:gd name="T22" fmla="*/ 4 w 527"/>
              <a:gd name="T23" fmla="*/ 476 h 1112"/>
              <a:gd name="T24" fmla="*/ 41 w 527"/>
              <a:gd name="T25" fmla="*/ 440 h 1112"/>
              <a:gd name="T26" fmla="*/ 189 w 527"/>
              <a:gd name="T27" fmla="*/ 440 h 1112"/>
              <a:gd name="T28" fmla="*/ 296 w 527"/>
              <a:gd name="T29" fmla="*/ 333 h 1112"/>
              <a:gd name="T30" fmla="*/ 294 w 527"/>
              <a:gd name="T31" fmla="*/ 292 h 1112"/>
              <a:gd name="T32" fmla="*/ 451 w 527"/>
              <a:gd name="T33" fmla="*/ 134 h 1112"/>
              <a:gd name="T34" fmla="*/ 452 w 527"/>
              <a:gd name="T35" fmla="*/ 42 h 1112"/>
              <a:gd name="T36" fmla="*/ 490 w 527"/>
              <a:gd name="T37" fmla="*/ 4 h 1112"/>
              <a:gd name="T38" fmla="*/ 526 w 527"/>
              <a:gd name="T39" fmla="*/ 4 h 1112"/>
              <a:gd name="T40" fmla="*/ 527 w 527"/>
              <a:gd name="T41" fmla="*/ 0 h 1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7" h="1112">
                <a:moveTo>
                  <a:pt x="527" y="0"/>
                </a:moveTo>
                <a:cubicBezTo>
                  <a:pt x="489" y="0"/>
                  <a:pt x="489" y="0"/>
                  <a:pt x="489" y="0"/>
                </a:cubicBezTo>
                <a:cubicBezTo>
                  <a:pt x="448" y="41"/>
                  <a:pt x="448" y="41"/>
                  <a:pt x="448" y="41"/>
                </a:cubicBezTo>
                <a:cubicBezTo>
                  <a:pt x="447" y="133"/>
                  <a:pt x="447" y="133"/>
                  <a:pt x="447" y="133"/>
                </a:cubicBezTo>
                <a:cubicBezTo>
                  <a:pt x="289" y="290"/>
                  <a:pt x="289" y="290"/>
                  <a:pt x="289" y="290"/>
                </a:cubicBezTo>
                <a:cubicBezTo>
                  <a:pt x="292" y="332"/>
                  <a:pt x="292" y="332"/>
                  <a:pt x="292" y="332"/>
                </a:cubicBezTo>
                <a:cubicBezTo>
                  <a:pt x="187" y="436"/>
                  <a:pt x="187" y="436"/>
                  <a:pt x="187" y="436"/>
                </a:cubicBezTo>
                <a:cubicBezTo>
                  <a:pt x="39" y="436"/>
                  <a:pt x="39" y="436"/>
                  <a:pt x="39" y="436"/>
                </a:cubicBezTo>
                <a:cubicBezTo>
                  <a:pt x="0" y="474"/>
                  <a:pt x="0" y="474"/>
                  <a:pt x="0" y="474"/>
                </a:cubicBezTo>
                <a:cubicBezTo>
                  <a:pt x="0" y="1112"/>
                  <a:pt x="0" y="1112"/>
                  <a:pt x="0" y="1112"/>
                </a:cubicBezTo>
                <a:cubicBezTo>
                  <a:pt x="4" y="1112"/>
                  <a:pt x="4" y="1112"/>
                  <a:pt x="4" y="1112"/>
                </a:cubicBezTo>
                <a:cubicBezTo>
                  <a:pt x="4" y="476"/>
                  <a:pt x="4" y="476"/>
                  <a:pt x="4" y="476"/>
                </a:cubicBezTo>
                <a:cubicBezTo>
                  <a:pt x="41" y="440"/>
                  <a:pt x="41" y="440"/>
                  <a:pt x="41" y="440"/>
                </a:cubicBezTo>
                <a:cubicBezTo>
                  <a:pt x="189" y="440"/>
                  <a:pt x="189" y="440"/>
                  <a:pt x="189" y="440"/>
                </a:cubicBezTo>
                <a:cubicBezTo>
                  <a:pt x="296" y="333"/>
                  <a:pt x="296" y="333"/>
                  <a:pt x="296" y="333"/>
                </a:cubicBezTo>
                <a:cubicBezTo>
                  <a:pt x="294" y="292"/>
                  <a:pt x="294" y="292"/>
                  <a:pt x="294" y="292"/>
                </a:cubicBezTo>
                <a:cubicBezTo>
                  <a:pt x="451" y="134"/>
                  <a:pt x="451" y="134"/>
                  <a:pt x="451" y="134"/>
                </a:cubicBezTo>
                <a:cubicBezTo>
                  <a:pt x="452" y="42"/>
                  <a:pt x="452" y="42"/>
                  <a:pt x="452" y="42"/>
                </a:cubicBezTo>
                <a:cubicBezTo>
                  <a:pt x="490" y="4"/>
                  <a:pt x="490" y="4"/>
                  <a:pt x="490" y="4"/>
                </a:cubicBezTo>
                <a:cubicBezTo>
                  <a:pt x="526" y="4"/>
                  <a:pt x="526" y="4"/>
                  <a:pt x="526" y="4"/>
                </a:cubicBezTo>
                <a:cubicBezTo>
                  <a:pt x="526" y="3"/>
                  <a:pt x="527" y="1"/>
                  <a:pt x="527"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92" name="Freeform 748"/>
          <p:cNvSpPr>
            <a:spLocks/>
          </p:cNvSpPr>
          <p:nvPr/>
        </p:nvSpPr>
        <p:spPr bwMode="auto">
          <a:xfrm>
            <a:off x="10140180" y="4132271"/>
            <a:ext cx="2325688" cy="2459042"/>
          </a:xfrm>
          <a:custGeom>
            <a:avLst/>
            <a:gdLst>
              <a:gd name="T0" fmla="*/ 561 w 561"/>
              <a:gd name="T1" fmla="*/ 0 h 593"/>
              <a:gd name="T2" fmla="*/ 558 w 561"/>
              <a:gd name="T3" fmla="*/ 0 h 593"/>
              <a:gd name="T4" fmla="*/ 558 w 561"/>
              <a:gd name="T5" fmla="*/ 0 h 593"/>
              <a:gd name="T6" fmla="*/ 557 w 561"/>
              <a:gd name="T7" fmla="*/ 0 h 593"/>
              <a:gd name="T8" fmla="*/ 556 w 561"/>
              <a:gd name="T9" fmla="*/ 29 h 593"/>
              <a:gd name="T10" fmla="*/ 509 w 561"/>
              <a:gd name="T11" fmla="*/ 76 h 593"/>
              <a:gd name="T12" fmla="*/ 440 w 561"/>
              <a:gd name="T13" fmla="*/ 77 h 593"/>
              <a:gd name="T14" fmla="*/ 334 w 561"/>
              <a:gd name="T15" fmla="*/ 183 h 593"/>
              <a:gd name="T16" fmla="*/ 335 w 561"/>
              <a:gd name="T17" fmla="*/ 232 h 593"/>
              <a:gd name="T18" fmla="*/ 260 w 561"/>
              <a:gd name="T19" fmla="*/ 308 h 593"/>
              <a:gd name="T20" fmla="*/ 258 w 561"/>
              <a:gd name="T21" fmla="*/ 333 h 593"/>
              <a:gd name="T22" fmla="*/ 0 w 561"/>
              <a:gd name="T23" fmla="*/ 590 h 593"/>
              <a:gd name="T24" fmla="*/ 3 w 561"/>
              <a:gd name="T25" fmla="*/ 592 h 593"/>
              <a:gd name="T26" fmla="*/ 3 w 561"/>
              <a:gd name="T27" fmla="*/ 593 h 593"/>
              <a:gd name="T28" fmla="*/ 262 w 561"/>
              <a:gd name="T29" fmla="*/ 335 h 593"/>
              <a:gd name="T30" fmla="*/ 264 w 561"/>
              <a:gd name="T31" fmla="*/ 310 h 593"/>
              <a:gd name="T32" fmla="*/ 339 w 561"/>
              <a:gd name="T33" fmla="*/ 234 h 593"/>
              <a:gd name="T34" fmla="*/ 338 w 561"/>
              <a:gd name="T35" fmla="*/ 184 h 593"/>
              <a:gd name="T36" fmla="*/ 441 w 561"/>
              <a:gd name="T37" fmla="*/ 81 h 593"/>
              <a:gd name="T38" fmla="*/ 510 w 561"/>
              <a:gd name="T39" fmla="*/ 80 h 593"/>
              <a:gd name="T40" fmla="*/ 560 w 561"/>
              <a:gd name="T41" fmla="*/ 31 h 593"/>
              <a:gd name="T42" fmla="*/ 561 w 561"/>
              <a:gd name="T43" fmla="*/ 0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1" h="593">
                <a:moveTo>
                  <a:pt x="561" y="0"/>
                </a:moveTo>
                <a:cubicBezTo>
                  <a:pt x="560" y="0"/>
                  <a:pt x="559" y="0"/>
                  <a:pt x="558" y="0"/>
                </a:cubicBezTo>
                <a:cubicBezTo>
                  <a:pt x="558" y="0"/>
                  <a:pt x="558" y="0"/>
                  <a:pt x="558" y="0"/>
                </a:cubicBezTo>
                <a:cubicBezTo>
                  <a:pt x="558" y="0"/>
                  <a:pt x="557" y="0"/>
                  <a:pt x="557" y="0"/>
                </a:cubicBezTo>
                <a:cubicBezTo>
                  <a:pt x="556" y="29"/>
                  <a:pt x="556" y="29"/>
                  <a:pt x="556" y="29"/>
                </a:cubicBezTo>
                <a:cubicBezTo>
                  <a:pt x="509" y="76"/>
                  <a:pt x="509" y="76"/>
                  <a:pt x="509" y="76"/>
                </a:cubicBezTo>
                <a:cubicBezTo>
                  <a:pt x="440" y="77"/>
                  <a:pt x="440" y="77"/>
                  <a:pt x="440" y="77"/>
                </a:cubicBezTo>
                <a:cubicBezTo>
                  <a:pt x="334" y="183"/>
                  <a:pt x="334" y="183"/>
                  <a:pt x="334" y="183"/>
                </a:cubicBezTo>
                <a:cubicBezTo>
                  <a:pt x="335" y="232"/>
                  <a:pt x="335" y="232"/>
                  <a:pt x="335" y="232"/>
                </a:cubicBezTo>
                <a:cubicBezTo>
                  <a:pt x="260" y="308"/>
                  <a:pt x="260" y="308"/>
                  <a:pt x="260" y="308"/>
                </a:cubicBezTo>
                <a:cubicBezTo>
                  <a:pt x="258" y="333"/>
                  <a:pt x="258" y="333"/>
                  <a:pt x="258" y="333"/>
                </a:cubicBezTo>
                <a:cubicBezTo>
                  <a:pt x="0" y="590"/>
                  <a:pt x="0" y="590"/>
                  <a:pt x="0" y="590"/>
                </a:cubicBezTo>
                <a:cubicBezTo>
                  <a:pt x="1" y="591"/>
                  <a:pt x="2" y="591"/>
                  <a:pt x="3" y="592"/>
                </a:cubicBezTo>
                <a:cubicBezTo>
                  <a:pt x="3" y="592"/>
                  <a:pt x="3" y="593"/>
                  <a:pt x="3" y="593"/>
                </a:cubicBezTo>
                <a:cubicBezTo>
                  <a:pt x="262" y="335"/>
                  <a:pt x="262" y="335"/>
                  <a:pt x="262" y="335"/>
                </a:cubicBezTo>
                <a:cubicBezTo>
                  <a:pt x="264" y="310"/>
                  <a:pt x="264" y="310"/>
                  <a:pt x="264" y="310"/>
                </a:cubicBezTo>
                <a:cubicBezTo>
                  <a:pt x="339" y="234"/>
                  <a:pt x="339" y="234"/>
                  <a:pt x="339" y="234"/>
                </a:cubicBezTo>
                <a:cubicBezTo>
                  <a:pt x="338" y="184"/>
                  <a:pt x="338" y="184"/>
                  <a:pt x="338" y="184"/>
                </a:cubicBezTo>
                <a:cubicBezTo>
                  <a:pt x="441" y="81"/>
                  <a:pt x="441" y="81"/>
                  <a:pt x="441" y="81"/>
                </a:cubicBezTo>
                <a:cubicBezTo>
                  <a:pt x="510" y="80"/>
                  <a:pt x="510" y="80"/>
                  <a:pt x="510" y="80"/>
                </a:cubicBezTo>
                <a:cubicBezTo>
                  <a:pt x="560" y="31"/>
                  <a:pt x="560" y="31"/>
                  <a:pt x="560" y="31"/>
                </a:cubicBezTo>
                <a:cubicBezTo>
                  <a:pt x="561" y="0"/>
                  <a:pt x="561" y="0"/>
                  <a:pt x="56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93" name="Freeform 749"/>
          <p:cNvSpPr>
            <a:spLocks noEditPoints="1"/>
          </p:cNvSpPr>
          <p:nvPr/>
        </p:nvSpPr>
        <p:spPr bwMode="auto">
          <a:xfrm>
            <a:off x="10819631" y="4754572"/>
            <a:ext cx="1039813" cy="1438278"/>
          </a:xfrm>
          <a:custGeom>
            <a:avLst/>
            <a:gdLst>
              <a:gd name="T0" fmla="*/ 211 w 251"/>
              <a:gd name="T1" fmla="*/ 58 h 347"/>
              <a:gd name="T2" fmla="*/ 210 w 251"/>
              <a:gd name="T3" fmla="*/ 89 h 347"/>
              <a:gd name="T4" fmla="*/ 131 w 251"/>
              <a:gd name="T5" fmla="*/ 168 h 347"/>
              <a:gd name="T6" fmla="*/ 132 w 251"/>
              <a:gd name="T7" fmla="*/ 212 h 347"/>
              <a:gd name="T8" fmla="*/ 0 w 251"/>
              <a:gd name="T9" fmla="*/ 344 h 347"/>
              <a:gd name="T10" fmla="*/ 3 w 251"/>
              <a:gd name="T11" fmla="*/ 346 h 347"/>
              <a:gd name="T12" fmla="*/ 3 w 251"/>
              <a:gd name="T13" fmla="*/ 347 h 347"/>
              <a:gd name="T14" fmla="*/ 136 w 251"/>
              <a:gd name="T15" fmla="*/ 214 h 347"/>
              <a:gd name="T16" fmla="*/ 135 w 251"/>
              <a:gd name="T17" fmla="*/ 170 h 347"/>
              <a:gd name="T18" fmla="*/ 214 w 251"/>
              <a:gd name="T19" fmla="*/ 91 h 347"/>
              <a:gd name="T20" fmla="*/ 215 w 251"/>
              <a:gd name="T21" fmla="*/ 59 h 347"/>
              <a:gd name="T22" fmla="*/ 211 w 251"/>
              <a:gd name="T23" fmla="*/ 58 h 347"/>
              <a:gd name="T24" fmla="*/ 248 w 251"/>
              <a:gd name="T25" fmla="*/ 0 h 347"/>
              <a:gd name="T26" fmla="*/ 228 w 251"/>
              <a:gd name="T27" fmla="*/ 20 h 347"/>
              <a:gd name="T28" fmla="*/ 232 w 251"/>
              <a:gd name="T29" fmla="*/ 22 h 347"/>
              <a:gd name="T30" fmla="*/ 251 w 251"/>
              <a:gd name="T31" fmla="*/ 3 h 347"/>
              <a:gd name="T32" fmla="*/ 250 w 251"/>
              <a:gd name="T33" fmla="*/ 2 h 347"/>
              <a:gd name="T34" fmla="*/ 248 w 251"/>
              <a:gd name="T35" fmla="*/ 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1" h="347">
                <a:moveTo>
                  <a:pt x="211" y="58"/>
                </a:moveTo>
                <a:cubicBezTo>
                  <a:pt x="210" y="89"/>
                  <a:pt x="210" y="89"/>
                  <a:pt x="210" y="89"/>
                </a:cubicBezTo>
                <a:cubicBezTo>
                  <a:pt x="131" y="168"/>
                  <a:pt x="131" y="168"/>
                  <a:pt x="131" y="168"/>
                </a:cubicBezTo>
                <a:cubicBezTo>
                  <a:pt x="132" y="212"/>
                  <a:pt x="132" y="212"/>
                  <a:pt x="132" y="212"/>
                </a:cubicBezTo>
                <a:cubicBezTo>
                  <a:pt x="0" y="344"/>
                  <a:pt x="0" y="344"/>
                  <a:pt x="0" y="344"/>
                </a:cubicBezTo>
                <a:cubicBezTo>
                  <a:pt x="1" y="345"/>
                  <a:pt x="2" y="345"/>
                  <a:pt x="3" y="346"/>
                </a:cubicBezTo>
                <a:cubicBezTo>
                  <a:pt x="3" y="346"/>
                  <a:pt x="3" y="347"/>
                  <a:pt x="3" y="347"/>
                </a:cubicBezTo>
                <a:cubicBezTo>
                  <a:pt x="136" y="214"/>
                  <a:pt x="136" y="214"/>
                  <a:pt x="136" y="214"/>
                </a:cubicBezTo>
                <a:cubicBezTo>
                  <a:pt x="135" y="170"/>
                  <a:pt x="135" y="170"/>
                  <a:pt x="135" y="170"/>
                </a:cubicBezTo>
                <a:cubicBezTo>
                  <a:pt x="214" y="91"/>
                  <a:pt x="214" y="91"/>
                  <a:pt x="214" y="91"/>
                </a:cubicBezTo>
                <a:cubicBezTo>
                  <a:pt x="215" y="59"/>
                  <a:pt x="215" y="59"/>
                  <a:pt x="215" y="59"/>
                </a:cubicBezTo>
                <a:cubicBezTo>
                  <a:pt x="214" y="59"/>
                  <a:pt x="212" y="58"/>
                  <a:pt x="211" y="58"/>
                </a:cubicBezTo>
                <a:moveTo>
                  <a:pt x="248" y="0"/>
                </a:moveTo>
                <a:cubicBezTo>
                  <a:pt x="228" y="20"/>
                  <a:pt x="228" y="20"/>
                  <a:pt x="228" y="20"/>
                </a:cubicBezTo>
                <a:cubicBezTo>
                  <a:pt x="229" y="21"/>
                  <a:pt x="230" y="21"/>
                  <a:pt x="232" y="22"/>
                </a:cubicBezTo>
                <a:cubicBezTo>
                  <a:pt x="251" y="3"/>
                  <a:pt x="251" y="3"/>
                  <a:pt x="251" y="3"/>
                </a:cubicBezTo>
                <a:cubicBezTo>
                  <a:pt x="250" y="3"/>
                  <a:pt x="250" y="3"/>
                  <a:pt x="250" y="2"/>
                </a:cubicBezTo>
                <a:cubicBezTo>
                  <a:pt x="249" y="2"/>
                  <a:pt x="248" y="1"/>
                  <a:pt x="248"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94" name="Freeform 750"/>
          <p:cNvSpPr>
            <a:spLocks/>
          </p:cNvSpPr>
          <p:nvPr/>
        </p:nvSpPr>
        <p:spPr bwMode="auto">
          <a:xfrm>
            <a:off x="11349856" y="177801"/>
            <a:ext cx="3333751" cy="2984506"/>
          </a:xfrm>
          <a:custGeom>
            <a:avLst/>
            <a:gdLst>
              <a:gd name="T0" fmla="*/ 804 w 804"/>
              <a:gd name="T1" fmla="*/ 0 h 720"/>
              <a:gd name="T2" fmla="*/ 791 w 804"/>
              <a:gd name="T3" fmla="*/ 0 h 720"/>
              <a:gd name="T4" fmla="*/ 761 w 804"/>
              <a:gd name="T5" fmla="*/ 31 h 720"/>
              <a:gd name="T6" fmla="*/ 678 w 804"/>
              <a:gd name="T7" fmla="*/ 31 h 720"/>
              <a:gd name="T8" fmla="*/ 612 w 804"/>
              <a:gd name="T9" fmla="*/ 97 h 720"/>
              <a:gd name="T10" fmla="*/ 613 w 804"/>
              <a:gd name="T11" fmla="*/ 125 h 720"/>
              <a:gd name="T12" fmla="*/ 435 w 804"/>
              <a:gd name="T13" fmla="*/ 303 h 720"/>
              <a:gd name="T14" fmla="*/ 436 w 804"/>
              <a:gd name="T15" fmla="*/ 352 h 720"/>
              <a:gd name="T16" fmla="*/ 299 w 804"/>
              <a:gd name="T17" fmla="*/ 489 h 720"/>
              <a:gd name="T18" fmla="*/ 299 w 804"/>
              <a:gd name="T19" fmla="*/ 529 h 720"/>
              <a:gd name="T20" fmla="*/ 151 w 804"/>
              <a:gd name="T21" fmla="*/ 677 h 720"/>
              <a:gd name="T22" fmla="*/ 97 w 804"/>
              <a:gd name="T23" fmla="*/ 680 h 720"/>
              <a:gd name="T24" fmla="*/ 60 w 804"/>
              <a:gd name="T25" fmla="*/ 716 h 720"/>
              <a:gd name="T26" fmla="*/ 1 w 804"/>
              <a:gd name="T27" fmla="*/ 715 h 720"/>
              <a:gd name="T28" fmla="*/ 0 w 804"/>
              <a:gd name="T29" fmla="*/ 719 h 720"/>
              <a:gd name="T30" fmla="*/ 62 w 804"/>
              <a:gd name="T31" fmla="*/ 720 h 720"/>
              <a:gd name="T32" fmla="*/ 99 w 804"/>
              <a:gd name="T33" fmla="*/ 684 h 720"/>
              <a:gd name="T34" fmla="*/ 152 w 804"/>
              <a:gd name="T35" fmla="*/ 681 h 720"/>
              <a:gd name="T36" fmla="*/ 303 w 804"/>
              <a:gd name="T37" fmla="*/ 530 h 720"/>
              <a:gd name="T38" fmla="*/ 303 w 804"/>
              <a:gd name="T39" fmla="*/ 491 h 720"/>
              <a:gd name="T40" fmla="*/ 440 w 804"/>
              <a:gd name="T41" fmla="*/ 354 h 720"/>
              <a:gd name="T42" fmla="*/ 439 w 804"/>
              <a:gd name="T43" fmla="*/ 304 h 720"/>
              <a:gd name="T44" fmla="*/ 617 w 804"/>
              <a:gd name="T45" fmla="*/ 126 h 720"/>
              <a:gd name="T46" fmla="*/ 616 w 804"/>
              <a:gd name="T47" fmla="*/ 99 h 720"/>
              <a:gd name="T48" fmla="*/ 680 w 804"/>
              <a:gd name="T49" fmla="*/ 35 h 720"/>
              <a:gd name="T50" fmla="*/ 763 w 804"/>
              <a:gd name="T51" fmla="*/ 35 h 720"/>
              <a:gd name="T52" fmla="*/ 793 w 804"/>
              <a:gd name="T53" fmla="*/ 4 h 720"/>
              <a:gd name="T54" fmla="*/ 803 w 804"/>
              <a:gd name="T55" fmla="*/ 4 h 720"/>
              <a:gd name="T56" fmla="*/ 804 w 804"/>
              <a:gd name="T57" fmla="*/ 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04" h="720">
                <a:moveTo>
                  <a:pt x="804" y="0"/>
                </a:moveTo>
                <a:cubicBezTo>
                  <a:pt x="791" y="0"/>
                  <a:pt x="791" y="0"/>
                  <a:pt x="791" y="0"/>
                </a:cubicBezTo>
                <a:cubicBezTo>
                  <a:pt x="761" y="31"/>
                  <a:pt x="761" y="31"/>
                  <a:pt x="761" y="31"/>
                </a:cubicBezTo>
                <a:cubicBezTo>
                  <a:pt x="678" y="31"/>
                  <a:pt x="678" y="31"/>
                  <a:pt x="678" y="31"/>
                </a:cubicBezTo>
                <a:cubicBezTo>
                  <a:pt x="612" y="97"/>
                  <a:pt x="612" y="97"/>
                  <a:pt x="612" y="97"/>
                </a:cubicBezTo>
                <a:cubicBezTo>
                  <a:pt x="613" y="125"/>
                  <a:pt x="613" y="125"/>
                  <a:pt x="613" y="125"/>
                </a:cubicBezTo>
                <a:cubicBezTo>
                  <a:pt x="435" y="303"/>
                  <a:pt x="435" y="303"/>
                  <a:pt x="435" y="303"/>
                </a:cubicBezTo>
                <a:cubicBezTo>
                  <a:pt x="436" y="352"/>
                  <a:pt x="436" y="352"/>
                  <a:pt x="436" y="352"/>
                </a:cubicBezTo>
                <a:cubicBezTo>
                  <a:pt x="299" y="489"/>
                  <a:pt x="299" y="489"/>
                  <a:pt x="299" y="489"/>
                </a:cubicBezTo>
                <a:cubicBezTo>
                  <a:pt x="299" y="529"/>
                  <a:pt x="299" y="529"/>
                  <a:pt x="299" y="529"/>
                </a:cubicBezTo>
                <a:cubicBezTo>
                  <a:pt x="151" y="677"/>
                  <a:pt x="151" y="677"/>
                  <a:pt x="151" y="677"/>
                </a:cubicBezTo>
                <a:cubicBezTo>
                  <a:pt x="97" y="680"/>
                  <a:pt x="97" y="680"/>
                  <a:pt x="97" y="680"/>
                </a:cubicBezTo>
                <a:cubicBezTo>
                  <a:pt x="60" y="716"/>
                  <a:pt x="60" y="716"/>
                  <a:pt x="60" y="716"/>
                </a:cubicBezTo>
                <a:cubicBezTo>
                  <a:pt x="1" y="715"/>
                  <a:pt x="1" y="715"/>
                  <a:pt x="1" y="715"/>
                </a:cubicBezTo>
                <a:cubicBezTo>
                  <a:pt x="1" y="717"/>
                  <a:pt x="1" y="718"/>
                  <a:pt x="0" y="719"/>
                </a:cubicBezTo>
                <a:cubicBezTo>
                  <a:pt x="62" y="720"/>
                  <a:pt x="62" y="720"/>
                  <a:pt x="62" y="720"/>
                </a:cubicBezTo>
                <a:cubicBezTo>
                  <a:pt x="99" y="684"/>
                  <a:pt x="99" y="684"/>
                  <a:pt x="99" y="684"/>
                </a:cubicBezTo>
                <a:cubicBezTo>
                  <a:pt x="152" y="681"/>
                  <a:pt x="152" y="681"/>
                  <a:pt x="152" y="681"/>
                </a:cubicBezTo>
                <a:cubicBezTo>
                  <a:pt x="303" y="530"/>
                  <a:pt x="303" y="530"/>
                  <a:pt x="303" y="530"/>
                </a:cubicBezTo>
                <a:cubicBezTo>
                  <a:pt x="303" y="491"/>
                  <a:pt x="303" y="491"/>
                  <a:pt x="303" y="491"/>
                </a:cubicBezTo>
                <a:cubicBezTo>
                  <a:pt x="440" y="354"/>
                  <a:pt x="440" y="354"/>
                  <a:pt x="440" y="354"/>
                </a:cubicBezTo>
                <a:cubicBezTo>
                  <a:pt x="439" y="304"/>
                  <a:pt x="439" y="304"/>
                  <a:pt x="439" y="304"/>
                </a:cubicBezTo>
                <a:cubicBezTo>
                  <a:pt x="617" y="126"/>
                  <a:pt x="617" y="126"/>
                  <a:pt x="617" y="126"/>
                </a:cubicBezTo>
                <a:cubicBezTo>
                  <a:pt x="616" y="99"/>
                  <a:pt x="616" y="99"/>
                  <a:pt x="616" y="99"/>
                </a:cubicBezTo>
                <a:cubicBezTo>
                  <a:pt x="680" y="35"/>
                  <a:pt x="680" y="35"/>
                  <a:pt x="680" y="35"/>
                </a:cubicBezTo>
                <a:cubicBezTo>
                  <a:pt x="763" y="35"/>
                  <a:pt x="763" y="35"/>
                  <a:pt x="763" y="35"/>
                </a:cubicBezTo>
                <a:cubicBezTo>
                  <a:pt x="793" y="4"/>
                  <a:pt x="793" y="4"/>
                  <a:pt x="793" y="4"/>
                </a:cubicBezTo>
                <a:cubicBezTo>
                  <a:pt x="803" y="4"/>
                  <a:pt x="803" y="4"/>
                  <a:pt x="803" y="4"/>
                </a:cubicBezTo>
                <a:cubicBezTo>
                  <a:pt x="803" y="3"/>
                  <a:pt x="803" y="1"/>
                  <a:pt x="804"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95" name="Freeform 751"/>
          <p:cNvSpPr>
            <a:spLocks/>
          </p:cNvSpPr>
          <p:nvPr/>
        </p:nvSpPr>
        <p:spPr bwMode="auto">
          <a:xfrm>
            <a:off x="11354618" y="-100012"/>
            <a:ext cx="3457576" cy="3221044"/>
          </a:xfrm>
          <a:custGeom>
            <a:avLst/>
            <a:gdLst>
              <a:gd name="T0" fmla="*/ 832 w 834"/>
              <a:gd name="T1" fmla="*/ 0 h 777"/>
              <a:gd name="T2" fmla="*/ 746 w 834"/>
              <a:gd name="T3" fmla="*/ 86 h 777"/>
              <a:gd name="T4" fmla="*/ 663 w 834"/>
              <a:gd name="T5" fmla="*/ 84 h 777"/>
              <a:gd name="T6" fmla="*/ 597 w 834"/>
              <a:gd name="T7" fmla="*/ 150 h 777"/>
              <a:gd name="T8" fmla="*/ 598 w 834"/>
              <a:gd name="T9" fmla="*/ 178 h 777"/>
              <a:gd name="T10" fmla="*/ 420 w 834"/>
              <a:gd name="T11" fmla="*/ 356 h 777"/>
              <a:gd name="T12" fmla="*/ 421 w 834"/>
              <a:gd name="T13" fmla="*/ 405 h 777"/>
              <a:gd name="T14" fmla="*/ 284 w 834"/>
              <a:gd name="T15" fmla="*/ 542 h 777"/>
              <a:gd name="T16" fmla="*/ 287 w 834"/>
              <a:gd name="T17" fmla="*/ 585 h 777"/>
              <a:gd name="T18" fmla="*/ 138 w 834"/>
              <a:gd name="T19" fmla="*/ 733 h 777"/>
              <a:gd name="T20" fmla="*/ 85 w 834"/>
              <a:gd name="T21" fmla="*/ 736 h 777"/>
              <a:gd name="T22" fmla="*/ 48 w 834"/>
              <a:gd name="T23" fmla="*/ 773 h 777"/>
              <a:gd name="T24" fmla="*/ 0 w 834"/>
              <a:gd name="T25" fmla="*/ 772 h 777"/>
              <a:gd name="T26" fmla="*/ 1 w 834"/>
              <a:gd name="T27" fmla="*/ 776 h 777"/>
              <a:gd name="T28" fmla="*/ 49 w 834"/>
              <a:gd name="T29" fmla="*/ 777 h 777"/>
              <a:gd name="T30" fmla="*/ 86 w 834"/>
              <a:gd name="T31" fmla="*/ 740 h 777"/>
              <a:gd name="T32" fmla="*/ 140 w 834"/>
              <a:gd name="T33" fmla="*/ 737 h 777"/>
              <a:gd name="T34" fmla="*/ 291 w 834"/>
              <a:gd name="T35" fmla="*/ 586 h 777"/>
              <a:gd name="T36" fmla="*/ 288 w 834"/>
              <a:gd name="T37" fmla="*/ 544 h 777"/>
              <a:gd name="T38" fmla="*/ 425 w 834"/>
              <a:gd name="T39" fmla="*/ 407 h 777"/>
              <a:gd name="T40" fmla="*/ 424 w 834"/>
              <a:gd name="T41" fmla="*/ 357 h 777"/>
              <a:gd name="T42" fmla="*/ 602 w 834"/>
              <a:gd name="T43" fmla="*/ 179 h 777"/>
              <a:gd name="T44" fmla="*/ 601 w 834"/>
              <a:gd name="T45" fmla="*/ 152 h 777"/>
              <a:gd name="T46" fmla="*/ 665 w 834"/>
              <a:gd name="T47" fmla="*/ 88 h 777"/>
              <a:gd name="T48" fmla="*/ 748 w 834"/>
              <a:gd name="T49" fmla="*/ 90 h 777"/>
              <a:gd name="T50" fmla="*/ 834 w 834"/>
              <a:gd name="T51" fmla="*/ 3 h 777"/>
              <a:gd name="T52" fmla="*/ 833 w 834"/>
              <a:gd name="T53" fmla="*/ 2 h 777"/>
              <a:gd name="T54" fmla="*/ 832 w 834"/>
              <a:gd name="T55" fmla="*/ 0 h 7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34" h="777">
                <a:moveTo>
                  <a:pt x="832" y="0"/>
                </a:moveTo>
                <a:cubicBezTo>
                  <a:pt x="746" y="86"/>
                  <a:pt x="746" y="86"/>
                  <a:pt x="746" y="86"/>
                </a:cubicBezTo>
                <a:cubicBezTo>
                  <a:pt x="663" y="84"/>
                  <a:pt x="663" y="84"/>
                  <a:pt x="663" y="84"/>
                </a:cubicBezTo>
                <a:cubicBezTo>
                  <a:pt x="597" y="150"/>
                  <a:pt x="597" y="150"/>
                  <a:pt x="597" y="150"/>
                </a:cubicBezTo>
                <a:cubicBezTo>
                  <a:pt x="598" y="178"/>
                  <a:pt x="598" y="178"/>
                  <a:pt x="598" y="178"/>
                </a:cubicBezTo>
                <a:cubicBezTo>
                  <a:pt x="420" y="356"/>
                  <a:pt x="420" y="356"/>
                  <a:pt x="420" y="356"/>
                </a:cubicBezTo>
                <a:cubicBezTo>
                  <a:pt x="421" y="405"/>
                  <a:pt x="421" y="405"/>
                  <a:pt x="421" y="405"/>
                </a:cubicBezTo>
                <a:cubicBezTo>
                  <a:pt x="284" y="542"/>
                  <a:pt x="284" y="542"/>
                  <a:pt x="284" y="542"/>
                </a:cubicBezTo>
                <a:cubicBezTo>
                  <a:pt x="287" y="585"/>
                  <a:pt x="287" y="585"/>
                  <a:pt x="287" y="585"/>
                </a:cubicBezTo>
                <a:cubicBezTo>
                  <a:pt x="138" y="733"/>
                  <a:pt x="138" y="733"/>
                  <a:pt x="138" y="733"/>
                </a:cubicBezTo>
                <a:cubicBezTo>
                  <a:pt x="85" y="736"/>
                  <a:pt x="85" y="736"/>
                  <a:pt x="85" y="736"/>
                </a:cubicBezTo>
                <a:cubicBezTo>
                  <a:pt x="48" y="773"/>
                  <a:pt x="48" y="773"/>
                  <a:pt x="48" y="773"/>
                </a:cubicBezTo>
                <a:cubicBezTo>
                  <a:pt x="0" y="772"/>
                  <a:pt x="0" y="772"/>
                  <a:pt x="0" y="772"/>
                </a:cubicBezTo>
                <a:cubicBezTo>
                  <a:pt x="0" y="773"/>
                  <a:pt x="1" y="775"/>
                  <a:pt x="1" y="776"/>
                </a:cubicBezTo>
                <a:cubicBezTo>
                  <a:pt x="49" y="777"/>
                  <a:pt x="49" y="777"/>
                  <a:pt x="49" y="777"/>
                </a:cubicBezTo>
                <a:cubicBezTo>
                  <a:pt x="86" y="740"/>
                  <a:pt x="86" y="740"/>
                  <a:pt x="86" y="740"/>
                </a:cubicBezTo>
                <a:cubicBezTo>
                  <a:pt x="140" y="737"/>
                  <a:pt x="140" y="737"/>
                  <a:pt x="140" y="737"/>
                </a:cubicBezTo>
                <a:cubicBezTo>
                  <a:pt x="291" y="586"/>
                  <a:pt x="291" y="586"/>
                  <a:pt x="291" y="586"/>
                </a:cubicBezTo>
                <a:cubicBezTo>
                  <a:pt x="288" y="544"/>
                  <a:pt x="288" y="544"/>
                  <a:pt x="288" y="544"/>
                </a:cubicBezTo>
                <a:cubicBezTo>
                  <a:pt x="425" y="407"/>
                  <a:pt x="425" y="407"/>
                  <a:pt x="425" y="407"/>
                </a:cubicBezTo>
                <a:cubicBezTo>
                  <a:pt x="424" y="357"/>
                  <a:pt x="424" y="357"/>
                  <a:pt x="424" y="357"/>
                </a:cubicBezTo>
                <a:cubicBezTo>
                  <a:pt x="602" y="179"/>
                  <a:pt x="602" y="179"/>
                  <a:pt x="602" y="179"/>
                </a:cubicBezTo>
                <a:cubicBezTo>
                  <a:pt x="601" y="152"/>
                  <a:pt x="601" y="152"/>
                  <a:pt x="601" y="152"/>
                </a:cubicBezTo>
                <a:cubicBezTo>
                  <a:pt x="665" y="88"/>
                  <a:pt x="665" y="88"/>
                  <a:pt x="665" y="88"/>
                </a:cubicBezTo>
                <a:cubicBezTo>
                  <a:pt x="748" y="90"/>
                  <a:pt x="748" y="90"/>
                  <a:pt x="748" y="90"/>
                </a:cubicBezTo>
                <a:cubicBezTo>
                  <a:pt x="834" y="3"/>
                  <a:pt x="834" y="3"/>
                  <a:pt x="834" y="3"/>
                </a:cubicBezTo>
                <a:cubicBezTo>
                  <a:pt x="834" y="3"/>
                  <a:pt x="834" y="3"/>
                  <a:pt x="833" y="2"/>
                </a:cubicBezTo>
                <a:cubicBezTo>
                  <a:pt x="833" y="2"/>
                  <a:pt x="832" y="1"/>
                  <a:pt x="8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96" name="Freeform 752"/>
          <p:cNvSpPr>
            <a:spLocks noEditPoints="1"/>
          </p:cNvSpPr>
          <p:nvPr/>
        </p:nvSpPr>
        <p:spPr bwMode="auto">
          <a:xfrm>
            <a:off x="11532418" y="-3960820"/>
            <a:ext cx="6296027" cy="6862775"/>
          </a:xfrm>
          <a:custGeom>
            <a:avLst/>
            <a:gdLst>
              <a:gd name="T0" fmla="*/ 132 w 1519"/>
              <a:gd name="T1" fmla="*/ 1582 h 1655"/>
              <a:gd name="T2" fmla="*/ 95 w 1519"/>
              <a:gd name="T3" fmla="*/ 1620 h 1655"/>
              <a:gd name="T4" fmla="*/ 34 w 1519"/>
              <a:gd name="T5" fmla="*/ 1618 h 1655"/>
              <a:gd name="T6" fmla="*/ 0 w 1519"/>
              <a:gd name="T7" fmla="*/ 1652 h 1655"/>
              <a:gd name="T8" fmla="*/ 2 w 1519"/>
              <a:gd name="T9" fmla="*/ 1654 h 1655"/>
              <a:gd name="T10" fmla="*/ 3 w 1519"/>
              <a:gd name="T11" fmla="*/ 1655 h 1655"/>
              <a:gd name="T12" fmla="*/ 36 w 1519"/>
              <a:gd name="T13" fmla="*/ 1622 h 1655"/>
              <a:gd name="T14" fmla="*/ 96 w 1519"/>
              <a:gd name="T15" fmla="*/ 1624 h 1655"/>
              <a:gd name="T16" fmla="*/ 136 w 1519"/>
              <a:gd name="T17" fmla="*/ 1584 h 1655"/>
              <a:gd name="T18" fmla="*/ 132 w 1519"/>
              <a:gd name="T19" fmla="*/ 1582 h 1655"/>
              <a:gd name="T20" fmla="*/ 523 w 1519"/>
              <a:gd name="T21" fmla="*/ 994 h 1655"/>
              <a:gd name="T22" fmla="*/ 482 w 1519"/>
              <a:gd name="T23" fmla="*/ 1035 h 1655"/>
              <a:gd name="T24" fmla="*/ 482 w 1519"/>
              <a:gd name="T25" fmla="*/ 1074 h 1655"/>
              <a:gd name="T26" fmla="*/ 388 w 1519"/>
              <a:gd name="T27" fmla="*/ 1168 h 1655"/>
              <a:gd name="T28" fmla="*/ 390 w 1519"/>
              <a:gd name="T29" fmla="*/ 1228 h 1655"/>
              <a:gd name="T30" fmla="*/ 332 w 1519"/>
              <a:gd name="T31" fmla="*/ 1286 h 1655"/>
              <a:gd name="T32" fmla="*/ 332 w 1519"/>
              <a:gd name="T33" fmla="*/ 1332 h 1655"/>
              <a:gd name="T34" fmla="*/ 194 w 1519"/>
              <a:gd name="T35" fmla="*/ 1469 h 1655"/>
              <a:gd name="T36" fmla="*/ 195 w 1519"/>
              <a:gd name="T37" fmla="*/ 1519 h 1655"/>
              <a:gd name="T38" fmla="*/ 161 w 1519"/>
              <a:gd name="T39" fmla="*/ 1553 h 1655"/>
              <a:gd name="T40" fmla="*/ 164 w 1519"/>
              <a:gd name="T41" fmla="*/ 1556 h 1655"/>
              <a:gd name="T42" fmla="*/ 199 w 1519"/>
              <a:gd name="T43" fmla="*/ 1521 h 1655"/>
              <a:gd name="T44" fmla="*/ 198 w 1519"/>
              <a:gd name="T45" fmla="*/ 1471 h 1655"/>
              <a:gd name="T46" fmla="*/ 336 w 1519"/>
              <a:gd name="T47" fmla="*/ 1333 h 1655"/>
              <a:gd name="T48" fmla="*/ 336 w 1519"/>
              <a:gd name="T49" fmla="*/ 1287 h 1655"/>
              <a:gd name="T50" fmla="*/ 394 w 1519"/>
              <a:gd name="T51" fmla="*/ 1230 h 1655"/>
              <a:gd name="T52" fmla="*/ 392 w 1519"/>
              <a:gd name="T53" fmla="*/ 1169 h 1655"/>
              <a:gd name="T54" fmla="*/ 485 w 1519"/>
              <a:gd name="T55" fmla="*/ 1076 h 1655"/>
              <a:gd name="T56" fmla="*/ 486 w 1519"/>
              <a:gd name="T57" fmla="*/ 1036 h 1655"/>
              <a:gd name="T58" fmla="*/ 525 w 1519"/>
              <a:gd name="T59" fmla="*/ 997 h 1655"/>
              <a:gd name="T60" fmla="*/ 524 w 1519"/>
              <a:gd name="T61" fmla="*/ 996 h 1655"/>
              <a:gd name="T62" fmla="*/ 523 w 1519"/>
              <a:gd name="T63" fmla="*/ 994 h 1655"/>
              <a:gd name="T64" fmla="*/ 790 w 1519"/>
              <a:gd name="T65" fmla="*/ 726 h 1655"/>
              <a:gd name="T66" fmla="*/ 552 w 1519"/>
              <a:gd name="T67" fmla="*/ 965 h 1655"/>
              <a:gd name="T68" fmla="*/ 554 w 1519"/>
              <a:gd name="T69" fmla="*/ 966 h 1655"/>
              <a:gd name="T70" fmla="*/ 555 w 1519"/>
              <a:gd name="T71" fmla="*/ 967 h 1655"/>
              <a:gd name="T72" fmla="*/ 793 w 1519"/>
              <a:gd name="T73" fmla="*/ 729 h 1655"/>
              <a:gd name="T74" fmla="*/ 790 w 1519"/>
              <a:gd name="T75" fmla="*/ 726 h 1655"/>
              <a:gd name="T76" fmla="*/ 1517 w 1519"/>
              <a:gd name="T77" fmla="*/ 0 h 1655"/>
              <a:gd name="T78" fmla="*/ 819 w 1519"/>
              <a:gd name="T79" fmla="*/ 698 h 1655"/>
              <a:gd name="T80" fmla="*/ 822 w 1519"/>
              <a:gd name="T81" fmla="*/ 700 h 1655"/>
              <a:gd name="T82" fmla="*/ 1519 w 1519"/>
              <a:gd name="T83" fmla="*/ 3 h 1655"/>
              <a:gd name="T84" fmla="*/ 1517 w 1519"/>
              <a:gd name="T85" fmla="*/ 0 h 1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19" h="1655">
                <a:moveTo>
                  <a:pt x="132" y="1582"/>
                </a:moveTo>
                <a:cubicBezTo>
                  <a:pt x="95" y="1620"/>
                  <a:pt x="95" y="1620"/>
                  <a:pt x="95" y="1620"/>
                </a:cubicBezTo>
                <a:cubicBezTo>
                  <a:pt x="34" y="1618"/>
                  <a:pt x="34" y="1618"/>
                  <a:pt x="34" y="1618"/>
                </a:cubicBezTo>
                <a:cubicBezTo>
                  <a:pt x="0" y="1652"/>
                  <a:pt x="0" y="1652"/>
                  <a:pt x="0" y="1652"/>
                </a:cubicBezTo>
                <a:cubicBezTo>
                  <a:pt x="1" y="1653"/>
                  <a:pt x="1" y="1653"/>
                  <a:pt x="2" y="1654"/>
                </a:cubicBezTo>
                <a:cubicBezTo>
                  <a:pt x="2" y="1654"/>
                  <a:pt x="3" y="1654"/>
                  <a:pt x="3" y="1655"/>
                </a:cubicBezTo>
                <a:cubicBezTo>
                  <a:pt x="36" y="1622"/>
                  <a:pt x="36" y="1622"/>
                  <a:pt x="36" y="1622"/>
                </a:cubicBezTo>
                <a:cubicBezTo>
                  <a:pt x="96" y="1624"/>
                  <a:pt x="96" y="1624"/>
                  <a:pt x="96" y="1624"/>
                </a:cubicBezTo>
                <a:cubicBezTo>
                  <a:pt x="136" y="1584"/>
                  <a:pt x="136" y="1584"/>
                  <a:pt x="136" y="1584"/>
                </a:cubicBezTo>
                <a:cubicBezTo>
                  <a:pt x="134" y="1584"/>
                  <a:pt x="133" y="1583"/>
                  <a:pt x="132" y="1582"/>
                </a:cubicBezTo>
                <a:moveTo>
                  <a:pt x="523" y="994"/>
                </a:moveTo>
                <a:cubicBezTo>
                  <a:pt x="482" y="1035"/>
                  <a:pt x="482" y="1035"/>
                  <a:pt x="482" y="1035"/>
                </a:cubicBezTo>
                <a:cubicBezTo>
                  <a:pt x="482" y="1074"/>
                  <a:pt x="482" y="1074"/>
                  <a:pt x="482" y="1074"/>
                </a:cubicBezTo>
                <a:cubicBezTo>
                  <a:pt x="388" y="1168"/>
                  <a:pt x="388" y="1168"/>
                  <a:pt x="388" y="1168"/>
                </a:cubicBezTo>
                <a:cubicBezTo>
                  <a:pt x="390" y="1228"/>
                  <a:pt x="390" y="1228"/>
                  <a:pt x="390" y="1228"/>
                </a:cubicBezTo>
                <a:cubicBezTo>
                  <a:pt x="332" y="1286"/>
                  <a:pt x="332" y="1286"/>
                  <a:pt x="332" y="1286"/>
                </a:cubicBezTo>
                <a:cubicBezTo>
                  <a:pt x="332" y="1332"/>
                  <a:pt x="332" y="1332"/>
                  <a:pt x="332" y="1332"/>
                </a:cubicBezTo>
                <a:cubicBezTo>
                  <a:pt x="194" y="1469"/>
                  <a:pt x="194" y="1469"/>
                  <a:pt x="194" y="1469"/>
                </a:cubicBezTo>
                <a:cubicBezTo>
                  <a:pt x="195" y="1519"/>
                  <a:pt x="195" y="1519"/>
                  <a:pt x="195" y="1519"/>
                </a:cubicBezTo>
                <a:cubicBezTo>
                  <a:pt x="161" y="1553"/>
                  <a:pt x="161" y="1553"/>
                  <a:pt x="161" y="1553"/>
                </a:cubicBezTo>
                <a:cubicBezTo>
                  <a:pt x="162" y="1554"/>
                  <a:pt x="163" y="1555"/>
                  <a:pt x="164" y="1556"/>
                </a:cubicBezTo>
                <a:cubicBezTo>
                  <a:pt x="199" y="1521"/>
                  <a:pt x="199" y="1521"/>
                  <a:pt x="199" y="1521"/>
                </a:cubicBezTo>
                <a:cubicBezTo>
                  <a:pt x="198" y="1471"/>
                  <a:pt x="198" y="1471"/>
                  <a:pt x="198" y="1471"/>
                </a:cubicBezTo>
                <a:cubicBezTo>
                  <a:pt x="336" y="1333"/>
                  <a:pt x="336" y="1333"/>
                  <a:pt x="336" y="1333"/>
                </a:cubicBezTo>
                <a:cubicBezTo>
                  <a:pt x="336" y="1287"/>
                  <a:pt x="336" y="1287"/>
                  <a:pt x="336" y="1287"/>
                </a:cubicBezTo>
                <a:cubicBezTo>
                  <a:pt x="394" y="1230"/>
                  <a:pt x="394" y="1230"/>
                  <a:pt x="394" y="1230"/>
                </a:cubicBezTo>
                <a:cubicBezTo>
                  <a:pt x="392" y="1169"/>
                  <a:pt x="392" y="1169"/>
                  <a:pt x="392" y="1169"/>
                </a:cubicBezTo>
                <a:cubicBezTo>
                  <a:pt x="485" y="1076"/>
                  <a:pt x="485" y="1076"/>
                  <a:pt x="485" y="1076"/>
                </a:cubicBezTo>
                <a:cubicBezTo>
                  <a:pt x="486" y="1036"/>
                  <a:pt x="486" y="1036"/>
                  <a:pt x="486" y="1036"/>
                </a:cubicBezTo>
                <a:cubicBezTo>
                  <a:pt x="525" y="997"/>
                  <a:pt x="525" y="997"/>
                  <a:pt x="525" y="997"/>
                </a:cubicBezTo>
                <a:cubicBezTo>
                  <a:pt x="525" y="996"/>
                  <a:pt x="525" y="996"/>
                  <a:pt x="524" y="996"/>
                </a:cubicBezTo>
                <a:cubicBezTo>
                  <a:pt x="524" y="995"/>
                  <a:pt x="523" y="994"/>
                  <a:pt x="523" y="994"/>
                </a:cubicBezTo>
                <a:moveTo>
                  <a:pt x="790" y="726"/>
                </a:moveTo>
                <a:cubicBezTo>
                  <a:pt x="552" y="965"/>
                  <a:pt x="552" y="965"/>
                  <a:pt x="552" y="965"/>
                </a:cubicBezTo>
                <a:cubicBezTo>
                  <a:pt x="552" y="965"/>
                  <a:pt x="553" y="966"/>
                  <a:pt x="554" y="966"/>
                </a:cubicBezTo>
                <a:cubicBezTo>
                  <a:pt x="554" y="967"/>
                  <a:pt x="554" y="967"/>
                  <a:pt x="555" y="967"/>
                </a:cubicBezTo>
                <a:cubicBezTo>
                  <a:pt x="793" y="729"/>
                  <a:pt x="793" y="729"/>
                  <a:pt x="793" y="729"/>
                </a:cubicBezTo>
                <a:cubicBezTo>
                  <a:pt x="792" y="728"/>
                  <a:pt x="791" y="727"/>
                  <a:pt x="790" y="726"/>
                </a:cubicBezTo>
                <a:moveTo>
                  <a:pt x="1517" y="0"/>
                </a:moveTo>
                <a:cubicBezTo>
                  <a:pt x="819" y="698"/>
                  <a:pt x="819" y="698"/>
                  <a:pt x="819" y="698"/>
                </a:cubicBezTo>
                <a:cubicBezTo>
                  <a:pt x="820" y="698"/>
                  <a:pt x="821" y="699"/>
                  <a:pt x="822" y="700"/>
                </a:cubicBezTo>
                <a:cubicBezTo>
                  <a:pt x="1519" y="3"/>
                  <a:pt x="1519" y="3"/>
                  <a:pt x="1519" y="3"/>
                </a:cubicBezTo>
                <a:cubicBezTo>
                  <a:pt x="1517" y="0"/>
                  <a:pt x="1517" y="0"/>
                  <a:pt x="1517"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97" name="Freeform 753"/>
          <p:cNvSpPr>
            <a:spLocks/>
          </p:cNvSpPr>
          <p:nvPr/>
        </p:nvSpPr>
        <p:spPr bwMode="auto">
          <a:xfrm>
            <a:off x="12249968" y="-3536956"/>
            <a:ext cx="4687889" cy="5199072"/>
          </a:xfrm>
          <a:custGeom>
            <a:avLst/>
            <a:gdLst>
              <a:gd name="T0" fmla="*/ 1128 w 1131"/>
              <a:gd name="T1" fmla="*/ 0 h 1254"/>
              <a:gd name="T2" fmla="*/ 204 w 1131"/>
              <a:gd name="T3" fmla="*/ 924 h 1254"/>
              <a:gd name="T4" fmla="*/ 205 w 1131"/>
              <a:gd name="T5" fmla="*/ 969 h 1254"/>
              <a:gd name="T6" fmla="*/ 170 w 1131"/>
              <a:gd name="T7" fmla="*/ 1003 h 1254"/>
              <a:gd name="T8" fmla="*/ 168 w 1131"/>
              <a:gd name="T9" fmla="*/ 1096 h 1254"/>
              <a:gd name="T10" fmla="*/ 121 w 1131"/>
              <a:gd name="T11" fmla="*/ 1143 h 1254"/>
              <a:gd name="T12" fmla="*/ 81 w 1131"/>
              <a:gd name="T13" fmla="*/ 1144 h 1254"/>
              <a:gd name="T14" fmla="*/ 0 w 1131"/>
              <a:gd name="T15" fmla="*/ 1224 h 1254"/>
              <a:gd name="T16" fmla="*/ 0 w 1131"/>
              <a:gd name="T17" fmla="*/ 1254 h 1254"/>
              <a:gd name="T18" fmla="*/ 4 w 1131"/>
              <a:gd name="T19" fmla="*/ 1252 h 1254"/>
              <a:gd name="T20" fmla="*/ 4 w 1131"/>
              <a:gd name="T21" fmla="*/ 1226 h 1254"/>
              <a:gd name="T22" fmla="*/ 82 w 1131"/>
              <a:gd name="T23" fmla="*/ 1148 h 1254"/>
              <a:gd name="T24" fmla="*/ 123 w 1131"/>
              <a:gd name="T25" fmla="*/ 1147 h 1254"/>
              <a:gd name="T26" fmla="*/ 172 w 1131"/>
              <a:gd name="T27" fmla="*/ 1097 h 1254"/>
              <a:gd name="T28" fmla="*/ 174 w 1131"/>
              <a:gd name="T29" fmla="*/ 1005 h 1254"/>
              <a:gd name="T30" fmla="*/ 209 w 1131"/>
              <a:gd name="T31" fmla="*/ 970 h 1254"/>
              <a:gd name="T32" fmla="*/ 208 w 1131"/>
              <a:gd name="T33" fmla="*/ 926 h 1254"/>
              <a:gd name="T34" fmla="*/ 1131 w 1131"/>
              <a:gd name="T35" fmla="*/ 3 h 1254"/>
              <a:gd name="T36" fmla="*/ 1128 w 1131"/>
              <a:gd name="T37" fmla="*/ 0 h 1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31" h="1254">
                <a:moveTo>
                  <a:pt x="1128" y="0"/>
                </a:moveTo>
                <a:cubicBezTo>
                  <a:pt x="204" y="924"/>
                  <a:pt x="204" y="924"/>
                  <a:pt x="204" y="924"/>
                </a:cubicBezTo>
                <a:cubicBezTo>
                  <a:pt x="205" y="969"/>
                  <a:pt x="205" y="969"/>
                  <a:pt x="205" y="969"/>
                </a:cubicBezTo>
                <a:cubicBezTo>
                  <a:pt x="170" y="1003"/>
                  <a:pt x="170" y="1003"/>
                  <a:pt x="170" y="1003"/>
                </a:cubicBezTo>
                <a:cubicBezTo>
                  <a:pt x="168" y="1096"/>
                  <a:pt x="168" y="1096"/>
                  <a:pt x="168" y="1096"/>
                </a:cubicBezTo>
                <a:cubicBezTo>
                  <a:pt x="121" y="1143"/>
                  <a:pt x="121" y="1143"/>
                  <a:pt x="121" y="1143"/>
                </a:cubicBezTo>
                <a:cubicBezTo>
                  <a:pt x="81" y="1144"/>
                  <a:pt x="81" y="1144"/>
                  <a:pt x="81" y="1144"/>
                </a:cubicBezTo>
                <a:cubicBezTo>
                  <a:pt x="0" y="1224"/>
                  <a:pt x="0" y="1224"/>
                  <a:pt x="0" y="1224"/>
                </a:cubicBezTo>
                <a:cubicBezTo>
                  <a:pt x="0" y="1254"/>
                  <a:pt x="0" y="1254"/>
                  <a:pt x="0" y="1254"/>
                </a:cubicBezTo>
                <a:cubicBezTo>
                  <a:pt x="1" y="1253"/>
                  <a:pt x="2" y="1253"/>
                  <a:pt x="4" y="1252"/>
                </a:cubicBezTo>
                <a:cubicBezTo>
                  <a:pt x="4" y="1226"/>
                  <a:pt x="4" y="1226"/>
                  <a:pt x="4" y="1226"/>
                </a:cubicBezTo>
                <a:cubicBezTo>
                  <a:pt x="82" y="1148"/>
                  <a:pt x="82" y="1148"/>
                  <a:pt x="82" y="1148"/>
                </a:cubicBezTo>
                <a:cubicBezTo>
                  <a:pt x="123" y="1147"/>
                  <a:pt x="123" y="1147"/>
                  <a:pt x="123" y="1147"/>
                </a:cubicBezTo>
                <a:cubicBezTo>
                  <a:pt x="172" y="1097"/>
                  <a:pt x="172" y="1097"/>
                  <a:pt x="172" y="1097"/>
                </a:cubicBezTo>
                <a:cubicBezTo>
                  <a:pt x="174" y="1005"/>
                  <a:pt x="174" y="1005"/>
                  <a:pt x="174" y="1005"/>
                </a:cubicBezTo>
                <a:cubicBezTo>
                  <a:pt x="209" y="970"/>
                  <a:pt x="209" y="970"/>
                  <a:pt x="209" y="970"/>
                </a:cubicBezTo>
                <a:cubicBezTo>
                  <a:pt x="208" y="926"/>
                  <a:pt x="208" y="926"/>
                  <a:pt x="208" y="926"/>
                </a:cubicBezTo>
                <a:cubicBezTo>
                  <a:pt x="1131" y="3"/>
                  <a:pt x="1131" y="3"/>
                  <a:pt x="1131" y="3"/>
                </a:cubicBezTo>
                <a:cubicBezTo>
                  <a:pt x="1128" y="0"/>
                  <a:pt x="1128" y="0"/>
                  <a:pt x="1128"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98" name="Freeform 754"/>
          <p:cNvSpPr>
            <a:spLocks/>
          </p:cNvSpPr>
          <p:nvPr/>
        </p:nvSpPr>
        <p:spPr bwMode="auto">
          <a:xfrm>
            <a:off x="10814868" y="-3544894"/>
            <a:ext cx="6015039" cy="6442087"/>
          </a:xfrm>
          <a:custGeom>
            <a:avLst/>
            <a:gdLst>
              <a:gd name="T0" fmla="*/ 1448 w 1451"/>
              <a:gd name="T1" fmla="*/ 0 h 1554"/>
              <a:gd name="T2" fmla="*/ 536 w 1451"/>
              <a:gd name="T3" fmla="*/ 912 h 1554"/>
              <a:gd name="T4" fmla="*/ 537 w 1451"/>
              <a:gd name="T5" fmla="*/ 957 h 1554"/>
              <a:gd name="T6" fmla="*/ 280 w 1451"/>
              <a:gd name="T7" fmla="*/ 1213 h 1554"/>
              <a:gd name="T8" fmla="*/ 278 w 1451"/>
              <a:gd name="T9" fmla="*/ 1334 h 1554"/>
              <a:gd name="T10" fmla="*/ 62 w 1451"/>
              <a:gd name="T11" fmla="*/ 1550 h 1554"/>
              <a:gd name="T12" fmla="*/ 0 w 1451"/>
              <a:gd name="T13" fmla="*/ 1550 h 1554"/>
              <a:gd name="T14" fmla="*/ 1 w 1451"/>
              <a:gd name="T15" fmla="*/ 1551 h 1554"/>
              <a:gd name="T16" fmla="*/ 0 w 1451"/>
              <a:gd name="T17" fmla="*/ 1554 h 1554"/>
              <a:gd name="T18" fmla="*/ 64 w 1451"/>
              <a:gd name="T19" fmla="*/ 1554 h 1554"/>
              <a:gd name="T20" fmla="*/ 282 w 1451"/>
              <a:gd name="T21" fmla="*/ 1335 h 1554"/>
              <a:gd name="T22" fmla="*/ 284 w 1451"/>
              <a:gd name="T23" fmla="*/ 1215 h 1554"/>
              <a:gd name="T24" fmla="*/ 541 w 1451"/>
              <a:gd name="T25" fmla="*/ 958 h 1554"/>
              <a:gd name="T26" fmla="*/ 540 w 1451"/>
              <a:gd name="T27" fmla="*/ 914 h 1554"/>
              <a:gd name="T28" fmla="*/ 1451 w 1451"/>
              <a:gd name="T29" fmla="*/ 3 h 1554"/>
              <a:gd name="T30" fmla="*/ 1448 w 1451"/>
              <a:gd name="T31" fmla="*/ 0 h 1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51" h="1554">
                <a:moveTo>
                  <a:pt x="1448" y="0"/>
                </a:moveTo>
                <a:cubicBezTo>
                  <a:pt x="536" y="912"/>
                  <a:pt x="536" y="912"/>
                  <a:pt x="536" y="912"/>
                </a:cubicBezTo>
                <a:cubicBezTo>
                  <a:pt x="537" y="957"/>
                  <a:pt x="537" y="957"/>
                  <a:pt x="537" y="957"/>
                </a:cubicBezTo>
                <a:cubicBezTo>
                  <a:pt x="280" y="1213"/>
                  <a:pt x="280" y="1213"/>
                  <a:pt x="280" y="1213"/>
                </a:cubicBezTo>
                <a:cubicBezTo>
                  <a:pt x="278" y="1334"/>
                  <a:pt x="278" y="1334"/>
                  <a:pt x="278" y="1334"/>
                </a:cubicBezTo>
                <a:cubicBezTo>
                  <a:pt x="62" y="1550"/>
                  <a:pt x="62" y="1550"/>
                  <a:pt x="62" y="1550"/>
                </a:cubicBezTo>
                <a:cubicBezTo>
                  <a:pt x="0" y="1550"/>
                  <a:pt x="0" y="1550"/>
                  <a:pt x="0" y="1550"/>
                </a:cubicBezTo>
                <a:cubicBezTo>
                  <a:pt x="1" y="1551"/>
                  <a:pt x="1" y="1551"/>
                  <a:pt x="1" y="1551"/>
                </a:cubicBezTo>
                <a:cubicBezTo>
                  <a:pt x="1" y="1552"/>
                  <a:pt x="0" y="1553"/>
                  <a:pt x="0" y="1554"/>
                </a:cubicBezTo>
                <a:cubicBezTo>
                  <a:pt x="64" y="1554"/>
                  <a:pt x="64" y="1554"/>
                  <a:pt x="64" y="1554"/>
                </a:cubicBezTo>
                <a:cubicBezTo>
                  <a:pt x="282" y="1335"/>
                  <a:pt x="282" y="1335"/>
                  <a:pt x="282" y="1335"/>
                </a:cubicBezTo>
                <a:cubicBezTo>
                  <a:pt x="284" y="1215"/>
                  <a:pt x="284" y="1215"/>
                  <a:pt x="284" y="1215"/>
                </a:cubicBezTo>
                <a:cubicBezTo>
                  <a:pt x="541" y="958"/>
                  <a:pt x="541" y="958"/>
                  <a:pt x="541" y="958"/>
                </a:cubicBezTo>
                <a:cubicBezTo>
                  <a:pt x="540" y="914"/>
                  <a:pt x="540" y="914"/>
                  <a:pt x="540" y="914"/>
                </a:cubicBezTo>
                <a:cubicBezTo>
                  <a:pt x="1451" y="3"/>
                  <a:pt x="1451" y="3"/>
                  <a:pt x="1451" y="3"/>
                </a:cubicBezTo>
                <a:cubicBezTo>
                  <a:pt x="1448" y="0"/>
                  <a:pt x="1448" y="0"/>
                  <a:pt x="1448"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99" name="Freeform 755"/>
          <p:cNvSpPr>
            <a:spLocks/>
          </p:cNvSpPr>
          <p:nvPr/>
        </p:nvSpPr>
        <p:spPr bwMode="auto">
          <a:xfrm>
            <a:off x="11110143" y="-3636969"/>
            <a:ext cx="5716589" cy="6256349"/>
          </a:xfrm>
          <a:custGeom>
            <a:avLst/>
            <a:gdLst>
              <a:gd name="T0" fmla="*/ 3593 w 3601"/>
              <a:gd name="T1" fmla="*/ 0 h 3941"/>
              <a:gd name="T2" fmla="*/ 1172 w 3601"/>
              <a:gd name="T3" fmla="*/ 2421 h 3941"/>
              <a:gd name="T4" fmla="*/ 1167 w 3601"/>
              <a:gd name="T5" fmla="*/ 2531 h 3941"/>
              <a:gd name="T6" fmla="*/ 499 w 3601"/>
              <a:gd name="T7" fmla="*/ 3199 h 3941"/>
              <a:gd name="T8" fmla="*/ 501 w 3601"/>
              <a:gd name="T9" fmla="*/ 3523 h 3941"/>
              <a:gd name="T10" fmla="*/ 96 w 3601"/>
              <a:gd name="T11" fmla="*/ 3928 h 3941"/>
              <a:gd name="T12" fmla="*/ 0 w 3601"/>
              <a:gd name="T13" fmla="*/ 3930 h 3941"/>
              <a:gd name="T14" fmla="*/ 0 w 3601"/>
              <a:gd name="T15" fmla="*/ 3941 h 3941"/>
              <a:gd name="T16" fmla="*/ 99 w 3601"/>
              <a:gd name="T17" fmla="*/ 3938 h 3941"/>
              <a:gd name="T18" fmla="*/ 512 w 3601"/>
              <a:gd name="T19" fmla="*/ 3526 h 3941"/>
              <a:gd name="T20" fmla="*/ 509 w 3601"/>
              <a:gd name="T21" fmla="*/ 3204 h 3941"/>
              <a:gd name="T22" fmla="*/ 1177 w 3601"/>
              <a:gd name="T23" fmla="*/ 2536 h 3941"/>
              <a:gd name="T24" fmla="*/ 1183 w 3601"/>
              <a:gd name="T25" fmla="*/ 2426 h 3941"/>
              <a:gd name="T26" fmla="*/ 3601 w 3601"/>
              <a:gd name="T27" fmla="*/ 8 h 3941"/>
              <a:gd name="T28" fmla="*/ 3593 w 3601"/>
              <a:gd name="T29" fmla="*/ 0 h 3941"/>
              <a:gd name="T30" fmla="*/ 3593 w 3601"/>
              <a:gd name="T31" fmla="*/ 0 h 39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601" h="3941">
                <a:moveTo>
                  <a:pt x="3593" y="0"/>
                </a:moveTo>
                <a:lnTo>
                  <a:pt x="1172" y="2421"/>
                </a:lnTo>
                <a:lnTo>
                  <a:pt x="1167" y="2531"/>
                </a:lnTo>
                <a:lnTo>
                  <a:pt x="499" y="3199"/>
                </a:lnTo>
                <a:lnTo>
                  <a:pt x="501" y="3523"/>
                </a:lnTo>
                <a:lnTo>
                  <a:pt x="96" y="3928"/>
                </a:lnTo>
                <a:lnTo>
                  <a:pt x="0" y="3930"/>
                </a:lnTo>
                <a:lnTo>
                  <a:pt x="0" y="3941"/>
                </a:lnTo>
                <a:lnTo>
                  <a:pt x="99" y="3938"/>
                </a:lnTo>
                <a:lnTo>
                  <a:pt x="512" y="3526"/>
                </a:lnTo>
                <a:lnTo>
                  <a:pt x="509" y="3204"/>
                </a:lnTo>
                <a:lnTo>
                  <a:pt x="1177" y="2536"/>
                </a:lnTo>
                <a:lnTo>
                  <a:pt x="1183" y="2426"/>
                </a:lnTo>
                <a:lnTo>
                  <a:pt x="3601" y="8"/>
                </a:lnTo>
                <a:lnTo>
                  <a:pt x="3593" y="0"/>
                </a:lnTo>
                <a:lnTo>
                  <a:pt x="359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00" name="Freeform 756"/>
          <p:cNvSpPr>
            <a:spLocks/>
          </p:cNvSpPr>
          <p:nvPr/>
        </p:nvSpPr>
        <p:spPr bwMode="auto">
          <a:xfrm>
            <a:off x="11110143" y="-3636969"/>
            <a:ext cx="5716589" cy="6256349"/>
          </a:xfrm>
          <a:custGeom>
            <a:avLst/>
            <a:gdLst>
              <a:gd name="T0" fmla="*/ 3593 w 3601"/>
              <a:gd name="T1" fmla="*/ 0 h 3941"/>
              <a:gd name="T2" fmla="*/ 1172 w 3601"/>
              <a:gd name="T3" fmla="*/ 2421 h 3941"/>
              <a:gd name="T4" fmla="*/ 1167 w 3601"/>
              <a:gd name="T5" fmla="*/ 2531 h 3941"/>
              <a:gd name="T6" fmla="*/ 499 w 3601"/>
              <a:gd name="T7" fmla="*/ 3199 h 3941"/>
              <a:gd name="T8" fmla="*/ 501 w 3601"/>
              <a:gd name="T9" fmla="*/ 3523 h 3941"/>
              <a:gd name="T10" fmla="*/ 96 w 3601"/>
              <a:gd name="T11" fmla="*/ 3928 h 3941"/>
              <a:gd name="T12" fmla="*/ 0 w 3601"/>
              <a:gd name="T13" fmla="*/ 3930 h 3941"/>
              <a:gd name="T14" fmla="*/ 0 w 3601"/>
              <a:gd name="T15" fmla="*/ 3941 h 3941"/>
              <a:gd name="T16" fmla="*/ 99 w 3601"/>
              <a:gd name="T17" fmla="*/ 3938 h 3941"/>
              <a:gd name="T18" fmla="*/ 512 w 3601"/>
              <a:gd name="T19" fmla="*/ 3526 h 3941"/>
              <a:gd name="T20" fmla="*/ 509 w 3601"/>
              <a:gd name="T21" fmla="*/ 3204 h 3941"/>
              <a:gd name="T22" fmla="*/ 1177 w 3601"/>
              <a:gd name="T23" fmla="*/ 2536 h 3941"/>
              <a:gd name="T24" fmla="*/ 1183 w 3601"/>
              <a:gd name="T25" fmla="*/ 2426 h 3941"/>
              <a:gd name="T26" fmla="*/ 3601 w 3601"/>
              <a:gd name="T27" fmla="*/ 8 h 3941"/>
              <a:gd name="T28" fmla="*/ 3593 w 3601"/>
              <a:gd name="T29" fmla="*/ 0 h 3941"/>
              <a:gd name="T30" fmla="*/ 3593 w 3601"/>
              <a:gd name="T31" fmla="*/ 0 h 39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601" h="3941">
                <a:moveTo>
                  <a:pt x="3593" y="0"/>
                </a:moveTo>
                <a:lnTo>
                  <a:pt x="1172" y="2421"/>
                </a:lnTo>
                <a:lnTo>
                  <a:pt x="1167" y="2531"/>
                </a:lnTo>
                <a:lnTo>
                  <a:pt x="499" y="3199"/>
                </a:lnTo>
                <a:lnTo>
                  <a:pt x="501" y="3523"/>
                </a:lnTo>
                <a:lnTo>
                  <a:pt x="96" y="3928"/>
                </a:lnTo>
                <a:lnTo>
                  <a:pt x="0" y="3930"/>
                </a:lnTo>
                <a:lnTo>
                  <a:pt x="0" y="3941"/>
                </a:lnTo>
                <a:lnTo>
                  <a:pt x="99" y="3938"/>
                </a:lnTo>
                <a:lnTo>
                  <a:pt x="512" y="3526"/>
                </a:lnTo>
                <a:lnTo>
                  <a:pt x="509" y="3204"/>
                </a:lnTo>
                <a:lnTo>
                  <a:pt x="1177" y="2536"/>
                </a:lnTo>
                <a:lnTo>
                  <a:pt x="1183" y="2426"/>
                </a:lnTo>
                <a:lnTo>
                  <a:pt x="3601" y="8"/>
                </a:lnTo>
                <a:lnTo>
                  <a:pt x="3593" y="0"/>
                </a:lnTo>
                <a:lnTo>
                  <a:pt x="359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01" name="Freeform 757"/>
          <p:cNvSpPr>
            <a:spLocks/>
          </p:cNvSpPr>
          <p:nvPr/>
        </p:nvSpPr>
        <p:spPr bwMode="auto">
          <a:xfrm>
            <a:off x="12296006" y="-3475044"/>
            <a:ext cx="4670427" cy="5124460"/>
          </a:xfrm>
          <a:custGeom>
            <a:avLst/>
            <a:gdLst>
              <a:gd name="T0" fmla="*/ 1125 w 1127"/>
              <a:gd name="T1" fmla="*/ 0 h 1236"/>
              <a:gd name="T2" fmla="*/ 209 w 1127"/>
              <a:gd name="T3" fmla="*/ 916 h 1236"/>
              <a:gd name="T4" fmla="*/ 209 w 1127"/>
              <a:gd name="T5" fmla="*/ 961 h 1236"/>
              <a:gd name="T6" fmla="*/ 175 w 1127"/>
              <a:gd name="T7" fmla="*/ 995 h 1236"/>
              <a:gd name="T8" fmla="*/ 176 w 1127"/>
              <a:gd name="T9" fmla="*/ 1090 h 1236"/>
              <a:gd name="T10" fmla="*/ 124 w 1127"/>
              <a:gd name="T11" fmla="*/ 1142 h 1236"/>
              <a:gd name="T12" fmla="*/ 81 w 1127"/>
              <a:gd name="T13" fmla="*/ 1140 h 1236"/>
              <a:gd name="T14" fmla="*/ 0 w 1127"/>
              <a:gd name="T15" fmla="*/ 1221 h 1236"/>
              <a:gd name="T16" fmla="*/ 0 w 1127"/>
              <a:gd name="T17" fmla="*/ 1236 h 1236"/>
              <a:gd name="T18" fmla="*/ 1 w 1127"/>
              <a:gd name="T19" fmla="*/ 1236 h 1236"/>
              <a:gd name="T20" fmla="*/ 2 w 1127"/>
              <a:gd name="T21" fmla="*/ 1236 h 1236"/>
              <a:gd name="T22" fmla="*/ 4 w 1127"/>
              <a:gd name="T23" fmla="*/ 1236 h 1236"/>
              <a:gd name="T24" fmla="*/ 4 w 1127"/>
              <a:gd name="T25" fmla="*/ 1222 h 1236"/>
              <a:gd name="T26" fmla="*/ 82 w 1127"/>
              <a:gd name="T27" fmla="*/ 1144 h 1236"/>
              <a:gd name="T28" fmla="*/ 126 w 1127"/>
              <a:gd name="T29" fmla="*/ 1146 h 1236"/>
              <a:gd name="T30" fmla="*/ 180 w 1127"/>
              <a:gd name="T31" fmla="*/ 1092 h 1236"/>
              <a:gd name="T32" fmla="*/ 179 w 1127"/>
              <a:gd name="T33" fmla="*/ 997 h 1236"/>
              <a:gd name="T34" fmla="*/ 213 w 1127"/>
              <a:gd name="T35" fmla="*/ 962 h 1236"/>
              <a:gd name="T36" fmla="*/ 213 w 1127"/>
              <a:gd name="T37" fmla="*/ 918 h 1236"/>
              <a:gd name="T38" fmla="*/ 1127 w 1127"/>
              <a:gd name="T39" fmla="*/ 3 h 1236"/>
              <a:gd name="T40" fmla="*/ 1125 w 1127"/>
              <a:gd name="T41" fmla="*/ 0 h 1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27" h="1236">
                <a:moveTo>
                  <a:pt x="1125" y="0"/>
                </a:moveTo>
                <a:cubicBezTo>
                  <a:pt x="209" y="916"/>
                  <a:pt x="209" y="916"/>
                  <a:pt x="209" y="916"/>
                </a:cubicBezTo>
                <a:cubicBezTo>
                  <a:pt x="209" y="961"/>
                  <a:pt x="209" y="961"/>
                  <a:pt x="209" y="961"/>
                </a:cubicBezTo>
                <a:cubicBezTo>
                  <a:pt x="175" y="995"/>
                  <a:pt x="175" y="995"/>
                  <a:pt x="175" y="995"/>
                </a:cubicBezTo>
                <a:cubicBezTo>
                  <a:pt x="176" y="1090"/>
                  <a:pt x="176" y="1090"/>
                  <a:pt x="176" y="1090"/>
                </a:cubicBezTo>
                <a:cubicBezTo>
                  <a:pt x="124" y="1142"/>
                  <a:pt x="124" y="1142"/>
                  <a:pt x="124" y="1142"/>
                </a:cubicBezTo>
                <a:cubicBezTo>
                  <a:pt x="81" y="1140"/>
                  <a:pt x="81" y="1140"/>
                  <a:pt x="81" y="1140"/>
                </a:cubicBezTo>
                <a:cubicBezTo>
                  <a:pt x="0" y="1221"/>
                  <a:pt x="0" y="1221"/>
                  <a:pt x="0" y="1221"/>
                </a:cubicBezTo>
                <a:cubicBezTo>
                  <a:pt x="0" y="1236"/>
                  <a:pt x="0" y="1236"/>
                  <a:pt x="0" y="1236"/>
                </a:cubicBezTo>
                <a:cubicBezTo>
                  <a:pt x="1" y="1236"/>
                  <a:pt x="1" y="1236"/>
                  <a:pt x="1" y="1236"/>
                </a:cubicBezTo>
                <a:cubicBezTo>
                  <a:pt x="2" y="1236"/>
                  <a:pt x="2" y="1236"/>
                  <a:pt x="2" y="1236"/>
                </a:cubicBezTo>
                <a:cubicBezTo>
                  <a:pt x="2" y="1236"/>
                  <a:pt x="3" y="1236"/>
                  <a:pt x="4" y="1236"/>
                </a:cubicBezTo>
                <a:cubicBezTo>
                  <a:pt x="4" y="1222"/>
                  <a:pt x="4" y="1222"/>
                  <a:pt x="4" y="1222"/>
                </a:cubicBezTo>
                <a:cubicBezTo>
                  <a:pt x="82" y="1144"/>
                  <a:pt x="82" y="1144"/>
                  <a:pt x="82" y="1144"/>
                </a:cubicBezTo>
                <a:cubicBezTo>
                  <a:pt x="126" y="1146"/>
                  <a:pt x="126" y="1146"/>
                  <a:pt x="126" y="1146"/>
                </a:cubicBezTo>
                <a:cubicBezTo>
                  <a:pt x="180" y="1092"/>
                  <a:pt x="180" y="1092"/>
                  <a:pt x="180" y="1092"/>
                </a:cubicBezTo>
                <a:cubicBezTo>
                  <a:pt x="179" y="997"/>
                  <a:pt x="179" y="997"/>
                  <a:pt x="179" y="997"/>
                </a:cubicBezTo>
                <a:cubicBezTo>
                  <a:pt x="213" y="962"/>
                  <a:pt x="213" y="962"/>
                  <a:pt x="213" y="962"/>
                </a:cubicBezTo>
                <a:cubicBezTo>
                  <a:pt x="213" y="918"/>
                  <a:pt x="213" y="918"/>
                  <a:pt x="213" y="918"/>
                </a:cubicBezTo>
                <a:cubicBezTo>
                  <a:pt x="1127" y="3"/>
                  <a:pt x="1127" y="3"/>
                  <a:pt x="1127" y="3"/>
                </a:cubicBezTo>
                <a:cubicBezTo>
                  <a:pt x="1125" y="0"/>
                  <a:pt x="1125" y="0"/>
                  <a:pt x="1125"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02" name="Freeform 758"/>
          <p:cNvSpPr>
            <a:spLocks/>
          </p:cNvSpPr>
          <p:nvPr/>
        </p:nvSpPr>
        <p:spPr bwMode="auto">
          <a:xfrm>
            <a:off x="11156180" y="-3644906"/>
            <a:ext cx="5562602" cy="6110299"/>
          </a:xfrm>
          <a:custGeom>
            <a:avLst/>
            <a:gdLst>
              <a:gd name="T0" fmla="*/ 3496 w 3504"/>
              <a:gd name="T1" fmla="*/ 0 h 3849"/>
              <a:gd name="T2" fmla="*/ 3496 w 3504"/>
              <a:gd name="T3" fmla="*/ 0 h 3849"/>
              <a:gd name="T4" fmla="*/ 1039 w 3504"/>
              <a:gd name="T5" fmla="*/ 2457 h 3849"/>
              <a:gd name="T6" fmla="*/ 1036 w 3504"/>
              <a:gd name="T7" fmla="*/ 2549 h 3849"/>
              <a:gd name="T8" fmla="*/ 323 w 3504"/>
              <a:gd name="T9" fmla="*/ 3262 h 3849"/>
              <a:gd name="T10" fmla="*/ 321 w 3504"/>
              <a:gd name="T11" fmla="*/ 3604 h 3849"/>
              <a:gd name="T12" fmla="*/ 86 w 3504"/>
              <a:gd name="T13" fmla="*/ 3839 h 3849"/>
              <a:gd name="T14" fmla="*/ 54 w 3504"/>
              <a:gd name="T15" fmla="*/ 3839 h 3849"/>
              <a:gd name="T16" fmla="*/ 0 w 3504"/>
              <a:gd name="T17" fmla="*/ 3839 h 3849"/>
              <a:gd name="T18" fmla="*/ 0 w 3504"/>
              <a:gd name="T19" fmla="*/ 3849 h 3849"/>
              <a:gd name="T20" fmla="*/ 54 w 3504"/>
              <a:gd name="T21" fmla="*/ 3849 h 3849"/>
              <a:gd name="T22" fmla="*/ 91 w 3504"/>
              <a:gd name="T23" fmla="*/ 3849 h 3849"/>
              <a:gd name="T24" fmla="*/ 331 w 3504"/>
              <a:gd name="T25" fmla="*/ 3609 h 3849"/>
              <a:gd name="T26" fmla="*/ 334 w 3504"/>
              <a:gd name="T27" fmla="*/ 3267 h 3849"/>
              <a:gd name="T28" fmla="*/ 1047 w 3504"/>
              <a:gd name="T29" fmla="*/ 2554 h 3849"/>
              <a:gd name="T30" fmla="*/ 1049 w 3504"/>
              <a:gd name="T31" fmla="*/ 2463 h 3849"/>
              <a:gd name="T32" fmla="*/ 3504 w 3504"/>
              <a:gd name="T33" fmla="*/ 8 h 3849"/>
              <a:gd name="T34" fmla="*/ 3496 w 3504"/>
              <a:gd name="T35" fmla="*/ 0 h 3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04" h="3849">
                <a:moveTo>
                  <a:pt x="3496" y="0"/>
                </a:moveTo>
                <a:lnTo>
                  <a:pt x="3496" y="0"/>
                </a:lnTo>
                <a:lnTo>
                  <a:pt x="1039" y="2457"/>
                </a:lnTo>
                <a:lnTo>
                  <a:pt x="1036" y="2549"/>
                </a:lnTo>
                <a:lnTo>
                  <a:pt x="323" y="3262"/>
                </a:lnTo>
                <a:lnTo>
                  <a:pt x="321" y="3604"/>
                </a:lnTo>
                <a:lnTo>
                  <a:pt x="86" y="3839"/>
                </a:lnTo>
                <a:lnTo>
                  <a:pt x="54" y="3839"/>
                </a:lnTo>
                <a:lnTo>
                  <a:pt x="0" y="3839"/>
                </a:lnTo>
                <a:lnTo>
                  <a:pt x="0" y="3849"/>
                </a:lnTo>
                <a:lnTo>
                  <a:pt x="54" y="3849"/>
                </a:lnTo>
                <a:lnTo>
                  <a:pt x="91" y="3849"/>
                </a:lnTo>
                <a:lnTo>
                  <a:pt x="331" y="3609"/>
                </a:lnTo>
                <a:lnTo>
                  <a:pt x="334" y="3267"/>
                </a:lnTo>
                <a:lnTo>
                  <a:pt x="1047" y="2554"/>
                </a:lnTo>
                <a:lnTo>
                  <a:pt x="1049" y="2463"/>
                </a:lnTo>
                <a:lnTo>
                  <a:pt x="3504" y="8"/>
                </a:lnTo>
                <a:lnTo>
                  <a:pt x="349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03" name="Freeform 759"/>
          <p:cNvSpPr>
            <a:spLocks/>
          </p:cNvSpPr>
          <p:nvPr/>
        </p:nvSpPr>
        <p:spPr bwMode="auto">
          <a:xfrm>
            <a:off x="11156180" y="-3644906"/>
            <a:ext cx="5562602" cy="6110299"/>
          </a:xfrm>
          <a:custGeom>
            <a:avLst/>
            <a:gdLst>
              <a:gd name="T0" fmla="*/ 3496 w 3504"/>
              <a:gd name="T1" fmla="*/ 0 h 3849"/>
              <a:gd name="T2" fmla="*/ 3496 w 3504"/>
              <a:gd name="T3" fmla="*/ 0 h 3849"/>
              <a:gd name="T4" fmla="*/ 1039 w 3504"/>
              <a:gd name="T5" fmla="*/ 2457 h 3849"/>
              <a:gd name="T6" fmla="*/ 1036 w 3504"/>
              <a:gd name="T7" fmla="*/ 2549 h 3849"/>
              <a:gd name="T8" fmla="*/ 323 w 3504"/>
              <a:gd name="T9" fmla="*/ 3262 h 3849"/>
              <a:gd name="T10" fmla="*/ 321 w 3504"/>
              <a:gd name="T11" fmla="*/ 3604 h 3849"/>
              <a:gd name="T12" fmla="*/ 86 w 3504"/>
              <a:gd name="T13" fmla="*/ 3839 h 3849"/>
              <a:gd name="T14" fmla="*/ 54 w 3504"/>
              <a:gd name="T15" fmla="*/ 3839 h 3849"/>
              <a:gd name="T16" fmla="*/ 0 w 3504"/>
              <a:gd name="T17" fmla="*/ 3839 h 3849"/>
              <a:gd name="T18" fmla="*/ 0 w 3504"/>
              <a:gd name="T19" fmla="*/ 3849 h 3849"/>
              <a:gd name="T20" fmla="*/ 54 w 3504"/>
              <a:gd name="T21" fmla="*/ 3849 h 3849"/>
              <a:gd name="T22" fmla="*/ 91 w 3504"/>
              <a:gd name="T23" fmla="*/ 3849 h 3849"/>
              <a:gd name="T24" fmla="*/ 331 w 3504"/>
              <a:gd name="T25" fmla="*/ 3609 h 3849"/>
              <a:gd name="T26" fmla="*/ 334 w 3504"/>
              <a:gd name="T27" fmla="*/ 3267 h 3849"/>
              <a:gd name="T28" fmla="*/ 1047 w 3504"/>
              <a:gd name="T29" fmla="*/ 2554 h 3849"/>
              <a:gd name="T30" fmla="*/ 1049 w 3504"/>
              <a:gd name="T31" fmla="*/ 2463 h 3849"/>
              <a:gd name="T32" fmla="*/ 3504 w 3504"/>
              <a:gd name="T33" fmla="*/ 8 h 3849"/>
              <a:gd name="T34" fmla="*/ 3496 w 3504"/>
              <a:gd name="T35" fmla="*/ 0 h 3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04" h="3849">
                <a:moveTo>
                  <a:pt x="3496" y="0"/>
                </a:moveTo>
                <a:lnTo>
                  <a:pt x="3496" y="0"/>
                </a:lnTo>
                <a:lnTo>
                  <a:pt x="1039" y="2457"/>
                </a:lnTo>
                <a:lnTo>
                  <a:pt x="1036" y="2549"/>
                </a:lnTo>
                <a:lnTo>
                  <a:pt x="323" y="3262"/>
                </a:lnTo>
                <a:lnTo>
                  <a:pt x="321" y="3604"/>
                </a:lnTo>
                <a:lnTo>
                  <a:pt x="86" y="3839"/>
                </a:lnTo>
                <a:lnTo>
                  <a:pt x="54" y="3839"/>
                </a:lnTo>
                <a:lnTo>
                  <a:pt x="0" y="3839"/>
                </a:lnTo>
                <a:lnTo>
                  <a:pt x="0" y="3849"/>
                </a:lnTo>
                <a:lnTo>
                  <a:pt x="54" y="3849"/>
                </a:lnTo>
                <a:lnTo>
                  <a:pt x="91" y="3849"/>
                </a:lnTo>
                <a:lnTo>
                  <a:pt x="331" y="3609"/>
                </a:lnTo>
                <a:lnTo>
                  <a:pt x="334" y="3267"/>
                </a:lnTo>
                <a:lnTo>
                  <a:pt x="1047" y="2554"/>
                </a:lnTo>
                <a:lnTo>
                  <a:pt x="1049" y="2463"/>
                </a:lnTo>
                <a:lnTo>
                  <a:pt x="3504" y="8"/>
                </a:lnTo>
                <a:lnTo>
                  <a:pt x="349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04" name="Freeform 760"/>
          <p:cNvSpPr>
            <a:spLocks/>
          </p:cNvSpPr>
          <p:nvPr/>
        </p:nvSpPr>
        <p:spPr bwMode="auto">
          <a:xfrm>
            <a:off x="12746856" y="-3598869"/>
            <a:ext cx="3784601" cy="3668719"/>
          </a:xfrm>
          <a:custGeom>
            <a:avLst/>
            <a:gdLst>
              <a:gd name="T0" fmla="*/ 2376 w 2384"/>
              <a:gd name="T1" fmla="*/ 0 h 2311"/>
              <a:gd name="T2" fmla="*/ 76 w 2384"/>
              <a:gd name="T3" fmla="*/ 2300 h 2311"/>
              <a:gd name="T4" fmla="*/ 32 w 2384"/>
              <a:gd name="T5" fmla="*/ 2300 h 2311"/>
              <a:gd name="T6" fmla="*/ 0 w 2384"/>
              <a:gd name="T7" fmla="*/ 2300 h 2311"/>
              <a:gd name="T8" fmla="*/ 0 w 2384"/>
              <a:gd name="T9" fmla="*/ 2311 h 2311"/>
              <a:gd name="T10" fmla="*/ 34 w 2384"/>
              <a:gd name="T11" fmla="*/ 2311 h 2311"/>
              <a:gd name="T12" fmla="*/ 79 w 2384"/>
              <a:gd name="T13" fmla="*/ 2311 h 2311"/>
              <a:gd name="T14" fmla="*/ 2384 w 2384"/>
              <a:gd name="T15" fmla="*/ 7 h 2311"/>
              <a:gd name="T16" fmla="*/ 2376 w 2384"/>
              <a:gd name="T17" fmla="*/ 0 h 2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84" h="2311">
                <a:moveTo>
                  <a:pt x="2376" y="0"/>
                </a:moveTo>
                <a:lnTo>
                  <a:pt x="76" y="2300"/>
                </a:lnTo>
                <a:lnTo>
                  <a:pt x="32" y="2300"/>
                </a:lnTo>
                <a:lnTo>
                  <a:pt x="0" y="2300"/>
                </a:lnTo>
                <a:lnTo>
                  <a:pt x="0" y="2311"/>
                </a:lnTo>
                <a:lnTo>
                  <a:pt x="34" y="2311"/>
                </a:lnTo>
                <a:lnTo>
                  <a:pt x="79" y="2311"/>
                </a:lnTo>
                <a:lnTo>
                  <a:pt x="2384" y="7"/>
                </a:lnTo>
                <a:lnTo>
                  <a:pt x="23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05" name="Freeform 761"/>
          <p:cNvSpPr>
            <a:spLocks/>
          </p:cNvSpPr>
          <p:nvPr/>
        </p:nvSpPr>
        <p:spPr bwMode="auto">
          <a:xfrm>
            <a:off x="12746856" y="-3598869"/>
            <a:ext cx="3784601" cy="3668719"/>
          </a:xfrm>
          <a:custGeom>
            <a:avLst/>
            <a:gdLst>
              <a:gd name="T0" fmla="*/ 2376 w 2384"/>
              <a:gd name="T1" fmla="*/ 0 h 2311"/>
              <a:gd name="T2" fmla="*/ 76 w 2384"/>
              <a:gd name="T3" fmla="*/ 2300 h 2311"/>
              <a:gd name="T4" fmla="*/ 32 w 2384"/>
              <a:gd name="T5" fmla="*/ 2300 h 2311"/>
              <a:gd name="T6" fmla="*/ 0 w 2384"/>
              <a:gd name="T7" fmla="*/ 2300 h 2311"/>
              <a:gd name="T8" fmla="*/ 0 w 2384"/>
              <a:gd name="T9" fmla="*/ 2311 h 2311"/>
              <a:gd name="T10" fmla="*/ 34 w 2384"/>
              <a:gd name="T11" fmla="*/ 2311 h 2311"/>
              <a:gd name="T12" fmla="*/ 79 w 2384"/>
              <a:gd name="T13" fmla="*/ 2311 h 2311"/>
              <a:gd name="T14" fmla="*/ 2384 w 2384"/>
              <a:gd name="T15" fmla="*/ 7 h 2311"/>
              <a:gd name="T16" fmla="*/ 2376 w 2384"/>
              <a:gd name="T17" fmla="*/ 0 h 2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84" h="2311">
                <a:moveTo>
                  <a:pt x="2376" y="0"/>
                </a:moveTo>
                <a:lnTo>
                  <a:pt x="76" y="2300"/>
                </a:lnTo>
                <a:lnTo>
                  <a:pt x="32" y="2300"/>
                </a:lnTo>
                <a:lnTo>
                  <a:pt x="0" y="2300"/>
                </a:lnTo>
                <a:lnTo>
                  <a:pt x="0" y="2311"/>
                </a:lnTo>
                <a:lnTo>
                  <a:pt x="34" y="2311"/>
                </a:lnTo>
                <a:lnTo>
                  <a:pt x="79" y="2311"/>
                </a:lnTo>
                <a:lnTo>
                  <a:pt x="2384" y="7"/>
                </a:lnTo>
                <a:lnTo>
                  <a:pt x="237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06" name="Freeform 762"/>
          <p:cNvSpPr>
            <a:spLocks noEditPoints="1"/>
          </p:cNvSpPr>
          <p:nvPr/>
        </p:nvSpPr>
        <p:spPr bwMode="auto">
          <a:xfrm>
            <a:off x="12576993" y="-3106743"/>
            <a:ext cx="3017838" cy="2857505"/>
          </a:xfrm>
          <a:custGeom>
            <a:avLst/>
            <a:gdLst>
              <a:gd name="T0" fmla="*/ 258 w 728"/>
              <a:gd name="T1" fmla="*/ 467 h 689"/>
              <a:gd name="T2" fmla="*/ 181 w 728"/>
              <a:gd name="T3" fmla="*/ 543 h 689"/>
              <a:gd name="T4" fmla="*/ 107 w 728"/>
              <a:gd name="T5" fmla="*/ 544 h 689"/>
              <a:gd name="T6" fmla="*/ 0 w 728"/>
              <a:gd name="T7" fmla="*/ 651 h 689"/>
              <a:gd name="T8" fmla="*/ 0 w 728"/>
              <a:gd name="T9" fmla="*/ 669 h 689"/>
              <a:gd name="T10" fmla="*/ 0 w 728"/>
              <a:gd name="T11" fmla="*/ 689 h 689"/>
              <a:gd name="T12" fmla="*/ 4 w 728"/>
              <a:gd name="T13" fmla="*/ 689 h 689"/>
              <a:gd name="T14" fmla="*/ 4 w 728"/>
              <a:gd name="T15" fmla="*/ 669 h 689"/>
              <a:gd name="T16" fmla="*/ 4 w 728"/>
              <a:gd name="T17" fmla="*/ 653 h 689"/>
              <a:gd name="T18" fmla="*/ 109 w 728"/>
              <a:gd name="T19" fmla="*/ 548 h 689"/>
              <a:gd name="T20" fmla="*/ 183 w 728"/>
              <a:gd name="T21" fmla="*/ 547 h 689"/>
              <a:gd name="T22" fmla="*/ 260 w 728"/>
              <a:gd name="T23" fmla="*/ 470 h 689"/>
              <a:gd name="T24" fmla="*/ 258 w 728"/>
              <a:gd name="T25" fmla="*/ 467 h 689"/>
              <a:gd name="T26" fmla="*/ 725 w 728"/>
              <a:gd name="T27" fmla="*/ 0 h 689"/>
              <a:gd name="T28" fmla="*/ 286 w 728"/>
              <a:gd name="T29" fmla="*/ 439 h 689"/>
              <a:gd name="T30" fmla="*/ 289 w 728"/>
              <a:gd name="T31" fmla="*/ 441 h 689"/>
              <a:gd name="T32" fmla="*/ 728 w 728"/>
              <a:gd name="T33" fmla="*/ 2 h 689"/>
              <a:gd name="T34" fmla="*/ 725 w 728"/>
              <a:gd name="T35" fmla="*/ 0 h 6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28" h="689">
                <a:moveTo>
                  <a:pt x="258" y="467"/>
                </a:moveTo>
                <a:cubicBezTo>
                  <a:pt x="181" y="543"/>
                  <a:pt x="181" y="543"/>
                  <a:pt x="181" y="543"/>
                </a:cubicBezTo>
                <a:cubicBezTo>
                  <a:pt x="107" y="544"/>
                  <a:pt x="107" y="544"/>
                  <a:pt x="107" y="544"/>
                </a:cubicBezTo>
                <a:cubicBezTo>
                  <a:pt x="0" y="651"/>
                  <a:pt x="0" y="651"/>
                  <a:pt x="0" y="651"/>
                </a:cubicBezTo>
                <a:cubicBezTo>
                  <a:pt x="0" y="669"/>
                  <a:pt x="0" y="669"/>
                  <a:pt x="0" y="669"/>
                </a:cubicBezTo>
                <a:cubicBezTo>
                  <a:pt x="0" y="689"/>
                  <a:pt x="0" y="689"/>
                  <a:pt x="0" y="689"/>
                </a:cubicBezTo>
                <a:cubicBezTo>
                  <a:pt x="4" y="689"/>
                  <a:pt x="4" y="689"/>
                  <a:pt x="4" y="689"/>
                </a:cubicBezTo>
                <a:cubicBezTo>
                  <a:pt x="4" y="669"/>
                  <a:pt x="4" y="669"/>
                  <a:pt x="4" y="669"/>
                </a:cubicBezTo>
                <a:cubicBezTo>
                  <a:pt x="4" y="653"/>
                  <a:pt x="4" y="653"/>
                  <a:pt x="4" y="653"/>
                </a:cubicBezTo>
                <a:cubicBezTo>
                  <a:pt x="109" y="548"/>
                  <a:pt x="109" y="548"/>
                  <a:pt x="109" y="548"/>
                </a:cubicBezTo>
                <a:cubicBezTo>
                  <a:pt x="183" y="547"/>
                  <a:pt x="183" y="547"/>
                  <a:pt x="183" y="547"/>
                </a:cubicBezTo>
                <a:cubicBezTo>
                  <a:pt x="260" y="470"/>
                  <a:pt x="260" y="470"/>
                  <a:pt x="260" y="470"/>
                </a:cubicBezTo>
                <a:cubicBezTo>
                  <a:pt x="259" y="469"/>
                  <a:pt x="258" y="468"/>
                  <a:pt x="258" y="467"/>
                </a:cubicBezTo>
                <a:moveTo>
                  <a:pt x="725" y="0"/>
                </a:moveTo>
                <a:cubicBezTo>
                  <a:pt x="286" y="439"/>
                  <a:pt x="286" y="439"/>
                  <a:pt x="286" y="439"/>
                </a:cubicBezTo>
                <a:cubicBezTo>
                  <a:pt x="287" y="440"/>
                  <a:pt x="288" y="440"/>
                  <a:pt x="289" y="441"/>
                </a:cubicBezTo>
                <a:cubicBezTo>
                  <a:pt x="728" y="2"/>
                  <a:pt x="728" y="2"/>
                  <a:pt x="728" y="2"/>
                </a:cubicBezTo>
                <a:cubicBezTo>
                  <a:pt x="725" y="0"/>
                  <a:pt x="725" y="0"/>
                  <a:pt x="725"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07" name="Freeform 763"/>
          <p:cNvSpPr>
            <a:spLocks noEditPoints="1"/>
          </p:cNvSpPr>
          <p:nvPr/>
        </p:nvSpPr>
        <p:spPr bwMode="auto">
          <a:xfrm>
            <a:off x="12299181" y="-3246443"/>
            <a:ext cx="3221039" cy="2287592"/>
          </a:xfrm>
          <a:custGeom>
            <a:avLst/>
            <a:gdLst>
              <a:gd name="T0" fmla="*/ 0 w 777"/>
              <a:gd name="T1" fmla="*/ 517 h 552"/>
              <a:gd name="T2" fmla="*/ 0 w 777"/>
              <a:gd name="T3" fmla="*/ 521 h 552"/>
              <a:gd name="T4" fmla="*/ 16 w 777"/>
              <a:gd name="T5" fmla="*/ 521 h 552"/>
              <a:gd name="T6" fmla="*/ 45 w 777"/>
              <a:gd name="T7" fmla="*/ 521 h 552"/>
              <a:gd name="T8" fmla="*/ 45 w 777"/>
              <a:gd name="T9" fmla="*/ 521 h 552"/>
              <a:gd name="T10" fmla="*/ 45 w 777"/>
              <a:gd name="T11" fmla="*/ 517 h 552"/>
              <a:gd name="T12" fmla="*/ 16 w 777"/>
              <a:gd name="T13" fmla="*/ 517 h 552"/>
              <a:gd name="T14" fmla="*/ 0 w 777"/>
              <a:gd name="T15" fmla="*/ 517 h 552"/>
              <a:gd name="T16" fmla="*/ 775 w 777"/>
              <a:gd name="T17" fmla="*/ 0 h 552"/>
              <a:gd name="T18" fmla="*/ 226 w 777"/>
              <a:gd name="T19" fmla="*/ 548 h 552"/>
              <a:gd name="T20" fmla="*/ 155 w 777"/>
              <a:gd name="T21" fmla="*/ 548 h 552"/>
              <a:gd name="T22" fmla="*/ 125 w 777"/>
              <a:gd name="T23" fmla="*/ 518 h 552"/>
              <a:gd name="T24" fmla="*/ 86 w 777"/>
              <a:gd name="T25" fmla="*/ 517 h 552"/>
              <a:gd name="T26" fmla="*/ 86 w 777"/>
              <a:gd name="T27" fmla="*/ 521 h 552"/>
              <a:gd name="T28" fmla="*/ 86 w 777"/>
              <a:gd name="T29" fmla="*/ 521 h 552"/>
              <a:gd name="T30" fmla="*/ 123 w 777"/>
              <a:gd name="T31" fmla="*/ 522 h 552"/>
              <a:gd name="T32" fmla="*/ 153 w 777"/>
              <a:gd name="T33" fmla="*/ 552 h 552"/>
              <a:gd name="T34" fmla="*/ 228 w 777"/>
              <a:gd name="T35" fmla="*/ 552 h 552"/>
              <a:gd name="T36" fmla="*/ 777 w 777"/>
              <a:gd name="T37" fmla="*/ 3 h 552"/>
              <a:gd name="T38" fmla="*/ 775 w 777"/>
              <a:gd name="T39" fmla="*/ 0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77" h="552">
                <a:moveTo>
                  <a:pt x="0" y="517"/>
                </a:moveTo>
                <a:cubicBezTo>
                  <a:pt x="0" y="521"/>
                  <a:pt x="0" y="521"/>
                  <a:pt x="0" y="521"/>
                </a:cubicBezTo>
                <a:cubicBezTo>
                  <a:pt x="16" y="521"/>
                  <a:pt x="16" y="521"/>
                  <a:pt x="16" y="521"/>
                </a:cubicBezTo>
                <a:cubicBezTo>
                  <a:pt x="45" y="521"/>
                  <a:pt x="45" y="521"/>
                  <a:pt x="45" y="521"/>
                </a:cubicBezTo>
                <a:cubicBezTo>
                  <a:pt x="45" y="521"/>
                  <a:pt x="45" y="521"/>
                  <a:pt x="45" y="521"/>
                </a:cubicBezTo>
                <a:cubicBezTo>
                  <a:pt x="45" y="519"/>
                  <a:pt x="45" y="518"/>
                  <a:pt x="45" y="517"/>
                </a:cubicBezTo>
                <a:cubicBezTo>
                  <a:pt x="16" y="517"/>
                  <a:pt x="16" y="517"/>
                  <a:pt x="16" y="517"/>
                </a:cubicBezTo>
                <a:cubicBezTo>
                  <a:pt x="0" y="517"/>
                  <a:pt x="0" y="517"/>
                  <a:pt x="0" y="517"/>
                </a:cubicBezTo>
                <a:moveTo>
                  <a:pt x="775" y="0"/>
                </a:moveTo>
                <a:cubicBezTo>
                  <a:pt x="226" y="548"/>
                  <a:pt x="226" y="548"/>
                  <a:pt x="226" y="548"/>
                </a:cubicBezTo>
                <a:cubicBezTo>
                  <a:pt x="155" y="548"/>
                  <a:pt x="155" y="548"/>
                  <a:pt x="155" y="548"/>
                </a:cubicBezTo>
                <a:cubicBezTo>
                  <a:pt x="125" y="518"/>
                  <a:pt x="125" y="518"/>
                  <a:pt x="125" y="518"/>
                </a:cubicBezTo>
                <a:cubicBezTo>
                  <a:pt x="86" y="517"/>
                  <a:pt x="86" y="517"/>
                  <a:pt x="86" y="517"/>
                </a:cubicBezTo>
                <a:cubicBezTo>
                  <a:pt x="86" y="518"/>
                  <a:pt x="86" y="519"/>
                  <a:pt x="86" y="521"/>
                </a:cubicBezTo>
                <a:cubicBezTo>
                  <a:pt x="86" y="521"/>
                  <a:pt x="86" y="521"/>
                  <a:pt x="86" y="521"/>
                </a:cubicBezTo>
                <a:cubicBezTo>
                  <a:pt x="123" y="522"/>
                  <a:pt x="123" y="522"/>
                  <a:pt x="123" y="522"/>
                </a:cubicBezTo>
                <a:cubicBezTo>
                  <a:pt x="153" y="552"/>
                  <a:pt x="153" y="552"/>
                  <a:pt x="153" y="552"/>
                </a:cubicBezTo>
                <a:cubicBezTo>
                  <a:pt x="228" y="552"/>
                  <a:pt x="228" y="552"/>
                  <a:pt x="228" y="552"/>
                </a:cubicBezTo>
                <a:cubicBezTo>
                  <a:pt x="777" y="3"/>
                  <a:pt x="777" y="3"/>
                  <a:pt x="777" y="3"/>
                </a:cubicBezTo>
                <a:cubicBezTo>
                  <a:pt x="775" y="0"/>
                  <a:pt x="775" y="0"/>
                  <a:pt x="775"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08" name="Freeform 764"/>
          <p:cNvSpPr>
            <a:spLocks noEditPoints="1"/>
          </p:cNvSpPr>
          <p:nvPr/>
        </p:nvSpPr>
        <p:spPr bwMode="auto">
          <a:xfrm>
            <a:off x="11519718" y="-3421069"/>
            <a:ext cx="1435100" cy="5446723"/>
          </a:xfrm>
          <a:custGeom>
            <a:avLst/>
            <a:gdLst>
              <a:gd name="T0" fmla="*/ 136 w 346"/>
              <a:gd name="T1" fmla="*/ 701 h 1314"/>
              <a:gd name="T2" fmla="*/ 135 w 346"/>
              <a:gd name="T3" fmla="*/ 727 h 1314"/>
              <a:gd name="T4" fmla="*/ 245 w 346"/>
              <a:gd name="T5" fmla="*/ 836 h 1314"/>
              <a:gd name="T6" fmla="*/ 243 w 346"/>
              <a:gd name="T7" fmla="*/ 943 h 1314"/>
              <a:gd name="T8" fmla="*/ 0 w 346"/>
              <a:gd name="T9" fmla="*/ 1186 h 1314"/>
              <a:gd name="T10" fmla="*/ 0 w 346"/>
              <a:gd name="T11" fmla="*/ 1291 h 1314"/>
              <a:gd name="T12" fmla="*/ 0 w 346"/>
              <a:gd name="T13" fmla="*/ 1314 h 1314"/>
              <a:gd name="T14" fmla="*/ 4 w 346"/>
              <a:gd name="T15" fmla="*/ 1314 h 1314"/>
              <a:gd name="T16" fmla="*/ 4 w 346"/>
              <a:gd name="T17" fmla="*/ 1291 h 1314"/>
              <a:gd name="T18" fmla="*/ 4 w 346"/>
              <a:gd name="T19" fmla="*/ 1187 h 1314"/>
              <a:gd name="T20" fmla="*/ 247 w 346"/>
              <a:gd name="T21" fmla="*/ 945 h 1314"/>
              <a:gd name="T22" fmla="*/ 249 w 346"/>
              <a:gd name="T23" fmla="*/ 835 h 1314"/>
              <a:gd name="T24" fmla="*/ 139 w 346"/>
              <a:gd name="T25" fmla="*/ 726 h 1314"/>
              <a:gd name="T26" fmla="*/ 140 w 346"/>
              <a:gd name="T27" fmla="*/ 702 h 1314"/>
              <a:gd name="T28" fmla="*/ 136 w 346"/>
              <a:gd name="T29" fmla="*/ 701 h 1314"/>
              <a:gd name="T30" fmla="*/ 343 w 346"/>
              <a:gd name="T31" fmla="*/ 0 h 1314"/>
              <a:gd name="T32" fmla="*/ 22 w 346"/>
              <a:gd name="T33" fmla="*/ 321 h 1314"/>
              <a:gd name="T34" fmla="*/ 24 w 346"/>
              <a:gd name="T35" fmla="*/ 356 h 1314"/>
              <a:gd name="T36" fmla="*/ 67 w 346"/>
              <a:gd name="T37" fmla="*/ 399 h 1314"/>
              <a:gd name="T38" fmla="*/ 140 w 346"/>
              <a:gd name="T39" fmla="*/ 398 h 1314"/>
              <a:gd name="T40" fmla="*/ 185 w 346"/>
              <a:gd name="T41" fmla="*/ 443 h 1314"/>
              <a:gd name="T42" fmla="*/ 182 w 346"/>
              <a:gd name="T43" fmla="*/ 484 h 1314"/>
              <a:gd name="T44" fmla="*/ 110 w 346"/>
              <a:gd name="T45" fmla="*/ 556 h 1314"/>
              <a:gd name="T46" fmla="*/ 108 w 346"/>
              <a:gd name="T47" fmla="*/ 604 h 1314"/>
              <a:gd name="T48" fmla="*/ 136 w 346"/>
              <a:gd name="T49" fmla="*/ 632 h 1314"/>
              <a:gd name="T50" fmla="*/ 136 w 346"/>
              <a:gd name="T51" fmla="*/ 661 h 1314"/>
              <a:gd name="T52" fmla="*/ 140 w 346"/>
              <a:gd name="T53" fmla="*/ 661 h 1314"/>
              <a:gd name="T54" fmla="*/ 140 w 346"/>
              <a:gd name="T55" fmla="*/ 630 h 1314"/>
              <a:gd name="T56" fmla="*/ 112 w 346"/>
              <a:gd name="T57" fmla="*/ 602 h 1314"/>
              <a:gd name="T58" fmla="*/ 113 w 346"/>
              <a:gd name="T59" fmla="*/ 557 h 1314"/>
              <a:gd name="T60" fmla="*/ 186 w 346"/>
              <a:gd name="T61" fmla="*/ 485 h 1314"/>
              <a:gd name="T62" fmla="*/ 189 w 346"/>
              <a:gd name="T63" fmla="*/ 442 h 1314"/>
              <a:gd name="T64" fmla="*/ 141 w 346"/>
              <a:gd name="T65" fmla="*/ 394 h 1314"/>
              <a:gd name="T66" fmla="*/ 69 w 346"/>
              <a:gd name="T67" fmla="*/ 395 h 1314"/>
              <a:gd name="T68" fmla="*/ 28 w 346"/>
              <a:gd name="T69" fmla="*/ 354 h 1314"/>
              <a:gd name="T70" fmla="*/ 26 w 346"/>
              <a:gd name="T71" fmla="*/ 322 h 1314"/>
              <a:gd name="T72" fmla="*/ 346 w 346"/>
              <a:gd name="T73" fmla="*/ 3 h 1314"/>
              <a:gd name="T74" fmla="*/ 343 w 346"/>
              <a:gd name="T75" fmla="*/ 0 h 1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46" h="1314">
                <a:moveTo>
                  <a:pt x="136" y="701"/>
                </a:moveTo>
                <a:cubicBezTo>
                  <a:pt x="135" y="727"/>
                  <a:pt x="135" y="727"/>
                  <a:pt x="135" y="727"/>
                </a:cubicBezTo>
                <a:cubicBezTo>
                  <a:pt x="245" y="836"/>
                  <a:pt x="245" y="836"/>
                  <a:pt x="245" y="836"/>
                </a:cubicBezTo>
                <a:cubicBezTo>
                  <a:pt x="243" y="943"/>
                  <a:pt x="243" y="943"/>
                  <a:pt x="243" y="943"/>
                </a:cubicBezTo>
                <a:cubicBezTo>
                  <a:pt x="0" y="1186"/>
                  <a:pt x="0" y="1186"/>
                  <a:pt x="0" y="1186"/>
                </a:cubicBezTo>
                <a:cubicBezTo>
                  <a:pt x="0" y="1291"/>
                  <a:pt x="0" y="1291"/>
                  <a:pt x="0" y="1291"/>
                </a:cubicBezTo>
                <a:cubicBezTo>
                  <a:pt x="0" y="1314"/>
                  <a:pt x="0" y="1314"/>
                  <a:pt x="0" y="1314"/>
                </a:cubicBezTo>
                <a:cubicBezTo>
                  <a:pt x="4" y="1314"/>
                  <a:pt x="4" y="1314"/>
                  <a:pt x="4" y="1314"/>
                </a:cubicBezTo>
                <a:cubicBezTo>
                  <a:pt x="4" y="1291"/>
                  <a:pt x="4" y="1291"/>
                  <a:pt x="4" y="1291"/>
                </a:cubicBezTo>
                <a:cubicBezTo>
                  <a:pt x="4" y="1187"/>
                  <a:pt x="4" y="1187"/>
                  <a:pt x="4" y="1187"/>
                </a:cubicBezTo>
                <a:cubicBezTo>
                  <a:pt x="247" y="945"/>
                  <a:pt x="247" y="945"/>
                  <a:pt x="247" y="945"/>
                </a:cubicBezTo>
                <a:cubicBezTo>
                  <a:pt x="249" y="835"/>
                  <a:pt x="249" y="835"/>
                  <a:pt x="249" y="835"/>
                </a:cubicBezTo>
                <a:cubicBezTo>
                  <a:pt x="139" y="726"/>
                  <a:pt x="139" y="726"/>
                  <a:pt x="139" y="726"/>
                </a:cubicBezTo>
                <a:cubicBezTo>
                  <a:pt x="140" y="702"/>
                  <a:pt x="140" y="702"/>
                  <a:pt x="140" y="702"/>
                </a:cubicBezTo>
                <a:cubicBezTo>
                  <a:pt x="138" y="702"/>
                  <a:pt x="137" y="702"/>
                  <a:pt x="136" y="701"/>
                </a:cubicBezTo>
                <a:moveTo>
                  <a:pt x="343" y="0"/>
                </a:moveTo>
                <a:cubicBezTo>
                  <a:pt x="22" y="321"/>
                  <a:pt x="22" y="321"/>
                  <a:pt x="22" y="321"/>
                </a:cubicBezTo>
                <a:cubicBezTo>
                  <a:pt x="24" y="356"/>
                  <a:pt x="24" y="356"/>
                  <a:pt x="24" y="356"/>
                </a:cubicBezTo>
                <a:cubicBezTo>
                  <a:pt x="67" y="399"/>
                  <a:pt x="67" y="399"/>
                  <a:pt x="67" y="399"/>
                </a:cubicBezTo>
                <a:cubicBezTo>
                  <a:pt x="140" y="398"/>
                  <a:pt x="140" y="398"/>
                  <a:pt x="140" y="398"/>
                </a:cubicBezTo>
                <a:cubicBezTo>
                  <a:pt x="185" y="443"/>
                  <a:pt x="185" y="443"/>
                  <a:pt x="185" y="443"/>
                </a:cubicBezTo>
                <a:cubicBezTo>
                  <a:pt x="182" y="484"/>
                  <a:pt x="182" y="484"/>
                  <a:pt x="182" y="484"/>
                </a:cubicBezTo>
                <a:cubicBezTo>
                  <a:pt x="110" y="556"/>
                  <a:pt x="110" y="556"/>
                  <a:pt x="110" y="556"/>
                </a:cubicBezTo>
                <a:cubicBezTo>
                  <a:pt x="108" y="604"/>
                  <a:pt x="108" y="604"/>
                  <a:pt x="108" y="604"/>
                </a:cubicBezTo>
                <a:cubicBezTo>
                  <a:pt x="136" y="632"/>
                  <a:pt x="136" y="632"/>
                  <a:pt x="136" y="632"/>
                </a:cubicBezTo>
                <a:cubicBezTo>
                  <a:pt x="136" y="661"/>
                  <a:pt x="136" y="661"/>
                  <a:pt x="136" y="661"/>
                </a:cubicBezTo>
                <a:cubicBezTo>
                  <a:pt x="137" y="661"/>
                  <a:pt x="139" y="661"/>
                  <a:pt x="140" y="661"/>
                </a:cubicBezTo>
                <a:cubicBezTo>
                  <a:pt x="140" y="630"/>
                  <a:pt x="140" y="630"/>
                  <a:pt x="140" y="630"/>
                </a:cubicBezTo>
                <a:cubicBezTo>
                  <a:pt x="112" y="602"/>
                  <a:pt x="112" y="602"/>
                  <a:pt x="112" y="602"/>
                </a:cubicBezTo>
                <a:cubicBezTo>
                  <a:pt x="113" y="557"/>
                  <a:pt x="113" y="557"/>
                  <a:pt x="113" y="557"/>
                </a:cubicBezTo>
                <a:cubicBezTo>
                  <a:pt x="186" y="485"/>
                  <a:pt x="186" y="485"/>
                  <a:pt x="186" y="485"/>
                </a:cubicBezTo>
                <a:cubicBezTo>
                  <a:pt x="189" y="442"/>
                  <a:pt x="189" y="442"/>
                  <a:pt x="189" y="442"/>
                </a:cubicBezTo>
                <a:cubicBezTo>
                  <a:pt x="141" y="394"/>
                  <a:pt x="141" y="394"/>
                  <a:pt x="141" y="394"/>
                </a:cubicBezTo>
                <a:cubicBezTo>
                  <a:pt x="69" y="395"/>
                  <a:pt x="69" y="395"/>
                  <a:pt x="69" y="395"/>
                </a:cubicBezTo>
                <a:cubicBezTo>
                  <a:pt x="28" y="354"/>
                  <a:pt x="28" y="354"/>
                  <a:pt x="28" y="354"/>
                </a:cubicBezTo>
                <a:cubicBezTo>
                  <a:pt x="26" y="322"/>
                  <a:pt x="26" y="322"/>
                  <a:pt x="26" y="322"/>
                </a:cubicBezTo>
                <a:cubicBezTo>
                  <a:pt x="346" y="3"/>
                  <a:pt x="346" y="3"/>
                  <a:pt x="346" y="3"/>
                </a:cubicBezTo>
                <a:cubicBezTo>
                  <a:pt x="343" y="0"/>
                  <a:pt x="343" y="0"/>
                  <a:pt x="34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09" name="Freeform 765"/>
          <p:cNvSpPr>
            <a:spLocks noEditPoints="1"/>
          </p:cNvSpPr>
          <p:nvPr/>
        </p:nvSpPr>
        <p:spPr bwMode="auto">
          <a:xfrm>
            <a:off x="10765655" y="-3470281"/>
            <a:ext cx="2143126" cy="6126174"/>
          </a:xfrm>
          <a:custGeom>
            <a:avLst/>
            <a:gdLst>
              <a:gd name="T0" fmla="*/ 244 w 517"/>
              <a:gd name="T1" fmla="*/ 479 h 1478"/>
              <a:gd name="T2" fmla="*/ 240 w 517"/>
              <a:gd name="T3" fmla="*/ 479 h 1478"/>
              <a:gd name="T4" fmla="*/ 240 w 517"/>
              <a:gd name="T5" fmla="*/ 479 h 1478"/>
              <a:gd name="T6" fmla="*/ 240 w 517"/>
              <a:gd name="T7" fmla="*/ 479 h 1478"/>
              <a:gd name="T8" fmla="*/ 239 w 517"/>
              <a:gd name="T9" fmla="*/ 497 h 1478"/>
              <a:gd name="T10" fmla="*/ 278 w 517"/>
              <a:gd name="T11" fmla="*/ 536 h 1478"/>
              <a:gd name="T12" fmla="*/ 280 w 517"/>
              <a:gd name="T13" fmla="*/ 562 h 1478"/>
              <a:gd name="T14" fmla="*/ 253 w 517"/>
              <a:gd name="T15" fmla="*/ 590 h 1478"/>
              <a:gd name="T16" fmla="*/ 252 w 517"/>
              <a:gd name="T17" fmla="*/ 619 h 1478"/>
              <a:gd name="T18" fmla="*/ 232 w 517"/>
              <a:gd name="T19" fmla="*/ 639 h 1478"/>
              <a:gd name="T20" fmla="*/ 229 w 517"/>
              <a:gd name="T21" fmla="*/ 696 h 1478"/>
              <a:gd name="T22" fmla="*/ 400 w 517"/>
              <a:gd name="T23" fmla="*/ 867 h 1478"/>
              <a:gd name="T24" fmla="*/ 403 w 517"/>
              <a:gd name="T25" fmla="*/ 938 h 1478"/>
              <a:gd name="T26" fmla="*/ 145 w 517"/>
              <a:gd name="T27" fmla="*/ 1195 h 1478"/>
              <a:gd name="T28" fmla="*/ 143 w 517"/>
              <a:gd name="T29" fmla="*/ 1299 h 1478"/>
              <a:gd name="T30" fmla="*/ 0 w 517"/>
              <a:gd name="T31" fmla="*/ 1442 h 1478"/>
              <a:gd name="T32" fmla="*/ 0 w 517"/>
              <a:gd name="T33" fmla="*/ 1456 h 1478"/>
              <a:gd name="T34" fmla="*/ 1 w 517"/>
              <a:gd name="T35" fmla="*/ 1478 h 1478"/>
              <a:gd name="T36" fmla="*/ 5 w 517"/>
              <a:gd name="T37" fmla="*/ 1478 h 1478"/>
              <a:gd name="T38" fmla="*/ 4 w 517"/>
              <a:gd name="T39" fmla="*/ 1455 h 1478"/>
              <a:gd name="T40" fmla="*/ 4 w 517"/>
              <a:gd name="T41" fmla="*/ 1444 h 1478"/>
              <a:gd name="T42" fmla="*/ 147 w 517"/>
              <a:gd name="T43" fmla="*/ 1300 h 1478"/>
              <a:gd name="T44" fmla="*/ 149 w 517"/>
              <a:gd name="T45" fmla="*/ 1197 h 1478"/>
              <a:gd name="T46" fmla="*/ 407 w 517"/>
              <a:gd name="T47" fmla="*/ 939 h 1478"/>
              <a:gd name="T48" fmla="*/ 404 w 517"/>
              <a:gd name="T49" fmla="*/ 865 h 1478"/>
              <a:gd name="T50" fmla="*/ 233 w 517"/>
              <a:gd name="T51" fmla="*/ 694 h 1478"/>
              <a:gd name="T52" fmla="*/ 236 w 517"/>
              <a:gd name="T53" fmla="*/ 640 h 1478"/>
              <a:gd name="T54" fmla="*/ 256 w 517"/>
              <a:gd name="T55" fmla="*/ 620 h 1478"/>
              <a:gd name="T56" fmla="*/ 257 w 517"/>
              <a:gd name="T57" fmla="*/ 591 h 1478"/>
              <a:gd name="T58" fmla="*/ 285 w 517"/>
              <a:gd name="T59" fmla="*/ 563 h 1478"/>
              <a:gd name="T60" fmla="*/ 282 w 517"/>
              <a:gd name="T61" fmla="*/ 534 h 1478"/>
              <a:gd name="T62" fmla="*/ 243 w 517"/>
              <a:gd name="T63" fmla="*/ 495 h 1478"/>
              <a:gd name="T64" fmla="*/ 244 w 517"/>
              <a:gd name="T65" fmla="*/ 479 h 1478"/>
              <a:gd name="T66" fmla="*/ 514 w 517"/>
              <a:gd name="T67" fmla="*/ 0 h 1478"/>
              <a:gd name="T68" fmla="*/ 180 w 517"/>
              <a:gd name="T69" fmla="*/ 334 h 1478"/>
              <a:gd name="T70" fmla="*/ 182 w 517"/>
              <a:gd name="T71" fmla="*/ 366 h 1478"/>
              <a:gd name="T72" fmla="*/ 241 w 517"/>
              <a:gd name="T73" fmla="*/ 425 h 1478"/>
              <a:gd name="T74" fmla="*/ 241 w 517"/>
              <a:gd name="T75" fmla="*/ 438 h 1478"/>
              <a:gd name="T76" fmla="*/ 245 w 517"/>
              <a:gd name="T77" fmla="*/ 438 h 1478"/>
              <a:gd name="T78" fmla="*/ 245 w 517"/>
              <a:gd name="T79" fmla="*/ 424 h 1478"/>
              <a:gd name="T80" fmla="*/ 186 w 517"/>
              <a:gd name="T81" fmla="*/ 364 h 1478"/>
              <a:gd name="T82" fmla="*/ 184 w 517"/>
              <a:gd name="T83" fmla="*/ 336 h 1478"/>
              <a:gd name="T84" fmla="*/ 517 w 517"/>
              <a:gd name="T85" fmla="*/ 3 h 1478"/>
              <a:gd name="T86" fmla="*/ 514 w 517"/>
              <a:gd name="T87" fmla="*/ 0 h 1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7" h="1478">
                <a:moveTo>
                  <a:pt x="244" y="479"/>
                </a:moveTo>
                <a:cubicBezTo>
                  <a:pt x="243" y="479"/>
                  <a:pt x="241" y="479"/>
                  <a:pt x="240" y="479"/>
                </a:cubicBezTo>
                <a:cubicBezTo>
                  <a:pt x="240" y="479"/>
                  <a:pt x="240" y="479"/>
                  <a:pt x="240" y="479"/>
                </a:cubicBezTo>
                <a:cubicBezTo>
                  <a:pt x="240" y="479"/>
                  <a:pt x="240" y="479"/>
                  <a:pt x="240" y="479"/>
                </a:cubicBezTo>
                <a:cubicBezTo>
                  <a:pt x="239" y="497"/>
                  <a:pt x="239" y="497"/>
                  <a:pt x="239" y="497"/>
                </a:cubicBezTo>
                <a:cubicBezTo>
                  <a:pt x="278" y="536"/>
                  <a:pt x="278" y="536"/>
                  <a:pt x="278" y="536"/>
                </a:cubicBezTo>
                <a:cubicBezTo>
                  <a:pt x="280" y="562"/>
                  <a:pt x="280" y="562"/>
                  <a:pt x="280" y="562"/>
                </a:cubicBezTo>
                <a:cubicBezTo>
                  <a:pt x="253" y="590"/>
                  <a:pt x="253" y="590"/>
                  <a:pt x="253" y="590"/>
                </a:cubicBezTo>
                <a:cubicBezTo>
                  <a:pt x="252" y="619"/>
                  <a:pt x="252" y="619"/>
                  <a:pt x="252" y="619"/>
                </a:cubicBezTo>
                <a:cubicBezTo>
                  <a:pt x="232" y="639"/>
                  <a:pt x="232" y="639"/>
                  <a:pt x="232" y="639"/>
                </a:cubicBezTo>
                <a:cubicBezTo>
                  <a:pt x="229" y="696"/>
                  <a:pt x="229" y="696"/>
                  <a:pt x="229" y="696"/>
                </a:cubicBezTo>
                <a:cubicBezTo>
                  <a:pt x="400" y="867"/>
                  <a:pt x="400" y="867"/>
                  <a:pt x="400" y="867"/>
                </a:cubicBezTo>
                <a:cubicBezTo>
                  <a:pt x="403" y="938"/>
                  <a:pt x="403" y="938"/>
                  <a:pt x="403" y="938"/>
                </a:cubicBezTo>
                <a:cubicBezTo>
                  <a:pt x="145" y="1195"/>
                  <a:pt x="145" y="1195"/>
                  <a:pt x="145" y="1195"/>
                </a:cubicBezTo>
                <a:cubicBezTo>
                  <a:pt x="143" y="1299"/>
                  <a:pt x="143" y="1299"/>
                  <a:pt x="143" y="1299"/>
                </a:cubicBezTo>
                <a:cubicBezTo>
                  <a:pt x="0" y="1442"/>
                  <a:pt x="0" y="1442"/>
                  <a:pt x="0" y="1442"/>
                </a:cubicBezTo>
                <a:cubicBezTo>
                  <a:pt x="0" y="1456"/>
                  <a:pt x="0" y="1456"/>
                  <a:pt x="0" y="1456"/>
                </a:cubicBezTo>
                <a:cubicBezTo>
                  <a:pt x="1" y="1478"/>
                  <a:pt x="1" y="1478"/>
                  <a:pt x="1" y="1478"/>
                </a:cubicBezTo>
                <a:cubicBezTo>
                  <a:pt x="5" y="1478"/>
                  <a:pt x="5" y="1478"/>
                  <a:pt x="5" y="1478"/>
                </a:cubicBezTo>
                <a:cubicBezTo>
                  <a:pt x="4" y="1455"/>
                  <a:pt x="4" y="1455"/>
                  <a:pt x="4" y="1455"/>
                </a:cubicBezTo>
                <a:cubicBezTo>
                  <a:pt x="4" y="1444"/>
                  <a:pt x="4" y="1444"/>
                  <a:pt x="4" y="1444"/>
                </a:cubicBezTo>
                <a:cubicBezTo>
                  <a:pt x="147" y="1300"/>
                  <a:pt x="147" y="1300"/>
                  <a:pt x="147" y="1300"/>
                </a:cubicBezTo>
                <a:cubicBezTo>
                  <a:pt x="149" y="1197"/>
                  <a:pt x="149" y="1197"/>
                  <a:pt x="149" y="1197"/>
                </a:cubicBezTo>
                <a:cubicBezTo>
                  <a:pt x="407" y="939"/>
                  <a:pt x="407" y="939"/>
                  <a:pt x="407" y="939"/>
                </a:cubicBezTo>
                <a:cubicBezTo>
                  <a:pt x="404" y="865"/>
                  <a:pt x="404" y="865"/>
                  <a:pt x="404" y="865"/>
                </a:cubicBezTo>
                <a:cubicBezTo>
                  <a:pt x="233" y="694"/>
                  <a:pt x="233" y="694"/>
                  <a:pt x="233" y="694"/>
                </a:cubicBezTo>
                <a:cubicBezTo>
                  <a:pt x="236" y="640"/>
                  <a:pt x="236" y="640"/>
                  <a:pt x="236" y="640"/>
                </a:cubicBezTo>
                <a:cubicBezTo>
                  <a:pt x="256" y="620"/>
                  <a:pt x="256" y="620"/>
                  <a:pt x="256" y="620"/>
                </a:cubicBezTo>
                <a:cubicBezTo>
                  <a:pt x="257" y="591"/>
                  <a:pt x="257" y="591"/>
                  <a:pt x="257" y="591"/>
                </a:cubicBezTo>
                <a:cubicBezTo>
                  <a:pt x="285" y="563"/>
                  <a:pt x="285" y="563"/>
                  <a:pt x="285" y="563"/>
                </a:cubicBezTo>
                <a:cubicBezTo>
                  <a:pt x="282" y="534"/>
                  <a:pt x="282" y="534"/>
                  <a:pt x="282" y="534"/>
                </a:cubicBezTo>
                <a:cubicBezTo>
                  <a:pt x="243" y="495"/>
                  <a:pt x="243" y="495"/>
                  <a:pt x="243" y="495"/>
                </a:cubicBezTo>
                <a:cubicBezTo>
                  <a:pt x="244" y="479"/>
                  <a:pt x="244" y="479"/>
                  <a:pt x="244" y="479"/>
                </a:cubicBezTo>
                <a:moveTo>
                  <a:pt x="514" y="0"/>
                </a:moveTo>
                <a:cubicBezTo>
                  <a:pt x="180" y="334"/>
                  <a:pt x="180" y="334"/>
                  <a:pt x="180" y="334"/>
                </a:cubicBezTo>
                <a:cubicBezTo>
                  <a:pt x="182" y="366"/>
                  <a:pt x="182" y="366"/>
                  <a:pt x="182" y="366"/>
                </a:cubicBezTo>
                <a:cubicBezTo>
                  <a:pt x="241" y="425"/>
                  <a:pt x="241" y="425"/>
                  <a:pt x="241" y="425"/>
                </a:cubicBezTo>
                <a:cubicBezTo>
                  <a:pt x="241" y="438"/>
                  <a:pt x="241" y="438"/>
                  <a:pt x="241" y="438"/>
                </a:cubicBezTo>
                <a:cubicBezTo>
                  <a:pt x="242" y="438"/>
                  <a:pt x="243" y="438"/>
                  <a:pt x="245" y="438"/>
                </a:cubicBezTo>
                <a:cubicBezTo>
                  <a:pt x="245" y="424"/>
                  <a:pt x="245" y="424"/>
                  <a:pt x="245" y="424"/>
                </a:cubicBezTo>
                <a:cubicBezTo>
                  <a:pt x="186" y="364"/>
                  <a:pt x="186" y="364"/>
                  <a:pt x="186" y="364"/>
                </a:cubicBezTo>
                <a:cubicBezTo>
                  <a:pt x="184" y="336"/>
                  <a:pt x="184" y="336"/>
                  <a:pt x="184" y="336"/>
                </a:cubicBezTo>
                <a:cubicBezTo>
                  <a:pt x="517" y="3"/>
                  <a:pt x="517" y="3"/>
                  <a:pt x="517" y="3"/>
                </a:cubicBezTo>
                <a:cubicBezTo>
                  <a:pt x="514" y="0"/>
                  <a:pt x="514" y="0"/>
                  <a:pt x="514"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10" name="Freeform 766"/>
          <p:cNvSpPr>
            <a:spLocks/>
          </p:cNvSpPr>
          <p:nvPr/>
        </p:nvSpPr>
        <p:spPr bwMode="auto">
          <a:xfrm>
            <a:off x="11272068" y="-3441706"/>
            <a:ext cx="1536700" cy="2433642"/>
          </a:xfrm>
          <a:custGeom>
            <a:avLst/>
            <a:gdLst>
              <a:gd name="T0" fmla="*/ 368 w 371"/>
              <a:gd name="T1" fmla="*/ 0 h 587"/>
              <a:gd name="T2" fmla="*/ 368 w 371"/>
              <a:gd name="T3" fmla="*/ 0 h 587"/>
              <a:gd name="T4" fmla="*/ 2 w 371"/>
              <a:gd name="T5" fmla="*/ 367 h 587"/>
              <a:gd name="T6" fmla="*/ 0 w 371"/>
              <a:gd name="T7" fmla="*/ 424 h 587"/>
              <a:gd name="T8" fmla="*/ 70 w 371"/>
              <a:gd name="T9" fmla="*/ 494 h 587"/>
              <a:gd name="T10" fmla="*/ 72 w 371"/>
              <a:gd name="T11" fmla="*/ 522 h 587"/>
              <a:gd name="T12" fmla="*/ 32 w 371"/>
              <a:gd name="T13" fmla="*/ 563 h 587"/>
              <a:gd name="T14" fmla="*/ 32 w 371"/>
              <a:gd name="T15" fmla="*/ 587 h 587"/>
              <a:gd name="T16" fmla="*/ 36 w 371"/>
              <a:gd name="T17" fmla="*/ 586 h 587"/>
              <a:gd name="T18" fmla="*/ 36 w 371"/>
              <a:gd name="T19" fmla="*/ 586 h 587"/>
              <a:gd name="T20" fmla="*/ 36 w 371"/>
              <a:gd name="T21" fmla="*/ 586 h 587"/>
              <a:gd name="T22" fmla="*/ 36 w 371"/>
              <a:gd name="T23" fmla="*/ 564 h 587"/>
              <a:gd name="T24" fmla="*/ 76 w 371"/>
              <a:gd name="T25" fmla="*/ 524 h 587"/>
              <a:gd name="T26" fmla="*/ 74 w 371"/>
              <a:gd name="T27" fmla="*/ 492 h 587"/>
              <a:gd name="T28" fmla="*/ 4 w 371"/>
              <a:gd name="T29" fmla="*/ 423 h 587"/>
              <a:gd name="T30" fmla="*/ 6 w 371"/>
              <a:gd name="T31" fmla="*/ 368 h 587"/>
              <a:gd name="T32" fmla="*/ 371 w 371"/>
              <a:gd name="T33" fmla="*/ 3 h 587"/>
              <a:gd name="T34" fmla="*/ 368 w 371"/>
              <a:gd name="T35" fmla="*/ 0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1" h="587">
                <a:moveTo>
                  <a:pt x="368" y="0"/>
                </a:moveTo>
                <a:cubicBezTo>
                  <a:pt x="368" y="0"/>
                  <a:pt x="368" y="0"/>
                  <a:pt x="368" y="0"/>
                </a:cubicBezTo>
                <a:cubicBezTo>
                  <a:pt x="2" y="367"/>
                  <a:pt x="2" y="367"/>
                  <a:pt x="2" y="367"/>
                </a:cubicBezTo>
                <a:cubicBezTo>
                  <a:pt x="0" y="424"/>
                  <a:pt x="0" y="424"/>
                  <a:pt x="0" y="424"/>
                </a:cubicBezTo>
                <a:cubicBezTo>
                  <a:pt x="70" y="494"/>
                  <a:pt x="70" y="494"/>
                  <a:pt x="70" y="494"/>
                </a:cubicBezTo>
                <a:cubicBezTo>
                  <a:pt x="72" y="522"/>
                  <a:pt x="72" y="522"/>
                  <a:pt x="72" y="522"/>
                </a:cubicBezTo>
                <a:cubicBezTo>
                  <a:pt x="32" y="563"/>
                  <a:pt x="32" y="563"/>
                  <a:pt x="32" y="563"/>
                </a:cubicBezTo>
                <a:cubicBezTo>
                  <a:pt x="32" y="587"/>
                  <a:pt x="32" y="587"/>
                  <a:pt x="32" y="587"/>
                </a:cubicBezTo>
                <a:cubicBezTo>
                  <a:pt x="34" y="587"/>
                  <a:pt x="35" y="586"/>
                  <a:pt x="36" y="586"/>
                </a:cubicBezTo>
                <a:cubicBezTo>
                  <a:pt x="36" y="586"/>
                  <a:pt x="36" y="586"/>
                  <a:pt x="36" y="586"/>
                </a:cubicBezTo>
                <a:cubicBezTo>
                  <a:pt x="36" y="586"/>
                  <a:pt x="36" y="586"/>
                  <a:pt x="36" y="586"/>
                </a:cubicBezTo>
                <a:cubicBezTo>
                  <a:pt x="36" y="564"/>
                  <a:pt x="36" y="564"/>
                  <a:pt x="36" y="564"/>
                </a:cubicBezTo>
                <a:cubicBezTo>
                  <a:pt x="76" y="524"/>
                  <a:pt x="76" y="524"/>
                  <a:pt x="76" y="524"/>
                </a:cubicBezTo>
                <a:cubicBezTo>
                  <a:pt x="74" y="492"/>
                  <a:pt x="74" y="492"/>
                  <a:pt x="74" y="492"/>
                </a:cubicBezTo>
                <a:cubicBezTo>
                  <a:pt x="4" y="423"/>
                  <a:pt x="4" y="423"/>
                  <a:pt x="4" y="423"/>
                </a:cubicBezTo>
                <a:cubicBezTo>
                  <a:pt x="6" y="368"/>
                  <a:pt x="6" y="368"/>
                  <a:pt x="6" y="368"/>
                </a:cubicBezTo>
                <a:cubicBezTo>
                  <a:pt x="371" y="3"/>
                  <a:pt x="371" y="3"/>
                  <a:pt x="371" y="3"/>
                </a:cubicBezTo>
                <a:cubicBezTo>
                  <a:pt x="368" y="0"/>
                  <a:pt x="368" y="0"/>
                  <a:pt x="368"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11" name="Freeform 767"/>
          <p:cNvSpPr>
            <a:spLocks/>
          </p:cNvSpPr>
          <p:nvPr/>
        </p:nvSpPr>
        <p:spPr bwMode="auto">
          <a:xfrm>
            <a:off x="11176818" y="-3706819"/>
            <a:ext cx="1781176" cy="2251079"/>
          </a:xfrm>
          <a:custGeom>
            <a:avLst/>
            <a:gdLst>
              <a:gd name="T0" fmla="*/ 427 w 430"/>
              <a:gd name="T1" fmla="*/ 0 h 543"/>
              <a:gd name="T2" fmla="*/ 2 w 430"/>
              <a:gd name="T3" fmla="*/ 425 h 543"/>
              <a:gd name="T4" fmla="*/ 0 w 430"/>
              <a:gd name="T5" fmla="*/ 499 h 543"/>
              <a:gd name="T6" fmla="*/ 37 w 430"/>
              <a:gd name="T7" fmla="*/ 535 h 543"/>
              <a:gd name="T8" fmla="*/ 37 w 430"/>
              <a:gd name="T9" fmla="*/ 543 h 543"/>
              <a:gd name="T10" fmla="*/ 41 w 430"/>
              <a:gd name="T11" fmla="*/ 543 h 543"/>
              <a:gd name="T12" fmla="*/ 41 w 430"/>
              <a:gd name="T13" fmla="*/ 534 h 543"/>
              <a:gd name="T14" fmla="*/ 4 w 430"/>
              <a:gd name="T15" fmla="*/ 497 h 543"/>
              <a:gd name="T16" fmla="*/ 6 w 430"/>
              <a:gd name="T17" fmla="*/ 427 h 543"/>
              <a:gd name="T18" fmla="*/ 430 w 430"/>
              <a:gd name="T19" fmla="*/ 3 h 543"/>
              <a:gd name="T20" fmla="*/ 427 w 430"/>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0" h="543">
                <a:moveTo>
                  <a:pt x="427" y="0"/>
                </a:moveTo>
                <a:cubicBezTo>
                  <a:pt x="2" y="425"/>
                  <a:pt x="2" y="425"/>
                  <a:pt x="2" y="425"/>
                </a:cubicBezTo>
                <a:cubicBezTo>
                  <a:pt x="0" y="499"/>
                  <a:pt x="0" y="499"/>
                  <a:pt x="0" y="499"/>
                </a:cubicBezTo>
                <a:cubicBezTo>
                  <a:pt x="37" y="535"/>
                  <a:pt x="37" y="535"/>
                  <a:pt x="37" y="535"/>
                </a:cubicBezTo>
                <a:cubicBezTo>
                  <a:pt x="37" y="543"/>
                  <a:pt x="37" y="543"/>
                  <a:pt x="37" y="543"/>
                </a:cubicBezTo>
                <a:cubicBezTo>
                  <a:pt x="38" y="543"/>
                  <a:pt x="40" y="543"/>
                  <a:pt x="41" y="543"/>
                </a:cubicBezTo>
                <a:cubicBezTo>
                  <a:pt x="41" y="534"/>
                  <a:pt x="41" y="534"/>
                  <a:pt x="41" y="534"/>
                </a:cubicBezTo>
                <a:cubicBezTo>
                  <a:pt x="4" y="497"/>
                  <a:pt x="4" y="497"/>
                  <a:pt x="4" y="497"/>
                </a:cubicBezTo>
                <a:cubicBezTo>
                  <a:pt x="6" y="427"/>
                  <a:pt x="6" y="427"/>
                  <a:pt x="6" y="427"/>
                </a:cubicBezTo>
                <a:cubicBezTo>
                  <a:pt x="430" y="3"/>
                  <a:pt x="430" y="3"/>
                  <a:pt x="430" y="3"/>
                </a:cubicBezTo>
                <a:cubicBezTo>
                  <a:pt x="427" y="0"/>
                  <a:pt x="427" y="0"/>
                  <a:pt x="427"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12" name="Freeform 768"/>
          <p:cNvSpPr>
            <a:spLocks/>
          </p:cNvSpPr>
          <p:nvPr/>
        </p:nvSpPr>
        <p:spPr bwMode="auto">
          <a:xfrm>
            <a:off x="12502381" y="-1157289"/>
            <a:ext cx="136525" cy="136525"/>
          </a:xfrm>
          <a:custGeom>
            <a:avLst/>
            <a:gdLst>
              <a:gd name="T0" fmla="*/ 17 w 33"/>
              <a:gd name="T1" fmla="*/ 0 h 33"/>
              <a:gd name="T2" fmla="*/ 5 w 33"/>
              <a:gd name="T3" fmla="*/ 5 h 33"/>
              <a:gd name="T4" fmla="*/ 3 w 33"/>
              <a:gd name="T5" fmla="*/ 3 h 33"/>
              <a:gd name="T6" fmla="*/ 5 w 33"/>
              <a:gd name="T7" fmla="*/ 5 h 33"/>
              <a:gd name="T8" fmla="*/ 0 w 33"/>
              <a:gd name="T9" fmla="*/ 17 h 33"/>
              <a:gd name="T10" fmla="*/ 5 w 33"/>
              <a:gd name="T11" fmla="*/ 28 h 33"/>
              <a:gd name="T12" fmla="*/ 17 w 33"/>
              <a:gd name="T13" fmla="*/ 33 h 33"/>
              <a:gd name="T14" fmla="*/ 28 w 33"/>
              <a:gd name="T15" fmla="*/ 28 h 33"/>
              <a:gd name="T16" fmla="*/ 33 w 33"/>
              <a:gd name="T17" fmla="*/ 17 h 33"/>
              <a:gd name="T18" fmla="*/ 28 w 33"/>
              <a:gd name="T19" fmla="*/ 5 h 33"/>
              <a:gd name="T20" fmla="*/ 17 w 33"/>
              <a:gd name="T21"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33">
                <a:moveTo>
                  <a:pt x="17" y="0"/>
                </a:moveTo>
                <a:cubicBezTo>
                  <a:pt x="12" y="0"/>
                  <a:pt x="8" y="1"/>
                  <a:pt x="5" y="5"/>
                </a:cubicBezTo>
                <a:cubicBezTo>
                  <a:pt x="3" y="3"/>
                  <a:pt x="3" y="3"/>
                  <a:pt x="3" y="3"/>
                </a:cubicBezTo>
                <a:cubicBezTo>
                  <a:pt x="5" y="5"/>
                  <a:pt x="5" y="5"/>
                  <a:pt x="5" y="5"/>
                </a:cubicBezTo>
                <a:cubicBezTo>
                  <a:pt x="2" y="8"/>
                  <a:pt x="0" y="12"/>
                  <a:pt x="0" y="17"/>
                </a:cubicBezTo>
                <a:cubicBezTo>
                  <a:pt x="0" y="21"/>
                  <a:pt x="2" y="25"/>
                  <a:pt x="5" y="28"/>
                </a:cubicBezTo>
                <a:cubicBezTo>
                  <a:pt x="8" y="32"/>
                  <a:pt x="12" y="33"/>
                  <a:pt x="17" y="33"/>
                </a:cubicBezTo>
                <a:cubicBezTo>
                  <a:pt x="21" y="33"/>
                  <a:pt x="25" y="32"/>
                  <a:pt x="28" y="28"/>
                </a:cubicBezTo>
                <a:cubicBezTo>
                  <a:pt x="32" y="25"/>
                  <a:pt x="33" y="21"/>
                  <a:pt x="33" y="17"/>
                </a:cubicBezTo>
                <a:cubicBezTo>
                  <a:pt x="33" y="12"/>
                  <a:pt x="32" y="8"/>
                  <a:pt x="28" y="5"/>
                </a:cubicBezTo>
                <a:cubicBezTo>
                  <a:pt x="25" y="1"/>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13" name="Freeform 769"/>
          <p:cNvSpPr>
            <a:spLocks noEditPoints="1"/>
          </p:cNvSpPr>
          <p:nvPr/>
        </p:nvSpPr>
        <p:spPr bwMode="auto">
          <a:xfrm>
            <a:off x="12486506" y="-1174752"/>
            <a:ext cx="169863" cy="169863"/>
          </a:xfrm>
          <a:custGeom>
            <a:avLst/>
            <a:gdLst>
              <a:gd name="T0" fmla="*/ 9 w 41"/>
              <a:gd name="T1" fmla="*/ 9 h 41"/>
              <a:gd name="T2" fmla="*/ 21 w 41"/>
              <a:gd name="T3" fmla="*/ 4 h 41"/>
              <a:gd name="T4" fmla="*/ 32 w 41"/>
              <a:gd name="T5" fmla="*/ 9 h 41"/>
              <a:gd name="T6" fmla="*/ 37 w 41"/>
              <a:gd name="T7" fmla="*/ 21 h 41"/>
              <a:gd name="T8" fmla="*/ 32 w 41"/>
              <a:gd name="T9" fmla="*/ 32 h 41"/>
              <a:gd name="T10" fmla="*/ 21 w 41"/>
              <a:gd name="T11" fmla="*/ 37 h 41"/>
              <a:gd name="T12" fmla="*/ 9 w 41"/>
              <a:gd name="T13" fmla="*/ 32 h 41"/>
              <a:gd name="T14" fmla="*/ 4 w 41"/>
              <a:gd name="T15" fmla="*/ 21 h 41"/>
              <a:gd name="T16" fmla="*/ 9 w 41"/>
              <a:gd name="T17" fmla="*/ 9 h 41"/>
              <a:gd name="T18" fmla="*/ 7 w 41"/>
              <a:gd name="T19" fmla="*/ 7 h 41"/>
              <a:gd name="T20" fmla="*/ 9 w 41"/>
              <a:gd name="T21" fmla="*/ 9 h 41"/>
              <a:gd name="T22" fmla="*/ 21 w 41"/>
              <a:gd name="T23" fmla="*/ 0 h 41"/>
              <a:gd name="T24" fmla="*/ 21 w 41"/>
              <a:gd name="T25" fmla="*/ 0 h 41"/>
              <a:gd name="T26" fmla="*/ 6 w 41"/>
              <a:gd name="T27" fmla="*/ 6 h 41"/>
              <a:gd name="T28" fmla="*/ 6 w 41"/>
              <a:gd name="T29" fmla="*/ 6 h 41"/>
              <a:gd name="T30" fmla="*/ 0 w 41"/>
              <a:gd name="T31" fmla="*/ 17 h 41"/>
              <a:gd name="T32" fmla="*/ 0 w 41"/>
              <a:gd name="T33" fmla="*/ 21 h 41"/>
              <a:gd name="T34" fmla="*/ 0 w 41"/>
              <a:gd name="T35" fmla="*/ 21 h 41"/>
              <a:gd name="T36" fmla="*/ 6 w 41"/>
              <a:gd name="T37" fmla="*/ 35 h 41"/>
              <a:gd name="T38" fmla="*/ 21 w 41"/>
              <a:gd name="T39" fmla="*/ 41 h 41"/>
              <a:gd name="T40" fmla="*/ 21 w 41"/>
              <a:gd name="T41" fmla="*/ 41 h 41"/>
              <a:gd name="T42" fmla="*/ 35 w 41"/>
              <a:gd name="T43" fmla="*/ 35 h 41"/>
              <a:gd name="T44" fmla="*/ 41 w 41"/>
              <a:gd name="T45" fmla="*/ 21 h 41"/>
              <a:gd name="T46" fmla="*/ 41 w 41"/>
              <a:gd name="T47" fmla="*/ 21 h 41"/>
              <a:gd name="T48" fmla="*/ 41 w 41"/>
              <a:gd name="T49" fmla="*/ 17 h 41"/>
              <a:gd name="T50" fmla="*/ 35 w 41"/>
              <a:gd name="T51" fmla="*/ 6 h 41"/>
              <a:gd name="T52" fmla="*/ 21 w 41"/>
              <a:gd name="T5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1">
                <a:moveTo>
                  <a:pt x="9" y="9"/>
                </a:moveTo>
                <a:cubicBezTo>
                  <a:pt x="12" y="5"/>
                  <a:pt x="16" y="4"/>
                  <a:pt x="21" y="4"/>
                </a:cubicBezTo>
                <a:cubicBezTo>
                  <a:pt x="25" y="4"/>
                  <a:pt x="29" y="5"/>
                  <a:pt x="32" y="9"/>
                </a:cubicBezTo>
                <a:cubicBezTo>
                  <a:pt x="36" y="12"/>
                  <a:pt x="37" y="16"/>
                  <a:pt x="37" y="21"/>
                </a:cubicBezTo>
                <a:cubicBezTo>
                  <a:pt x="37" y="25"/>
                  <a:pt x="36" y="29"/>
                  <a:pt x="32" y="32"/>
                </a:cubicBezTo>
                <a:cubicBezTo>
                  <a:pt x="29" y="36"/>
                  <a:pt x="25" y="37"/>
                  <a:pt x="21" y="37"/>
                </a:cubicBezTo>
                <a:cubicBezTo>
                  <a:pt x="16" y="37"/>
                  <a:pt x="12" y="36"/>
                  <a:pt x="9" y="32"/>
                </a:cubicBezTo>
                <a:cubicBezTo>
                  <a:pt x="6" y="29"/>
                  <a:pt x="4" y="25"/>
                  <a:pt x="4" y="21"/>
                </a:cubicBezTo>
                <a:cubicBezTo>
                  <a:pt x="4" y="16"/>
                  <a:pt x="6" y="12"/>
                  <a:pt x="9" y="9"/>
                </a:cubicBezTo>
                <a:cubicBezTo>
                  <a:pt x="7" y="7"/>
                  <a:pt x="7" y="7"/>
                  <a:pt x="7" y="7"/>
                </a:cubicBezTo>
                <a:cubicBezTo>
                  <a:pt x="9" y="9"/>
                  <a:pt x="9" y="9"/>
                  <a:pt x="9" y="9"/>
                </a:cubicBezTo>
                <a:moveTo>
                  <a:pt x="21" y="0"/>
                </a:moveTo>
                <a:cubicBezTo>
                  <a:pt x="21" y="0"/>
                  <a:pt x="21" y="0"/>
                  <a:pt x="21" y="0"/>
                </a:cubicBezTo>
                <a:cubicBezTo>
                  <a:pt x="15" y="0"/>
                  <a:pt x="10" y="2"/>
                  <a:pt x="6" y="6"/>
                </a:cubicBezTo>
                <a:cubicBezTo>
                  <a:pt x="6" y="6"/>
                  <a:pt x="6" y="6"/>
                  <a:pt x="6" y="6"/>
                </a:cubicBezTo>
                <a:cubicBezTo>
                  <a:pt x="3" y="9"/>
                  <a:pt x="1" y="13"/>
                  <a:pt x="0" y="17"/>
                </a:cubicBezTo>
                <a:cubicBezTo>
                  <a:pt x="0" y="18"/>
                  <a:pt x="0" y="19"/>
                  <a:pt x="0" y="21"/>
                </a:cubicBezTo>
                <a:cubicBezTo>
                  <a:pt x="0" y="21"/>
                  <a:pt x="0" y="21"/>
                  <a:pt x="0" y="21"/>
                </a:cubicBezTo>
                <a:cubicBezTo>
                  <a:pt x="0" y="26"/>
                  <a:pt x="2" y="31"/>
                  <a:pt x="6" y="35"/>
                </a:cubicBezTo>
                <a:cubicBezTo>
                  <a:pt x="10" y="39"/>
                  <a:pt x="15" y="41"/>
                  <a:pt x="21" y="41"/>
                </a:cubicBezTo>
                <a:cubicBezTo>
                  <a:pt x="21" y="41"/>
                  <a:pt x="21" y="41"/>
                  <a:pt x="21" y="41"/>
                </a:cubicBezTo>
                <a:cubicBezTo>
                  <a:pt x="26" y="41"/>
                  <a:pt x="31" y="39"/>
                  <a:pt x="35" y="35"/>
                </a:cubicBezTo>
                <a:cubicBezTo>
                  <a:pt x="39" y="31"/>
                  <a:pt x="41" y="26"/>
                  <a:pt x="41" y="21"/>
                </a:cubicBezTo>
                <a:cubicBezTo>
                  <a:pt x="41" y="21"/>
                  <a:pt x="41" y="21"/>
                  <a:pt x="41" y="21"/>
                </a:cubicBezTo>
                <a:cubicBezTo>
                  <a:pt x="41" y="19"/>
                  <a:pt x="41" y="18"/>
                  <a:pt x="41" y="17"/>
                </a:cubicBezTo>
                <a:cubicBezTo>
                  <a:pt x="40" y="13"/>
                  <a:pt x="38" y="9"/>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14" name="Freeform 770"/>
          <p:cNvSpPr>
            <a:spLocks/>
          </p:cNvSpPr>
          <p:nvPr/>
        </p:nvSpPr>
        <p:spPr bwMode="auto">
          <a:xfrm>
            <a:off x="11694343" y="-1638303"/>
            <a:ext cx="136525" cy="136525"/>
          </a:xfrm>
          <a:custGeom>
            <a:avLst/>
            <a:gdLst>
              <a:gd name="T0" fmla="*/ 16 w 33"/>
              <a:gd name="T1" fmla="*/ 0 h 33"/>
              <a:gd name="T2" fmla="*/ 5 w 33"/>
              <a:gd name="T3" fmla="*/ 5 h 33"/>
              <a:gd name="T4" fmla="*/ 5 w 33"/>
              <a:gd name="T5" fmla="*/ 5 h 33"/>
              <a:gd name="T6" fmla="*/ 0 w 33"/>
              <a:gd name="T7" fmla="*/ 17 h 33"/>
              <a:gd name="T8" fmla="*/ 5 w 33"/>
              <a:gd name="T9" fmla="*/ 28 h 33"/>
              <a:gd name="T10" fmla="*/ 16 w 33"/>
              <a:gd name="T11" fmla="*/ 33 h 33"/>
              <a:gd name="T12" fmla="*/ 28 w 33"/>
              <a:gd name="T13" fmla="*/ 28 h 33"/>
              <a:gd name="T14" fmla="*/ 33 w 33"/>
              <a:gd name="T15" fmla="*/ 17 h 33"/>
              <a:gd name="T16" fmla="*/ 28 w 33"/>
              <a:gd name="T17" fmla="*/ 5 h 33"/>
              <a:gd name="T18" fmla="*/ 16 w 33"/>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3">
                <a:moveTo>
                  <a:pt x="16" y="0"/>
                </a:moveTo>
                <a:cubicBezTo>
                  <a:pt x="12" y="0"/>
                  <a:pt x="8" y="2"/>
                  <a:pt x="5" y="5"/>
                </a:cubicBezTo>
                <a:cubicBezTo>
                  <a:pt x="5" y="5"/>
                  <a:pt x="5" y="5"/>
                  <a:pt x="5" y="5"/>
                </a:cubicBezTo>
                <a:cubicBezTo>
                  <a:pt x="1" y="8"/>
                  <a:pt x="0" y="12"/>
                  <a:pt x="0" y="17"/>
                </a:cubicBezTo>
                <a:cubicBezTo>
                  <a:pt x="0" y="21"/>
                  <a:pt x="1" y="25"/>
                  <a:pt x="5" y="28"/>
                </a:cubicBezTo>
                <a:cubicBezTo>
                  <a:pt x="8" y="32"/>
                  <a:pt x="12" y="33"/>
                  <a:pt x="16" y="33"/>
                </a:cubicBezTo>
                <a:cubicBezTo>
                  <a:pt x="21" y="33"/>
                  <a:pt x="25" y="32"/>
                  <a:pt x="28" y="28"/>
                </a:cubicBezTo>
                <a:cubicBezTo>
                  <a:pt x="31" y="25"/>
                  <a:pt x="33" y="21"/>
                  <a:pt x="33" y="17"/>
                </a:cubicBezTo>
                <a:cubicBezTo>
                  <a:pt x="33" y="12"/>
                  <a:pt x="31" y="8"/>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15" name="Freeform 771"/>
          <p:cNvSpPr>
            <a:spLocks noEditPoints="1"/>
          </p:cNvSpPr>
          <p:nvPr/>
        </p:nvSpPr>
        <p:spPr bwMode="auto">
          <a:xfrm>
            <a:off x="11678468" y="-1655765"/>
            <a:ext cx="169863" cy="169863"/>
          </a:xfrm>
          <a:custGeom>
            <a:avLst/>
            <a:gdLst>
              <a:gd name="T0" fmla="*/ 9 w 41"/>
              <a:gd name="T1" fmla="*/ 9 h 41"/>
              <a:gd name="T2" fmla="*/ 20 w 41"/>
              <a:gd name="T3" fmla="*/ 4 h 41"/>
              <a:gd name="T4" fmla="*/ 32 w 41"/>
              <a:gd name="T5" fmla="*/ 9 h 41"/>
              <a:gd name="T6" fmla="*/ 37 w 41"/>
              <a:gd name="T7" fmla="*/ 21 h 41"/>
              <a:gd name="T8" fmla="*/ 32 w 41"/>
              <a:gd name="T9" fmla="*/ 32 h 41"/>
              <a:gd name="T10" fmla="*/ 20 w 41"/>
              <a:gd name="T11" fmla="*/ 37 h 41"/>
              <a:gd name="T12" fmla="*/ 9 w 41"/>
              <a:gd name="T13" fmla="*/ 32 h 41"/>
              <a:gd name="T14" fmla="*/ 4 w 41"/>
              <a:gd name="T15" fmla="*/ 21 h 41"/>
              <a:gd name="T16" fmla="*/ 9 w 41"/>
              <a:gd name="T17" fmla="*/ 9 h 41"/>
              <a:gd name="T18" fmla="*/ 9 w 41"/>
              <a:gd name="T19" fmla="*/ 9 h 41"/>
              <a:gd name="T20" fmla="*/ 20 w 41"/>
              <a:gd name="T21" fmla="*/ 0 h 41"/>
              <a:gd name="T22" fmla="*/ 20 w 41"/>
              <a:gd name="T23" fmla="*/ 0 h 41"/>
              <a:gd name="T24" fmla="*/ 6 w 41"/>
              <a:gd name="T25" fmla="*/ 6 h 41"/>
              <a:gd name="T26" fmla="*/ 6 w 41"/>
              <a:gd name="T27" fmla="*/ 6 h 41"/>
              <a:gd name="T28" fmla="*/ 6 w 41"/>
              <a:gd name="T29" fmla="*/ 6 h 41"/>
              <a:gd name="T30" fmla="*/ 6 w 41"/>
              <a:gd name="T31" fmla="*/ 6 h 41"/>
              <a:gd name="T32" fmla="*/ 6 w 41"/>
              <a:gd name="T33" fmla="*/ 6 h 41"/>
              <a:gd name="T34" fmla="*/ 0 w 41"/>
              <a:gd name="T35" fmla="*/ 21 h 41"/>
              <a:gd name="T36" fmla="*/ 6 w 41"/>
              <a:gd name="T37" fmla="*/ 35 h 41"/>
              <a:gd name="T38" fmla="*/ 20 w 41"/>
              <a:gd name="T39" fmla="*/ 41 h 41"/>
              <a:gd name="T40" fmla="*/ 20 w 41"/>
              <a:gd name="T41" fmla="*/ 41 h 41"/>
              <a:gd name="T42" fmla="*/ 20 w 41"/>
              <a:gd name="T43" fmla="*/ 41 h 41"/>
              <a:gd name="T44" fmla="*/ 24 w 41"/>
              <a:gd name="T45" fmla="*/ 41 h 41"/>
              <a:gd name="T46" fmla="*/ 35 w 41"/>
              <a:gd name="T47" fmla="*/ 35 h 41"/>
              <a:gd name="T48" fmla="*/ 41 w 41"/>
              <a:gd name="T49" fmla="*/ 21 h 41"/>
              <a:gd name="T50" fmla="*/ 35 w 41"/>
              <a:gd name="T51" fmla="*/ 6 h 41"/>
              <a:gd name="T52" fmla="*/ 25 w 41"/>
              <a:gd name="T53" fmla="*/ 0 h 41"/>
              <a:gd name="T54" fmla="*/ 21 w 41"/>
              <a:gd name="T55" fmla="*/ 0 h 41"/>
              <a:gd name="T56" fmla="*/ 20 w 41"/>
              <a:gd name="T5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41">
                <a:moveTo>
                  <a:pt x="9" y="9"/>
                </a:moveTo>
                <a:cubicBezTo>
                  <a:pt x="12" y="6"/>
                  <a:pt x="16" y="4"/>
                  <a:pt x="20" y="4"/>
                </a:cubicBezTo>
                <a:cubicBezTo>
                  <a:pt x="25" y="4"/>
                  <a:pt x="29" y="6"/>
                  <a:pt x="32" y="9"/>
                </a:cubicBezTo>
                <a:cubicBezTo>
                  <a:pt x="35" y="12"/>
                  <a:pt x="37" y="16"/>
                  <a:pt x="37" y="21"/>
                </a:cubicBezTo>
                <a:cubicBezTo>
                  <a:pt x="37" y="25"/>
                  <a:pt x="35" y="29"/>
                  <a:pt x="32" y="32"/>
                </a:cubicBezTo>
                <a:cubicBezTo>
                  <a:pt x="29" y="36"/>
                  <a:pt x="25" y="37"/>
                  <a:pt x="20" y="37"/>
                </a:cubicBezTo>
                <a:cubicBezTo>
                  <a:pt x="16" y="37"/>
                  <a:pt x="12" y="36"/>
                  <a:pt x="9" y="32"/>
                </a:cubicBezTo>
                <a:cubicBezTo>
                  <a:pt x="5" y="29"/>
                  <a:pt x="4" y="25"/>
                  <a:pt x="4" y="21"/>
                </a:cubicBezTo>
                <a:cubicBezTo>
                  <a:pt x="4" y="16"/>
                  <a:pt x="5" y="12"/>
                  <a:pt x="9" y="9"/>
                </a:cubicBezTo>
                <a:cubicBezTo>
                  <a:pt x="9" y="9"/>
                  <a:pt x="9" y="9"/>
                  <a:pt x="9" y="9"/>
                </a:cubicBezTo>
                <a:moveTo>
                  <a:pt x="20" y="0"/>
                </a:moveTo>
                <a:cubicBezTo>
                  <a:pt x="20" y="0"/>
                  <a:pt x="20" y="0"/>
                  <a:pt x="20" y="0"/>
                </a:cubicBezTo>
                <a:cubicBezTo>
                  <a:pt x="15" y="0"/>
                  <a:pt x="10" y="2"/>
                  <a:pt x="6" y="6"/>
                </a:cubicBezTo>
                <a:cubicBezTo>
                  <a:pt x="6" y="6"/>
                  <a:pt x="6" y="6"/>
                  <a:pt x="6" y="6"/>
                </a:cubicBezTo>
                <a:cubicBezTo>
                  <a:pt x="6" y="6"/>
                  <a:pt x="6" y="6"/>
                  <a:pt x="6" y="6"/>
                </a:cubicBezTo>
                <a:cubicBezTo>
                  <a:pt x="6" y="6"/>
                  <a:pt x="6" y="6"/>
                  <a:pt x="6" y="6"/>
                </a:cubicBezTo>
                <a:cubicBezTo>
                  <a:pt x="6" y="6"/>
                  <a:pt x="6" y="6"/>
                  <a:pt x="6" y="6"/>
                </a:cubicBezTo>
                <a:cubicBezTo>
                  <a:pt x="2" y="10"/>
                  <a:pt x="0" y="15"/>
                  <a:pt x="0" y="21"/>
                </a:cubicBezTo>
                <a:cubicBezTo>
                  <a:pt x="0" y="26"/>
                  <a:pt x="2" y="31"/>
                  <a:pt x="6" y="35"/>
                </a:cubicBezTo>
                <a:cubicBezTo>
                  <a:pt x="10" y="39"/>
                  <a:pt x="15" y="41"/>
                  <a:pt x="20" y="41"/>
                </a:cubicBezTo>
                <a:cubicBezTo>
                  <a:pt x="20" y="41"/>
                  <a:pt x="20" y="41"/>
                  <a:pt x="20" y="41"/>
                </a:cubicBezTo>
                <a:cubicBezTo>
                  <a:pt x="20" y="41"/>
                  <a:pt x="20" y="41"/>
                  <a:pt x="20" y="41"/>
                </a:cubicBezTo>
                <a:cubicBezTo>
                  <a:pt x="21" y="41"/>
                  <a:pt x="23" y="41"/>
                  <a:pt x="24" y="41"/>
                </a:cubicBezTo>
                <a:cubicBezTo>
                  <a:pt x="28" y="40"/>
                  <a:pt x="32" y="38"/>
                  <a:pt x="35" y="35"/>
                </a:cubicBezTo>
                <a:cubicBezTo>
                  <a:pt x="39" y="31"/>
                  <a:pt x="41" y="26"/>
                  <a:pt x="41" y="21"/>
                </a:cubicBezTo>
                <a:cubicBezTo>
                  <a:pt x="41" y="15"/>
                  <a:pt x="39" y="10"/>
                  <a:pt x="35" y="6"/>
                </a:cubicBezTo>
                <a:cubicBezTo>
                  <a:pt x="32" y="3"/>
                  <a:pt x="28" y="1"/>
                  <a:pt x="25" y="0"/>
                </a:cubicBezTo>
                <a:cubicBezTo>
                  <a:pt x="23" y="0"/>
                  <a:pt x="22" y="0"/>
                  <a:pt x="21" y="0"/>
                </a:cubicBezTo>
                <a:cubicBezTo>
                  <a:pt x="21" y="0"/>
                  <a:pt x="20"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16" name="Freeform 772"/>
          <p:cNvSpPr>
            <a:spLocks noEditPoints="1"/>
          </p:cNvSpPr>
          <p:nvPr/>
        </p:nvSpPr>
        <p:spPr bwMode="auto">
          <a:xfrm>
            <a:off x="9368656" y="517526"/>
            <a:ext cx="236538" cy="236538"/>
          </a:xfrm>
          <a:custGeom>
            <a:avLst/>
            <a:gdLst>
              <a:gd name="T0" fmla="*/ 29 w 57"/>
              <a:gd name="T1" fmla="*/ 47 h 57"/>
              <a:gd name="T2" fmla="*/ 15 w 57"/>
              <a:gd name="T3" fmla="*/ 42 h 57"/>
              <a:gd name="T4" fmla="*/ 15 w 57"/>
              <a:gd name="T5" fmla="*/ 15 h 57"/>
              <a:gd name="T6" fmla="*/ 29 w 57"/>
              <a:gd name="T7" fmla="*/ 10 h 57"/>
              <a:gd name="T8" fmla="*/ 42 w 57"/>
              <a:gd name="T9" fmla="*/ 15 h 57"/>
              <a:gd name="T10" fmla="*/ 42 w 57"/>
              <a:gd name="T11" fmla="*/ 42 h 57"/>
              <a:gd name="T12" fmla="*/ 29 w 57"/>
              <a:gd name="T13" fmla="*/ 47 h 57"/>
              <a:gd name="T14" fmla="*/ 29 w 57"/>
              <a:gd name="T15" fmla="*/ 0 h 57"/>
              <a:gd name="T16" fmla="*/ 9 w 57"/>
              <a:gd name="T17" fmla="*/ 8 h 57"/>
              <a:gd name="T18" fmla="*/ 7 w 57"/>
              <a:gd name="T19" fmla="*/ 7 h 57"/>
              <a:gd name="T20" fmla="*/ 9 w 57"/>
              <a:gd name="T21" fmla="*/ 8 h 57"/>
              <a:gd name="T22" fmla="*/ 0 w 57"/>
              <a:gd name="T23" fmla="*/ 28 h 57"/>
              <a:gd name="T24" fmla="*/ 9 w 57"/>
              <a:gd name="T25" fmla="*/ 48 h 57"/>
              <a:gd name="T26" fmla="*/ 29 w 57"/>
              <a:gd name="T27" fmla="*/ 57 h 57"/>
              <a:gd name="T28" fmla="*/ 49 w 57"/>
              <a:gd name="T29" fmla="*/ 48 h 57"/>
              <a:gd name="T30" fmla="*/ 57 w 57"/>
              <a:gd name="T31" fmla="*/ 28 h 57"/>
              <a:gd name="T32" fmla="*/ 49 w 57"/>
              <a:gd name="T33" fmla="*/ 8 h 57"/>
              <a:gd name="T34" fmla="*/ 29 w 57"/>
              <a:gd name="T35"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57">
                <a:moveTo>
                  <a:pt x="29" y="47"/>
                </a:moveTo>
                <a:cubicBezTo>
                  <a:pt x="24" y="47"/>
                  <a:pt x="19" y="45"/>
                  <a:pt x="15" y="42"/>
                </a:cubicBezTo>
                <a:cubicBezTo>
                  <a:pt x="8" y="34"/>
                  <a:pt x="8" y="22"/>
                  <a:pt x="15" y="15"/>
                </a:cubicBezTo>
                <a:cubicBezTo>
                  <a:pt x="19" y="11"/>
                  <a:pt x="24" y="10"/>
                  <a:pt x="29" y="10"/>
                </a:cubicBezTo>
                <a:cubicBezTo>
                  <a:pt x="33" y="10"/>
                  <a:pt x="38" y="11"/>
                  <a:pt x="42" y="15"/>
                </a:cubicBezTo>
                <a:cubicBezTo>
                  <a:pt x="49" y="22"/>
                  <a:pt x="49" y="34"/>
                  <a:pt x="42" y="42"/>
                </a:cubicBezTo>
                <a:cubicBezTo>
                  <a:pt x="38" y="45"/>
                  <a:pt x="33" y="47"/>
                  <a:pt x="29" y="47"/>
                </a:cubicBezTo>
                <a:moveTo>
                  <a:pt x="29" y="0"/>
                </a:moveTo>
                <a:cubicBezTo>
                  <a:pt x="21" y="0"/>
                  <a:pt x="14" y="3"/>
                  <a:pt x="9" y="8"/>
                </a:cubicBezTo>
                <a:cubicBezTo>
                  <a:pt x="7" y="7"/>
                  <a:pt x="7" y="7"/>
                  <a:pt x="7" y="7"/>
                </a:cubicBezTo>
                <a:cubicBezTo>
                  <a:pt x="9" y="8"/>
                  <a:pt x="9" y="8"/>
                  <a:pt x="9" y="8"/>
                </a:cubicBezTo>
                <a:cubicBezTo>
                  <a:pt x="3" y="14"/>
                  <a:pt x="0" y="21"/>
                  <a:pt x="0" y="28"/>
                </a:cubicBezTo>
                <a:cubicBezTo>
                  <a:pt x="0" y="36"/>
                  <a:pt x="3" y="43"/>
                  <a:pt x="9" y="48"/>
                </a:cubicBezTo>
                <a:cubicBezTo>
                  <a:pt x="14" y="54"/>
                  <a:pt x="21" y="57"/>
                  <a:pt x="29" y="57"/>
                </a:cubicBezTo>
                <a:cubicBezTo>
                  <a:pt x="36" y="57"/>
                  <a:pt x="43" y="54"/>
                  <a:pt x="49" y="48"/>
                </a:cubicBezTo>
                <a:cubicBezTo>
                  <a:pt x="54" y="43"/>
                  <a:pt x="57" y="36"/>
                  <a:pt x="57" y="28"/>
                </a:cubicBezTo>
                <a:cubicBezTo>
                  <a:pt x="57" y="21"/>
                  <a:pt x="54" y="14"/>
                  <a:pt x="49" y="8"/>
                </a:cubicBezTo>
                <a:cubicBezTo>
                  <a:pt x="43" y="3"/>
                  <a:pt x="36" y="0"/>
                  <a:pt x="29"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17" name="Freeform 773"/>
          <p:cNvSpPr>
            <a:spLocks noEditPoints="1"/>
          </p:cNvSpPr>
          <p:nvPr/>
        </p:nvSpPr>
        <p:spPr bwMode="auto">
          <a:xfrm>
            <a:off x="9352783" y="500064"/>
            <a:ext cx="269875" cy="269876"/>
          </a:xfrm>
          <a:custGeom>
            <a:avLst/>
            <a:gdLst>
              <a:gd name="T0" fmla="*/ 13 w 65"/>
              <a:gd name="T1" fmla="*/ 12 h 65"/>
              <a:gd name="T2" fmla="*/ 33 w 65"/>
              <a:gd name="T3" fmla="*/ 4 h 65"/>
              <a:gd name="T4" fmla="*/ 53 w 65"/>
              <a:gd name="T5" fmla="*/ 12 h 65"/>
              <a:gd name="T6" fmla="*/ 61 w 65"/>
              <a:gd name="T7" fmla="*/ 32 h 65"/>
              <a:gd name="T8" fmla="*/ 53 w 65"/>
              <a:gd name="T9" fmla="*/ 52 h 65"/>
              <a:gd name="T10" fmla="*/ 33 w 65"/>
              <a:gd name="T11" fmla="*/ 61 h 65"/>
              <a:gd name="T12" fmla="*/ 13 w 65"/>
              <a:gd name="T13" fmla="*/ 52 h 65"/>
              <a:gd name="T14" fmla="*/ 4 w 65"/>
              <a:gd name="T15" fmla="*/ 32 h 65"/>
              <a:gd name="T16" fmla="*/ 13 w 65"/>
              <a:gd name="T17" fmla="*/ 12 h 65"/>
              <a:gd name="T18" fmla="*/ 11 w 65"/>
              <a:gd name="T19" fmla="*/ 11 h 65"/>
              <a:gd name="T20" fmla="*/ 13 w 65"/>
              <a:gd name="T21" fmla="*/ 12 h 65"/>
              <a:gd name="T22" fmla="*/ 33 w 65"/>
              <a:gd name="T23" fmla="*/ 0 h 65"/>
              <a:gd name="T24" fmla="*/ 33 w 65"/>
              <a:gd name="T25" fmla="*/ 0 h 65"/>
              <a:gd name="T26" fmla="*/ 10 w 65"/>
              <a:gd name="T27" fmla="*/ 9 h 65"/>
              <a:gd name="T28" fmla="*/ 10 w 65"/>
              <a:gd name="T29" fmla="*/ 9 h 65"/>
              <a:gd name="T30" fmla="*/ 0 w 65"/>
              <a:gd name="T31" fmla="*/ 32 h 65"/>
              <a:gd name="T32" fmla="*/ 10 w 65"/>
              <a:gd name="T33" fmla="*/ 55 h 65"/>
              <a:gd name="T34" fmla="*/ 33 w 65"/>
              <a:gd name="T35" fmla="*/ 65 h 65"/>
              <a:gd name="T36" fmla="*/ 33 w 65"/>
              <a:gd name="T37" fmla="*/ 65 h 65"/>
              <a:gd name="T38" fmla="*/ 56 w 65"/>
              <a:gd name="T39" fmla="*/ 55 h 65"/>
              <a:gd name="T40" fmla="*/ 65 w 65"/>
              <a:gd name="T41" fmla="*/ 32 h 65"/>
              <a:gd name="T42" fmla="*/ 56 w 65"/>
              <a:gd name="T43" fmla="*/ 10 h 65"/>
              <a:gd name="T44" fmla="*/ 56 w 65"/>
              <a:gd name="T45" fmla="*/ 9 h 65"/>
              <a:gd name="T46" fmla="*/ 54 w 65"/>
              <a:gd name="T47" fmla="*/ 8 h 65"/>
              <a:gd name="T48" fmla="*/ 33 w 65"/>
              <a:gd name="T4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5" h="65">
                <a:moveTo>
                  <a:pt x="13" y="12"/>
                </a:moveTo>
                <a:cubicBezTo>
                  <a:pt x="18" y="7"/>
                  <a:pt x="25" y="4"/>
                  <a:pt x="33" y="4"/>
                </a:cubicBezTo>
                <a:cubicBezTo>
                  <a:pt x="40" y="4"/>
                  <a:pt x="47" y="7"/>
                  <a:pt x="53" y="12"/>
                </a:cubicBezTo>
                <a:cubicBezTo>
                  <a:pt x="58" y="18"/>
                  <a:pt x="61" y="25"/>
                  <a:pt x="61" y="32"/>
                </a:cubicBezTo>
                <a:cubicBezTo>
                  <a:pt x="61" y="40"/>
                  <a:pt x="58" y="47"/>
                  <a:pt x="53" y="52"/>
                </a:cubicBezTo>
                <a:cubicBezTo>
                  <a:pt x="47" y="58"/>
                  <a:pt x="40" y="61"/>
                  <a:pt x="33" y="61"/>
                </a:cubicBezTo>
                <a:cubicBezTo>
                  <a:pt x="25" y="61"/>
                  <a:pt x="18" y="58"/>
                  <a:pt x="13" y="52"/>
                </a:cubicBezTo>
                <a:cubicBezTo>
                  <a:pt x="7" y="47"/>
                  <a:pt x="4" y="40"/>
                  <a:pt x="4" y="32"/>
                </a:cubicBezTo>
                <a:cubicBezTo>
                  <a:pt x="4" y="25"/>
                  <a:pt x="7" y="18"/>
                  <a:pt x="13" y="12"/>
                </a:cubicBezTo>
                <a:cubicBezTo>
                  <a:pt x="11" y="11"/>
                  <a:pt x="11" y="11"/>
                  <a:pt x="11" y="11"/>
                </a:cubicBezTo>
                <a:cubicBezTo>
                  <a:pt x="13" y="12"/>
                  <a:pt x="13" y="12"/>
                  <a:pt x="13" y="12"/>
                </a:cubicBezTo>
                <a:moveTo>
                  <a:pt x="33" y="0"/>
                </a:moveTo>
                <a:cubicBezTo>
                  <a:pt x="33" y="0"/>
                  <a:pt x="33" y="0"/>
                  <a:pt x="33" y="0"/>
                </a:cubicBezTo>
                <a:cubicBezTo>
                  <a:pt x="24" y="0"/>
                  <a:pt x="16" y="3"/>
                  <a:pt x="10" y="9"/>
                </a:cubicBezTo>
                <a:cubicBezTo>
                  <a:pt x="10" y="9"/>
                  <a:pt x="10" y="9"/>
                  <a:pt x="10" y="9"/>
                </a:cubicBezTo>
                <a:cubicBezTo>
                  <a:pt x="4" y="16"/>
                  <a:pt x="0" y="24"/>
                  <a:pt x="0" y="32"/>
                </a:cubicBezTo>
                <a:cubicBezTo>
                  <a:pt x="0" y="41"/>
                  <a:pt x="4" y="49"/>
                  <a:pt x="10" y="55"/>
                </a:cubicBezTo>
                <a:cubicBezTo>
                  <a:pt x="16" y="61"/>
                  <a:pt x="24" y="65"/>
                  <a:pt x="33" y="65"/>
                </a:cubicBezTo>
                <a:cubicBezTo>
                  <a:pt x="33" y="65"/>
                  <a:pt x="33" y="65"/>
                  <a:pt x="33" y="65"/>
                </a:cubicBezTo>
                <a:cubicBezTo>
                  <a:pt x="41" y="65"/>
                  <a:pt x="49" y="61"/>
                  <a:pt x="56" y="55"/>
                </a:cubicBezTo>
                <a:cubicBezTo>
                  <a:pt x="62" y="49"/>
                  <a:pt x="65" y="41"/>
                  <a:pt x="65" y="32"/>
                </a:cubicBezTo>
                <a:cubicBezTo>
                  <a:pt x="65" y="24"/>
                  <a:pt x="62" y="17"/>
                  <a:pt x="56" y="10"/>
                </a:cubicBezTo>
                <a:cubicBezTo>
                  <a:pt x="56" y="10"/>
                  <a:pt x="56" y="10"/>
                  <a:pt x="56" y="9"/>
                </a:cubicBezTo>
                <a:cubicBezTo>
                  <a:pt x="55" y="9"/>
                  <a:pt x="54" y="8"/>
                  <a:pt x="54" y="8"/>
                </a:cubicBezTo>
                <a:cubicBezTo>
                  <a:pt x="48" y="3"/>
                  <a:pt x="40" y="0"/>
                  <a:pt x="3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18" name="Freeform 774"/>
          <p:cNvSpPr>
            <a:spLocks/>
          </p:cNvSpPr>
          <p:nvPr/>
        </p:nvSpPr>
        <p:spPr bwMode="auto">
          <a:xfrm>
            <a:off x="9401994" y="558801"/>
            <a:ext cx="169863" cy="153988"/>
          </a:xfrm>
          <a:custGeom>
            <a:avLst/>
            <a:gdLst>
              <a:gd name="T0" fmla="*/ 21 w 41"/>
              <a:gd name="T1" fmla="*/ 0 h 37"/>
              <a:gd name="T2" fmla="*/ 7 w 41"/>
              <a:gd name="T3" fmla="*/ 5 h 37"/>
              <a:gd name="T4" fmla="*/ 7 w 41"/>
              <a:gd name="T5" fmla="*/ 32 h 37"/>
              <a:gd name="T6" fmla="*/ 21 w 41"/>
              <a:gd name="T7" fmla="*/ 37 h 37"/>
              <a:gd name="T8" fmla="*/ 34 w 41"/>
              <a:gd name="T9" fmla="*/ 32 h 37"/>
              <a:gd name="T10" fmla="*/ 34 w 41"/>
              <a:gd name="T11" fmla="*/ 5 h 37"/>
              <a:gd name="T12" fmla="*/ 21 w 41"/>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41" h="37">
                <a:moveTo>
                  <a:pt x="21" y="0"/>
                </a:moveTo>
                <a:cubicBezTo>
                  <a:pt x="16" y="0"/>
                  <a:pt x="11" y="1"/>
                  <a:pt x="7" y="5"/>
                </a:cubicBezTo>
                <a:cubicBezTo>
                  <a:pt x="0" y="12"/>
                  <a:pt x="0" y="24"/>
                  <a:pt x="7" y="32"/>
                </a:cubicBezTo>
                <a:cubicBezTo>
                  <a:pt x="11" y="35"/>
                  <a:pt x="16" y="37"/>
                  <a:pt x="21" y="37"/>
                </a:cubicBezTo>
                <a:cubicBezTo>
                  <a:pt x="25" y="37"/>
                  <a:pt x="30" y="35"/>
                  <a:pt x="34" y="32"/>
                </a:cubicBezTo>
                <a:cubicBezTo>
                  <a:pt x="41" y="24"/>
                  <a:pt x="41" y="12"/>
                  <a:pt x="34" y="5"/>
                </a:cubicBezTo>
                <a:cubicBezTo>
                  <a:pt x="30" y="1"/>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19" name="Freeform 775"/>
          <p:cNvSpPr>
            <a:spLocks noEditPoints="1"/>
          </p:cNvSpPr>
          <p:nvPr/>
        </p:nvSpPr>
        <p:spPr bwMode="auto">
          <a:xfrm>
            <a:off x="10484667" y="1773244"/>
            <a:ext cx="234950" cy="231775"/>
          </a:xfrm>
          <a:custGeom>
            <a:avLst/>
            <a:gdLst>
              <a:gd name="T0" fmla="*/ 28 w 57"/>
              <a:gd name="T1" fmla="*/ 47 h 56"/>
              <a:gd name="T2" fmla="*/ 15 w 57"/>
              <a:gd name="T3" fmla="*/ 41 h 56"/>
              <a:gd name="T4" fmla="*/ 15 w 57"/>
              <a:gd name="T5" fmla="*/ 15 h 56"/>
              <a:gd name="T6" fmla="*/ 28 w 57"/>
              <a:gd name="T7" fmla="*/ 9 h 56"/>
              <a:gd name="T8" fmla="*/ 42 w 57"/>
              <a:gd name="T9" fmla="*/ 15 h 56"/>
              <a:gd name="T10" fmla="*/ 42 w 57"/>
              <a:gd name="T11" fmla="*/ 41 h 56"/>
              <a:gd name="T12" fmla="*/ 28 w 57"/>
              <a:gd name="T13" fmla="*/ 47 h 56"/>
              <a:gd name="T14" fmla="*/ 28 w 57"/>
              <a:gd name="T15" fmla="*/ 0 h 56"/>
              <a:gd name="T16" fmla="*/ 8 w 57"/>
              <a:gd name="T17" fmla="*/ 8 h 56"/>
              <a:gd name="T18" fmla="*/ 8 w 57"/>
              <a:gd name="T19" fmla="*/ 8 h 56"/>
              <a:gd name="T20" fmla="*/ 0 w 57"/>
              <a:gd name="T21" fmla="*/ 28 h 56"/>
              <a:gd name="T22" fmla="*/ 8 w 57"/>
              <a:gd name="T23" fmla="*/ 48 h 56"/>
              <a:gd name="T24" fmla="*/ 28 w 57"/>
              <a:gd name="T25" fmla="*/ 56 h 56"/>
              <a:gd name="T26" fmla="*/ 48 w 57"/>
              <a:gd name="T27" fmla="*/ 48 h 56"/>
              <a:gd name="T28" fmla="*/ 57 w 57"/>
              <a:gd name="T29" fmla="*/ 28 h 56"/>
              <a:gd name="T30" fmla="*/ 48 w 57"/>
              <a:gd name="T31" fmla="*/ 8 h 56"/>
              <a:gd name="T32" fmla="*/ 28 w 57"/>
              <a:gd name="T3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 h="56">
                <a:moveTo>
                  <a:pt x="28" y="47"/>
                </a:moveTo>
                <a:cubicBezTo>
                  <a:pt x="24" y="47"/>
                  <a:pt x="19" y="45"/>
                  <a:pt x="15" y="41"/>
                </a:cubicBezTo>
                <a:cubicBezTo>
                  <a:pt x="8" y="34"/>
                  <a:pt x="8" y="22"/>
                  <a:pt x="15" y="15"/>
                </a:cubicBezTo>
                <a:cubicBezTo>
                  <a:pt x="19" y="11"/>
                  <a:pt x="24" y="9"/>
                  <a:pt x="28" y="9"/>
                </a:cubicBezTo>
                <a:cubicBezTo>
                  <a:pt x="33" y="9"/>
                  <a:pt x="38" y="11"/>
                  <a:pt x="42" y="15"/>
                </a:cubicBezTo>
                <a:cubicBezTo>
                  <a:pt x="49" y="22"/>
                  <a:pt x="49" y="34"/>
                  <a:pt x="42" y="41"/>
                </a:cubicBezTo>
                <a:cubicBezTo>
                  <a:pt x="38" y="45"/>
                  <a:pt x="33" y="47"/>
                  <a:pt x="28" y="47"/>
                </a:cubicBezTo>
                <a:moveTo>
                  <a:pt x="28" y="0"/>
                </a:moveTo>
                <a:cubicBezTo>
                  <a:pt x="21" y="0"/>
                  <a:pt x="14" y="2"/>
                  <a:pt x="8" y="8"/>
                </a:cubicBezTo>
                <a:cubicBezTo>
                  <a:pt x="8" y="8"/>
                  <a:pt x="8" y="8"/>
                  <a:pt x="8" y="8"/>
                </a:cubicBezTo>
                <a:cubicBezTo>
                  <a:pt x="3" y="13"/>
                  <a:pt x="0" y="21"/>
                  <a:pt x="0" y="28"/>
                </a:cubicBezTo>
                <a:cubicBezTo>
                  <a:pt x="0" y="35"/>
                  <a:pt x="3" y="42"/>
                  <a:pt x="8" y="48"/>
                </a:cubicBezTo>
                <a:cubicBezTo>
                  <a:pt x="14" y="54"/>
                  <a:pt x="21" y="56"/>
                  <a:pt x="28" y="56"/>
                </a:cubicBezTo>
                <a:cubicBezTo>
                  <a:pt x="36" y="56"/>
                  <a:pt x="43" y="54"/>
                  <a:pt x="48" y="48"/>
                </a:cubicBezTo>
                <a:cubicBezTo>
                  <a:pt x="54" y="42"/>
                  <a:pt x="57" y="35"/>
                  <a:pt x="57" y="28"/>
                </a:cubicBezTo>
                <a:cubicBezTo>
                  <a:pt x="57" y="21"/>
                  <a:pt x="54" y="13"/>
                  <a:pt x="48" y="8"/>
                </a:cubicBezTo>
                <a:cubicBezTo>
                  <a:pt x="43" y="2"/>
                  <a:pt x="36"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20" name="Freeform 776"/>
          <p:cNvSpPr>
            <a:spLocks noEditPoints="1"/>
          </p:cNvSpPr>
          <p:nvPr/>
        </p:nvSpPr>
        <p:spPr bwMode="auto">
          <a:xfrm>
            <a:off x="10467208" y="1757369"/>
            <a:ext cx="269875" cy="265113"/>
          </a:xfrm>
          <a:custGeom>
            <a:avLst/>
            <a:gdLst>
              <a:gd name="T0" fmla="*/ 12 w 65"/>
              <a:gd name="T1" fmla="*/ 12 h 64"/>
              <a:gd name="T2" fmla="*/ 32 w 65"/>
              <a:gd name="T3" fmla="*/ 4 h 64"/>
              <a:gd name="T4" fmla="*/ 52 w 65"/>
              <a:gd name="T5" fmla="*/ 12 h 64"/>
              <a:gd name="T6" fmla="*/ 61 w 65"/>
              <a:gd name="T7" fmla="*/ 32 h 64"/>
              <a:gd name="T8" fmla="*/ 52 w 65"/>
              <a:gd name="T9" fmla="*/ 52 h 64"/>
              <a:gd name="T10" fmla="*/ 32 w 65"/>
              <a:gd name="T11" fmla="*/ 60 h 64"/>
              <a:gd name="T12" fmla="*/ 12 w 65"/>
              <a:gd name="T13" fmla="*/ 52 h 64"/>
              <a:gd name="T14" fmla="*/ 4 w 65"/>
              <a:gd name="T15" fmla="*/ 32 h 64"/>
              <a:gd name="T16" fmla="*/ 12 w 65"/>
              <a:gd name="T17" fmla="*/ 12 h 64"/>
              <a:gd name="T18" fmla="*/ 12 w 65"/>
              <a:gd name="T19" fmla="*/ 12 h 64"/>
              <a:gd name="T20" fmla="*/ 32 w 65"/>
              <a:gd name="T21" fmla="*/ 0 h 64"/>
              <a:gd name="T22" fmla="*/ 32 w 65"/>
              <a:gd name="T23" fmla="*/ 0 h 64"/>
              <a:gd name="T24" fmla="*/ 10 w 65"/>
              <a:gd name="T25" fmla="*/ 9 h 64"/>
              <a:gd name="T26" fmla="*/ 10 w 65"/>
              <a:gd name="T27" fmla="*/ 9 h 64"/>
              <a:gd name="T28" fmla="*/ 0 w 65"/>
              <a:gd name="T29" fmla="*/ 32 h 64"/>
              <a:gd name="T30" fmla="*/ 10 w 65"/>
              <a:gd name="T31" fmla="*/ 55 h 64"/>
              <a:gd name="T32" fmla="*/ 32 w 65"/>
              <a:gd name="T33" fmla="*/ 64 h 64"/>
              <a:gd name="T34" fmla="*/ 32 w 65"/>
              <a:gd name="T35" fmla="*/ 64 h 64"/>
              <a:gd name="T36" fmla="*/ 55 w 65"/>
              <a:gd name="T37" fmla="*/ 55 h 64"/>
              <a:gd name="T38" fmla="*/ 65 w 65"/>
              <a:gd name="T39" fmla="*/ 32 h 64"/>
              <a:gd name="T40" fmla="*/ 55 w 65"/>
              <a:gd name="T41" fmla="*/ 9 h 64"/>
              <a:gd name="T42" fmla="*/ 38 w 65"/>
              <a:gd name="T43" fmla="*/ 0 h 64"/>
              <a:gd name="T44" fmla="*/ 34 w 65"/>
              <a:gd name="T45" fmla="*/ 0 h 64"/>
              <a:gd name="T46" fmla="*/ 32 w 65"/>
              <a:gd name="T47"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64">
                <a:moveTo>
                  <a:pt x="12" y="12"/>
                </a:moveTo>
                <a:cubicBezTo>
                  <a:pt x="18" y="6"/>
                  <a:pt x="25" y="4"/>
                  <a:pt x="32" y="4"/>
                </a:cubicBezTo>
                <a:cubicBezTo>
                  <a:pt x="40" y="4"/>
                  <a:pt x="47" y="6"/>
                  <a:pt x="52" y="12"/>
                </a:cubicBezTo>
                <a:cubicBezTo>
                  <a:pt x="58" y="17"/>
                  <a:pt x="61" y="25"/>
                  <a:pt x="61" y="32"/>
                </a:cubicBezTo>
                <a:cubicBezTo>
                  <a:pt x="61" y="39"/>
                  <a:pt x="58" y="46"/>
                  <a:pt x="52" y="52"/>
                </a:cubicBezTo>
                <a:cubicBezTo>
                  <a:pt x="47" y="58"/>
                  <a:pt x="40" y="60"/>
                  <a:pt x="32" y="60"/>
                </a:cubicBezTo>
                <a:cubicBezTo>
                  <a:pt x="25" y="60"/>
                  <a:pt x="18" y="58"/>
                  <a:pt x="12" y="52"/>
                </a:cubicBezTo>
                <a:cubicBezTo>
                  <a:pt x="7" y="46"/>
                  <a:pt x="4" y="39"/>
                  <a:pt x="4" y="32"/>
                </a:cubicBezTo>
                <a:cubicBezTo>
                  <a:pt x="4" y="25"/>
                  <a:pt x="7" y="17"/>
                  <a:pt x="12" y="12"/>
                </a:cubicBezTo>
                <a:cubicBezTo>
                  <a:pt x="12" y="12"/>
                  <a:pt x="12" y="12"/>
                  <a:pt x="12" y="12"/>
                </a:cubicBezTo>
                <a:moveTo>
                  <a:pt x="32" y="0"/>
                </a:moveTo>
                <a:cubicBezTo>
                  <a:pt x="32" y="0"/>
                  <a:pt x="32" y="0"/>
                  <a:pt x="32" y="0"/>
                </a:cubicBezTo>
                <a:cubicBezTo>
                  <a:pt x="24" y="0"/>
                  <a:pt x="16" y="3"/>
                  <a:pt x="10" y="9"/>
                </a:cubicBezTo>
                <a:cubicBezTo>
                  <a:pt x="10" y="9"/>
                  <a:pt x="10" y="9"/>
                  <a:pt x="10" y="9"/>
                </a:cubicBezTo>
                <a:cubicBezTo>
                  <a:pt x="3" y="15"/>
                  <a:pt x="0" y="24"/>
                  <a:pt x="0" y="32"/>
                </a:cubicBezTo>
                <a:cubicBezTo>
                  <a:pt x="0" y="40"/>
                  <a:pt x="3" y="49"/>
                  <a:pt x="10" y="55"/>
                </a:cubicBezTo>
                <a:cubicBezTo>
                  <a:pt x="16" y="61"/>
                  <a:pt x="24" y="64"/>
                  <a:pt x="32" y="64"/>
                </a:cubicBezTo>
                <a:cubicBezTo>
                  <a:pt x="32" y="64"/>
                  <a:pt x="32" y="64"/>
                  <a:pt x="32" y="64"/>
                </a:cubicBezTo>
                <a:cubicBezTo>
                  <a:pt x="41" y="64"/>
                  <a:pt x="49" y="61"/>
                  <a:pt x="55" y="55"/>
                </a:cubicBezTo>
                <a:cubicBezTo>
                  <a:pt x="62" y="49"/>
                  <a:pt x="65" y="40"/>
                  <a:pt x="65" y="32"/>
                </a:cubicBezTo>
                <a:cubicBezTo>
                  <a:pt x="65" y="24"/>
                  <a:pt x="62" y="15"/>
                  <a:pt x="55" y="9"/>
                </a:cubicBezTo>
                <a:cubicBezTo>
                  <a:pt x="50" y="4"/>
                  <a:pt x="45" y="1"/>
                  <a:pt x="38" y="0"/>
                </a:cubicBezTo>
                <a:cubicBezTo>
                  <a:pt x="37" y="0"/>
                  <a:pt x="36" y="0"/>
                  <a:pt x="34" y="0"/>
                </a:cubicBezTo>
                <a:cubicBezTo>
                  <a:pt x="34" y="0"/>
                  <a:pt x="33"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21" name="Freeform 777"/>
          <p:cNvSpPr>
            <a:spLocks/>
          </p:cNvSpPr>
          <p:nvPr/>
        </p:nvSpPr>
        <p:spPr bwMode="auto">
          <a:xfrm>
            <a:off x="10518008" y="1811344"/>
            <a:ext cx="169863" cy="157163"/>
          </a:xfrm>
          <a:custGeom>
            <a:avLst/>
            <a:gdLst>
              <a:gd name="T0" fmla="*/ 20 w 41"/>
              <a:gd name="T1" fmla="*/ 0 h 38"/>
              <a:gd name="T2" fmla="*/ 7 w 41"/>
              <a:gd name="T3" fmla="*/ 6 h 38"/>
              <a:gd name="T4" fmla="*/ 7 w 41"/>
              <a:gd name="T5" fmla="*/ 32 h 38"/>
              <a:gd name="T6" fmla="*/ 20 w 41"/>
              <a:gd name="T7" fmla="*/ 38 h 38"/>
              <a:gd name="T8" fmla="*/ 34 w 41"/>
              <a:gd name="T9" fmla="*/ 32 h 38"/>
              <a:gd name="T10" fmla="*/ 34 w 41"/>
              <a:gd name="T11" fmla="*/ 6 h 38"/>
              <a:gd name="T12" fmla="*/ 20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0" y="0"/>
                </a:moveTo>
                <a:cubicBezTo>
                  <a:pt x="16" y="0"/>
                  <a:pt x="11" y="2"/>
                  <a:pt x="7" y="6"/>
                </a:cubicBezTo>
                <a:cubicBezTo>
                  <a:pt x="0" y="13"/>
                  <a:pt x="0" y="25"/>
                  <a:pt x="7" y="32"/>
                </a:cubicBezTo>
                <a:cubicBezTo>
                  <a:pt x="11" y="36"/>
                  <a:pt x="16" y="38"/>
                  <a:pt x="20" y="38"/>
                </a:cubicBezTo>
                <a:cubicBezTo>
                  <a:pt x="25" y="38"/>
                  <a:pt x="30" y="36"/>
                  <a:pt x="34" y="32"/>
                </a:cubicBezTo>
                <a:cubicBezTo>
                  <a:pt x="41" y="25"/>
                  <a:pt x="41" y="13"/>
                  <a:pt x="34"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22" name="Freeform 778"/>
          <p:cNvSpPr>
            <a:spLocks noEditPoints="1"/>
          </p:cNvSpPr>
          <p:nvPr/>
        </p:nvSpPr>
        <p:spPr bwMode="auto">
          <a:xfrm>
            <a:off x="11010130" y="3659196"/>
            <a:ext cx="236538" cy="236538"/>
          </a:xfrm>
          <a:custGeom>
            <a:avLst/>
            <a:gdLst>
              <a:gd name="T0" fmla="*/ 29 w 57"/>
              <a:gd name="T1" fmla="*/ 47 h 57"/>
              <a:gd name="T2" fmla="*/ 15 w 57"/>
              <a:gd name="T3" fmla="*/ 42 h 57"/>
              <a:gd name="T4" fmla="*/ 15 w 57"/>
              <a:gd name="T5" fmla="*/ 15 h 57"/>
              <a:gd name="T6" fmla="*/ 29 w 57"/>
              <a:gd name="T7" fmla="*/ 10 h 57"/>
              <a:gd name="T8" fmla="*/ 42 w 57"/>
              <a:gd name="T9" fmla="*/ 15 h 57"/>
              <a:gd name="T10" fmla="*/ 42 w 57"/>
              <a:gd name="T11" fmla="*/ 42 h 57"/>
              <a:gd name="T12" fmla="*/ 29 w 57"/>
              <a:gd name="T13" fmla="*/ 47 h 57"/>
              <a:gd name="T14" fmla="*/ 29 w 57"/>
              <a:gd name="T15" fmla="*/ 0 h 57"/>
              <a:gd name="T16" fmla="*/ 9 w 57"/>
              <a:gd name="T17" fmla="*/ 8 h 57"/>
              <a:gd name="T18" fmla="*/ 9 w 57"/>
              <a:gd name="T19" fmla="*/ 8 h 57"/>
              <a:gd name="T20" fmla="*/ 0 w 57"/>
              <a:gd name="T21" fmla="*/ 28 h 57"/>
              <a:gd name="T22" fmla="*/ 9 w 57"/>
              <a:gd name="T23" fmla="*/ 48 h 57"/>
              <a:gd name="T24" fmla="*/ 29 w 57"/>
              <a:gd name="T25" fmla="*/ 57 h 57"/>
              <a:gd name="T26" fmla="*/ 49 w 57"/>
              <a:gd name="T27" fmla="*/ 48 h 57"/>
              <a:gd name="T28" fmla="*/ 57 w 57"/>
              <a:gd name="T29" fmla="*/ 28 h 57"/>
              <a:gd name="T30" fmla="*/ 49 w 57"/>
              <a:gd name="T31" fmla="*/ 8 h 57"/>
              <a:gd name="T32" fmla="*/ 29 w 57"/>
              <a:gd name="T3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 h="57">
                <a:moveTo>
                  <a:pt x="29" y="47"/>
                </a:moveTo>
                <a:cubicBezTo>
                  <a:pt x="24" y="47"/>
                  <a:pt x="19" y="45"/>
                  <a:pt x="15" y="42"/>
                </a:cubicBezTo>
                <a:cubicBezTo>
                  <a:pt x="8" y="34"/>
                  <a:pt x="8" y="22"/>
                  <a:pt x="15" y="15"/>
                </a:cubicBezTo>
                <a:cubicBezTo>
                  <a:pt x="19" y="11"/>
                  <a:pt x="24" y="10"/>
                  <a:pt x="29" y="10"/>
                </a:cubicBezTo>
                <a:cubicBezTo>
                  <a:pt x="33" y="10"/>
                  <a:pt x="38" y="11"/>
                  <a:pt x="42" y="15"/>
                </a:cubicBezTo>
                <a:cubicBezTo>
                  <a:pt x="49" y="22"/>
                  <a:pt x="49" y="34"/>
                  <a:pt x="42" y="42"/>
                </a:cubicBezTo>
                <a:cubicBezTo>
                  <a:pt x="38" y="45"/>
                  <a:pt x="33" y="47"/>
                  <a:pt x="29" y="47"/>
                </a:cubicBezTo>
                <a:moveTo>
                  <a:pt x="29" y="0"/>
                </a:moveTo>
                <a:cubicBezTo>
                  <a:pt x="21" y="0"/>
                  <a:pt x="14" y="3"/>
                  <a:pt x="9" y="8"/>
                </a:cubicBezTo>
                <a:cubicBezTo>
                  <a:pt x="9" y="8"/>
                  <a:pt x="9" y="8"/>
                  <a:pt x="9" y="8"/>
                </a:cubicBezTo>
                <a:cubicBezTo>
                  <a:pt x="3" y="14"/>
                  <a:pt x="0" y="21"/>
                  <a:pt x="0" y="28"/>
                </a:cubicBezTo>
                <a:cubicBezTo>
                  <a:pt x="0" y="36"/>
                  <a:pt x="3" y="43"/>
                  <a:pt x="9" y="48"/>
                </a:cubicBezTo>
                <a:cubicBezTo>
                  <a:pt x="14" y="54"/>
                  <a:pt x="21" y="57"/>
                  <a:pt x="29" y="57"/>
                </a:cubicBezTo>
                <a:cubicBezTo>
                  <a:pt x="36" y="57"/>
                  <a:pt x="43" y="54"/>
                  <a:pt x="49" y="48"/>
                </a:cubicBezTo>
                <a:cubicBezTo>
                  <a:pt x="54" y="43"/>
                  <a:pt x="57" y="36"/>
                  <a:pt x="57" y="28"/>
                </a:cubicBezTo>
                <a:cubicBezTo>
                  <a:pt x="57" y="21"/>
                  <a:pt x="54" y="14"/>
                  <a:pt x="49" y="8"/>
                </a:cubicBezTo>
                <a:cubicBezTo>
                  <a:pt x="43" y="3"/>
                  <a:pt x="36" y="0"/>
                  <a:pt x="29"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23" name="Freeform 779"/>
          <p:cNvSpPr>
            <a:spLocks noEditPoints="1"/>
          </p:cNvSpPr>
          <p:nvPr/>
        </p:nvSpPr>
        <p:spPr bwMode="auto">
          <a:xfrm>
            <a:off x="10994255" y="3643320"/>
            <a:ext cx="268288" cy="269876"/>
          </a:xfrm>
          <a:custGeom>
            <a:avLst/>
            <a:gdLst>
              <a:gd name="T0" fmla="*/ 13 w 65"/>
              <a:gd name="T1" fmla="*/ 12 h 65"/>
              <a:gd name="T2" fmla="*/ 33 w 65"/>
              <a:gd name="T3" fmla="*/ 4 h 65"/>
              <a:gd name="T4" fmla="*/ 53 w 65"/>
              <a:gd name="T5" fmla="*/ 12 h 65"/>
              <a:gd name="T6" fmla="*/ 61 w 65"/>
              <a:gd name="T7" fmla="*/ 32 h 65"/>
              <a:gd name="T8" fmla="*/ 53 w 65"/>
              <a:gd name="T9" fmla="*/ 52 h 65"/>
              <a:gd name="T10" fmla="*/ 33 w 65"/>
              <a:gd name="T11" fmla="*/ 61 h 65"/>
              <a:gd name="T12" fmla="*/ 13 w 65"/>
              <a:gd name="T13" fmla="*/ 52 h 65"/>
              <a:gd name="T14" fmla="*/ 4 w 65"/>
              <a:gd name="T15" fmla="*/ 32 h 65"/>
              <a:gd name="T16" fmla="*/ 13 w 65"/>
              <a:gd name="T17" fmla="*/ 12 h 65"/>
              <a:gd name="T18" fmla="*/ 13 w 65"/>
              <a:gd name="T19" fmla="*/ 12 h 65"/>
              <a:gd name="T20" fmla="*/ 33 w 65"/>
              <a:gd name="T21" fmla="*/ 0 h 65"/>
              <a:gd name="T22" fmla="*/ 33 w 65"/>
              <a:gd name="T23" fmla="*/ 0 h 65"/>
              <a:gd name="T24" fmla="*/ 10 w 65"/>
              <a:gd name="T25" fmla="*/ 9 h 65"/>
              <a:gd name="T26" fmla="*/ 10 w 65"/>
              <a:gd name="T27" fmla="*/ 9 h 65"/>
              <a:gd name="T28" fmla="*/ 0 w 65"/>
              <a:gd name="T29" fmla="*/ 32 h 65"/>
              <a:gd name="T30" fmla="*/ 10 w 65"/>
              <a:gd name="T31" fmla="*/ 55 h 65"/>
              <a:gd name="T32" fmla="*/ 33 w 65"/>
              <a:gd name="T33" fmla="*/ 65 h 65"/>
              <a:gd name="T34" fmla="*/ 33 w 65"/>
              <a:gd name="T35" fmla="*/ 65 h 65"/>
              <a:gd name="T36" fmla="*/ 56 w 65"/>
              <a:gd name="T37" fmla="*/ 55 h 65"/>
              <a:gd name="T38" fmla="*/ 65 w 65"/>
              <a:gd name="T39" fmla="*/ 32 h 65"/>
              <a:gd name="T40" fmla="*/ 56 w 65"/>
              <a:gd name="T41" fmla="*/ 9 h 65"/>
              <a:gd name="T42" fmla="*/ 39 w 65"/>
              <a:gd name="T43" fmla="*/ 1 h 65"/>
              <a:gd name="T44" fmla="*/ 35 w 65"/>
              <a:gd name="T45" fmla="*/ 0 h 65"/>
              <a:gd name="T46" fmla="*/ 33 w 65"/>
              <a:gd name="T47"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65">
                <a:moveTo>
                  <a:pt x="13" y="12"/>
                </a:moveTo>
                <a:cubicBezTo>
                  <a:pt x="18" y="7"/>
                  <a:pt x="25" y="4"/>
                  <a:pt x="33" y="4"/>
                </a:cubicBezTo>
                <a:cubicBezTo>
                  <a:pt x="40" y="4"/>
                  <a:pt x="47" y="7"/>
                  <a:pt x="53" y="12"/>
                </a:cubicBezTo>
                <a:cubicBezTo>
                  <a:pt x="58" y="18"/>
                  <a:pt x="61" y="25"/>
                  <a:pt x="61" y="32"/>
                </a:cubicBezTo>
                <a:cubicBezTo>
                  <a:pt x="61" y="40"/>
                  <a:pt x="58" y="47"/>
                  <a:pt x="53" y="52"/>
                </a:cubicBezTo>
                <a:cubicBezTo>
                  <a:pt x="47" y="58"/>
                  <a:pt x="40" y="61"/>
                  <a:pt x="33" y="61"/>
                </a:cubicBezTo>
                <a:cubicBezTo>
                  <a:pt x="25" y="61"/>
                  <a:pt x="18" y="58"/>
                  <a:pt x="13" y="52"/>
                </a:cubicBezTo>
                <a:cubicBezTo>
                  <a:pt x="7" y="47"/>
                  <a:pt x="4" y="40"/>
                  <a:pt x="4" y="32"/>
                </a:cubicBezTo>
                <a:cubicBezTo>
                  <a:pt x="4" y="25"/>
                  <a:pt x="7" y="18"/>
                  <a:pt x="13" y="12"/>
                </a:cubicBezTo>
                <a:cubicBezTo>
                  <a:pt x="13" y="12"/>
                  <a:pt x="13" y="12"/>
                  <a:pt x="13" y="12"/>
                </a:cubicBezTo>
                <a:moveTo>
                  <a:pt x="33" y="0"/>
                </a:moveTo>
                <a:cubicBezTo>
                  <a:pt x="33" y="0"/>
                  <a:pt x="33" y="0"/>
                  <a:pt x="33" y="0"/>
                </a:cubicBezTo>
                <a:cubicBezTo>
                  <a:pt x="24" y="0"/>
                  <a:pt x="16" y="3"/>
                  <a:pt x="10" y="9"/>
                </a:cubicBezTo>
                <a:cubicBezTo>
                  <a:pt x="10" y="9"/>
                  <a:pt x="10" y="9"/>
                  <a:pt x="10" y="9"/>
                </a:cubicBezTo>
                <a:cubicBezTo>
                  <a:pt x="3" y="16"/>
                  <a:pt x="0" y="24"/>
                  <a:pt x="0" y="32"/>
                </a:cubicBezTo>
                <a:cubicBezTo>
                  <a:pt x="0" y="41"/>
                  <a:pt x="3" y="49"/>
                  <a:pt x="10" y="55"/>
                </a:cubicBezTo>
                <a:cubicBezTo>
                  <a:pt x="16" y="62"/>
                  <a:pt x="24" y="65"/>
                  <a:pt x="33" y="65"/>
                </a:cubicBezTo>
                <a:cubicBezTo>
                  <a:pt x="33" y="65"/>
                  <a:pt x="33" y="65"/>
                  <a:pt x="33" y="65"/>
                </a:cubicBezTo>
                <a:cubicBezTo>
                  <a:pt x="41" y="65"/>
                  <a:pt x="49" y="62"/>
                  <a:pt x="56" y="55"/>
                </a:cubicBezTo>
                <a:cubicBezTo>
                  <a:pt x="62" y="49"/>
                  <a:pt x="65" y="41"/>
                  <a:pt x="65" y="32"/>
                </a:cubicBezTo>
                <a:cubicBezTo>
                  <a:pt x="65" y="24"/>
                  <a:pt x="62" y="16"/>
                  <a:pt x="56" y="9"/>
                </a:cubicBezTo>
                <a:cubicBezTo>
                  <a:pt x="51" y="5"/>
                  <a:pt x="45" y="2"/>
                  <a:pt x="39" y="1"/>
                </a:cubicBezTo>
                <a:cubicBezTo>
                  <a:pt x="38" y="0"/>
                  <a:pt x="36" y="0"/>
                  <a:pt x="35" y="0"/>
                </a:cubicBezTo>
                <a:cubicBezTo>
                  <a:pt x="34" y="0"/>
                  <a:pt x="33" y="0"/>
                  <a:pt x="3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24" name="Freeform 780"/>
          <p:cNvSpPr>
            <a:spLocks/>
          </p:cNvSpPr>
          <p:nvPr/>
        </p:nvSpPr>
        <p:spPr bwMode="auto">
          <a:xfrm>
            <a:off x="11043469" y="3702057"/>
            <a:ext cx="169863" cy="152400"/>
          </a:xfrm>
          <a:custGeom>
            <a:avLst/>
            <a:gdLst>
              <a:gd name="T0" fmla="*/ 21 w 41"/>
              <a:gd name="T1" fmla="*/ 0 h 37"/>
              <a:gd name="T2" fmla="*/ 7 w 41"/>
              <a:gd name="T3" fmla="*/ 5 h 37"/>
              <a:gd name="T4" fmla="*/ 7 w 41"/>
              <a:gd name="T5" fmla="*/ 32 h 37"/>
              <a:gd name="T6" fmla="*/ 21 w 41"/>
              <a:gd name="T7" fmla="*/ 37 h 37"/>
              <a:gd name="T8" fmla="*/ 34 w 41"/>
              <a:gd name="T9" fmla="*/ 32 h 37"/>
              <a:gd name="T10" fmla="*/ 34 w 41"/>
              <a:gd name="T11" fmla="*/ 5 h 37"/>
              <a:gd name="T12" fmla="*/ 21 w 41"/>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41" h="37">
                <a:moveTo>
                  <a:pt x="21" y="0"/>
                </a:moveTo>
                <a:cubicBezTo>
                  <a:pt x="16" y="0"/>
                  <a:pt x="11" y="1"/>
                  <a:pt x="7" y="5"/>
                </a:cubicBezTo>
                <a:cubicBezTo>
                  <a:pt x="0" y="12"/>
                  <a:pt x="0" y="24"/>
                  <a:pt x="7" y="32"/>
                </a:cubicBezTo>
                <a:cubicBezTo>
                  <a:pt x="11" y="35"/>
                  <a:pt x="16" y="37"/>
                  <a:pt x="21" y="37"/>
                </a:cubicBezTo>
                <a:cubicBezTo>
                  <a:pt x="25" y="37"/>
                  <a:pt x="30" y="35"/>
                  <a:pt x="34" y="32"/>
                </a:cubicBezTo>
                <a:cubicBezTo>
                  <a:pt x="41" y="24"/>
                  <a:pt x="41" y="12"/>
                  <a:pt x="34" y="5"/>
                </a:cubicBezTo>
                <a:cubicBezTo>
                  <a:pt x="30" y="1"/>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25" name="Freeform 781"/>
          <p:cNvSpPr>
            <a:spLocks noEditPoints="1"/>
          </p:cNvSpPr>
          <p:nvPr/>
        </p:nvSpPr>
        <p:spPr bwMode="auto">
          <a:xfrm>
            <a:off x="14612169" y="2851156"/>
            <a:ext cx="231775" cy="236538"/>
          </a:xfrm>
          <a:custGeom>
            <a:avLst/>
            <a:gdLst>
              <a:gd name="T0" fmla="*/ 28 w 56"/>
              <a:gd name="T1" fmla="*/ 47 h 57"/>
              <a:gd name="T2" fmla="*/ 15 w 56"/>
              <a:gd name="T3" fmla="*/ 41 h 57"/>
              <a:gd name="T4" fmla="*/ 15 w 56"/>
              <a:gd name="T5" fmla="*/ 15 h 57"/>
              <a:gd name="T6" fmla="*/ 28 w 56"/>
              <a:gd name="T7" fmla="*/ 10 h 57"/>
              <a:gd name="T8" fmla="*/ 41 w 56"/>
              <a:gd name="T9" fmla="*/ 15 h 57"/>
              <a:gd name="T10" fmla="*/ 41 w 56"/>
              <a:gd name="T11" fmla="*/ 41 h 57"/>
              <a:gd name="T12" fmla="*/ 28 w 56"/>
              <a:gd name="T13" fmla="*/ 47 h 57"/>
              <a:gd name="T14" fmla="*/ 28 w 56"/>
              <a:gd name="T15" fmla="*/ 0 h 57"/>
              <a:gd name="T16" fmla="*/ 8 w 56"/>
              <a:gd name="T17" fmla="*/ 8 h 57"/>
              <a:gd name="T18" fmla="*/ 8 w 56"/>
              <a:gd name="T19" fmla="*/ 8 h 57"/>
              <a:gd name="T20" fmla="*/ 0 w 56"/>
              <a:gd name="T21" fmla="*/ 28 h 57"/>
              <a:gd name="T22" fmla="*/ 8 w 56"/>
              <a:gd name="T23" fmla="*/ 48 h 57"/>
              <a:gd name="T24" fmla="*/ 28 w 56"/>
              <a:gd name="T25" fmla="*/ 57 h 57"/>
              <a:gd name="T26" fmla="*/ 48 w 56"/>
              <a:gd name="T27" fmla="*/ 48 h 57"/>
              <a:gd name="T28" fmla="*/ 56 w 56"/>
              <a:gd name="T29" fmla="*/ 28 h 57"/>
              <a:gd name="T30" fmla="*/ 48 w 56"/>
              <a:gd name="T31" fmla="*/ 8 h 57"/>
              <a:gd name="T32" fmla="*/ 28 w 56"/>
              <a:gd name="T3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 h="57">
                <a:moveTo>
                  <a:pt x="28" y="47"/>
                </a:moveTo>
                <a:cubicBezTo>
                  <a:pt x="23" y="47"/>
                  <a:pt x="18" y="45"/>
                  <a:pt x="15" y="41"/>
                </a:cubicBezTo>
                <a:cubicBezTo>
                  <a:pt x="8" y="34"/>
                  <a:pt x="8" y="22"/>
                  <a:pt x="15" y="15"/>
                </a:cubicBezTo>
                <a:cubicBezTo>
                  <a:pt x="18" y="11"/>
                  <a:pt x="23" y="10"/>
                  <a:pt x="28" y="10"/>
                </a:cubicBezTo>
                <a:cubicBezTo>
                  <a:pt x="33" y="10"/>
                  <a:pt x="38" y="11"/>
                  <a:pt x="41" y="15"/>
                </a:cubicBezTo>
                <a:cubicBezTo>
                  <a:pt x="48" y="22"/>
                  <a:pt x="48" y="34"/>
                  <a:pt x="41" y="41"/>
                </a:cubicBezTo>
                <a:cubicBezTo>
                  <a:pt x="38" y="45"/>
                  <a:pt x="33" y="47"/>
                  <a:pt x="28" y="47"/>
                </a:cubicBezTo>
                <a:moveTo>
                  <a:pt x="28" y="0"/>
                </a:moveTo>
                <a:cubicBezTo>
                  <a:pt x="21" y="0"/>
                  <a:pt x="13" y="3"/>
                  <a:pt x="8" y="8"/>
                </a:cubicBezTo>
                <a:cubicBezTo>
                  <a:pt x="8" y="8"/>
                  <a:pt x="8" y="8"/>
                  <a:pt x="8" y="8"/>
                </a:cubicBezTo>
                <a:cubicBezTo>
                  <a:pt x="2" y="14"/>
                  <a:pt x="0" y="21"/>
                  <a:pt x="0" y="28"/>
                </a:cubicBezTo>
                <a:cubicBezTo>
                  <a:pt x="0" y="35"/>
                  <a:pt x="2" y="43"/>
                  <a:pt x="8" y="48"/>
                </a:cubicBezTo>
                <a:cubicBezTo>
                  <a:pt x="13" y="54"/>
                  <a:pt x="21" y="57"/>
                  <a:pt x="28" y="57"/>
                </a:cubicBezTo>
                <a:cubicBezTo>
                  <a:pt x="35" y="57"/>
                  <a:pt x="42" y="54"/>
                  <a:pt x="48" y="48"/>
                </a:cubicBezTo>
                <a:cubicBezTo>
                  <a:pt x="54" y="43"/>
                  <a:pt x="56" y="35"/>
                  <a:pt x="56" y="28"/>
                </a:cubicBezTo>
                <a:cubicBezTo>
                  <a:pt x="56" y="21"/>
                  <a:pt x="54" y="14"/>
                  <a:pt x="48" y="8"/>
                </a:cubicBezTo>
                <a:cubicBezTo>
                  <a:pt x="42" y="3"/>
                  <a:pt x="35"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26" name="Freeform 782"/>
          <p:cNvSpPr>
            <a:spLocks noEditPoints="1"/>
          </p:cNvSpPr>
          <p:nvPr/>
        </p:nvSpPr>
        <p:spPr bwMode="auto">
          <a:xfrm>
            <a:off x="14596294" y="2835281"/>
            <a:ext cx="265113" cy="268288"/>
          </a:xfrm>
          <a:custGeom>
            <a:avLst/>
            <a:gdLst>
              <a:gd name="T0" fmla="*/ 12 w 64"/>
              <a:gd name="T1" fmla="*/ 12 h 65"/>
              <a:gd name="T2" fmla="*/ 32 w 64"/>
              <a:gd name="T3" fmla="*/ 4 h 65"/>
              <a:gd name="T4" fmla="*/ 52 w 64"/>
              <a:gd name="T5" fmla="*/ 12 h 65"/>
              <a:gd name="T6" fmla="*/ 60 w 64"/>
              <a:gd name="T7" fmla="*/ 32 h 65"/>
              <a:gd name="T8" fmla="*/ 52 w 64"/>
              <a:gd name="T9" fmla="*/ 52 h 65"/>
              <a:gd name="T10" fmla="*/ 32 w 64"/>
              <a:gd name="T11" fmla="*/ 61 h 65"/>
              <a:gd name="T12" fmla="*/ 12 w 64"/>
              <a:gd name="T13" fmla="*/ 52 h 65"/>
              <a:gd name="T14" fmla="*/ 4 w 64"/>
              <a:gd name="T15" fmla="*/ 32 h 65"/>
              <a:gd name="T16" fmla="*/ 12 w 64"/>
              <a:gd name="T17" fmla="*/ 12 h 65"/>
              <a:gd name="T18" fmla="*/ 12 w 64"/>
              <a:gd name="T19" fmla="*/ 12 h 65"/>
              <a:gd name="T20" fmla="*/ 32 w 64"/>
              <a:gd name="T21" fmla="*/ 0 h 65"/>
              <a:gd name="T22" fmla="*/ 32 w 64"/>
              <a:gd name="T23" fmla="*/ 0 h 65"/>
              <a:gd name="T24" fmla="*/ 9 w 64"/>
              <a:gd name="T25" fmla="*/ 9 h 65"/>
              <a:gd name="T26" fmla="*/ 9 w 64"/>
              <a:gd name="T27" fmla="*/ 9 h 65"/>
              <a:gd name="T28" fmla="*/ 0 w 64"/>
              <a:gd name="T29" fmla="*/ 32 h 65"/>
              <a:gd name="T30" fmla="*/ 9 w 64"/>
              <a:gd name="T31" fmla="*/ 55 h 65"/>
              <a:gd name="T32" fmla="*/ 32 w 64"/>
              <a:gd name="T33" fmla="*/ 65 h 65"/>
              <a:gd name="T34" fmla="*/ 32 w 64"/>
              <a:gd name="T35" fmla="*/ 65 h 65"/>
              <a:gd name="T36" fmla="*/ 55 w 64"/>
              <a:gd name="T37" fmla="*/ 55 h 65"/>
              <a:gd name="T38" fmla="*/ 64 w 64"/>
              <a:gd name="T39" fmla="*/ 32 h 65"/>
              <a:gd name="T40" fmla="*/ 64 w 64"/>
              <a:gd name="T41" fmla="*/ 28 h 65"/>
              <a:gd name="T42" fmla="*/ 63 w 64"/>
              <a:gd name="T43" fmla="*/ 24 h 65"/>
              <a:gd name="T44" fmla="*/ 55 w 64"/>
              <a:gd name="T45" fmla="*/ 9 h 65"/>
              <a:gd name="T46" fmla="*/ 32 w 64"/>
              <a:gd name="T47"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5">
                <a:moveTo>
                  <a:pt x="12" y="12"/>
                </a:moveTo>
                <a:cubicBezTo>
                  <a:pt x="17" y="7"/>
                  <a:pt x="25" y="4"/>
                  <a:pt x="32" y="4"/>
                </a:cubicBezTo>
                <a:cubicBezTo>
                  <a:pt x="39" y="4"/>
                  <a:pt x="46" y="7"/>
                  <a:pt x="52" y="12"/>
                </a:cubicBezTo>
                <a:cubicBezTo>
                  <a:pt x="58" y="18"/>
                  <a:pt x="60" y="25"/>
                  <a:pt x="60" y="32"/>
                </a:cubicBezTo>
                <a:cubicBezTo>
                  <a:pt x="60" y="39"/>
                  <a:pt x="58" y="47"/>
                  <a:pt x="52" y="52"/>
                </a:cubicBezTo>
                <a:cubicBezTo>
                  <a:pt x="46" y="58"/>
                  <a:pt x="39" y="61"/>
                  <a:pt x="32" y="61"/>
                </a:cubicBezTo>
                <a:cubicBezTo>
                  <a:pt x="25" y="61"/>
                  <a:pt x="17" y="58"/>
                  <a:pt x="12" y="52"/>
                </a:cubicBezTo>
                <a:cubicBezTo>
                  <a:pt x="6" y="47"/>
                  <a:pt x="4" y="39"/>
                  <a:pt x="4" y="32"/>
                </a:cubicBezTo>
                <a:cubicBezTo>
                  <a:pt x="4" y="25"/>
                  <a:pt x="6" y="18"/>
                  <a:pt x="12" y="12"/>
                </a:cubicBezTo>
                <a:cubicBezTo>
                  <a:pt x="12" y="12"/>
                  <a:pt x="12" y="12"/>
                  <a:pt x="12" y="12"/>
                </a:cubicBezTo>
                <a:moveTo>
                  <a:pt x="32" y="0"/>
                </a:moveTo>
                <a:cubicBezTo>
                  <a:pt x="32" y="0"/>
                  <a:pt x="32" y="0"/>
                  <a:pt x="32" y="0"/>
                </a:cubicBezTo>
                <a:cubicBezTo>
                  <a:pt x="24" y="0"/>
                  <a:pt x="15" y="3"/>
                  <a:pt x="9" y="9"/>
                </a:cubicBezTo>
                <a:cubicBezTo>
                  <a:pt x="9" y="9"/>
                  <a:pt x="9" y="9"/>
                  <a:pt x="9" y="9"/>
                </a:cubicBezTo>
                <a:cubicBezTo>
                  <a:pt x="3" y="16"/>
                  <a:pt x="0" y="24"/>
                  <a:pt x="0" y="32"/>
                </a:cubicBezTo>
                <a:cubicBezTo>
                  <a:pt x="0" y="40"/>
                  <a:pt x="3" y="49"/>
                  <a:pt x="9" y="55"/>
                </a:cubicBezTo>
                <a:cubicBezTo>
                  <a:pt x="15" y="61"/>
                  <a:pt x="24" y="65"/>
                  <a:pt x="32" y="65"/>
                </a:cubicBezTo>
                <a:cubicBezTo>
                  <a:pt x="32" y="65"/>
                  <a:pt x="32" y="65"/>
                  <a:pt x="32" y="65"/>
                </a:cubicBezTo>
                <a:cubicBezTo>
                  <a:pt x="40" y="65"/>
                  <a:pt x="49" y="61"/>
                  <a:pt x="55" y="55"/>
                </a:cubicBezTo>
                <a:cubicBezTo>
                  <a:pt x="61" y="49"/>
                  <a:pt x="64" y="40"/>
                  <a:pt x="64" y="32"/>
                </a:cubicBezTo>
                <a:cubicBezTo>
                  <a:pt x="64" y="31"/>
                  <a:pt x="64" y="30"/>
                  <a:pt x="64" y="28"/>
                </a:cubicBezTo>
                <a:cubicBezTo>
                  <a:pt x="64" y="27"/>
                  <a:pt x="64" y="26"/>
                  <a:pt x="63" y="24"/>
                </a:cubicBezTo>
                <a:cubicBezTo>
                  <a:pt x="62" y="19"/>
                  <a:pt x="59" y="14"/>
                  <a:pt x="55" y="9"/>
                </a:cubicBezTo>
                <a:cubicBezTo>
                  <a:pt x="49" y="3"/>
                  <a:pt x="40"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27" name="Freeform 783"/>
          <p:cNvSpPr>
            <a:spLocks/>
          </p:cNvSpPr>
          <p:nvPr/>
        </p:nvSpPr>
        <p:spPr bwMode="auto">
          <a:xfrm>
            <a:off x="14645506" y="2892431"/>
            <a:ext cx="166688" cy="153988"/>
          </a:xfrm>
          <a:custGeom>
            <a:avLst/>
            <a:gdLst>
              <a:gd name="T0" fmla="*/ 20 w 40"/>
              <a:gd name="T1" fmla="*/ 0 h 37"/>
              <a:gd name="T2" fmla="*/ 7 w 40"/>
              <a:gd name="T3" fmla="*/ 5 h 37"/>
              <a:gd name="T4" fmla="*/ 7 w 40"/>
              <a:gd name="T5" fmla="*/ 31 h 37"/>
              <a:gd name="T6" fmla="*/ 20 w 40"/>
              <a:gd name="T7" fmla="*/ 37 h 37"/>
              <a:gd name="T8" fmla="*/ 33 w 40"/>
              <a:gd name="T9" fmla="*/ 31 h 37"/>
              <a:gd name="T10" fmla="*/ 33 w 40"/>
              <a:gd name="T11" fmla="*/ 5 h 37"/>
              <a:gd name="T12" fmla="*/ 20 w 40"/>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40" h="37">
                <a:moveTo>
                  <a:pt x="20" y="0"/>
                </a:moveTo>
                <a:cubicBezTo>
                  <a:pt x="15" y="0"/>
                  <a:pt x="10" y="1"/>
                  <a:pt x="7" y="5"/>
                </a:cubicBezTo>
                <a:cubicBezTo>
                  <a:pt x="0" y="12"/>
                  <a:pt x="0" y="24"/>
                  <a:pt x="7" y="31"/>
                </a:cubicBezTo>
                <a:cubicBezTo>
                  <a:pt x="10" y="35"/>
                  <a:pt x="15" y="37"/>
                  <a:pt x="20" y="37"/>
                </a:cubicBezTo>
                <a:cubicBezTo>
                  <a:pt x="25" y="37"/>
                  <a:pt x="30" y="35"/>
                  <a:pt x="33" y="31"/>
                </a:cubicBezTo>
                <a:cubicBezTo>
                  <a:pt x="40" y="24"/>
                  <a:pt x="40" y="12"/>
                  <a:pt x="33" y="5"/>
                </a:cubicBezTo>
                <a:cubicBezTo>
                  <a:pt x="30" y="1"/>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28" name="Freeform 784"/>
          <p:cNvSpPr>
            <a:spLocks noEditPoints="1"/>
          </p:cNvSpPr>
          <p:nvPr/>
        </p:nvSpPr>
        <p:spPr bwMode="auto">
          <a:xfrm>
            <a:off x="10567219" y="2768605"/>
            <a:ext cx="236538" cy="236538"/>
          </a:xfrm>
          <a:custGeom>
            <a:avLst/>
            <a:gdLst>
              <a:gd name="T0" fmla="*/ 28 w 57"/>
              <a:gd name="T1" fmla="*/ 47 h 57"/>
              <a:gd name="T2" fmla="*/ 15 w 57"/>
              <a:gd name="T3" fmla="*/ 42 h 57"/>
              <a:gd name="T4" fmla="*/ 15 w 57"/>
              <a:gd name="T5" fmla="*/ 15 h 57"/>
              <a:gd name="T6" fmla="*/ 28 w 57"/>
              <a:gd name="T7" fmla="*/ 10 h 57"/>
              <a:gd name="T8" fmla="*/ 41 w 57"/>
              <a:gd name="T9" fmla="*/ 15 h 57"/>
              <a:gd name="T10" fmla="*/ 41 w 57"/>
              <a:gd name="T11" fmla="*/ 42 h 57"/>
              <a:gd name="T12" fmla="*/ 28 w 57"/>
              <a:gd name="T13" fmla="*/ 47 h 57"/>
              <a:gd name="T14" fmla="*/ 28 w 57"/>
              <a:gd name="T15" fmla="*/ 0 h 57"/>
              <a:gd name="T16" fmla="*/ 8 w 57"/>
              <a:gd name="T17" fmla="*/ 8 h 57"/>
              <a:gd name="T18" fmla="*/ 8 w 57"/>
              <a:gd name="T19" fmla="*/ 8 h 57"/>
              <a:gd name="T20" fmla="*/ 0 w 57"/>
              <a:gd name="T21" fmla="*/ 28 h 57"/>
              <a:gd name="T22" fmla="*/ 8 w 57"/>
              <a:gd name="T23" fmla="*/ 48 h 57"/>
              <a:gd name="T24" fmla="*/ 28 w 57"/>
              <a:gd name="T25" fmla="*/ 57 h 57"/>
              <a:gd name="T26" fmla="*/ 48 w 57"/>
              <a:gd name="T27" fmla="*/ 48 h 57"/>
              <a:gd name="T28" fmla="*/ 57 w 57"/>
              <a:gd name="T29" fmla="*/ 28 h 57"/>
              <a:gd name="T30" fmla="*/ 48 w 57"/>
              <a:gd name="T31" fmla="*/ 8 h 57"/>
              <a:gd name="T32" fmla="*/ 28 w 57"/>
              <a:gd name="T3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 h="57">
                <a:moveTo>
                  <a:pt x="28" y="47"/>
                </a:moveTo>
                <a:cubicBezTo>
                  <a:pt x="23" y="47"/>
                  <a:pt x="19" y="45"/>
                  <a:pt x="15" y="42"/>
                </a:cubicBezTo>
                <a:cubicBezTo>
                  <a:pt x="8" y="34"/>
                  <a:pt x="8" y="22"/>
                  <a:pt x="15" y="15"/>
                </a:cubicBezTo>
                <a:cubicBezTo>
                  <a:pt x="19" y="12"/>
                  <a:pt x="23" y="10"/>
                  <a:pt x="28" y="10"/>
                </a:cubicBezTo>
                <a:cubicBezTo>
                  <a:pt x="33" y="10"/>
                  <a:pt x="38" y="12"/>
                  <a:pt x="41" y="15"/>
                </a:cubicBezTo>
                <a:cubicBezTo>
                  <a:pt x="49" y="22"/>
                  <a:pt x="49" y="34"/>
                  <a:pt x="41" y="42"/>
                </a:cubicBezTo>
                <a:cubicBezTo>
                  <a:pt x="38" y="45"/>
                  <a:pt x="33" y="47"/>
                  <a:pt x="28" y="47"/>
                </a:cubicBezTo>
                <a:moveTo>
                  <a:pt x="28" y="0"/>
                </a:moveTo>
                <a:cubicBezTo>
                  <a:pt x="21" y="0"/>
                  <a:pt x="14" y="3"/>
                  <a:pt x="8" y="8"/>
                </a:cubicBezTo>
                <a:cubicBezTo>
                  <a:pt x="8" y="8"/>
                  <a:pt x="8" y="8"/>
                  <a:pt x="8" y="8"/>
                </a:cubicBezTo>
                <a:cubicBezTo>
                  <a:pt x="3" y="14"/>
                  <a:pt x="0" y="21"/>
                  <a:pt x="0" y="28"/>
                </a:cubicBezTo>
                <a:cubicBezTo>
                  <a:pt x="0" y="36"/>
                  <a:pt x="3" y="43"/>
                  <a:pt x="8" y="48"/>
                </a:cubicBezTo>
                <a:cubicBezTo>
                  <a:pt x="14" y="54"/>
                  <a:pt x="21" y="57"/>
                  <a:pt x="28" y="57"/>
                </a:cubicBezTo>
                <a:cubicBezTo>
                  <a:pt x="35" y="57"/>
                  <a:pt x="43" y="54"/>
                  <a:pt x="48" y="48"/>
                </a:cubicBezTo>
                <a:cubicBezTo>
                  <a:pt x="54" y="43"/>
                  <a:pt x="57" y="36"/>
                  <a:pt x="57" y="28"/>
                </a:cubicBezTo>
                <a:cubicBezTo>
                  <a:pt x="57" y="21"/>
                  <a:pt x="54" y="14"/>
                  <a:pt x="48" y="8"/>
                </a:cubicBezTo>
                <a:cubicBezTo>
                  <a:pt x="43" y="3"/>
                  <a:pt x="35"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29" name="Freeform 785"/>
          <p:cNvSpPr>
            <a:spLocks noEditPoints="1"/>
          </p:cNvSpPr>
          <p:nvPr/>
        </p:nvSpPr>
        <p:spPr bwMode="auto">
          <a:xfrm>
            <a:off x="10549758" y="2752730"/>
            <a:ext cx="269875" cy="268288"/>
          </a:xfrm>
          <a:custGeom>
            <a:avLst/>
            <a:gdLst>
              <a:gd name="T0" fmla="*/ 12 w 65"/>
              <a:gd name="T1" fmla="*/ 12 h 65"/>
              <a:gd name="T2" fmla="*/ 32 w 65"/>
              <a:gd name="T3" fmla="*/ 4 h 65"/>
              <a:gd name="T4" fmla="*/ 52 w 65"/>
              <a:gd name="T5" fmla="*/ 12 h 65"/>
              <a:gd name="T6" fmla="*/ 61 w 65"/>
              <a:gd name="T7" fmla="*/ 32 h 65"/>
              <a:gd name="T8" fmla="*/ 52 w 65"/>
              <a:gd name="T9" fmla="*/ 52 h 65"/>
              <a:gd name="T10" fmla="*/ 32 w 65"/>
              <a:gd name="T11" fmla="*/ 61 h 65"/>
              <a:gd name="T12" fmla="*/ 12 w 65"/>
              <a:gd name="T13" fmla="*/ 52 h 65"/>
              <a:gd name="T14" fmla="*/ 4 w 65"/>
              <a:gd name="T15" fmla="*/ 32 h 65"/>
              <a:gd name="T16" fmla="*/ 12 w 65"/>
              <a:gd name="T17" fmla="*/ 12 h 65"/>
              <a:gd name="T18" fmla="*/ 12 w 65"/>
              <a:gd name="T19" fmla="*/ 12 h 65"/>
              <a:gd name="T20" fmla="*/ 32 w 65"/>
              <a:gd name="T21" fmla="*/ 0 h 65"/>
              <a:gd name="T22" fmla="*/ 32 w 65"/>
              <a:gd name="T23" fmla="*/ 0 h 65"/>
              <a:gd name="T24" fmla="*/ 9 w 65"/>
              <a:gd name="T25" fmla="*/ 10 h 65"/>
              <a:gd name="T26" fmla="*/ 9 w 65"/>
              <a:gd name="T27" fmla="*/ 10 h 65"/>
              <a:gd name="T28" fmla="*/ 9 w 65"/>
              <a:gd name="T29" fmla="*/ 10 h 65"/>
              <a:gd name="T30" fmla="*/ 9 w 65"/>
              <a:gd name="T31" fmla="*/ 10 h 65"/>
              <a:gd name="T32" fmla="*/ 9 w 65"/>
              <a:gd name="T33" fmla="*/ 10 h 65"/>
              <a:gd name="T34" fmla="*/ 0 w 65"/>
              <a:gd name="T35" fmla="*/ 32 h 65"/>
              <a:gd name="T36" fmla="*/ 9 w 65"/>
              <a:gd name="T37" fmla="*/ 55 h 65"/>
              <a:gd name="T38" fmla="*/ 32 w 65"/>
              <a:gd name="T39" fmla="*/ 65 h 65"/>
              <a:gd name="T40" fmla="*/ 32 w 65"/>
              <a:gd name="T41" fmla="*/ 65 h 65"/>
              <a:gd name="T42" fmla="*/ 55 w 65"/>
              <a:gd name="T43" fmla="*/ 55 h 65"/>
              <a:gd name="T44" fmla="*/ 64 w 65"/>
              <a:gd name="T45" fmla="*/ 35 h 65"/>
              <a:gd name="T46" fmla="*/ 65 w 65"/>
              <a:gd name="T47" fmla="*/ 32 h 65"/>
              <a:gd name="T48" fmla="*/ 64 w 65"/>
              <a:gd name="T49" fmla="*/ 31 h 65"/>
              <a:gd name="T50" fmla="*/ 55 w 65"/>
              <a:gd name="T51" fmla="*/ 10 h 65"/>
              <a:gd name="T52" fmla="*/ 32 w 65"/>
              <a:gd name="T5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65">
                <a:moveTo>
                  <a:pt x="12" y="12"/>
                </a:moveTo>
                <a:cubicBezTo>
                  <a:pt x="18" y="7"/>
                  <a:pt x="25" y="4"/>
                  <a:pt x="32" y="4"/>
                </a:cubicBezTo>
                <a:cubicBezTo>
                  <a:pt x="39" y="4"/>
                  <a:pt x="47" y="7"/>
                  <a:pt x="52" y="12"/>
                </a:cubicBezTo>
                <a:cubicBezTo>
                  <a:pt x="58" y="18"/>
                  <a:pt x="61" y="25"/>
                  <a:pt x="61" y="32"/>
                </a:cubicBezTo>
                <a:cubicBezTo>
                  <a:pt x="61" y="40"/>
                  <a:pt x="58" y="47"/>
                  <a:pt x="52" y="52"/>
                </a:cubicBezTo>
                <a:cubicBezTo>
                  <a:pt x="47" y="58"/>
                  <a:pt x="39" y="61"/>
                  <a:pt x="32" y="61"/>
                </a:cubicBezTo>
                <a:cubicBezTo>
                  <a:pt x="25" y="61"/>
                  <a:pt x="18" y="58"/>
                  <a:pt x="12" y="52"/>
                </a:cubicBezTo>
                <a:cubicBezTo>
                  <a:pt x="7" y="47"/>
                  <a:pt x="4" y="40"/>
                  <a:pt x="4" y="32"/>
                </a:cubicBezTo>
                <a:cubicBezTo>
                  <a:pt x="4" y="25"/>
                  <a:pt x="7" y="18"/>
                  <a:pt x="12" y="12"/>
                </a:cubicBezTo>
                <a:cubicBezTo>
                  <a:pt x="12" y="12"/>
                  <a:pt x="12" y="12"/>
                  <a:pt x="12" y="12"/>
                </a:cubicBezTo>
                <a:moveTo>
                  <a:pt x="32" y="0"/>
                </a:moveTo>
                <a:cubicBezTo>
                  <a:pt x="32" y="0"/>
                  <a:pt x="32" y="0"/>
                  <a:pt x="32" y="0"/>
                </a:cubicBezTo>
                <a:cubicBezTo>
                  <a:pt x="24" y="0"/>
                  <a:pt x="16" y="3"/>
                  <a:pt x="9" y="10"/>
                </a:cubicBezTo>
                <a:cubicBezTo>
                  <a:pt x="9" y="10"/>
                  <a:pt x="9" y="10"/>
                  <a:pt x="9" y="10"/>
                </a:cubicBezTo>
                <a:cubicBezTo>
                  <a:pt x="9" y="10"/>
                  <a:pt x="9" y="10"/>
                  <a:pt x="9" y="10"/>
                </a:cubicBezTo>
                <a:cubicBezTo>
                  <a:pt x="9" y="10"/>
                  <a:pt x="9" y="10"/>
                  <a:pt x="9" y="10"/>
                </a:cubicBezTo>
                <a:cubicBezTo>
                  <a:pt x="9" y="10"/>
                  <a:pt x="9" y="10"/>
                  <a:pt x="9" y="10"/>
                </a:cubicBezTo>
                <a:cubicBezTo>
                  <a:pt x="3" y="16"/>
                  <a:pt x="0" y="24"/>
                  <a:pt x="0" y="32"/>
                </a:cubicBezTo>
                <a:cubicBezTo>
                  <a:pt x="0" y="41"/>
                  <a:pt x="3" y="49"/>
                  <a:pt x="9" y="55"/>
                </a:cubicBezTo>
                <a:cubicBezTo>
                  <a:pt x="16" y="62"/>
                  <a:pt x="24" y="65"/>
                  <a:pt x="32" y="65"/>
                </a:cubicBezTo>
                <a:cubicBezTo>
                  <a:pt x="32" y="65"/>
                  <a:pt x="32" y="65"/>
                  <a:pt x="32" y="65"/>
                </a:cubicBezTo>
                <a:cubicBezTo>
                  <a:pt x="40" y="65"/>
                  <a:pt x="49" y="62"/>
                  <a:pt x="55" y="55"/>
                </a:cubicBezTo>
                <a:cubicBezTo>
                  <a:pt x="61" y="50"/>
                  <a:pt x="64" y="42"/>
                  <a:pt x="64" y="35"/>
                </a:cubicBezTo>
                <a:cubicBezTo>
                  <a:pt x="64" y="34"/>
                  <a:pt x="65" y="33"/>
                  <a:pt x="65" y="32"/>
                </a:cubicBezTo>
                <a:cubicBezTo>
                  <a:pt x="65" y="32"/>
                  <a:pt x="65" y="32"/>
                  <a:pt x="64" y="31"/>
                </a:cubicBezTo>
                <a:cubicBezTo>
                  <a:pt x="64" y="23"/>
                  <a:pt x="61" y="15"/>
                  <a:pt x="55" y="10"/>
                </a:cubicBezTo>
                <a:cubicBezTo>
                  <a:pt x="49" y="3"/>
                  <a:pt x="40"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30" name="Freeform 786"/>
          <p:cNvSpPr>
            <a:spLocks/>
          </p:cNvSpPr>
          <p:nvPr/>
        </p:nvSpPr>
        <p:spPr bwMode="auto">
          <a:xfrm>
            <a:off x="10600557" y="2809881"/>
            <a:ext cx="169863" cy="153988"/>
          </a:xfrm>
          <a:custGeom>
            <a:avLst/>
            <a:gdLst>
              <a:gd name="T0" fmla="*/ 20 w 41"/>
              <a:gd name="T1" fmla="*/ 0 h 37"/>
              <a:gd name="T2" fmla="*/ 7 w 41"/>
              <a:gd name="T3" fmla="*/ 5 h 37"/>
              <a:gd name="T4" fmla="*/ 7 w 41"/>
              <a:gd name="T5" fmla="*/ 32 h 37"/>
              <a:gd name="T6" fmla="*/ 20 w 41"/>
              <a:gd name="T7" fmla="*/ 37 h 37"/>
              <a:gd name="T8" fmla="*/ 33 w 41"/>
              <a:gd name="T9" fmla="*/ 32 h 37"/>
              <a:gd name="T10" fmla="*/ 33 w 41"/>
              <a:gd name="T11" fmla="*/ 5 h 37"/>
              <a:gd name="T12" fmla="*/ 20 w 41"/>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41" h="37">
                <a:moveTo>
                  <a:pt x="20" y="0"/>
                </a:moveTo>
                <a:cubicBezTo>
                  <a:pt x="15" y="0"/>
                  <a:pt x="11" y="2"/>
                  <a:pt x="7" y="5"/>
                </a:cubicBezTo>
                <a:cubicBezTo>
                  <a:pt x="0" y="12"/>
                  <a:pt x="0" y="24"/>
                  <a:pt x="7" y="32"/>
                </a:cubicBezTo>
                <a:cubicBezTo>
                  <a:pt x="11" y="35"/>
                  <a:pt x="15" y="37"/>
                  <a:pt x="20" y="37"/>
                </a:cubicBezTo>
                <a:cubicBezTo>
                  <a:pt x="25" y="37"/>
                  <a:pt x="30" y="35"/>
                  <a:pt x="33" y="32"/>
                </a:cubicBezTo>
                <a:cubicBezTo>
                  <a:pt x="41" y="24"/>
                  <a:pt x="41" y="12"/>
                  <a:pt x="33" y="5"/>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31" name="Freeform 787"/>
          <p:cNvSpPr>
            <a:spLocks noEditPoints="1"/>
          </p:cNvSpPr>
          <p:nvPr/>
        </p:nvSpPr>
        <p:spPr bwMode="auto">
          <a:xfrm>
            <a:off x="12337281" y="3883033"/>
            <a:ext cx="236538" cy="233363"/>
          </a:xfrm>
          <a:custGeom>
            <a:avLst/>
            <a:gdLst>
              <a:gd name="T0" fmla="*/ 28 w 57"/>
              <a:gd name="T1" fmla="*/ 47 h 56"/>
              <a:gd name="T2" fmla="*/ 15 w 57"/>
              <a:gd name="T3" fmla="*/ 41 h 56"/>
              <a:gd name="T4" fmla="*/ 15 w 57"/>
              <a:gd name="T5" fmla="*/ 15 h 56"/>
              <a:gd name="T6" fmla="*/ 28 w 57"/>
              <a:gd name="T7" fmla="*/ 9 h 56"/>
              <a:gd name="T8" fmla="*/ 41 w 57"/>
              <a:gd name="T9" fmla="*/ 15 h 56"/>
              <a:gd name="T10" fmla="*/ 41 w 57"/>
              <a:gd name="T11" fmla="*/ 41 h 56"/>
              <a:gd name="T12" fmla="*/ 28 w 57"/>
              <a:gd name="T13" fmla="*/ 47 h 56"/>
              <a:gd name="T14" fmla="*/ 28 w 57"/>
              <a:gd name="T15" fmla="*/ 0 h 56"/>
              <a:gd name="T16" fmla="*/ 8 w 57"/>
              <a:gd name="T17" fmla="*/ 8 h 56"/>
              <a:gd name="T18" fmla="*/ 8 w 57"/>
              <a:gd name="T19" fmla="*/ 8 h 56"/>
              <a:gd name="T20" fmla="*/ 0 w 57"/>
              <a:gd name="T21" fmla="*/ 28 h 56"/>
              <a:gd name="T22" fmla="*/ 8 w 57"/>
              <a:gd name="T23" fmla="*/ 48 h 56"/>
              <a:gd name="T24" fmla="*/ 28 w 57"/>
              <a:gd name="T25" fmla="*/ 56 h 56"/>
              <a:gd name="T26" fmla="*/ 48 w 57"/>
              <a:gd name="T27" fmla="*/ 48 h 56"/>
              <a:gd name="T28" fmla="*/ 57 w 57"/>
              <a:gd name="T29" fmla="*/ 28 h 56"/>
              <a:gd name="T30" fmla="*/ 48 w 57"/>
              <a:gd name="T31" fmla="*/ 8 h 56"/>
              <a:gd name="T32" fmla="*/ 28 w 57"/>
              <a:gd name="T3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 h="56">
                <a:moveTo>
                  <a:pt x="28" y="47"/>
                </a:moveTo>
                <a:cubicBezTo>
                  <a:pt x="23" y="47"/>
                  <a:pt x="19" y="45"/>
                  <a:pt x="15" y="41"/>
                </a:cubicBezTo>
                <a:cubicBezTo>
                  <a:pt x="8" y="34"/>
                  <a:pt x="8" y="22"/>
                  <a:pt x="15" y="15"/>
                </a:cubicBezTo>
                <a:cubicBezTo>
                  <a:pt x="19" y="11"/>
                  <a:pt x="23" y="9"/>
                  <a:pt x="28" y="9"/>
                </a:cubicBezTo>
                <a:cubicBezTo>
                  <a:pt x="33" y="9"/>
                  <a:pt x="38" y="11"/>
                  <a:pt x="41" y="15"/>
                </a:cubicBezTo>
                <a:cubicBezTo>
                  <a:pt x="49" y="22"/>
                  <a:pt x="49" y="34"/>
                  <a:pt x="41" y="41"/>
                </a:cubicBezTo>
                <a:cubicBezTo>
                  <a:pt x="38" y="45"/>
                  <a:pt x="33" y="47"/>
                  <a:pt x="28" y="47"/>
                </a:cubicBezTo>
                <a:moveTo>
                  <a:pt x="28" y="0"/>
                </a:moveTo>
                <a:cubicBezTo>
                  <a:pt x="21" y="0"/>
                  <a:pt x="14" y="3"/>
                  <a:pt x="8" y="8"/>
                </a:cubicBezTo>
                <a:cubicBezTo>
                  <a:pt x="8" y="8"/>
                  <a:pt x="8" y="8"/>
                  <a:pt x="8" y="8"/>
                </a:cubicBezTo>
                <a:cubicBezTo>
                  <a:pt x="3" y="14"/>
                  <a:pt x="0" y="21"/>
                  <a:pt x="0" y="28"/>
                </a:cubicBezTo>
                <a:cubicBezTo>
                  <a:pt x="0" y="35"/>
                  <a:pt x="3" y="43"/>
                  <a:pt x="8" y="48"/>
                </a:cubicBezTo>
                <a:cubicBezTo>
                  <a:pt x="14" y="54"/>
                  <a:pt x="21" y="56"/>
                  <a:pt x="28" y="56"/>
                </a:cubicBezTo>
                <a:cubicBezTo>
                  <a:pt x="36" y="56"/>
                  <a:pt x="43" y="54"/>
                  <a:pt x="48" y="48"/>
                </a:cubicBezTo>
                <a:cubicBezTo>
                  <a:pt x="54" y="43"/>
                  <a:pt x="57" y="35"/>
                  <a:pt x="57" y="28"/>
                </a:cubicBezTo>
                <a:cubicBezTo>
                  <a:pt x="57" y="21"/>
                  <a:pt x="54" y="14"/>
                  <a:pt x="48" y="8"/>
                </a:cubicBezTo>
                <a:cubicBezTo>
                  <a:pt x="43" y="3"/>
                  <a:pt x="36"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32" name="Freeform 788"/>
          <p:cNvSpPr>
            <a:spLocks noEditPoints="1"/>
          </p:cNvSpPr>
          <p:nvPr/>
        </p:nvSpPr>
        <p:spPr bwMode="auto">
          <a:xfrm>
            <a:off x="12319818" y="3867158"/>
            <a:ext cx="269875" cy="265113"/>
          </a:xfrm>
          <a:custGeom>
            <a:avLst/>
            <a:gdLst>
              <a:gd name="T0" fmla="*/ 12 w 65"/>
              <a:gd name="T1" fmla="*/ 12 h 64"/>
              <a:gd name="T2" fmla="*/ 32 w 65"/>
              <a:gd name="T3" fmla="*/ 4 h 64"/>
              <a:gd name="T4" fmla="*/ 52 w 65"/>
              <a:gd name="T5" fmla="*/ 12 h 64"/>
              <a:gd name="T6" fmla="*/ 61 w 65"/>
              <a:gd name="T7" fmla="*/ 32 h 64"/>
              <a:gd name="T8" fmla="*/ 52 w 65"/>
              <a:gd name="T9" fmla="*/ 52 h 64"/>
              <a:gd name="T10" fmla="*/ 32 w 65"/>
              <a:gd name="T11" fmla="*/ 60 h 64"/>
              <a:gd name="T12" fmla="*/ 12 w 65"/>
              <a:gd name="T13" fmla="*/ 52 h 64"/>
              <a:gd name="T14" fmla="*/ 4 w 65"/>
              <a:gd name="T15" fmla="*/ 32 h 64"/>
              <a:gd name="T16" fmla="*/ 12 w 65"/>
              <a:gd name="T17" fmla="*/ 12 h 64"/>
              <a:gd name="T18" fmla="*/ 12 w 65"/>
              <a:gd name="T19" fmla="*/ 12 h 64"/>
              <a:gd name="T20" fmla="*/ 32 w 65"/>
              <a:gd name="T21" fmla="*/ 0 h 64"/>
              <a:gd name="T22" fmla="*/ 32 w 65"/>
              <a:gd name="T23" fmla="*/ 0 h 64"/>
              <a:gd name="T24" fmla="*/ 9 w 65"/>
              <a:gd name="T25" fmla="*/ 9 h 64"/>
              <a:gd name="T26" fmla="*/ 9 w 65"/>
              <a:gd name="T27" fmla="*/ 9 h 64"/>
              <a:gd name="T28" fmla="*/ 0 w 65"/>
              <a:gd name="T29" fmla="*/ 32 h 64"/>
              <a:gd name="T30" fmla="*/ 9 w 65"/>
              <a:gd name="T31" fmla="*/ 55 h 64"/>
              <a:gd name="T32" fmla="*/ 31 w 65"/>
              <a:gd name="T33" fmla="*/ 64 h 64"/>
              <a:gd name="T34" fmla="*/ 32 w 65"/>
              <a:gd name="T35" fmla="*/ 64 h 64"/>
              <a:gd name="T36" fmla="*/ 32 w 65"/>
              <a:gd name="T37" fmla="*/ 64 h 64"/>
              <a:gd name="T38" fmla="*/ 35 w 65"/>
              <a:gd name="T39" fmla="*/ 64 h 64"/>
              <a:gd name="T40" fmla="*/ 55 w 65"/>
              <a:gd name="T41" fmla="*/ 55 h 64"/>
              <a:gd name="T42" fmla="*/ 65 w 65"/>
              <a:gd name="T43" fmla="*/ 32 h 64"/>
              <a:gd name="T44" fmla="*/ 55 w 65"/>
              <a:gd name="T45" fmla="*/ 9 h 64"/>
              <a:gd name="T46" fmla="*/ 32 w 65"/>
              <a:gd name="T47"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64">
                <a:moveTo>
                  <a:pt x="12" y="12"/>
                </a:moveTo>
                <a:cubicBezTo>
                  <a:pt x="18" y="7"/>
                  <a:pt x="25" y="4"/>
                  <a:pt x="32" y="4"/>
                </a:cubicBezTo>
                <a:cubicBezTo>
                  <a:pt x="40" y="4"/>
                  <a:pt x="47" y="7"/>
                  <a:pt x="52" y="12"/>
                </a:cubicBezTo>
                <a:cubicBezTo>
                  <a:pt x="58" y="18"/>
                  <a:pt x="61" y="25"/>
                  <a:pt x="61" y="32"/>
                </a:cubicBezTo>
                <a:cubicBezTo>
                  <a:pt x="61" y="39"/>
                  <a:pt x="58" y="47"/>
                  <a:pt x="52" y="52"/>
                </a:cubicBezTo>
                <a:cubicBezTo>
                  <a:pt x="47" y="58"/>
                  <a:pt x="40" y="60"/>
                  <a:pt x="32" y="60"/>
                </a:cubicBezTo>
                <a:cubicBezTo>
                  <a:pt x="25" y="60"/>
                  <a:pt x="18" y="58"/>
                  <a:pt x="12" y="52"/>
                </a:cubicBezTo>
                <a:cubicBezTo>
                  <a:pt x="7" y="47"/>
                  <a:pt x="4" y="39"/>
                  <a:pt x="4" y="32"/>
                </a:cubicBezTo>
                <a:cubicBezTo>
                  <a:pt x="4" y="25"/>
                  <a:pt x="7" y="18"/>
                  <a:pt x="12" y="12"/>
                </a:cubicBezTo>
                <a:cubicBezTo>
                  <a:pt x="12" y="12"/>
                  <a:pt x="12" y="12"/>
                  <a:pt x="12" y="12"/>
                </a:cubicBezTo>
                <a:moveTo>
                  <a:pt x="32" y="0"/>
                </a:moveTo>
                <a:cubicBezTo>
                  <a:pt x="32" y="0"/>
                  <a:pt x="32" y="0"/>
                  <a:pt x="32" y="0"/>
                </a:cubicBezTo>
                <a:cubicBezTo>
                  <a:pt x="24" y="0"/>
                  <a:pt x="16" y="3"/>
                  <a:pt x="9" y="9"/>
                </a:cubicBezTo>
                <a:cubicBezTo>
                  <a:pt x="9" y="9"/>
                  <a:pt x="9" y="9"/>
                  <a:pt x="9" y="9"/>
                </a:cubicBezTo>
                <a:cubicBezTo>
                  <a:pt x="3" y="16"/>
                  <a:pt x="0" y="24"/>
                  <a:pt x="0" y="32"/>
                </a:cubicBezTo>
                <a:cubicBezTo>
                  <a:pt x="0" y="40"/>
                  <a:pt x="3" y="49"/>
                  <a:pt x="9" y="55"/>
                </a:cubicBezTo>
                <a:cubicBezTo>
                  <a:pt x="15" y="61"/>
                  <a:pt x="23" y="64"/>
                  <a:pt x="31" y="64"/>
                </a:cubicBezTo>
                <a:cubicBezTo>
                  <a:pt x="31" y="64"/>
                  <a:pt x="32" y="64"/>
                  <a:pt x="32" y="64"/>
                </a:cubicBezTo>
                <a:cubicBezTo>
                  <a:pt x="32" y="64"/>
                  <a:pt x="32" y="64"/>
                  <a:pt x="32" y="64"/>
                </a:cubicBezTo>
                <a:cubicBezTo>
                  <a:pt x="33" y="64"/>
                  <a:pt x="34" y="64"/>
                  <a:pt x="35" y="64"/>
                </a:cubicBezTo>
                <a:cubicBezTo>
                  <a:pt x="42" y="64"/>
                  <a:pt x="49" y="61"/>
                  <a:pt x="55" y="55"/>
                </a:cubicBezTo>
                <a:cubicBezTo>
                  <a:pt x="61" y="49"/>
                  <a:pt x="65" y="40"/>
                  <a:pt x="65" y="32"/>
                </a:cubicBezTo>
                <a:cubicBezTo>
                  <a:pt x="65" y="24"/>
                  <a:pt x="61" y="16"/>
                  <a:pt x="55" y="9"/>
                </a:cubicBezTo>
                <a:cubicBezTo>
                  <a:pt x="49" y="3"/>
                  <a:pt x="41"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33" name="Freeform 789"/>
          <p:cNvSpPr>
            <a:spLocks/>
          </p:cNvSpPr>
          <p:nvPr/>
        </p:nvSpPr>
        <p:spPr bwMode="auto">
          <a:xfrm>
            <a:off x="12370618" y="3921133"/>
            <a:ext cx="169863" cy="157163"/>
          </a:xfrm>
          <a:custGeom>
            <a:avLst/>
            <a:gdLst>
              <a:gd name="T0" fmla="*/ 20 w 41"/>
              <a:gd name="T1" fmla="*/ 0 h 38"/>
              <a:gd name="T2" fmla="*/ 7 w 41"/>
              <a:gd name="T3" fmla="*/ 6 h 38"/>
              <a:gd name="T4" fmla="*/ 7 w 41"/>
              <a:gd name="T5" fmla="*/ 32 h 38"/>
              <a:gd name="T6" fmla="*/ 20 w 41"/>
              <a:gd name="T7" fmla="*/ 38 h 38"/>
              <a:gd name="T8" fmla="*/ 33 w 41"/>
              <a:gd name="T9" fmla="*/ 32 h 38"/>
              <a:gd name="T10" fmla="*/ 33 w 41"/>
              <a:gd name="T11" fmla="*/ 6 h 38"/>
              <a:gd name="T12" fmla="*/ 20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0" y="0"/>
                </a:moveTo>
                <a:cubicBezTo>
                  <a:pt x="15" y="0"/>
                  <a:pt x="11" y="2"/>
                  <a:pt x="7" y="6"/>
                </a:cubicBezTo>
                <a:cubicBezTo>
                  <a:pt x="0" y="13"/>
                  <a:pt x="0" y="25"/>
                  <a:pt x="7" y="32"/>
                </a:cubicBezTo>
                <a:cubicBezTo>
                  <a:pt x="11" y="36"/>
                  <a:pt x="15" y="38"/>
                  <a:pt x="20" y="38"/>
                </a:cubicBezTo>
                <a:cubicBezTo>
                  <a:pt x="25" y="38"/>
                  <a:pt x="30" y="36"/>
                  <a:pt x="33" y="32"/>
                </a:cubicBezTo>
                <a:cubicBezTo>
                  <a:pt x="41" y="25"/>
                  <a:pt x="41" y="13"/>
                  <a:pt x="33"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34" name="Freeform 790"/>
          <p:cNvSpPr>
            <a:spLocks noEditPoints="1"/>
          </p:cNvSpPr>
          <p:nvPr/>
        </p:nvSpPr>
        <p:spPr bwMode="auto">
          <a:xfrm>
            <a:off x="15023331" y="1243015"/>
            <a:ext cx="231775" cy="236538"/>
          </a:xfrm>
          <a:custGeom>
            <a:avLst/>
            <a:gdLst>
              <a:gd name="T0" fmla="*/ 28 w 56"/>
              <a:gd name="T1" fmla="*/ 47 h 57"/>
              <a:gd name="T2" fmla="*/ 15 w 56"/>
              <a:gd name="T3" fmla="*/ 42 h 57"/>
              <a:gd name="T4" fmla="*/ 15 w 56"/>
              <a:gd name="T5" fmla="*/ 15 h 57"/>
              <a:gd name="T6" fmla="*/ 28 w 56"/>
              <a:gd name="T7" fmla="*/ 10 h 57"/>
              <a:gd name="T8" fmla="*/ 41 w 56"/>
              <a:gd name="T9" fmla="*/ 15 h 57"/>
              <a:gd name="T10" fmla="*/ 41 w 56"/>
              <a:gd name="T11" fmla="*/ 42 h 57"/>
              <a:gd name="T12" fmla="*/ 28 w 56"/>
              <a:gd name="T13" fmla="*/ 47 h 57"/>
              <a:gd name="T14" fmla="*/ 28 w 56"/>
              <a:gd name="T15" fmla="*/ 0 h 57"/>
              <a:gd name="T16" fmla="*/ 8 w 56"/>
              <a:gd name="T17" fmla="*/ 9 h 57"/>
              <a:gd name="T18" fmla="*/ 8 w 56"/>
              <a:gd name="T19" fmla="*/ 9 h 57"/>
              <a:gd name="T20" fmla="*/ 0 w 56"/>
              <a:gd name="T21" fmla="*/ 29 h 57"/>
              <a:gd name="T22" fmla="*/ 8 w 56"/>
              <a:gd name="T23" fmla="*/ 49 h 57"/>
              <a:gd name="T24" fmla="*/ 28 w 56"/>
              <a:gd name="T25" fmla="*/ 57 h 57"/>
              <a:gd name="T26" fmla="*/ 48 w 56"/>
              <a:gd name="T27" fmla="*/ 49 h 57"/>
              <a:gd name="T28" fmla="*/ 56 w 56"/>
              <a:gd name="T29" fmla="*/ 29 h 57"/>
              <a:gd name="T30" fmla="*/ 48 w 56"/>
              <a:gd name="T31" fmla="*/ 9 h 57"/>
              <a:gd name="T32" fmla="*/ 28 w 56"/>
              <a:gd name="T3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 h="57">
                <a:moveTo>
                  <a:pt x="28" y="47"/>
                </a:moveTo>
                <a:cubicBezTo>
                  <a:pt x="23" y="47"/>
                  <a:pt x="18" y="46"/>
                  <a:pt x="15" y="42"/>
                </a:cubicBezTo>
                <a:cubicBezTo>
                  <a:pt x="7" y="35"/>
                  <a:pt x="7" y="23"/>
                  <a:pt x="15" y="15"/>
                </a:cubicBezTo>
                <a:cubicBezTo>
                  <a:pt x="18" y="12"/>
                  <a:pt x="23" y="10"/>
                  <a:pt x="28" y="10"/>
                </a:cubicBezTo>
                <a:cubicBezTo>
                  <a:pt x="33" y="10"/>
                  <a:pt x="38" y="12"/>
                  <a:pt x="41" y="15"/>
                </a:cubicBezTo>
                <a:cubicBezTo>
                  <a:pt x="48" y="23"/>
                  <a:pt x="48" y="35"/>
                  <a:pt x="41" y="42"/>
                </a:cubicBezTo>
                <a:cubicBezTo>
                  <a:pt x="38" y="46"/>
                  <a:pt x="33" y="47"/>
                  <a:pt x="28" y="47"/>
                </a:cubicBezTo>
                <a:moveTo>
                  <a:pt x="28" y="0"/>
                </a:moveTo>
                <a:cubicBezTo>
                  <a:pt x="21" y="0"/>
                  <a:pt x="13" y="3"/>
                  <a:pt x="8" y="9"/>
                </a:cubicBezTo>
                <a:cubicBezTo>
                  <a:pt x="8" y="9"/>
                  <a:pt x="8" y="9"/>
                  <a:pt x="8" y="9"/>
                </a:cubicBezTo>
                <a:cubicBezTo>
                  <a:pt x="2" y="14"/>
                  <a:pt x="0" y="21"/>
                  <a:pt x="0" y="29"/>
                </a:cubicBezTo>
                <a:cubicBezTo>
                  <a:pt x="0" y="36"/>
                  <a:pt x="2" y="43"/>
                  <a:pt x="8" y="49"/>
                </a:cubicBezTo>
                <a:cubicBezTo>
                  <a:pt x="13" y="54"/>
                  <a:pt x="21" y="57"/>
                  <a:pt x="28" y="57"/>
                </a:cubicBezTo>
                <a:cubicBezTo>
                  <a:pt x="35" y="57"/>
                  <a:pt x="42" y="54"/>
                  <a:pt x="48" y="49"/>
                </a:cubicBezTo>
                <a:cubicBezTo>
                  <a:pt x="54" y="43"/>
                  <a:pt x="56" y="36"/>
                  <a:pt x="56" y="29"/>
                </a:cubicBezTo>
                <a:cubicBezTo>
                  <a:pt x="56" y="21"/>
                  <a:pt x="54" y="14"/>
                  <a:pt x="48" y="9"/>
                </a:cubicBezTo>
                <a:cubicBezTo>
                  <a:pt x="42" y="3"/>
                  <a:pt x="35"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35" name="Freeform 791"/>
          <p:cNvSpPr>
            <a:spLocks noEditPoints="1"/>
          </p:cNvSpPr>
          <p:nvPr/>
        </p:nvSpPr>
        <p:spPr bwMode="auto">
          <a:xfrm>
            <a:off x="15005869" y="1225553"/>
            <a:ext cx="265113" cy="269876"/>
          </a:xfrm>
          <a:custGeom>
            <a:avLst/>
            <a:gdLst>
              <a:gd name="T0" fmla="*/ 12 w 64"/>
              <a:gd name="T1" fmla="*/ 13 h 65"/>
              <a:gd name="T2" fmla="*/ 32 w 64"/>
              <a:gd name="T3" fmla="*/ 4 h 65"/>
              <a:gd name="T4" fmla="*/ 52 w 64"/>
              <a:gd name="T5" fmla="*/ 13 h 65"/>
              <a:gd name="T6" fmla="*/ 60 w 64"/>
              <a:gd name="T7" fmla="*/ 33 h 65"/>
              <a:gd name="T8" fmla="*/ 52 w 64"/>
              <a:gd name="T9" fmla="*/ 53 h 65"/>
              <a:gd name="T10" fmla="*/ 32 w 64"/>
              <a:gd name="T11" fmla="*/ 61 h 65"/>
              <a:gd name="T12" fmla="*/ 12 w 64"/>
              <a:gd name="T13" fmla="*/ 53 h 65"/>
              <a:gd name="T14" fmla="*/ 4 w 64"/>
              <a:gd name="T15" fmla="*/ 33 h 65"/>
              <a:gd name="T16" fmla="*/ 12 w 64"/>
              <a:gd name="T17" fmla="*/ 13 h 65"/>
              <a:gd name="T18" fmla="*/ 12 w 64"/>
              <a:gd name="T19" fmla="*/ 13 h 65"/>
              <a:gd name="T20" fmla="*/ 32 w 64"/>
              <a:gd name="T21" fmla="*/ 0 h 65"/>
              <a:gd name="T22" fmla="*/ 32 w 64"/>
              <a:gd name="T23" fmla="*/ 0 h 65"/>
              <a:gd name="T24" fmla="*/ 9 w 64"/>
              <a:gd name="T25" fmla="*/ 10 h 65"/>
              <a:gd name="T26" fmla="*/ 9 w 64"/>
              <a:gd name="T27" fmla="*/ 10 h 65"/>
              <a:gd name="T28" fmla="*/ 0 w 64"/>
              <a:gd name="T29" fmla="*/ 28 h 65"/>
              <a:gd name="T30" fmla="*/ 0 w 64"/>
              <a:gd name="T31" fmla="*/ 32 h 65"/>
              <a:gd name="T32" fmla="*/ 0 w 64"/>
              <a:gd name="T33" fmla="*/ 33 h 65"/>
              <a:gd name="T34" fmla="*/ 9 w 64"/>
              <a:gd name="T35" fmla="*/ 56 h 65"/>
              <a:gd name="T36" fmla="*/ 32 w 64"/>
              <a:gd name="T37" fmla="*/ 65 h 65"/>
              <a:gd name="T38" fmla="*/ 32 w 64"/>
              <a:gd name="T39" fmla="*/ 65 h 65"/>
              <a:gd name="T40" fmla="*/ 55 w 64"/>
              <a:gd name="T41" fmla="*/ 56 h 65"/>
              <a:gd name="T42" fmla="*/ 64 w 64"/>
              <a:gd name="T43" fmla="*/ 33 h 65"/>
              <a:gd name="T44" fmla="*/ 55 w 64"/>
              <a:gd name="T45" fmla="*/ 10 h 65"/>
              <a:gd name="T46" fmla="*/ 32 w 64"/>
              <a:gd name="T47"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5">
                <a:moveTo>
                  <a:pt x="12" y="13"/>
                </a:moveTo>
                <a:cubicBezTo>
                  <a:pt x="17" y="7"/>
                  <a:pt x="25" y="4"/>
                  <a:pt x="32" y="4"/>
                </a:cubicBezTo>
                <a:cubicBezTo>
                  <a:pt x="39" y="4"/>
                  <a:pt x="46" y="7"/>
                  <a:pt x="52" y="13"/>
                </a:cubicBezTo>
                <a:cubicBezTo>
                  <a:pt x="58" y="18"/>
                  <a:pt x="60" y="25"/>
                  <a:pt x="60" y="33"/>
                </a:cubicBezTo>
                <a:cubicBezTo>
                  <a:pt x="60" y="40"/>
                  <a:pt x="58" y="47"/>
                  <a:pt x="52" y="53"/>
                </a:cubicBezTo>
                <a:cubicBezTo>
                  <a:pt x="46" y="58"/>
                  <a:pt x="39" y="61"/>
                  <a:pt x="32" y="61"/>
                </a:cubicBezTo>
                <a:cubicBezTo>
                  <a:pt x="25" y="61"/>
                  <a:pt x="17" y="58"/>
                  <a:pt x="12" y="53"/>
                </a:cubicBezTo>
                <a:cubicBezTo>
                  <a:pt x="6" y="47"/>
                  <a:pt x="4" y="40"/>
                  <a:pt x="4" y="33"/>
                </a:cubicBezTo>
                <a:cubicBezTo>
                  <a:pt x="4" y="25"/>
                  <a:pt x="6" y="18"/>
                  <a:pt x="12" y="13"/>
                </a:cubicBezTo>
                <a:cubicBezTo>
                  <a:pt x="12" y="13"/>
                  <a:pt x="12" y="13"/>
                  <a:pt x="12" y="13"/>
                </a:cubicBezTo>
                <a:moveTo>
                  <a:pt x="32" y="0"/>
                </a:moveTo>
                <a:cubicBezTo>
                  <a:pt x="32" y="0"/>
                  <a:pt x="32" y="0"/>
                  <a:pt x="32" y="0"/>
                </a:cubicBezTo>
                <a:cubicBezTo>
                  <a:pt x="24" y="0"/>
                  <a:pt x="15" y="4"/>
                  <a:pt x="9" y="10"/>
                </a:cubicBezTo>
                <a:cubicBezTo>
                  <a:pt x="9" y="10"/>
                  <a:pt x="9" y="10"/>
                  <a:pt x="9" y="10"/>
                </a:cubicBezTo>
                <a:cubicBezTo>
                  <a:pt x="4" y="15"/>
                  <a:pt x="1" y="21"/>
                  <a:pt x="0" y="28"/>
                </a:cubicBezTo>
                <a:cubicBezTo>
                  <a:pt x="0" y="30"/>
                  <a:pt x="0" y="31"/>
                  <a:pt x="0" y="32"/>
                </a:cubicBezTo>
                <a:cubicBezTo>
                  <a:pt x="0" y="32"/>
                  <a:pt x="0" y="33"/>
                  <a:pt x="0" y="33"/>
                </a:cubicBezTo>
                <a:cubicBezTo>
                  <a:pt x="0" y="41"/>
                  <a:pt x="3" y="49"/>
                  <a:pt x="9" y="56"/>
                </a:cubicBezTo>
                <a:cubicBezTo>
                  <a:pt x="15" y="62"/>
                  <a:pt x="24" y="65"/>
                  <a:pt x="32" y="65"/>
                </a:cubicBezTo>
                <a:cubicBezTo>
                  <a:pt x="32" y="65"/>
                  <a:pt x="32" y="65"/>
                  <a:pt x="32" y="65"/>
                </a:cubicBezTo>
                <a:cubicBezTo>
                  <a:pt x="40" y="65"/>
                  <a:pt x="49" y="62"/>
                  <a:pt x="55" y="56"/>
                </a:cubicBezTo>
                <a:cubicBezTo>
                  <a:pt x="61" y="49"/>
                  <a:pt x="64" y="41"/>
                  <a:pt x="64" y="33"/>
                </a:cubicBezTo>
                <a:cubicBezTo>
                  <a:pt x="64" y="24"/>
                  <a:pt x="61" y="16"/>
                  <a:pt x="55" y="10"/>
                </a:cubicBezTo>
                <a:cubicBezTo>
                  <a:pt x="49" y="4"/>
                  <a:pt x="40"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36" name="Freeform 792"/>
          <p:cNvSpPr>
            <a:spLocks/>
          </p:cNvSpPr>
          <p:nvPr/>
        </p:nvSpPr>
        <p:spPr bwMode="auto">
          <a:xfrm>
            <a:off x="15051906" y="1284290"/>
            <a:ext cx="169863" cy="153988"/>
          </a:xfrm>
          <a:custGeom>
            <a:avLst/>
            <a:gdLst>
              <a:gd name="T0" fmla="*/ 21 w 41"/>
              <a:gd name="T1" fmla="*/ 0 h 37"/>
              <a:gd name="T2" fmla="*/ 8 w 41"/>
              <a:gd name="T3" fmla="*/ 5 h 37"/>
              <a:gd name="T4" fmla="*/ 8 w 41"/>
              <a:gd name="T5" fmla="*/ 32 h 37"/>
              <a:gd name="T6" fmla="*/ 21 w 41"/>
              <a:gd name="T7" fmla="*/ 37 h 37"/>
              <a:gd name="T8" fmla="*/ 34 w 41"/>
              <a:gd name="T9" fmla="*/ 32 h 37"/>
              <a:gd name="T10" fmla="*/ 34 w 41"/>
              <a:gd name="T11" fmla="*/ 5 h 37"/>
              <a:gd name="T12" fmla="*/ 21 w 41"/>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41" h="37">
                <a:moveTo>
                  <a:pt x="21" y="0"/>
                </a:moveTo>
                <a:cubicBezTo>
                  <a:pt x="16" y="0"/>
                  <a:pt x="11" y="2"/>
                  <a:pt x="8" y="5"/>
                </a:cubicBezTo>
                <a:cubicBezTo>
                  <a:pt x="0" y="13"/>
                  <a:pt x="0" y="25"/>
                  <a:pt x="8" y="32"/>
                </a:cubicBezTo>
                <a:cubicBezTo>
                  <a:pt x="11" y="36"/>
                  <a:pt x="16" y="37"/>
                  <a:pt x="21" y="37"/>
                </a:cubicBezTo>
                <a:cubicBezTo>
                  <a:pt x="26" y="37"/>
                  <a:pt x="31" y="36"/>
                  <a:pt x="34" y="32"/>
                </a:cubicBezTo>
                <a:cubicBezTo>
                  <a:pt x="41" y="25"/>
                  <a:pt x="41" y="13"/>
                  <a:pt x="34" y="5"/>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37" name="Freeform 793"/>
          <p:cNvSpPr>
            <a:spLocks noEditPoints="1"/>
          </p:cNvSpPr>
          <p:nvPr/>
        </p:nvSpPr>
        <p:spPr bwMode="auto">
          <a:xfrm>
            <a:off x="11210155" y="-1439865"/>
            <a:ext cx="234950" cy="231775"/>
          </a:xfrm>
          <a:custGeom>
            <a:avLst/>
            <a:gdLst>
              <a:gd name="T0" fmla="*/ 29 w 57"/>
              <a:gd name="T1" fmla="*/ 47 h 56"/>
              <a:gd name="T2" fmla="*/ 16 w 57"/>
              <a:gd name="T3" fmla="*/ 41 h 56"/>
              <a:gd name="T4" fmla="*/ 16 w 57"/>
              <a:gd name="T5" fmla="*/ 15 h 56"/>
              <a:gd name="T6" fmla="*/ 29 w 57"/>
              <a:gd name="T7" fmla="*/ 9 h 56"/>
              <a:gd name="T8" fmla="*/ 42 w 57"/>
              <a:gd name="T9" fmla="*/ 15 h 56"/>
              <a:gd name="T10" fmla="*/ 42 w 57"/>
              <a:gd name="T11" fmla="*/ 41 h 56"/>
              <a:gd name="T12" fmla="*/ 29 w 57"/>
              <a:gd name="T13" fmla="*/ 47 h 56"/>
              <a:gd name="T14" fmla="*/ 29 w 57"/>
              <a:gd name="T15" fmla="*/ 0 h 56"/>
              <a:gd name="T16" fmla="*/ 9 w 57"/>
              <a:gd name="T17" fmla="*/ 8 h 56"/>
              <a:gd name="T18" fmla="*/ 9 w 57"/>
              <a:gd name="T19" fmla="*/ 8 h 56"/>
              <a:gd name="T20" fmla="*/ 0 w 57"/>
              <a:gd name="T21" fmla="*/ 28 h 56"/>
              <a:gd name="T22" fmla="*/ 9 w 57"/>
              <a:gd name="T23" fmla="*/ 48 h 56"/>
              <a:gd name="T24" fmla="*/ 29 w 57"/>
              <a:gd name="T25" fmla="*/ 56 h 56"/>
              <a:gd name="T26" fmla="*/ 49 w 57"/>
              <a:gd name="T27" fmla="*/ 48 h 56"/>
              <a:gd name="T28" fmla="*/ 57 w 57"/>
              <a:gd name="T29" fmla="*/ 28 h 56"/>
              <a:gd name="T30" fmla="*/ 49 w 57"/>
              <a:gd name="T31" fmla="*/ 8 h 56"/>
              <a:gd name="T32" fmla="*/ 29 w 57"/>
              <a:gd name="T3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 h="56">
                <a:moveTo>
                  <a:pt x="29" y="47"/>
                </a:moveTo>
                <a:cubicBezTo>
                  <a:pt x="24" y="47"/>
                  <a:pt x="19" y="45"/>
                  <a:pt x="16" y="41"/>
                </a:cubicBezTo>
                <a:cubicBezTo>
                  <a:pt x="8" y="34"/>
                  <a:pt x="8" y="22"/>
                  <a:pt x="16" y="15"/>
                </a:cubicBezTo>
                <a:cubicBezTo>
                  <a:pt x="19" y="11"/>
                  <a:pt x="24" y="9"/>
                  <a:pt x="29" y="9"/>
                </a:cubicBezTo>
                <a:cubicBezTo>
                  <a:pt x="34" y="9"/>
                  <a:pt x="38" y="11"/>
                  <a:pt x="42" y="15"/>
                </a:cubicBezTo>
                <a:cubicBezTo>
                  <a:pt x="49" y="22"/>
                  <a:pt x="49" y="34"/>
                  <a:pt x="42" y="41"/>
                </a:cubicBezTo>
                <a:cubicBezTo>
                  <a:pt x="38" y="45"/>
                  <a:pt x="34" y="47"/>
                  <a:pt x="29" y="47"/>
                </a:cubicBezTo>
                <a:moveTo>
                  <a:pt x="29" y="0"/>
                </a:moveTo>
                <a:cubicBezTo>
                  <a:pt x="21" y="0"/>
                  <a:pt x="14" y="2"/>
                  <a:pt x="9" y="8"/>
                </a:cubicBezTo>
                <a:cubicBezTo>
                  <a:pt x="9" y="8"/>
                  <a:pt x="9" y="8"/>
                  <a:pt x="9" y="8"/>
                </a:cubicBezTo>
                <a:cubicBezTo>
                  <a:pt x="3" y="13"/>
                  <a:pt x="0" y="21"/>
                  <a:pt x="0" y="28"/>
                </a:cubicBezTo>
                <a:cubicBezTo>
                  <a:pt x="0" y="35"/>
                  <a:pt x="3" y="42"/>
                  <a:pt x="9" y="48"/>
                </a:cubicBezTo>
                <a:cubicBezTo>
                  <a:pt x="14" y="54"/>
                  <a:pt x="21" y="56"/>
                  <a:pt x="29" y="56"/>
                </a:cubicBezTo>
                <a:cubicBezTo>
                  <a:pt x="36" y="56"/>
                  <a:pt x="43" y="54"/>
                  <a:pt x="49" y="48"/>
                </a:cubicBezTo>
                <a:cubicBezTo>
                  <a:pt x="54" y="42"/>
                  <a:pt x="57" y="35"/>
                  <a:pt x="57" y="28"/>
                </a:cubicBezTo>
                <a:cubicBezTo>
                  <a:pt x="57" y="21"/>
                  <a:pt x="54" y="13"/>
                  <a:pt x="49" y="8"/>
                </a:cubicBezTo>
                <a:cubicBezTo>
                  <a:pt x="43" y="2"/>
                  <a:pt x="36" y="0"/>
                  <a:pt x="29"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38" name="Freeform 794"/>
          <p:cNvSpPr>
            <a:spLocks noEditPoints="1"/>
          </p:cNvSpPr>
          <p:nvPr/>
        </p:nvSpPr>
        <p:spPr bwMode="auto">
          <a:xfrm>
            <a:off x="11192693" y="-1455740"/>
            <a:ext cx="269875" cy="265113"/>
          </a:xfrm>
          <a:custGeom>
            <a:avLst/>
            <a:gdLst>
              <a:gd name="T0" fmla="*/ 13 w 65"/>
              <a:gd name="T1" fmla="*/ 12 h 64"/>
              <a:gd name="T2" fmla="*/ 33 w 65"/>
              <a:gd name="T3" fmla="*/ 4 h 64"/>
              <a:gd name="T4" fmla="*/ 53 w 65"/>
              <a:gd name="T5" fmla="*/ 12 h 64"/>
              <a:gd name="T6" fmla="*/ 61 w 65"/>
              <a:gd name="T7" fmla="*/ 32 h 64"/>
              <a:gd name="T8" fmla="*/ 53 w 65"/>
              <a:gd name="T9" fmla="*/ 52 h 64"/>
              <a:gd name="T10" fmla="*/ 33 w 65"/>
              <a:gd name="T11" fmla="*/ 60 h 64"/>
              <a:gd name="T12" fmla="*/ 13 w 65"/>
              <a:gd name="T13" fmla="*/ 52 h 64"/>
              <a:gd name="T14" fmla="*/ 4 w 65"/>
              <a:gd name="T15" fmla="*/ 32 h 64"/>
              <a:gd name="T16" fmla="*/ 13 w 65"/>
              <a:gd name="T17" fmla="*/ 12 h 64"/>
              <a:gd name="T18" fmla="*/ 13 w 65"/>
              <a:gd name="T19" fmla="*/ 12 h 64"/>
              <a:gd name="T20" fmla="*/ 33 w 65"/>
              <a:gd name="T21" fmla="*/ 0 h 64"/>
              <a:gd name="T22" fmla="*/ 33 w 65"/>
              <a:gd name="T23" fmla="*/ 0 h 64"/>
              <a:gd name="T24" fmla="*/ 10 w 65"/>
              <a:gd name="T25" fmla="*/ 9 h 64"/>
              <a:gd name="T26" fmla="*/ 10 w 65"/>
              <a:gd name="T27" fmla="*/ 9 h 64"/>
              <a:gd name="T28" fmla="*/ 0 w 65"/>
              <a:gd name="T29" fmla="*/ 32 h 64"/>
              <a:gd name="T30" fmla="*/ 10 w 65"/>
              <a:gd name="T31" fmla="*/ 55 h 64"/>
              <a:gd name="T32" fmla="*/ 33 w 65"/>
              <a:gd name="T33" fmla="*/ 64 h 64"/>
              <a:gd name="T34" fmla="*/ 33 w 65"/>
              <a:gd name="T35" fmla="*/ 64 h 64"/>
              <a:gd name="T36" fmla="*/ 56 w 65"/>
              <a:gd name="T37" fmla="*/ 55 h 64"/>
              <a:gd name="T38" fmla="*/ 65 w 65"/>
              <a:gd name="T39" fmla="*/ 32 h 64"/>
              <a:gd name="T40" fmla="*/ 56 w 65"/>
              <a:gd name="T41" fmla="*/ 9 h 64"/>
              <a:gd name="T42" fmla="*/ 37 w 65"/>
              <a:gd name="T43" fmla="*/ 0 h 64"/>
              <a:gd name="T44" fmla="*/ 33 w 65"/>
              <a:gd name="T45" fmla="*/ 0 h 64"/>
              <a:gd name="T46" fmla="*/ 33 w 65"/>
              <a:gd name="T47"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64">
                <a:moveTo>
                  <a:pt x="13" y="12"/>
                </a:moveTo>
                <a:cubicBezTo>
                  <a:pt x="18" y="6"/>
                  <a:pt x="25" y="4"/>
                  <a:pt x="33" y="4"/>
                </a:cubicBezTo>
                <a:cubicBezTo>
                  <a:pt x="40" y="4"/>
                  <a:pt x="47" y="6"/>
                  <a:pt x="53" y="12"/>
                </a:cubicBezTo>
                <a:cubicBezTo>
                  <a:pt x="58" y="17"/>
                  <a:pt x="61" y="25"/>
                  <a:pt x="61" y="32"/>
                </a:cubicBezTo>
                <a:cubicBezTo>
                  <a:pt x="61" y="39"/>
                  <a:pt x="58" y="46"/>
                  <a:pt x="53" y="52"/>
                </a:cubicBezTo>
                <a:cubicBezTo>
                  <a:pt x="47" y="58"/>
                  <a:pt x="40" y="60"/>
                  <a:pt x="33" y="60"/>
                </a:cubicBezTo>
                <a:cubicBezTo>
                  <a:pt x="25" y="60"/>
                  <a:pt x="18" y="58"/>
                  <a:pt x="13" y="52"/>
                </a:cubicBezTo>
                <a:cubicBezTo>
                  <a:pt x="7" y="46"/>
                  <a:pt x="4" y="39"/>
                  <a:pt x="4" y="32"/>
                </a:cubicBezTo>
                <a:cubicBezTo>
                  <a:pt x="4" y="25"/>
                  <a:pt x="7" y="17"/>
                  <a:pt x="13" y="12"/>
                </a:cubicBezTo>
                <a:cubicBezTo>
                  <a:pt x="13" y="12"/>
                  <a:pt x="13" y="12"/>
                  <a:pt x="13" y="12"/>
                </a:cubicBezTo>
                <a:moveTo>
                  <a:pt x="33" y="0"/>
                </a:moveTo>
                <a:cubicBezTo>
                  <a:pt x="33" y="0"/>
                  <a:pt x="33" y="0"/>
                  <a:pt x="33" y="0"/>
                </a:cubicBezTo>
                <a:cubicBezTo>
                  <a:pt x="24" y="0"/>
                  <a:pt x="16" y="3"/>
                  <a:pt x="10" y="9"/>
                </a:cubicBezTo>
                <a:cubicBezTo>
                  <a:pt x="10" y="9"/>
                  <a:pt x="10" y="9"/>
                  <a:pt x="10" y="9"/>
                </a:cubicBezTo>
                <a:cubicBezTo>
                  <a:pt x="4" y="15"/>
                  <a:pt x="0" y="24"/>
                  <a:pt x="0" y="32"/>
                </a:cubicBezTo>
                <a:cubicBezTo>
                  <a:pt x="0" y="40"/>
                  <a:pt x="4" y="49"/>
                  <a:pt x="10" y="55"/>
                </a:cubicBezTo>
                <a:cubicBezTo>
                  <a:pt x="16" y="61"/>
                  <a:pt x="24" y="64"/>
                  <a:pt x="33" y="64"/>
                </a:cubicBezTo>
                <a:cubicBezTo>
                  <a:pt x="33" y="64"/>
                  <a:pt x="33" y="64"/>
                  <a:pt x="33" y="64"/>
                </a:cubicBezTo>
                <a:cubicBezTo>
                  <a:pt x="41" y="64"/>
                  <a:pt x="49" y="61"/>
                  <a:pt x="56" y="55"/>
                </a:cubicBezTo>
                <a:cubicBezTo>
                  <a:pt x="62" y="49"/>
                  <a:pt x="65" y="40"/>
                  <a:pt x="65" y="32"/>
                </a:cubicBezTo>
                <a:cubicBezTo>
                  <a:pt x="65" y="24"/>
                  <a:pt x="62" y="15"/>
                  <a:pt x="56" y="9"/>
                </a:cubicBezTo>
                <a:cubicBezTo>
                  <a:pt x="50" y="4"/>
                  <a:pt x="44" y="1"/>
                  <a:pt x="37" y="0"/>
                </a:cubicBezTo>
                <a:cubicBezTo>
                  <a:pt x="36" y="0"/>
                  <a:pt x="34" y="0"/>
                  <a:pt x="33" y="0"/>
                </a:cubicBezTo>
                <a:cubicBezTo>
                  <a:pt x="33" y="0"/>
                  <a:pt x="33" y="0"/>
                  <a:pt x="3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39" name="Freeform 795"/>
          <p:cNvSpPr>
            <a:spLocks/>
          </p:cNvSpPr>
          <p:nvPr/>
        </p:nvSpPr>
        <p:spPr bwMode="auto">
          <a:xfrm>
            <a:off x="11241905" y="-1401765"/>
            <a:ext cx="169863" cy="157163"/>
          </a:xfrm>
          <a:custGeom>
            <a:avLst/>
            <a:gdLst>
              <a:gd name="T0" fmla="*/ 21 w 41"/>
              <a:gd name="T1" fmla="*/ 0 h 38"/>
              <a:gd name="T2" fmla="*/ 8 w 41"/>
              <a:gd name="T3" fmla="*/ 6 h 38"/>
              <a:gd name="T4" fmla="*/ 8 w 41"/>
              <a:gd name="T5" fmla="*/ 32 h 38"/>
              <a:gd name="T6" fmla="*/ 21 w 41"/>
              <a:gd name="T7" fmla="*/ 38 h 38"/>
              <a:gd name="T8" fmla="*/ 34 w 41"/>
              <a:gd name="T9" fmla="*/ 32 h 38"/>
              <a:gd name="T10" fmla="*/ 34 w 41"/>
              <a:gd name="T11" fmla="*/ 6 h 38"/>
              <a:gd name="T12" fmla="*/ 21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1" y="0"/>
                </a:moveTo>
                <a:cubicBezTo>
                  <a:pt x="16" y="0"/>
                  <a:pt x="11" y="2"/>
                  <a:pt x="8" y="6"/>
                </a:cubicBezTo>
                <a:cubicBezTo>
                  <a:pt x="0" y="13"/>
                  <a:pt x="0" y="25"/>
                  <a:pt x="8" y="32"/>
                </a:cubicBezTo>
                <a:cubicBezTo>
                  <a:pt x="11" y="36"/>
                  <a:pt x="16" y="38"/>
                  <a:pt x="21" y="38"/>
                </a:cubicBezTo>
                <a:cubicBezTo>
                  <a:pt x="26" y="38"/>
                  <a:pt x="30" y="36"/>
                  <a:pt x="34" y="32"/>
                </a:cubicBezTo>
                <a:cubicBezTo>
                  <a:pt x="41" y="25"/>
                  <a:pt x="41" y="13"/>
                  <a:pt x="34" y="6"/>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40" name="Freeform 796"/>
          <p:cNvSpPr>
            <a:spLocks noEditPoints="1"/>
          </p:cNvSpPr>
          <p:nvPr/>
        </p:nvSpPr>
        <p:spPr bwMode="auto">
          <a:xfrm>
            <a:off x="11022830" y="363540"/>
            <a:ext cx="236538" cy="236538"/>
          </a:xfrm>
          <a:custGeom>
            <a:avLst/>
            <a:gdLst>
              <a:gd name="T0" fmla="*/ 28 w 57"/>
              <a:gd name="T1" fmla="*/ 47 h 57"/>
              <a:gd name="T2" fmla="*/ 15 w 57"/>
              <a:gd name="T3" fmla="*/ 42 h 57"/>
              <a:gd name="T4" fmla="*/ 15 w 57"/>
              <a:gd name="T5" fmla="*/ 15 h 57"/>
              <a:gd name="T6" fmla="*/ 28 w 57"/>
              <a:gd name="T7" fmla="*/ 10 h 57"/>
              <a:gd name="T8" fmla="*/ 42 w 57"/>
              <a:gd name="T9" fmla="*/ 15 h 57"/>
              <a:gd name="T10" fmla="*/ 42 w 57"/>
              <a:gd name="T11" fmla="*/ 42 h 57"/>
              <a:gd name="T12" fmla="*/ 28 w 57"/>
              <a:gd name="T13" fmla="*/ 47 h 57"/>
              <a:gd name="T14" fmla="*/ 28 w 57"/>
              <a:gd name="T15" fmla="*/ 0 h 57"/>
              <a:gd name="T16" fmla="*/ 8 w 57"/>
              <a:gd name="T17" fmla="*/ 9 h 57"/>
              <a:gd name="T18" fmla="*/ 7 w 57"/>
              <a:gd name="T19" fmla="*/ 7 h 57"/>
              <a:gd name="T20" fmla="*/ 8 w 57"/>
              <a:gd name="T21" fmla="*/ 9 h 57"/>
              <a:gd name="T22" fmla="*/ 0 w 57"/>
              <a:gd name="T23" fmla="*/ 29 h 57"/>
              <a:gd name="T24" fmla="*/ 8 w 57"/>
              <a:gd name="T25" fmla="*/ 49 h 57"/>
              <a:gd name="T26" fmla="*/ 28 w 57"/>
              <a:gd name="T27" fmla="*/ 57 h 57"/>
              <a:gd name="T28" fmla="*/ 49 w 57"/>
              <a:gd name="T29" fmla="*/ 49 h 57"/>
              <a:gd name="T30" fmla="*/ 57 w 57"/>
              <a:gd name="T31" fmla="*/ 29 h 57"/>
              <a:gd name="T32" fmla="*/ 49 w 57"/>
              <a:gd name="T33" fmla="*/ 9 h 57"/>
              <a:gd name="T34" fmla="*/ 28 w 57"/>
              <a:gd name="T35"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57">
                <a:moveTo>
                  <a:pt x="28" y="47"/>
                </a:moveTo>
                <a:cubicBezTo>
                  <a:pt x="24" y="47"/>
                  <a:pt x="19" y="45"/>
                  <a:pt x="15" y="42"/>
                </a:cubicBezTo>
                <a:cubicBezTo>
                  <a:pt x="8" y="34"/>
                  <a:pt x="8" y="23"/>
                  <a:pt x="15" y="15"/>
                </a:cubicBezTo>
                <a:cubicBezTo>
                  <a:pt x="19" y="12"/>
                  <a:pt x="24" y="10"/>
                  <a:pt x="28" y="10"/>
                </a:cubicBezTo>
                <a:cubicBezTo>
                  <a:pt x="33" y="10"/>
                  <a:pt x="38" y="12"/>
                  <a:pt x="42" y="15"/>
                </a:cubicBezTo>
                <a:cubicBezTo>
                  <a:pt x="49" y="23"/>
                  <a:pt x="49" y="34"/>
                  <a:pt x="42" y="42"/>
                </a:cubicBezTo>
                <a:cubicBezTo>
                  <a:pt x="38" y="45"/>
                  <a:pt x="33" y="47"/>
                  <a:pt x="28" y="47"/>
                </a:cubicBezTo>
                <a:moveTo>
                  <a:pt x="28" y="0"/>
                </a:moveTo>
                <a:cubicBezTo>
                  <a:pt x="21" y="0"/>
                  <a:pt x="14" y="3"/>
                  <a:pt x="8" y="9"/>
                </a:cubicBezTo>
                <a:cubicBezTo>
                  <a:pt x="7" y="7"/>
                  <a:pt x="7" y="7"/>
                  <a:pt x="7" y="7"/>
                </a:cubicBezTo>
                <a:cubicBezTo>
                  <a:pt x="8" y="9"/>
                  <a:pt x="8" y="9"/>
                  <a:pt x="8" y="9"/>
                </a:cubicBezTo>
                <a:cubicBezTo>
                  <a:pt x="3" y="14"/>
                  <a:pt x="0" y="21"/>
                  <a:pt x="0" y="29"/>
                </a:cubicBezTo>
                <a:cubicBezTo>
                  <a:pt x="0" y="36"/>
                  <a:pt x="3" y="43"/>
                  <a:pt x="8" y="49"/>
                </a:cubicBezTo>
                <a:cubicBezTo>
                  <a:pt x="14" y="54"/>
                  <a:pt x="21" y="57"/>
                  <a:pt x="28" y="57"/>
                </a:cubicBezTo>
                <a:cubicBezTo>
                  <a:pt x="36" y="57"/>
                  <a:pt x="43" y="54"/>
                  <a:pt x="49" y="49"/>
                </a:cubicBezTo>
                <a:cubicBezTo>
                  <a:pt x="54" y="43"/>
                  <a:pt x="57" y="36"/>
                  <a:pt x="57" y="29"/>
                </a:cubicBezTo>
                <a:cubicBezTo>
                  <a:pt x="57" y="21"/>
                  <a:pt x="54" y="14"/>
                  <a:pt x="49" y="9"/>
                </a:cubicBezTo>
                <a:cubicBezTo>
                  <a:pt x="43" y="3"/>
                  <a:pt x="36"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41" name="Freeform 797"/>
          <p:cNvSpPr>
            <a:spLocks noEditPoints="1"/>
          </p:cNvSpPr>
          <p:nvPr/>
        </p:nvSpPr>
        <p:spPr bwMode="auto">
          <a:xfrm>
            <a:off x="11006955" y="347663"/>
            <a:ext cx="268288" cy="269876"/>
          </a:xfrm>
          <a:custGeom>
            <a:avLst/>
            <a:gdLst>
              <a:gd name="T0" fmla="*/ 12 w 65"/>
              <a:gd name="T1" fmla="*/ 13 h 65"/>
              <a:gd name="T2" fmla="*/ 32 w 65"/>
              <a:gd name="T3" fmla="*/ 4 h 65"/>
              <a:gd name="T4" fmla="*/ 53 w 65"/>
              <a:gd name="T5" fmla="*/ 13 h 65"/>
              <a:gd name="T6" fmla="*/ 61 w 65"/>
              <a:gd name="T7" fmla="*/ 33 h 65"/>
              <a:gd name="T8" fmla="*/ 53 w 65"/>
              <a:gd name="T9" fmla="*/ 53 h 65"/>
              <a:gd name="T10" fmla="*/ 32 w 65"/>
              <a:gd name="T11" fmla="*/ 61 h 65"/>
              <a:gd name="T12" fmla="*/ 12 w 65"/>
              <a:gd name="T13" fmla="*/ 53 h 65"/>
              <a:gd name="T14" fmla="*/ 4 w 65"/>
              <a:gd name="T15" fmla="*/ 33 h 65"/>
              <a:gd name="T16" fmla="*/ 12 w 65"/>
              <a:gd name="T17" fmla="*/ 13 h 65"/>
              <a:gd name="T18" fmla="*/ 11 w 65"/>
              <a:gd name="T19" fmla="*/ 11 h 65"/>
              <a:gd name="T20" fmla="*/ 12 w 65"/>
              <a:gd name="T21" fmla="*/ 13 h 65"/>
              <a:gd name="T22" fmla="*/ 32 w 65"/>
              <a:gd name="T23" fmla="*/ 0 h 65"/>
              <a:gd name="T24" fmla="*/ 32 w 65"/>
              <a:gd name="T25" fmla="*/ 0 h 65"/>
              <a:gd name="T26" fmla="*/ 10 w 65"/>
              <a:gd name="T27" fmla="*/ 10 h 65"/>
              <a:gd name="T28" fmla="*/ 10 w 65"/>
              <a:gd name="T29" fmla="*/ 10 h 65"/>
              <a:gd name="T30" fmla="*/ 7 w 65"/>
              <a:gd name="T31" fmla="*/ 13 h 65"/>
              <a:gd name="T32" fmla="*/ 5 w 65"/>
              <a:gd name="T33" fmla="*/ 16 h 65"/>
              <a:gd name="T34" fmla="*/ 0 w 65"/>
              <a:gd name="T35" fmla="*/ 33 h 65"/>
              <a:gd name="T36" fmla="*/ 10 w 65"/>
              <a:gd name="T37" fmla="*/ 55 h 65"/>
              <a:gd name="T38" fmla="*/ 32 w 65"/>
              <a:gd name="T39" fmla="*/ 65 h 65"/>
              <a:gd name="T40" fmla="*/ 32 w 65"/>
              <a:gd name="T41" fmla="*/ 65 h 65"/>
              <a:gd name="T42" fmla="*/ 55 w 65"/>
              <a:gd name="T43" fmla="*/ 55 h 65"/>
              <a:gd name="T44" fmla="*/ 65 w 65"/>
              <a:gd name="T45" fmla="*/ 33 h 65"/>
              <a:gd name="T46" fmla="*/ 55 w 65"/>
              <a:gd name="T47" fmla="*/ 10 h 65"/>
              <a:gd name="T48" fmla="*/ 32 w 65"/>
              <a:gd name="T4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5" h="65">
                <a:moveTo>
                  <a:pt x="12" y="13"/>
                </a:moveTo>
                <a:cubicBezTo>
                  <a:pt x="18" y="7"/>
                  <a:pt x="25" y="4"/>
                  <a:pt x="32" y="4"/>
                </a:cubicBezTo>
                <a:cubicBezTo>
                  <a:pt x="40" y="4"/>
                  <a:pt x="47" y="7"/>
                  <a:pt x="53" y="13"/>
                </a:cubicBezTo>
                <a:cubicBezTo>
                  <a:pt x="58" y="18"/>
                  <a:pt x="61" y="25"/>
                  <a:pt x="61" y="33"/>
                </a:cubicBezTo>
                <a:cubicBezTo>
                  <a:pt x="61" y="40"/>
                  <a:pt x="58" y="47"/>
                  <a:pt x="53" y="53"/>
                </a:cubicBezTo>
                <a:cubicBezTo>
                  <a:pt x="47" y="58"/>
                  <a:pt x="40" y="61"/>
                  <a:pt x="32" y="61"/>
                </a:cubicBezTo>
                <a:cubicBezTo>
                  <a:pt x="25" y="61"/>
                  <a:pt x="18" y="58"/>
                  <a:pt x="12" y="53"/>
                </a:cubicBezTo>
                <a:cubicBezTo>
                  <a:pt x="7" y="47"/>
                  <a:pt x="4" y="40"/>
                  <a:pt x="4" y="33"/>
                </a:cubicBezTo>
                <a:cubicBezTo>
                  <a:pt x="4" y="25"/>
                  <a:pt x="7" y="18"/>
                  <a:pt x="12" y="13"/>
                </a:cubicBezTo>
                <a:cubicBezTo>
                  <a:pt x="11" y="11"/>
                  <a:pt x="11" y="11"/>
                  <a:pt x="11" y="11"/>
                </a:cubicBezTo>
                <a:cubicBezTo>
                  <a:pt x="12" y="13"/>
                  <a:pt x="12" y="13"/>
                  <a:pt x="12" y="13"/>
                </a:cubicBezTo>
                <a:moveTo>
                  <a:pt x="32" y="0"/>
                </a:moveTo>
                <a:cubicBezTo>
                  <a:pt x="32" y="0"/>
                  <a:pt x="32" y="0"/>
                  <a:pt x="32" y="0"/>
                </a:cubicBezTo>
                <a:cubicBezTo>
                  <a:pt x="24" y="0"/>
                  <a:pt x="16" y="3"/>
                  <a:pt x="10" y="10"/>
                </a:cubicBezTo>
                <a:cubicBezTo>
                  <a:pt x="10" y="10"/>
                  <a:pt x="10" y="10"/>
                  <a:pt x="10" y="10"/>
                </a:cubicBezTo>
                <a:cubicBezTo>
                  <a:pt x="9" y="11"/>
                  <a:pt x="8" y="12"/>
                  <a:pt x="7" y="13"/>
                </a:cubicBezTo>
                <a:cubicBezTo>
                  <a:pt x="6" y="14"/>
                  <a:pt x="5" y="15"/>
                  <a:pt x="5" y="16"/>
                </a:cubicBezTo>
                <a:cubicBezTo>
                  <a:pt x="2" y="21"/>
                  <a:pt x="0" y="27"/>
                  <a:pt x="0" y="33"/>
                </a:cubicBezTo>
                <a:cubicBezTo>
                  <a:pt x="0" y="41"/>
                  <a:pt x="3" y="49"/>
                  <a:pt x="10" y="55"/>
                </a:cubicBezTo>
                <a:cubicBezTo>
                  <a:pt x="16" y="62"/>
                  <a:pt x="24" y="65"/>
                  <a:pt x="32" y="65"/>
                </a:cubicBezTo>
                <a:cubicBezTo>
                  <a:pt x="32" y="65"/>
                  <a:pt x="32" y="65"/>
                  <a:pt x="32" y="65"/>
                </a:cubicBezTo>
                <a:cubicBezTo>
                  <a:pt x="41" y="65"/>
                  <a:pt x="49" y="62"/>
                  <a:pt x="55" y="55"/>
                </a:cubicBezTo>
                <a:cubicBezTo>
                  <a:pt x="62" y="49"/>
                  <a:pt x="65" y="41"/>
                  <a:pt x="65" y="33"/>
                </a:cubicBezTo>
                <a:cubicBezTo>
                  <a:pt x="65" y="24"/>
                  <a:pt x="62" y="16"/>
                  <a:pt x="55" y="10"/>
                </a:cubicBezTo>
                <a:cubicBezTo>
                  <a:pt x="49" y="3"/>
                  <a:pt x="41"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42" name="Freeform 798"/>
          <p:cNvSpPr>
            <a:spLocks/>
          </p:cNvSpPr>
          <p:nvPr/>
        </p:nvSpPr>
        <p:spPr bwMode="auto">
          <a:xfrm>
            <a:off x="11056169" y="404815"/>
            <a:ext cx="169863" cy="153988"/>
          </a:xfrm>
          <a:custGeom>
            <a:avLst/>
            <a:gdLst>
              <a:gd name="T0" fmla="*/ 20 w 41"/>
              <a:gd name="T1" fmla="*/ 0 h 37"/>
              <a:gd name="T2" fmla="*/ 7 w 41"/>
              <a:gd name="T3" fmla="*/ 5 h 37"/>
              <a:gd name="T4" fmla="*/ 7 w 41"/>
              <a:gd name="T5" fmla="*/ 32 h 37"/>
              <a:gd name="T6" fmla="*/ 20 w 41"/>
              <a:gd name="T7" fmla="*/ 37 h 37"/>
              <a:gd name="T8" fmla="*/ 34 w 41"/>
              <a:gd name="T9" fmla="*/ 32 h 37"/>
              <a:gd name="T10" fmla="*/ 34 w 41"/>
              <a:gd name="T11" fmla="*/ 5 h 37"/>
              <a:gd name="T12" fmla="*/ 20 w 41"/>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41" h="37">
                <a:moveTo>
                  <a:pt x="20" y="0"/>
                </a:moveTo>
                <a:cubicBezTo>
                  <a:pt x="16" y="0"/>
                  <a:pt x="11" y="2"/>
                  <a:pt x="7" y="5"/>
                </a:cubicBezTo>
                <a:cubicBezTo>
                  <a:pt x="0" y="13"/>
                  <a:pt x="0" y="24"/>
                  <a:pt x="7" y="32"/>
                </a:cubicBezTo>
                <a:cubicBezTo>
                  <a:pt x="11" y="35"/>
                  <a:pt x="16" y="37"/>
                  <a:pt x="20" y="37"/>
                </a:cubicBezTo>
                <a:cubicBezTo>
                  <a:pt x="25" y="37"/>
                  <a:pt x="30" y="35"/>
                  <a:pt x="34" y="32"/>
                </a:cubicBezTo>
                <a:cubicBezTo>
                  <a:pt x="41" y="24"/>
                  <a:pt x="41" y="13"/>
                  <a:pt x="34" y="5"/>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43" name="Freeform 799"/>
          <p:cNvSpPr>
            <a:spLocks/>
          </p:cNvSpPr>
          <p:nvPr/>
        </p:nvSpPr>
        <p:spPr bwMode="auto">
          <a:xfrm>
            <a:off x="9571858" y="227016"/>
            <a:ext cx="136525" cy="136525"/>
          </a:xfrm>
          <a:custGeom>
            <a:avLst/>
            <a:gdLst>
              <a:gd name="T0" fmla="*/ 16 w 33"/>
              <a:gd name="T1" fmla="*/ 0 h 33"/>
              <a:gd name="T2" fmla="*/ 5 w 33"/>
              <a:gd name="T3" fmla="*/ 5 h 33"/>
              <a:gd name="T4" fmla="*/ 5 w 33"/>
              <a:gd name="T5" fmla="*/ 5 h 33"/>
              <a:gd name="T6" fmla="*/ 0 w 33"/>
              <a:gd name="T7" fmla="*/ 16 h 33"/>
              <a:gd name="T8" fmla="*/ 5 w 33"/>
              <a:gd name="T9" fmla="*/ 28 h 33"/>
              <a:gd name="T10" fmla="*/ 16 w 33"/>
              <a:gd name="T11" fmla="*/ 33 h 33"/>
              <a:gd name="T12" fmla="*/ 28 w 33"/>
              <a:gd name="T13" fmla="*/ 28 h 33"/>
              <a:gd name="T14" fmla="*/ 33 w 33"/>
              <a:gd name="T15" fmla="*/ 16 h 33"/>
              <a:gd name="T16" fmla="*/ 28 w 33"/>
              <a:gd name="T17" fmla="*/ 5 h 33"/>
              <a:gd name="T18" fmla="*/ 16 w 33"/>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3">
                <a:moveTo>
                  <a:pt x="16" y="0"/>
                </a:moveTo>
                <a:cubicBezTo>
                  <a:pt x="12" y="0"/>
                  <a:pt x="8" y="1"/>
                  <a:pt x="5" y="5"/>
                </a:cubicBezTo>
                <a:cubicBezTo>
                  <a:pt x="5" y="5"/>
                  <a:pt x="5" y="5"/>
                  <a:pt x="5" y="5"/>
                </a:cubicBezTo>
                <a:cubicBezTo>
                  <a:pt x="1" y="8"/>
                  <a:pt x="0" y="12"/>
                  <a:pt x="0" y="16"/>
                </a:cubicBezTo>
                <a:cubicBezTo>
                  <a:pt x="0" y="21"/>
                  <a:pt x="1" y="25"/>
                  <a:pt x="5" y="28"/>
                </a:cubicBezTo>
                <a:cubicBezTo>
                  <a:pt x="8" y="31"/>
                  <a:pt x="12" y="33"/>
                  <a:pt x="16" y="33"/>
                </a:cubicBezTo>
                <a:cubicBezTo>
                  <a:pt x="21" y="33"/>
                  <a:pt x="25" y="31"/>
                  <a:pt x="28" y="28"/>
                </a:cubicBezTo>
                <a:cubicBezTo>
                  <a:pt x="31" y="25"/>
                  <a:pt x="33" y="21"/>
                  <a:pt x="33" y="16"/>
                </a:cubicBezTo>
                <a:cubicBezTo>
                  <a:pt x="33" y="12"/>
                  <a:pt x="31" y="8"/>
                  <a:pt x="28" y="5"/>
                </a:cubicBezTo>
                <a:cubicBezTo>
                  <a:pt x="25" y="1"/>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44" name="Freeform 800"/>
          <p:cNvSpPr>
            <a:spLocks noEditPoints="1"/>
          </p:cNvSpPr>
          <p:nvPr/>
        </p:nvSpPr>
        <p:spPr bwMode="auto">
          <a:xfrm>
            <a:off x="9555983" y="211141"/>
            <a:ext cx="169863" cy="169863"/>
          </a:xfrm>
          <a:custGeom>
            <a:avLst/>
            <a:gdLst>
              <a:gd name="T0" fmla="*/ 9 w 41"/>
              <a:gd name="T1" fmla="*/ 9 h 41"/>
              <a:gd name="T2" fmla="*/ 20 w 41"/>
              <a:gd name="T3" fmla="*/ 4 h 41"/>
              <a:gd name="T4" fmla="*/ 32 w 41"/>
              <a:gd name="T5" fmla="*/ 9 h 41"/>
              <a:gd name="T6" fmla="*/ 37 w 41"/>
              <a:gd name="T7" fmla="*/ 20 h 41"/>
              <a:gd name="T8" fmla="*/ 32 w 41"/>
              <a:gd name="T9" fmla="*/ 32 h 41"/>
              <a:gd name="T10" fmla="*/ 20 w 41"/>
              <a:gd name="T11" fmla="*/ 37 h 41"/>
              <a:gd name="T12" fmla="*/ 9 w 41"/>
              <a:gd name="T13" fmla="*/ 32 h 41"/>
              <a:gd name="T14" fmla="*/ 4 w 41"/>
              <a:gd name="T15" fmla="*/ 20 h 41"/>
              <a:gd name="T16" fmla="*/ 9 w 41"/>
              <a:gd name="T17" fmla="*/ 9 h 41"/>
              <a:gd name="T18" fmla="*/ 9 w 41"/>
              <a:gd name="T19" fmla="*/ 9 h 41"/>
              <a:gd name="T20" fmla="*/ 20 w 41"/>
              <a:gd name="T21" fmla="*/ 0 h 41"/>
              <a:gd name="T22" fmla="*/ 20 w 41"/>
              <a:gd name="T23" fmla="*/ 0 h 41"/>
              <a:gd name="T24" fmla="*/ 6 w 41"/>
              <a:gd name="T25" fmla="*/ 6 h 41"/>
              <a:gd name="T26" fmla="*/ 6 w 41"/>
              <a:gd name="T27" fmla="*/ 6 h 41"/>
              <a:gd name="T28" fmla="*/ 0 w 41"/>
              <a:gd name="T29" fmla="*/ 20 h 41"/>
              <a:gd name="T30" fmla="*/ 6 w 41"/>
              <a:gd name="T31" fmla="*/ 35 h 41"/>
              <a:gd name="T32" fmla="*/ 20 w 41"/>
              <a:gd name="T33" fmla="*/ 41 h 41"/>
              <a:gd name="T34" fmla="*/ 20 w 41"/>
              <a:gd name="T35" fmla="*/ 41 h 41"/>
              <a:gd name="T36" fmla="*/ 35 w 41"/>
              <a:gd name="T37" fmla="*/ 35 h 41"/>
              <a:gd name="T38" fmla="*/ 41 w 41"/>
              <a:gd name="T39" fmla="*/ 20 h 41"/>
              <a:gd name="T40" fmla="*/ 36 w 41"/>
              <a:gd name="T41" fmla="*/ 7 h 41"/>
              <a:gd name="T42" fmla="*/ 35 w 41"/>
              <a:gd name="T43" fmla="*/ 6 h 41"/>
              <a:gd name="T44" fmla="*/ 33 w 41"/>
              <a:gd name="T45" fmla="*/ 4 h 41"/>
              <a:gd name="T46" fmla="*/ 20 w 41"/>
              <a:gd name="T4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41">
                <a:moveTo>
                  <a:pt x="9" y="9"/>
                </a:moveTo>
                <a:cubicBezTo>
                  <a:pt x="12" y="5"/>
                  <a:pt x="16" y="4"/>
                  <a:pt x="20" y="4"/>
                </a:cubicBezTo>
                <a:cubicBezTo>
                  <a:pt x="25" y="4"/>
                  <a:pt x="29" y="5"/>
                  <a:pt x="32" y="9"/>
                </a:cubicBezTo>
                <a:cubicBezTo>
                  <a:pt x="35" y="12"/>
                  <a:pt x="37" y="16"/>
                  <a:pt x="37" y="20"/>
                </a:cubicBezTo>
                <a:cubicBezTo>
                  <a:pt x="37" y="25"/>
                  <a:pt x="35" y="29"/>
                  <a:pt x="32" y="32"/>
                </a:cubicBezTo>
                <a:cubicBezTo>
                  <a:pt x="29" y="35"/>
                  <a:pt x="25" y="37"/>
                  <a:pt x="20" y="37"/>
                </a:cubicBezTo>
                <a:cubicBezTo>
                  <a:pt x="16" y="37"/>
                  <a:pt x="12" y="35"/>
                  <a:pt x="9" y="32"/>
                </a:cubicBezTo>
                <a:cubicBezTo>
                  <a:pt x="5" y="29"/>
                  <a:pt x="4" y="25"/>
                  <a:pt x="4" y="20"/>
                </a:cubicBezTo>
                <a:cubicBezTo>
                  <a:pt x="4" y="16"/>
                  <a:pt x="5" y="12"/>
                  <a:pt x="9" y="9"/>
                </a:cubicBezTo>
                <a:cubicBezTo>
                  <a:pt x="9" y="9"/>
                  <a:pt x="9" y="9"/>
                  <a:pt x="9" y="9"/>
                </a:cubicBezTo>
                <a:moveTo>
                  <a:pt x="20" y="0"/>
                </a:moveTo>
                <a:cubicBezTo>
                  <a:pt x="20" y="0"/>
                  <a:pt x="20" y="0"/>
                  <a:pt x="20" y="0"/>
                </a:cubicBezTo>
                <a:cubicBezTo>
                  <a:pt x="15" y="0"/>
                  <a:pt x="10" y="2"/>
                  <a:pt x="6" y="6"/>
                </a:cubicBezTo>
                <a:cubicBezTo>
                  <a:pt x="6" y="6"/>
                  <a:pt x="6" y="6"/>
                  <a:pt x="6" y="6"/>
                </a:cubicBezTo>
                <a:cubicBezTo>
                  <a:pt x="2" y="10"/>
                  <a:pt x="0" y="15"/>
                  <a:pt x="0" y="20"/>
                </a:cubicBezTo>
                <a:cubicBezTo>
                  <a:pt x="0" y="26"/>
                  <a:pt x="2" y="31"/>
                  <a:pt x="6" y="35"/>
                </a:cubicBezTo>
                <a:cubicBezTo>
                  <a:pt x="10" y="39"/>
                  <a:pt x="15" y="41"/>
                  <a:pt x="20" y="41"/>
                </a:cubicBezTo>
                <a:cubicBezTo>
                  <a:pt x="20" y="41"/>
                  <a:pt x="20" y="41"/>
                  <a:pt x="20" y="41"/>
                </a:cubicBezTo>
                <a:cubicBezTo>
                  <a:pt x="26" y="41"/>
                  <a:pt x="31" y="39"/>
                  <a:pt x="35" y="35"/>
                </a:cubicBezTo>
                <a:cubicBezTo>
                  <a:pt x="39" y="31"/>
                  <a:pt x="41" y="26"/>
                  <a:pt x="41" y="20"/>
                </a:cubicBezTo>
                <a:cubicBezTo>
                  <a:pt x="41" y="15"/>
                  <a:pt x="39" y="11"/>
                  <a:pt x="36" y="7"/>
                </a:cubicBezTo>
                <a:cubicBezTo>
                  <a:pt x="36" y="6"/>
                  <a:pt x="35" y="6"/>
                  <a:pt x="35" y="6"/>
                </a:cubicBezTo>
                <a:cubicBezTo>
                  <a:pt x="34" y="5"/>
                  <a:pt x="34" y="4"/>
                  <a:pt x="33" y="4"/>
                </a:cubicBezTo>
                <a:cubicBezTo>
                  <a:pt x="29" y="1"/>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45" name="Freeform 801"/>
          <p:cNvSpPr>
            <a:spLocks/>
          </p:cNvSpPr>
          <p:nvPr/>
        </p:nvSpPr>
        <p:spPr bwMode="auto">
          <a:xfrm>
            <a:off x="9803630" y="458789"/>
            <a:ext cx="141288" cy="141288"/>
          </a:xfrm>
          <a:custGeom>
            <a:avLst/>
            <a:gdLst>
              <a:gd name="T0" fmla="*/ 17 w 34"/>
              <a:gd name="T1" fmla="*/ 0 h 34"/>
              <a:gd name="T2" fmla="*/ 5 w 34"/>
              <a:gd name="T3" fmla="*/ 5 h 34"/>
              <a:gd name="T4" fmla="*/ 4 w 34"/>
              <a:gd name="T5" fmla="*/ 4 h 34"/>
              <a:gd name="T6" fmla="*/ 5 w 34"/>
              <a:gd name="T7" fmla="*/ 5 h 34"/>
              <a:gd name="T8" fmla="*/ 0 w 34"/>
              <a:gd name="T9" fmla="*/ 17 h 34"/>
              <a:gd name="T10" fmla="*/ 5 w 34"/>
              <a:gd name="T11" fmla="*/ 29 h 34"/>
              <a:gd name="T12" fmla="*/ 17 w 34"/>
              <a:gd name="T13" fmla="*/ 34 h 34"/>
              <a:gd name="T14" fmla="*/ 29 w 34"/>
              <a:gd name="T15" fmla="*/ 29 h 34"/>
              <a:gd name="T16" fmla="*/ 34 w 34"/>
              <a:gd name="T17" fmla="*/ 17 h 34"/>
              <a:gd name="T18" fmla="*/ 29 w 34"/>
              <a:gd name="T19" fmla="*/ 5 h 34"/>
              <a:gd name="T20" fmla="*/ 17 w 34"/>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 h="34">
                <a:moveTo>
                  <a:pt x="17" y="0"/>
                </a:moveTo>
                <a:cubicBezTo>
                  <a:pt x="13" y="0"/>
                  <a:pt x="8" y="2"/>
                  <a:pt x="5" y="5"/>
                </a:cubicBezTo>
                <a:cubicBezTo>
                  <a:pt x="4" y="4"/>
                  <a:pt x="4" y="4"/>
                  <a:pt x="4" y="4"/>
                </a:cubicBezTo>
                <a:cubicBezTo>
                  <a:pt x="5" y="5"/>
                  <a:pt x="5" y="5"/>
                  <a:pt x="5" y="5"/>
                </a:cubicBezTo>
                <a:cubicBezTo>
                  <a:pt x="2" y="8"/>
                  <a:pt x="0" y="13"/>
                  <a:pt x="0" y="17"/>
                </a:cubicBezTo>
                <a:cubicBezTo>
                  <a:pt x="0" y="21"/>
                  <a:pt x="2" y="25"/>
                  <a:pt x="5" y="29"/>
                </a:cubicBezTo>
                <a:cubicBezTo>
                  <a:pt x="8" y="32"/>
                  <a:pt x="13" y="34"/>
                  <a:pt x="17" y="34"/>
                </a:cubicBezTo>
                <a:cubicBezTo>
                  <a:pt x="21" y="34"/>
                  <a:pt x="26" y="32"/>
                  <a:pt x="29" y="29"/>
                </a:cubicBezTo>
                <a:cubicBezTo>
                  <a:pt x="32" y="25"/>
                  <a:pt x="34" y="21"/>
                  <a:pt x="34" y="17"/>
                </a:cubicBezTo>
                <a:cubicBezTo>
                  <a:pt x="34" y="13"/>
                  <a:pt x="32" y="8"/>
                  <a:pt x="29" y="5"/>
                </a:cubicBezTo>
                <a:cubicBezTo>
                  <a:pt x="26"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46" name="Freeform 802"/>
          <p:cNvSpPr>
            <a:spLocks noEditPoints="1"/>
          </p:cNvSpPr>
          <p:nvPr/>
        </p:nvSpPr>
        <p:spPr bwMode="auto">
          <a:xfrm>
            <a:off x="9787758" y="442916"/>
            <a:ext cx="174625" cy="174625"/>
          </a:xfrm>
          <a:custGeom>
            <a:avLst/>
            <a:gdLst>
              <a:gd name="T0" fmla="*/ 9 w 42"/>
              <a:gd name="T1" fmla="*/ 9 h 42"/>
              <a:gd name="T2" fmla="*/ 21 w 42"/>
              <a:gd name="T3" fmla="*/ 4 h 42"/>
              <a:gd name="T4" fmla="*/ 33 w 42"/>
              <a:gd name="T5" fmla="*/ 9 h 42"/>
              <a:gd name="T6" fmla="*/ 38 w 42"/>
              <a:gd name="T7" fmla="*/ 21 h 42"/>
              <a:gd name="T8" fmla="*/ 33 w 42"/>
              <a:gd name="T9" fmla="*/ 33 h 42"/>
              <a:gd name="T10" fmla="*/ 21 w 42"/>
              <a:gd name="T11" fmla="*/ 38 h 42"/>
              <a:gd name="T12" fmla="*/ 9 w 42"/>
              <a:gd name="T13" fmla="*/ 33 h 42"/>
              <a:gd name="T14" fmla="*/ 4 w 42"/>
              <a:gd name="T15" fmla="*/ 21 h 42"/>
              <a:gd name="T16" fmla="*/ 9 w 42"/>
              <a:gd name="T17" fmla="*/ 9 h 42"/>
              <a:gd name="T18" fmla="*/ 8 w 42"/>
              <a:gd name="T19" fmla="*/ 8 h 42"/>
              <a:gd name="T20" fmla="*/ 9 w 42"/>
              <a:gd name="T21" fmla="*/ 9 h 42"/>
              <a:gd name="T22" fmla="*/ 21 w 42"/>
              <a:gd name="T23" fmla="*/ 0 h 42"/>
              <a:gd name="T24" fmla="*/ 21 w 42"/>
              <a:gd name="T25" fmla="*/ 0 h 42"/>
              <a:gd name="T26" fmla="*/ 6 w 42"/>
              <a:gd name="T27" fmla="*/ 6 h 42"/>
              <a:gd name="T28" fmla="*/ 6 w 42"/>
              <a:gd name="T29" fmla="*/ 6 h 42"/>
              <a:gd name="T30" fmla="*/ 0 w 42"/>
              <a:gd name="T31" fmla="*/ 21 h 42"/>
              <a:gd name="T32" fmla="*/ 6 w 42"/>
              <a:gd name="T33" fmla="*/ 35 h 42"/>
              <a:gd name="T34" fmla="*/ 21 w 42"/>
              <a:gd name="T35" fmla="*/ 42 h 42"/>
              <a:gd name="T36" fmla="*/ 21 w 42"/>
              <a:gd name="T37" fmla="*/ 42 h 42"/>
              <a:gd name="T38" fmla="*/ 36 w 42"/>
              <a:gd name="T39" fmla="*/ 35 h 42"/>
              <a:gd name="T40" fmla="*/ 42 w 42"/>
              <a:gd name="T41" fmla="*/ 24 h 42"/>
              <a:gd name="T42" fmla="*/ 42 w 42"/>
              <a:gd name="T43" fmla="*/ 21 h 42"/>
              <a:gd name="T44" fmla="*/ 42 w 42"/>
              <a:gd name="T45" fmla="*/ 20 h 42"/>
              <a:gd name="T46" fmla="*/ 36 w 42"/>
              <a:gd name="T47" fmla="*/ 6 h 42"/>
              <a:gd name="T48" fmla="*/ 21 w 42"/>
              <a:gd name="T4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42">
                <a:moveTo>
                  <a:pt x="9" y="9"/>
                </a:moveTo>
                <a:cubicBezTo>
                  <a:pt x="12" y="6"/>
                  <a:pt x="17" y="4"/>
                  <a:pt x="21" y="4"/>
                </a:cubicBezTo>
                <a:cubicBezTo>
                  <a:pt x="25" y="4"/>
                  <a:pt x="30" y="6"/>
                  <a:pt x="33" y="9"/>
                </a:cubicBezTo>
                <a:cubicBezTo>
                  <a:pt x="36" y="12"/>
                  <a:pt x="38" y="17"/>
                  <a:pt x="38" y="21"/>
                </a:cubicBezTo>
                <a:cubicBezTo>
                  <a:pt x="38" y="25"/>
                  <a:pt x="36" y="29"/>
                  <a:pt x="33" y="33"/>
                </a:cubicBezTo>
                <a:cubicBezTo>
                  <a:pt x="30" y="36"/>
                  <a:pt x="25" y="38"/>
                  <a:pt x="21" y="38"/>
                </a:cubicBezTo>
                <a:cubicBezTo>
                  <a:pt x="17" y="38"/>
                  <a:pt x="12" y="36"/>
                  <a:pt x="9" y="33"/>
                </a:cubicBezTo>
                <a:cubicBezTo>
                  <a:pt x="6" y="29"/>
                  <a:pt x="4" y="25"/>
                  <a:pt x="4" y="21"/>
                </a:cubicBezTo>
                <a:cubicBezTo>
                  <a:pt x="4" y="17"/>
                  <a:pt x="6" y="12"/>
                  <a:pt x="9" y="9"/>
                </a:cubicBezTo>
                <a:cubicBezTo>
                  <a:pt x="8" y="8"/>
                  <a:pt x="8" y="8"/>
                  <a:pt x="8" y="8"/>
                </a:cubicBezTo>
                <a:cubicBezTo>
                  <a:pt x="9" y="9"/>
                  <a:pt x="9" y="9"/>
                  <a:pt x="9" y="9"/>
                </a:cubicBezTo>
                <a:moveTo>
                  <a:pt x="21" y="0"/>
                </a:moveTo>
                <a:cubicBezTo>
                  <a:pt x="21" y="0"/>
                  <a:pt x="21" y="0"/>
                  <a:pt x="21" y="0"/>
                </a:cubicBezTo>
                <a:cubicBezTo>
                  <a:pt x="16" y="0"/>
                  <a:pt x="10" y="2"/>
                  <a:pt x="6" y="6"/>
                </a:cubicBezTo>
                <a:cubicBezTo>
                  <a:pt x="6" y="6"/>
                  <a:pt x="6" y="6"/>
                  <a:pt x="6" y="6"/>
                </a:cubicBezTo>
                <a:cubicBezTo>
                  <a:pt x="2" y="10"/>
                  <a:pt x="0" y="16"/>
                  <a:pt x="0" y="21"/>
                </a:cubicBezTo>
                <a:cubicBezTo>
                  <a:pt x="0" y="26"/>
                  <a:pt x="2" y="31"/>
                  <a:pt x="6" y="35"/>
                </a:cubicBezTo>
                <a:cubicBezTo>
                  <a:pt x="10" y="40"/>
                  <a:pt x="16" y="42"/>
                  <a:pt x="21" y="42"/>
                </a:cubicBezTo>
                <a:cubicBezTo>
                  <a:pt x="21" y="42"/>
                  <a:pt x="21" y="42"/>
                  <a:pt x="21" y="42"/>
                </a:cubicBezTo>
                <a:cubicBezTo>
                  <a:pt x="26" y="42"/>
                  <a:pt x="32" y="40"/>
                  <a:pt x="36" y="35"/>
                </a:cubicBezTo>
                <a:cubicBezTo>
                  <a:pt x="39" y="32"/>
                  <a:pt x="41" y="28"/>
                  <a:pt x="42" y="24"/>
                </a:cubicBezTo>
                <a:cubicBezTo>
                  <a:pt x="42" y="23"/>
                  <a:pt x="42" y="22"/>
                  <a:pt x="42" y="21"/>
                </a:cubicBezTo>
                <a:cubicBezTo>
                  <a:pt x="42" y="20"/>
                  <a:pt x="42" y="20"/>
                  <a:pt x="42" y="20"/>
                </a:cubicBezTo>
                <a:cubicBezTo>
                  <a:pt x="41" y="15"/>
                  <a:pt x="39" y="10"/>
                  <a:pt x="36" y="6"/>
                </a:cubicBezTo>
                <a:cubicBezTo>
                  <a:pt x="32"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47" name="Freeform 803"/>
          <p:cNvSpPr>
            <a:spLocks/>
          </p:cNvSpPr>
          <p:nvPr/>
        </p:nvSpPr>
        <p:spPr bwMode="auto">
          <a:xfrm>
            <a:off x="11035530" y="-22225"/>
            <a:ext cx="141288" cy="141288"/>
          </a:xfrm>
          <a:custGeom>
            <a:avLst/>
            <a:gdLst>
              <a:gd name="T0" fmla="*/ 17 w 34"/>
              <a:gd name="T1" fmla="*/ 0 h 34"/>
              <a:gd name="T2" fmla="*/ 5 w 34"/>
              <a:gd name="T3" fmla="*/ 5 h 34"/>
              <a:gd name="T4" fmla="*/ 5 w 34"/>
              <a:gd name="T5" fmla="*/ 5 h 34"/>
              <a:gd name="T6" fmla="*/ 0 w 34"/>
              <a:gd name="T7" fmla="*/ 17 h 34"/>
              <a:gd name="T8" fmla="*/ 5 w 34"/>
              <a:gd name="T9" fmla="*/ 29 h 34"/>
              <a:gd name="T10" fmla="*/ 17 w 34"/>
              <a:gd name="T11" fmla="*/ 34 h 34"/>
              <a:gd name="T12" fmla="*/ 29 w 34"/>
              <a:gd name="T13" fmla="*/ 29 h 34"/>
              <a:gd name="T14" fmla="*/ 34 w 34"/>
              <a:gd name="T15" fmla="*/ 17 h 34"/>
              <a:gd name="T16" fmla="*/ 29 w 34"/>
              <a:gd name="T17" fmla="*/ 5 h 34"/>
              <a:gd name="T18" fmla="*/ 17 w 34"/>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34">
                <a:moveTo>
                  <a:pt x="17" y="0"/>
                </a:moveTo>
                <a:cubicBezTo>
                  <a:pt x="13" y="0"/>
                  <a:pt x="8" y="2"/>
                  <a:pt x="5" y="5"/>
                </a:cubicBezTo>
                <a:cubicBezTo>
                  <a:pt x="5" y="5"/>
                  <a:pt x="5" y="5"/>
                  <a:pt x="5" y="5"/>
                </a:cubicBezTo>
                <a:cubicBezTo>
                  <a:pt x="2" y="8"/>
                  <a:pt x="0" y="13"/>
                  <a:pt x="0" y="17"/>
                </a:cubicBezTo>
                <a:cubicBezTo>
                  <a:pt x="0" y="21"/>
                  <a:pt x="2" y="25"/>
                  <a:pt x="5" y="29"/>
                </a:cubicBezTo>
                <a:cubicBezTo>
                  <a:pt x="8" y="32"/>
                  <a:pt x="13" y="34"/>
                  <a:pt x="17" y="34"/>
                </a:cubicBezTo>
                <a:cubicBezTo>
                  <a:pt x="21" y="34"/>
                  <a:pt x="26" y="32"/>
                  <a:pt x="29" y="29"/>
                </a:cubicBezTo>
                <a:cubicBezTo>
                  <a:pt x="32" y="25"/>
                  <a:pt x="34" y="21"/>
                  <a:pt x="34" y="17"/>
                </a:cubicBezTo>
                <a:cubicBezTo>
                  <a:pt x="34" y="13"/>
                  <a:pt x="32" y="8"/>
                  <a:pt x="29" y="5"/>
                </a:cubicBezTo>
                <a:cubicBezTo>
                  <a:pt x="26"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48" name="Freeform 804"/>
          <p:cNvSpPr>
            <a:spLocks noEditPoints="1"/>
          </p:cNvSpPr>
          <p:nvPr/>
        </p:nvSpPr>
        <p:spPr bwMode="auto">
          <a:xfrm>
            <a:off x="11018068" y="-38099"/>
            <a:ext cx="174625" cy="174625"/>
          </a:xfrm>
          <a:custGeom>
            <a:avLst/>
            <a:gdLst>
              <a:gd name="T0" fmla="*/ 9 w 42"/>
              <a:gd name="T1" fmla="*/ 9 h 42"/>
              <a:gd name="T2" fmla="*/ 21 w 42"/>
              <a:gd name="T3" fmla="*/ 4 h 42"/>
              <a:gd name="T4" fmla="*/ 33 w 42"/>
              <a:gd name="T5" fmla="*/ 9 h 42"/>
              <a:gd name="T6" fmla="*/ 38 w 42"/>
              <a:gd name="T7" fmla="*/ 21 h 42"/>
              <a:gd name="T8" fmla="*/ 33 w 42"/>
              <a:gd name="T9" fmla="*/ 33 h 42"/>
              <a:gd name="T10" fmla="*/ 21 w 42"/>
              <a:gd name="T11" fmla="*/ 38 h 42"/>
              <a:gd name="T12" fmla="*/ 9 w 42"/>
              <a:gd name="T13" fmla="*/ 33 h 42"/>
              <a:gd name="T14" fmla="*/ 4 w 42"/>
              <a:gd name="T15" fmla="*/ 21 h 42"/>
              <a:gd name="T16" fmla="*/ 9 w 42"/>
              <a:gd name="T17" fmla="*/ 9 h 42"/>
              <a:gd name="T18" fmla="*/ 9 w 42"/>
              <a:gd name="T19" fmla="*/ 9 h 42"/>
              <a:gd name="T20" fmla="*/ 21 w 42"/>
              <a:gd name="T21" fmla="*/ 0 h 42"/>
              <a:gd name="T22" fmla="*/ 21 w 42"/>
              <a:gd name="T23" fmla="*/ 0 h 42"/>
              <a:gd name="T24" fmla="*/ 9 w 42"/>
              <a:gd name="T25" fmla="*/ 4 h 42"/>
              <a:gd name="T26" fmla="*/ 6 w 42"/>
              <a:gd name="T27" fmla="*/ 6 h 42"/>
              <a:gd name="T28" fmla="*/ 6 w 42"/>
              <a:gd name="T29" fmla="*/ 6 h 42"/>
              <a:gd name="T30" fmla="*/ 6 w 42"/>
              <a:gd name="T31" fmla="*/ 6 h 42"/>
              <a:gd name="T32" fmla="*/ 0 w 42"/>
              <a:gd name="T33" fmla="*/ 21 h 42"/>
              <a:gd name="T34" fmla="*/ 6 w 42"/>
              <a:gd name="T35" fmla="*/ 36 h 42"/>
              <a:gd name="T36" fmla="*/ 21 w 42"/>
              <a:gd name="T37" fmla="*/ 42 h 42"/>
              <a:gd name="T38" fmla="*/ 21 w 42"/>
              <a:gd name="T39" fmla="*/ 42 h 42"/>
              <a:gd name="T40" fmla="*/ 36 w 42"/>
              <a:gd name="T41" fmla="*/ 36 h 42"/>
              <a:gd name="T42" fmla="*/ 42 w 42"/>
              <a:gd name="T43" fmla="*/ 21 h 42"/>
              <a:gd name="T44" fmla="*/ 36 w 42"/>
              <a:gd name="T45" fmla="*/ 6 h 42"/>
              <a:gd name="T46" fmla="*/ 21 w 42"/>
              <a:gd name="T4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2" h="42">
                <a:moveTo>
                  <a:pt x="9" y="9"/>
                </a:moveTo>
                <a:cubicBezTo>
                  <a:pt x="12" y="6"/>
                  <a:pt x="17" y="4"/>
                  <a:pt x="21" y="4"/>
                </a:cubicBezTo>
                <a:cubicBezTo>
                  <a:pt x="25" y="4"/>
                  <a:pt x="30" y="6"/>
                  <a:pt x="33" y="9"/>
                </a:cubicBezTo>
                <a:cubicBezTo>
                  <a:pt x="36" y="12"/>
                  <a:pt x="38" y="17"/>
                  <a:pt x="38" y="21"/>
                </a:cubicBezTo>
                <a:cubicBezTo>
                  <a:pt x="38" y="25"/>
                  <a:pt x="36" y="29"/>
                  <a:pt x="33" y="33"/>
                </a:cubicBezTo>
                <a:cubicBezTo>
                  <a:pt x="30" y="36"/>
                  <a:pt x="25" y="38"/>
                  <a:pt x="21" y="38"/>
                </a:cubicBezTo>
                <a:cubicBezTo>
                  <a:pt x="17" y="38"/>
                  <a:pt x="12" y="36"/>
                  <a:pt x="9" y="33"/>
                </a:cubicBezTo>
                <a:cubicBezTo>
                  <a:pt x="6" y="29"/>
                  <a:pt x="4" y="25"/>
                  <a:pt x="4" y="21"/>
                </a:cubicBezTo>
                <a:cubicBezTo>
                  <a:pt x="4" y="17"/>
                  <a:pt x="6" y="12"/>
                  <a:pt x="9" y="9"/>
                </a:cubicBezTo>
                <a:cubicBezTo>
                  <a:pt x="9" y="9"/>
                  <a:pt x="9" y="9"/>
                  <a:pt x="9" y="9"/>
                </a:cubicBezTo>
                <a:moveTo>
                  <a:pt x="21" y="0"/>
                </a:moveTo>
                <a:cubicBezTo>
                  <a:pt x="21" y="0"/>
                  <a:pt x="21" y="0"/>
                  <a:pt x="21" y="0"/>
                </a:cubicBezTo>
                <a:cubicBezTo>
                  <a:pt x="17" y="0"/>
                  <a:pt x="13" y="1"/>
                  <a:pt x="9" y="4"/>
                </a:cubicBezTo>
                <a:cubicBezTo>
                  <a:pt x="8" y="4"/>
                  <a:pt x="7" y="5"/>
                  <a:pt x="6" y="6"/>
                </a:cubicBezTo>
                <a:cubicBezTo>
                  <a:pt x="6" y="6"/>
                  <a:pt x="6" y="6"/>
                  <a:pt x="6" y="6"/>
                </a:cubicBezTo>
                <a:cubicBezTo>
                  <a:pt x="6" y="6"/>
                  <a:pt x="6" y="6"/>
                  <a:pt x="6" y="6"/>
                </a:cubicBezTo>
                <a:cubicBezTo>
                  <a:pt x="2" y="10"/>
                  <a:pt x="0" y="16"/>
                  <a:pt x="0" y="21"/>
                </a:cubicBezTo>
                <a:cubicBezTo>
                  <a:pt x="0" y="26"/>
                  <a:pt x="2" y="31"/>
                  <a:pt x="6" y="36"/>
                </a:cubicBezTo>
                <a:cubicBezTo>
                  <a:pt x="10" y="40"/>
                  <a:pt x="16" y="42"/>
                  <a:pt x="21" y="42"/>
                </a:cubicBezTo>
                <a:cubicBezTo>
                  <a:pt x="21" y="42"/>
                  <a:pt x="21" y="42"/>
                  <a:pt x="21" y="42"/>
                </a:cubicBezTo>
                <a:cubicBezTo>
                  <a:pt x="26" y="42"/>
                  <a:pt x="32" y="40"/>
                  <a:pt x="36" y="36"/>
                </a:cubicBezTo>
                <a:cubicBezTo>
                  <a:pt x="40" y="31"/>
                  <a:pt x="42" y="26"/>
                  <a:pt x="42" y="21"/>
                </a:cubicBezTo>
                <a:cubicBezTo>
                  <a:pt x="42" y="16"/>
                  <a:pt x="40" y="10"/>
                  <a:pt x="36" y="6"/>
                </a:cubicBezTo>
                <a:cubicBezTo>
                  <a:pt x="32"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49" name="Freeform 805"/>
          <p:cNvSpPr>
            <a:spLocks/>
          </p:cNvSpPr>
          <p:nvPr/>
        </p:nvSpPr>
        <p:spPr bwMode="auto">
          <a:xfrm>
            <a:off x="10168758" y="119063"/>
            <a:ext cx="136525" cy="141288"/>
          </a:xfrm>
          <a:custGeom>
            <a:avLst/>
            <a:gdLst>
              <a:gd name="T0" fmla="*/ 17 w 33"/>
              <a:gd name="T1" fmla="*/ 0 h 34"/>
              <a:gd name="T2" fmla="*/ 5 w 33"/>
              <a:gd name="T3" fmla="*/ 5 h 34"/>
              <a:gd name="T4" fmla="*/ 5 w 33"/>
              <a:gd name="T5" fmla="*/ 5 h 34"/>
              <a:gd name="T6" fmla="*/ 0 w 33"/>
              <a:gd name="T7" fmla="*/ 17 h 34"/>
              <a:gd name="T8" fmla="*/ 5 w 33"/>
              <a:gd name="T9" fmla="*/ 29 h 34"/>
              <a:gd name="T10" fmla="*/ 17 w 33"/>
              <a:gd name="T11" fmla="*/ 34 h 34"/>
              <a:gd name="T12" fmla="*/ 28 w 33"/>
              <a:gd name="T13" fmla="*/ 29 h 34"/>
              <a:gd name="T14" fmla="*/ 33 w 33"/>
              <a:gd name="T15" fmla="*/ 17 h 34"/>
              <a:gd name="T16" fmla="*/ 28 w 33"/>
              <a:gd name="T17" fmla="*/ 5 h 34"/>
              <a:gd name="T18" fmla="*/ 17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17" y="0"/>
                </a:moveTo>
                <a:cubicBezTo>
                  <a:pt x="12" y="0"/>
                  <a:pt x="8" y="2"/>
                  <a:pt x="5" y="5"/>
                </a:cubicBezTo>
                <a:cubicBezTo>
                  <a:pt x="5" y="5"/>
                  <a:pt x="5" y="5"/>
                  <a:pt x="5" y="5"/>
                </a:cubicBezTo>
                <a:cubicBezTo>
                  <a:pt x="2" y="8"/>
                  <a:pt x="0" y="13"/>
                  <a:pt x="0" y="17"/>
                </a:cubicBezTo>
                <a:cubicBezTo>
                  <a:pt x="0" y="21"/>
                  <a:pt x="2" y="25"/>
                  <a:pt x="5" y="29"/>
                </a:cubicBezTo>
                <a:cubicBezTo>
                  <a:pt x="8" y="32"/>
                  <a:pt x="12" y="33"/>
                  <a:pt x="17" y="34"/>
                </a:cubicBezTo>
                <a:cubicBezTo>
                  <a:pt x="21" y="33"/>
                  <a:pt x="25" y="32"/>
                  <a:pt x="28" y="29"/>
                </a:cubicBezTo>
                <a:cubicBezTo>
                  <a:pt x="32" y="25"/>
                  <a:pt x="33" y="21"/>
                  <a:pt x="33" y="17"/>
                </a:cubicBezTo>
                <a:cubicBezTo>
                  <a:pt x="33" y="13"/>
                  <a:pt x="32" y="8"/>
                  <a:pt x="28"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50" name="Freeform 806"/>
          <p:cNvSpPr>
            <a:spLocks noEditPoints="1"/>
          </p:cNvSpPr>
          <p:nvPr/>
        </p:nvSpPr>
        <p:spPr bwMode="auto">
          <a:xfrm>
            <a:off x="10152883" y="103188"/>
            <a:ext cx="169863" cy="173038"/>
          </a:xfrm>
          <a:custGeom>
            <a:avLst/>
            <a:gdLst>
              <a:gd name="T0" fmla="*/ 9 w 41"/>
              <a:gd name="T1" fmla="*/ 9 h 42"/>
              <a:gd name="T2" fmla="*/ 21 w 41"/>
              <a:gd name="T3" fmla="*/ 4 h 42"/>
              <a:gd name="T4" fmla="*/ 32 w 41"/>
              <a:gd name="T5" fmla="*/ 9 h 42"/>
              <a:gd name="T6" fmla="*/ 37 w 41"/>
              <a:gd name="T7" fmla="*/ 21 h 42"/>
              <a:gd name="T8" fmla="*/ 32 w 41"/>
              <a:gd name="T9" fmla="*/ 33 h 42"/>
              <a:gd name="T10" fmla="*/ 21 w 41"/>
              <a:gd name="T11" fmla="*/ 38 h 42"/>
              <a:gd name="T12" fmla="*/ 9 w 41"/>
              <a:gd name="T13" fmla="*/ 33 h 42"/>
              <a:gd name="T14" fmla="*/ 4 w 41"/>
              <a:gd name="T15" fmla="*/ 21 h 42"/>
              <a:gd name="T16" fmla="*/ 9 w 41"/>
              <a:gd name="T17" fmla="*/ 9 h 42"/>
              <a:gd name="T18" fmla="*/ 9 w 41"/>
              <a:gd name="T19" fmla="*/ 9 h 42"/>
              <a:gd name="T20" fmla="*/ 21 w 41"/>
              <a:gd name="T21" fmla="*/ 0 h 42"/>
              <a:gd name="T22" fmla="*/ 21 w 41"/>
              <a:gd name="T23" fmla="*/ 0 h 42"/>
              <a:gd name="T24" fmla="*/ 6 w 41"/>
              <a:gd name="T25" fmla="*/ 6 h 42"/>
              <a:gd name="T26" fmla="*/ 6 w 41"/>
              <a:gd name="T27" fmla="*/ 6 h 42"/>
              <a:gd name="T28" fmla="*/ 6 w 41"/>
              <a:gd name="T29" fmla="*/ 6 h 42"/>
              <a:gd name="T30" fmla="*/ 6 w 41"/>
              <a:gd name="T31" fmla="*/ 6 h 42"/>
              <a:gd name="T32" fmla="*/ 6 w 41"/>
              <a:gd name="T33" fmla="*/ 6 h 42"/>
              <a:gd name="T34" fmla="*/ 0 w 41"/>
              <a:gd name="T35" fmla="*/ 21 h 42"/>
              <a:gd name="T36" fmla="*/ 6 w 41"/>
              <a:gd name="T37" fmla="*/ 35 h 42"/>
              <a:gd name="T38" fmla="*/ 21 w 41"/>
              <a:gd name="T39" fmla="*/ 42 h 42"/>
              <a:gd name="T40" fmla="*/ 21 w 41"/>
              <a:gd name="T41" fmla="*/ 42 h 42"/>
              <a:gd name="T42" fmla="*/ 35 w 41"/>
              <a:gd name="T43" fmla="*/ 35 h 42"/>
              <a:gd name="T44" fmla="*/ 41 w 41"/>
              <a:gd name="T45" fmla="*/ 21 h 42"/>
              <a:gd name="T46" fmla="*/ 35 w 41"/>
              <a:gd name="T47" fmla="*/ 6 h 42"/>
              <a:gd name="T48" fmla="*/ 26 w 41"/>
              <a:gd name="T49" fmla="*/ 1 h 42"/>
              <a:gd name="T50" fmla="*/ 22 w 41"/>
              <a:gd name="T51" fmla="*/ 0 h 42"/>
              <a:gd name="T52" fmla="*/ 21 w 41"/>
              <a:gd name="T5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2">
                <a:moveTo>
                  <a:pt x="9" y="9"/>
                </a:moveTo>
                <a:cubicBezTo>
                  <a:pt x="12" y="6"/>
                  <a:pt x="16" y="4"/>
                  <a:pt x="21" y="4"/>
                </a:cubicBezTo>
                <a:cubicBezTo>
                  <a:pt x="25" y="4"/>
                  <a:pt x="29" y="6"/>
                  <a:pt x="32" y="9"/>
                </a:cubicBezTo>
                <a:cubicBezTo>
                  <a:pt x="36" y="12"/>
                  <a:pt x="37" y="17"/>
                  <a:pt x="37" y="21"/>
                </a:cubicBezTo>
                <a:cubicBezTo>
                  <a:pt x="37" y="25"/>
                  <a:pt x="36" y="29"/>
                  <a:pt x="32" y="33"/>
                </a:cubicBezTo>
                <a:cubicBezTo>
                  <a:pt x="29" y="36"/>
                  <a:pt x="25" y="37"/>
                  <a:pt x="21" y="38"/>
                </a:cubicBezTo>
                <a:cubicBezTo>
                  <a:pt x="16" y="37"/>
                  <a:pt x="12" y="36"/>
                  <a:pt x="9" y="33"/>
                </a:cubicBezTo>
                <a:cubicBezTo>
                  <a:pt x="6" y="29"/>
                  <a:pt x="4" y="25"/>
                  <a:pt x="4" y="21"/>
                </a:cubicBezTo>
                <a:cubicBezTo>
                  <a:pt x="4" y="17"/>
                  <a:pt x="6" y="12"/>
                  <a:pt x="9" y="9"/>
                </a:cubicBezTo>
                <a:cubicBezTo>
                  <a:pt x="9" y="9"/>
                  <a:pt x="9" y="9"/>
                  <a:pt x="9" y="9"/>
                </a:cubicBezTo>
                <a:moveTo>
                  <a:pt x="21" y="0"/>
                </a:moveTo>
                <a:cubicBezTo>
                  <a:pt x="21" y="0"/>
                  <a:pt x="21" y="0"/>
                  <a:pt x="21" y="0"/>
                </a:cubicBezTo>
                <a:cubicBezTo>
                  <a:pt x="15" y="0"/>
                  <a:pt x="10" y="2"/>
                  <a:pt x="6" y="6"/>
                </a:cubicBezTo>
                <a:cubicBezTo>
                  <a:pt x="6" y="6"/>
                  <a:pt x="6" y="6"/>
                  <a:pt x="6" y="6"/>
                </a:cubicBezTo>
                <a:cubicBezTo>
                  <a:pt x="6" y="6"/>
                  <a:pt x="6" y="6"/>
                  <a:pt x="6" y="6"/>
                </a:cubicBezTo>
                <a:cubicBezTo>
                  <a:pt x="6" y="6"/>
                  <a:pt x="6" y="6"/>
                  <a:pt x="6" y="6"/>
                </a:cubicBezTo>
                <a:cubicBezTo>
                  <a:pt x="6" y="6"/>
                  <a:pt x="6" y="6"/>
                  <a:pt x="6" y="6"/>
                </a:cubicBezTo>
                <a:cubicBezTo>
                  <a:pt x="2" y="10"/>
                  <a:pt x="0" y="16"/>
                  <a:pt x="0" y="21"/>
                </a:cubicBezTo>
                <a:cubicBezTo>
                  <a:pt x="0" y="26"/>
                  <a:pt x="2" y="31"/>
                  <a:pt x="6" y="35"/>
                </a:cubicBezTo>
                <a:cubicBezTo>
                  <a:pt x="10" y="39"/>
                  <a:pt x="15" y="42"/>
                  <a:pt x="21" y="42"/>
                </a:cubicBezTo>
                <a:cubicBezTo>
                  <a:pt x="21" y="42"/>
                  <a:pt x="21" y="42"/>
                  <a:pt x="21" y="42"/>
                </a:cubicBezTo>
                <a:cubicBezTo>
                  <a:pt x="26" y="42"/>
                  <a:pt x="31" y="39"/>
                  <a:pt x="35" y="35"/>
                </a:cubicBezTo>
                <a:cubicBezTo>
                  <a:pt x="39" y="31"/>
                  <a:pt x="41" y="26"/>
                  <a:pt x="41" y="21"/>
                </a:cubicBezTo>
                <a:cubicBezTo>
                  <a:pt x="41" y="16"/>
                  <a:pt x="39" y="10"/>
                  <a:pt x="35" y="6"/>
                </a:cubicBezTo>
                <a:cubicBezTo>
                  <a:pt x="33" y="4"/>
                  <a:pt x="29" y="2"/>
                  <a:pt x="26" y="1"/>
                </a:cubicBezTo>
                <a:cubicBezTo>
                  <a:pt x="25" y="1"/>
                  <a:pt x="23" y="0"/>
                  <a:pt x="22" y="0"/>
                </a:cubicBezTo>
                <a:cubicBezTo>
                  <a:pt x="22" y="0"/>
                  <a:pt x="21"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51" name="Freeform 807"/>
          <p:cNvSpPr>
            <a:spLocks/>
          </p:cNvSpPr>
          <p:nvPr/>
        </p:nvSpPr>
        <p:spPr bwMode="auto">
          <a:xfrm>
            <a:off x="9911580" y="-1522415"/>
            <a:ext cx="136525" cy="141288"/>
          </a:xfrm>
          <a:custGeom>
            <a:avLst/>
            <a:gdLst>
              <a:gd name="T0" fmla="*/ 16 w 33"/>
              <a:gd name="T1" fmla="*/ 0 h 34"/>
              <a:gd name="T2" fmla="*/ 5 w 33"/>
              <a:gd name="T3" fmla="*/ 5 h 34"/>
              <a:gd name="T4" fmla="*/ 3 w 33"/>
              <a:gd name="T5" fmla="*/ 4 h 34"/>
              <a:gd name="T6" fmla="*/ 5 w 33"/>
              <a:gd name="T7" fmla="*/ 5 h 34"/>
              <a:gd name="T8" fmla="*/ 0 w 33"/>
              <a:gd name="T9" fmla="*/ 17 h 34"/>
              <a:gd name="T10" fmla="*/ 5 w 33"/>
              <a:gd name="T11" fmla="*/ 29 h 34"/>
              <a:gd name="T12" fmla="*/ 16 w 33"/>
              <a:gd name="T13" fmla="*/ 34 h 34"/>
              <a:gd name="T14" fmla="*/ 28 w 33"/>
              <a:gd name="T15" fmla="*/ 29 h 34"/>
              <a:gd name="T16" fmla="*/ 33 w 33"/>
              <a:gd name="T17" fmla="*/ 17 h 34"/>
              <a:gd name="T18" fmla="*/ 28 w 33"/>
              <a:gd name="T19" fmla="*/ 5 h 34"/>
              <a:gd name="T20" fmla="*/ 16 w 33"/>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34">
                <a:moveTo>
                  <a:pt x="16" y="0"/>
                </a:moveTo>
                <a:cubicBezTo>
                  <a:pt x="12" y="0"/>
                  <a:pt x="8" y="2"/>
                  <a:pt x="5" y="5"/>
                </a:cubicBezTo>
                <a:cubicBezTo>
                  <a:pt x="3" y="4"/>
                  <a:pt x="3" y="4"/>
                  <a:pt x="3" y="4"/>
                </a:cubicBezTo>
                <a:cubicBezTo>
                  <a:pt x="5" y="5"/>
                  <a:pt x="5" y="5"/>
                  <a:pt x="5" y="5"/>
                </a:cubicBezTo>
                <a:cubicBezTo>
                  <a:pt x="1" y="8"/>
                  <a:pt x="0" y="13"/>
                  <a:pt x="0" y="17"/>
                </a:cubicBezTo>
                <a:cubicBezTo>
                  <a:pt x="0" y="21"/>
                  <a:pt x="1" y="25"/>
                  <a:pt x="5" y="29"/>
                </a:cubicBezTo>
                <a:cubicBezTo>
                  <a:pt x="8" y="32"/>
                  <a:pt x="12" y="34"/>
                  <a:pt x="16" y="34"/>
                </a:cubicBezTo>
                <a:cubicBezTo>
                  <a:pt x="21" y="34"/>
                  <a:pt x="25" y="32"/>
                  <a:pt x="28" y="29"/>
                </a:cubicBezTo>
                <a:cubicBezTo>
                  <a:pt x="32" y="25"/>
                  <a:pt x="33" y="21"/>
                  <a:pt x="33" y="17"/>
                </a:cubicBezTo>
                <a:cubicBezTo>
                  <a:pt x="33" y="13"/>
                  <a:pt x="32" y="8"/>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52" name="Freeform 808"/>
          <p:cNvSpPr>
            <a:spLocks noEditPoints="1"/>
          </p:cNvSpPr>
          <p:nvPr/>
        </p:nvSpPr>
        <p:spPr bwMode="auto">
          <a:xfrm>
            <a:off x="9895705" y="-1538290"/>
            <a:ext cx="169863" cy="173038"/>
          </a:xfrm>
          <a:custGeom>
            <a:avLst/>
            <a:gdLst>
              <a:gd name="T0" fmla="*/ 9 w 41"/>
              <a:gd name="T1" fmla="*/ 9 h 42"/>
              <a:gd name="T2" fmla="*/ 20 w 41"/>
              <a:gd name="T3" fmla="*/ 4 h 42"/>
              <a:gd name="T4" fmla="*/ 32 w 41"/>
              <a:gd name="T5" fmla="*/ 9 h 42"/>
              <a:gd name="T6" fmla="*/ 37 w 41"/>
              <a:gd name="T7" fmla="*/ 21 h 42"/>
              <a:gd name="T8" fmla="*/ 32 w 41"/>
              <a:gd name="T9" fmla="*/ 33 h 42"/>
              <a:gd name="T10" fmla="*/ 20 w 41"/>
              <a:gd name="T11" fmla="*/ 38 h 42"/>
              <a:gd name="T12" fmla="*/ 9 w 41"/>
              <a:gd name="T13" fmla="*/ 33 h 42"/>
              <a:gd name="T14" fmla="*/ 4 w 41"/>
              <a:gd name="T15" fmla="*/ 21 h 42"/>
              <a:gd name="T16" fmla="*/ 9 w 41"/>
              <a:gd name="T17" fmla="*/ 9 h 42"/>
              <a:gd name="T18" fmla="*/ 7 w 41"/>
              <a:gd name="T19" fmla="*/ 8 h 42"/>
              <a:gd name="T20" fmla="*/ 9 w 41"/>
              <a:gd name="T21" fmla="*/ 9 h 42"/>
              <a:gd name="T22" fmla="*/ 20 w 41"/>
              <a:gd name="T23" fmla="*/ 0 h 42"/>
              <a:gd name="T24" fmla="*/ 20 w 41"/>
              <a:gd name="T25" fmla="*/ 0 h 42"/>
              <a:gd name="T26" fmla="*/ 6 w 41"/>
              <a:gd name="T27" fmla="*/ 6 h 42"/>
              <a:gd name="T28" fmla="*/ 6 w 41"/>
              <a:gd name="T29" fmla="*/ 6 h 42"/>
              <a:gd name="T30" fmla="*/ 0 w 41"/>
              <a:gd name="T31" fmla="*/ 21 h 42"/>
              <a:gd name="T32" fmla="*/ 6 w 41"/>
              <a:gd name="T33" fmla="*/ 35 h 42"/>
              <a:gd name="T34" fmla="*/ 20 w 41"/>
              <a:gd name="T35" fmla="*/ 42 h 42"/>
              <a:gd name="T36" fmla="*/ 20 w 41"/>
              <a:gd name="T37" fmla="*/ 42 h 42"/>
              <a:gd name="T38" fmla="*/ 35 w 41"/>
              <a:gd name="T39" fmla="*/ 35 h 42"/>
              <a:gd name="T40" fmla="*/ 41 w 41"/>
              <a:gd name="T41" fmla="*/ 21 h 42"/>
              <a:gd name="T42" fmla="*/ 35 w 41"/>
              <a:gd name="T43" fmla="*/ 6 h 42"/>
              <a:gd name="T44" fmla="*/ 25 w 41"/>
              <a:gd name="T45" fmla="*/ 1 h 42"/>
              <a:gd name="T46" fmla="*/ 21 w 41"/>
              <a:gd name="T47" fmla="*/ 0 h 42"/>
              <a:gd name="T48" fmla="*/ 20 w 41"/>
              <a:gd name="T4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 h="42">
                <a:moveTo>
                  <a:pt x="9" y="9"/>
                </a:moveTo>
                <a:cubicBezTo>
                  <a:pt x="12" y="6"/>
                  <a:pt x="16" y="4"/>
                  <a:pt x="20" y="4"/>
                </a:cubicBezTo>
                <a:cubicBezTo>
                  <a:pt x="25" y="4"/>
                  <a:pt x="29" y="6"/>
                  <a:pt x="32" y="9"/>
                </a:cubicBezTo>
                <a:cubicBezTo>
                  <a:pt x="36" y="12"/>
                  <a:pt x="37" y="17"/>
                  <a:pt x="37" y="21"/>
                </a:cubicBezTo>
                <a:cubicBezTo>
                  <a:pt x="37" y="25"/>
                  <a:pt x="36" y="29"/>
                  <a:pt x="32" y="33"/>
                </a:cubicBezTo>
                <a:cubicBezTo>
                  <a:pt x="29" y="36"/>
                  <a:pt x="25" y="38"/>
                  <a:pt x="20" y="38"/>
                </a:cubicBezTo>
                <a:cubicBezTo>
                  <a:pt x="16" y="38"/>
                  <a:pt x="12" y="36"/>
                  <a:pt x="9" y="33"/>
                </a:cubicBezTo>
                <a:cubicBezTo>
                  <a:pt x="5" y="29"/>
                  <a:pt x="4" y="25"/>
                  <a:pt x="4" y="21"/>
                </a:cubicBezTo>
                <a:cubicBezTo>
                  <a:pt x="4" y="17"/>
                  <a:pt x="5" y="12"/>
                  <a:pt x="9" y="9"/>
                </a:cubicBezTo>
                <a:cubicBezTo>
                  <a:pt x="7" y="8"/>
                  <a:pt x="7" y="8"/>
                  <a:pt x="7" y="8"/>
                </a:cubicBezTo>
                <a:cubicBezTo>
                  <a:pt x="9" y="9"/>
                  <a:pt x="9" y="9"/>
                  <a:pt x="9" y="9"/>
                </a:cubicBezTo>
                <a:moveTo>
                  <a:pt x="20" y="0"/>
                </a:moveTo>
                <a:cubicBezTo>
                  <a:pt x="20" y="0"/>
                  <a:pt x="20" y="0"/>
                  <a:pt x="20" y="0"/>
                </a:cubicBezTo>
                <a:cubicBezTo>
                  <a:pt x="15" y="0"/>
                  <a:pt x="10" y="2"/>
                  <a:pt x="6" y="6"/>
                </a:cubicBezTo>
                <a:cubicBezTo>
                  <a:pt x="6" y="6"/>
                  <a:pt x="6" y="6"/>
                  <a:pt x="6" y="6"/>
                </a:cubicBezTo>
                <a:cubicBezTo>
                  <a:pt x="2" y="10"/>
                  <a:pt x="0" y="16"/>
                  <a:pt x="0" y="21"/>
                </a:cubicBezTo>
                <a:cubicBezTo>
                  <a:pt x="0" y="26"/>
                  <a:pt x="2" y="31"/>
                  <a:pt x="6" y="35"/>
                </a:cubicBezTo>
                <a:cubicBezTo>
                  <a:pt x="10" y="39"/>
                  <a:pt x="15" y="42"/>
                  <a:pt x="20" y="42"/>
                </a:cubicBezTo>
                <a:cubicBezTo>
                  <a:pt x="20" y="42"/>
                  <a:pt x="20" y="42"/>
                  <a:pt x="20" y="42"/>
                </a:cubicBezTo>
                <a:cubicBezTo>
                  <a:pt x="26" y="42"/>
                  <a:pt x="31" y="39"/>
                  <a:pt x="35" y="35"/>
                </a:cubicBezTo>
                <a:cubicBezTo>
                  <a:pt x="39" y="31"/>
                  <a:pt x="41" y="26"/>
                  <a:pt x="41" y="21"/>
                </a:cubicBezTo>
                <a:cubicBezTo>
                  <a:pt x="41" y="16"/>
                  <a:pt x="39" y="10"/>
                  <a:pt x="35" y="6"/>
                </a:cubicBezTo>
                <a:cubicBezTo>
                  <a:pt x="32" y="3"/>
                  <a:pt x="28" y="1"/>
                  <a:pt x="25" y="1"/>
                </a:cubicBezTo>
                <a:cubicBezTo>
                  <a:pt x="23" y="0"/>
                  <a:pt x="22" y="0"/>
                  <a:pt x="21" y="0"/>
                </a:cubicBezTo>
                <a:cubicBezTo>
                  <a:pt x="21" y="0"/>
                  <a:pt x="21"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53" name="Freeform 809"/>
          <p:cNvSpPr>
            <a:spLocks/>
          </p:cNvSpPr>
          <p:nvPr/>
        </p:nvSpPr>
        <p:spPr bwMode="auto">
          <a:xfrm>
            <a:off x="10132242" y="-2513017"/>
            <a:ext cx="136525" cy="136525"/>
          </a:xfrm>
          <a:custGeom>
            <a:avLst/>
            <a:gdLst>
              <a:gd name="T0" fmla="*/ 16 w 33"/>
              <a:gd name="T1" fmla="*/ 0 h 33"/>
              <a:gd name="T2" fmla="*/ 5 w 33"/>
              <a:gd name="T3" fmla="*/ 5 h 33"/>
              <a:gd name="T4" fmla="*/ 3 w 33"/>
              <a:gd name="T5" fmla="*/ 3 h 33"/>
              <a:gd name="T6" fmla="*/ 5 w 33"/>
              <a:gd name="T7" fmla="*/ 5 h 33"/>
              <a:gd name="T8" fmla="*/ 0 w 33"/>
              <a:gd name="T9" fmla="*/ 16 h 33"/>
              <a:gd name="T10" fmla="*/ 5 w 33"/>
              <a:gd name="T11" fmla="*/ 28 h 33"/>
              <a:gd name="T12" fmla="*/ 16 w 33"/>
              <a:gd name="T13" fmla="*/ 33 h 33"/>
              <a:gd name="T14" fmla="*/ 28 w 33"/>
              <a:gd name="T15" fmla="*/ 28 h 33"/>
              <a:gd name="T16" fmla="*/ 33 w 33"/>
              <a:gd name="T17" fmla="*/ 16 h 33"/>
              <a:gd name="T18" fmla="*/ 28 w 33"/>
              <a:gd name="T19" fmla="*/ 5 h 33"/>
              <a:gd name="T20" fmla="*/ 16 w 33"/>
              <a:gd name="T21"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33">
                <a:moveTo>
                  <a:pt x="16" y="0"/>
                </a:moveTo>
                <a:cubicBezTo>
                  <a:pt x="12" y="0"/>
                  <a:pt x="8" y="1"/>
                  <a:pt x="5" y="5"/>
                </a:cubicBezTo>
                <a:cubicBezTo>
                  <a:pt x="3" y="3"/>
                  <a:pt x="3" y="3"/>
                  <a:pt x="3" y="3"/>
                </a:cubicBezTo>
                <a:cubicBezTo>
                  <a:pt x="5" y="5"/>
                  <a:pt x="5" y="5"/>
                  <a:pt x="5" y="5"/>
                </a:cubicBezTo>
                <a:cubicBezTo>
                  <a:pt x="1" y="8"/>
                  <a:pt x="0" y="12"/>
                  <a:pt x="0" y="16"/>
                </a:cubicBezTo>
                <a:cubicBezTo>
                  <a:pt x="0" y="21"/>
                  <a:pt x="1" y="25"/>
                  <a:pt x="5" y="28"/>
                </a:cubicBezTo>
                <a:cubicBezTo>
                  <a:pt x="8" y="31"/>
                  <a:pt x="12" y="33"/>
                  <a:pt x="16" y="33"/>
                </a:cubicBezTo>
                <a:cubicBezTo>
                  <a:pt x="21" y="33"/>
                  <a:pt x="25" y="31"/>
                  <a:pt x="28" y="28"/>
                </a:cubicBezTo>
                <a:cubicBezTo>
                  <a:pt x="31" y="25"/>
                  <a:pt x="33" y="21"/>
                  <a:pt x="33" y="16"/>
                </a:cubicBezTo>
                <a:cubicBezTo>
                  <a:pt x="33" y="12"/>
                  <a:pt x="31" y="8"/>
                  <a:pt x="28" y="5"/>
                </a:cubicBezTo>
                <a:cubicBezTo>
                  <a:pt x="25" y="1"/>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54" name="Freeform 810"/>
          <p:cNvSpPr>
            <a:spLocks noEditPoints="1"/>
          </p:cNvSpPr>
          <p:nvPr/>
        </p:nvSpPr>
        <p:spPr bwMode="auto">
          <a:xfrm>
            <a:off x="10114780" y="-2530479"/>
            <a:ext cx="169863" cy="169863"/>
          </a:xfrm>
          <a:custGeom>
            <a:avLst/>
            <a:gdLst>
              <a:gd name="T0" fmla="*/ 9 w 41"/>
              <a:gd name="T1" fmla="*/ 9 h 41"/>
              <a:gd name="T2" fmla="*/ 20 w 41"/>
              <a:gd name="T3" fmla="*/ 4 h 41"/>
              <a:gd name="T4" fmla="*/ 32 w 41"/>
              <a:gd name="T5" fmla="*/ 9 h 41"/>
              <a:gd name="T6" fmla="*/ 37 w 41"/>
              <a:gd name="T7" fmla="*/ 20 h 41"/>
              <a:gd name="T8" fmla="*/ 32 w 41"/>
              <a:gd name="T9" fmla="*/ 32 h 41"/>
              <a:gd name="T10" fmla="*/ 20 w 41"/>
              <a:gd name="T11" fmla="*/ 37 h 41"/>
              <a:gd name="T12" fmla="*/ 9 w 41"/>
              <a:gd name="T13" fmla="*/ 32 h 41"/>
              <a:gd name="T14" fmla="*/ 4 w 41"/>
              <a:gd name="T15" fmla="*/ 20 h 41"/>
              <a:gd name="T16" fmla="*/ 9 w 41"/>
              <a:gd name="T17" fmla="*/ 9 h 41"/>
              <a:gd name="T18" fmla="*/ 7 w 41"/>
              <a:gd name="T19" fmla="*/ 7 h 41"/>
              <a:gd name="T20" fmla="*/ 9 w 41"/>
              <a:gd name="T21" fmla="*/ 9 h 41"/>
              <a:gd name="T22" fmla="*/ 20 w 41"/>
              <a:gd name="T23" fmla="*/ 0 h 41"/>
              <a:gd name="T24" fmla="*/ 20 w 41"/>
              <a:gd name="T25" fmla="*/ 0 h 41"/>
              <a:gd name="T26" fmla="*/ 6 w 41"/>
              <a:gd name="T27" fmla="*/ 6 h 41"/>
              <a:gd name="T28" fmla="*/ 6 w 41"/>
              <a:gd name="T29" fmla="*/ 6 h 41"/>
              <a:gd name="T30" fmla="*/ 0 w 41"/>
              <a:gd name="T31" fmla="*/ 20 h 41"/>
              <a:gd name="T32" fmla="*/ 4 w 41"/>
              <a:gd name="T33" fmla="*/ 33 h 41"/>
              <a:gd name="T34" fmla="*/ 6 w 41"/>
              <a:gd name="T35" fmla="*/ 35 h 41"/>
              <a:gd name="T36" fmla="*/ 7 w 41"/>
              <a:gd name="T37" fmla="*/ 36 h 41"/>
              <a:gd name="T38" fmla="*/ 20 w 41"/>
              <a:gd name="T39" fmla="*/ 41 h 41"/>
              <a:gd name="T40" fmla="*/ 20 w 41"/>
              <a:gd name="T41" fmla="*/ 41 h 41"/>
              <a:gd name="T42" fmla="*/ 35 w 41"/>
              <a:gd name="T43" fmla="*/ 35 h 41"/>
              <a:gd name="T44" fmla="*/ 41 w 41"/>
              <a:gd name="T45" fmla="*/ 20 h 41"/>
              <a:gd name="T46" fmla="*/ 36 w 41"/>
              <a:gd name="T47" fmla="*/ 7 h 41"/>
              <a:gd name="T48" fmla="*/ 35 w 41"/>
              <a:gd name="T49" fmla="*/ 6 h 41"/>
              <a:gd name="T50" fmla="*/ 33 w 41"/>
              <a:gd name="T51" fmla="*/ 4 h 41"/>
              <a:gd name="T52" fmla="*/ 20 w 41"/>
              <a:gd name="T5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1">
                <a:moveTo>
                  <a:pt x="9" y="9"/>
                </a:moveTo>
                <a:cubicBezTo>
                  <a:pt x="12" y="5"/>
                  <a:pt x="16" y="4"/>
                  <a:pt x="20" y="4"/>
                </a:cubicBezTo>
                <a:cubicBezTo>
                  <a:pt x="25" y="4"/>
                  <a:pt x="29" y="5"/>
                  <a:pt x="32" y="9"/>
                </a:cubicBezTo>
                <a:cubicBezTo>
                  <a:pt x="35" y="12"/>
                  <a:pt x="37" y="16"/>
                  <a:pt x="37" y="20"/>
                </a:cubicBezTo>
                <a:cubicBezTo>
                  <a:pt x="37" y="25"/>
                  <a:pt x="35" y="29"/>
                  <a:pt x="32" y="32"/>
                </a:cubicBezTo>
                <a:cubicBezTo>
                  <a:pt x="29" y="35"/>
                  <a:pt x="25" y="37"/>
                  <a:pt x="20" y="37"/>
                </a:cubicBezTo>
                <a:cubicBezTo>
                  <a:pt x="16" y="37"/>
                  <a:pt x="12" y="35"/>
                  <a:pt x="9" y="32"/>
                </a:cubicBezTo>
                <a:cubicBezTo>
                  <a:pt x="5" y="29"/>
                  <a:pt x="4" y="25"/>
                  <a:pt x="4" y="20"/>
                </a:cubicBezTo>
                <a:cubicBezTo>
                  <a:pt x="4" y="16"/>
                  <a:pt x="5" y="12"/>
                  <a:pt x="9" y="9"/>
                </a:cubicBezTo>
                <a:cubicBezTo>
                  <a:pt x="7" y="7"/>
                  <a:pt x="7" y="7"/>
                  <a:pt x="7" y="7"/>
                </a:cubicBezTo>
                <a:cubicBezTo>
                  <a:pt x="9" y="9"/>
                  <a:pt x="9" y="9"/>
                  <a:pt x="9" y="9"/>
                </a:cubicBezTo>
                <a:moveTo>
                  <a:pt x="20" y="0"/>
                </a:moveTo>
                <a:cubicBezTo>
                  <a:pt x="20" y="0"/>
                  <a:pt x="20" y="0"/>
                  <a:pt x="20" y="0"/>
                </a:cubicBezTo>
                <a:cubicBezTo>
                  <a:pt x="15" y="0"/>
                  <a:pt x="10" y="2"/>
                  <a:pt x="6" y="6"/>
                </a:cubicBezTo>
                <a:cubicBezTo>
                  <a:pt x="6" y="6"/>
                  <a:pt x="6" y="6"/>
                  <a:pt x="6" y="6"/>
                </a:cubicBezTo>
                <a:cubicBezTo>
                  <a:pt x="2" y="10"/>
                  <a:pt x="0" y="15"/>
                  <a:pt x="0" y="20"/>
                </a:cubicBezTo>
                <a:cubicBezTo>
                  <a:pt x="0" y="25"/>
                  <a:pt x="1" y="29"/>
                  <a:pt x="4" y="33"/>
                </a:cubicBezTo>
                <a:cubicBezTo>
                  <a:pt x="5" y="34"/>
                  <a:pt x="5" y="34"/>
                  <a:pt x="6" y="35"/>
                </a:cubicBezTo>
                <a:cubicBezTo>
                  <a:pt x="6" y="35"/>
                  <a:pt x="6" y="36"/>
                  <a:pt x="7" y="36"/>
                </a:cubicBezTo>
                <a:cubicBezTo>
                  <a:pt x="11" y="39"/>
                  <a:pt x="15" y="41"/>
                  <a:pt x="20" y="41"/>
                </a:cubicBezTo>
                <a:cubicBezTo>
                  <a:pt x="20" y="41"/>
                  <a:pt x="20" y="41"/>
                  <a:pt x="20" y="41"/>
                </a:cubicBezTo>
                <a:cubicBezTo>
                  <a:pt x="26" y="41"/>
                  <a:pt x="31" y="39"/>
                  <a:pt x="35" y="35"/>
                </a:cubicBezTo>
                <a:cubicBezTo>
                  <a:pt x="39" y="31"/>
                  <a:pt x="41" y="26"/>
                  <a:pt x="41" y="20"/>
                </a:cubicBezTo>
                <a:cubicBezTo>
                  <a:pt x="41" y="15"/>
                  <a:pt x="39" y="11"/>
                  <a:pt x="36" y="7"/>
                </a:cubicBezTo>
                <a:cubicBezTo>
                  <a:pt x="36" y="6"/>
                  <a:pt x="35" y="6"/>
                  <a:pt x="35" y="6"/>
                </a:cubicBezTo>
                <a:cubicBezTo>
                  <a:pt x="34" y="5"/>
                  <a:pt x="34" y="5"/>
                  <a:pt x="33" y="4"/>
                </a:cubicBezTo>
                <a:cubicBezTo>
                  <a:pt x="29" y="1"/>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57" name="Freeform 813"/>
          <p:cNvSpPr>
            <a:spLocks/>
          </p:cNvSpPr>
          <p:nvPr/>
        </p:nvSpPr>
        <p:spPr bwMode="auto">
          <a:xfrm>
            <a:off x="12942118" y="-3155956"/>
            <a:ext cx="2305051" cy="2001841"/>
          </a:xfrm>
          <a:custGeom>
            <a:avLst/>
            <a:gdLst>
              <a:gd name="T0" fmla="*/ 553 w 556"/>
              <a:gd name="T1" fmla="*/ 0 h 483"/>
              <a:gd name="T2" fmla="*/ 73 w 556"/>
              <a:gd name="T3" fmla="*/ 479 h 483"/>
              <a:gd name="T4" fmla="*/ 26 w 556"/>
              <a:gd name="T5" fmla="*/ 478 h 483"/>
              <a:gd name="T6" fmla="*/ 3 w 556"/>
              <a:gd name="T7" fmla="*/ 455 h 483"/>
              <a:gd name="T8" fmla="*/ 0 w 556"/>
              <a:gd name="T9" fmla="*/ 458 h 483"/>
              <a:gd name="T10" fmla="*/ 24 w 556"/>
              <a:gd name="T11" fmla="*/ 482 h 483"/>
              <a:gd name="T12" fmla="*/ 75 w 556"/>
              <a:gd name="T13" fmla="*/ 483 h 483"/>
              <a:gd name="T14" fmla="*/ 556 w 556"/>
              <a:gd name="T15" fmla="*/ 2 h 483"/>
              <a:gd name="T16" fmla="*/ 553 w 556"/>
              <a:gd name="T17" fmla="*/ 0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6" h="483">
                <a:moveTo>
                  <a:pt x="553" y="0"/>
                </a:moveTo>
                <a:cubicBezTo>
                  <a:pt x="73" y="479"/>
                  <a:pt x="73" y="479"/>
                  <a:pt x="73" y="479"/>
                </a:cubicBezTo>
                <a:cubicBezTo>
                  <a:pt x="26" y="478"/>
                  <a:pt x="26" y="478"/>
                  <a:pt x="26" y="478"/>
                </a:cubicBezTo>
                <a:cubicBezTo>
                  <a:pt x="3" y="455"/>
                  <a:pt x="3" y="455"/>
                  <a:pt x="3" y="455"/>
                </a:cubicBezTo>
                <a:cubicBezTo>
                  <a:pt x="2" y="456"/>
                  <a:pt x="1" y="457"/>
                  <a:pt x="0" y="458"/>
                </a:cubicBezTo>
                <a:cubicBezTo>
                  <a:pt x="24" y="482"/>
                  <a:pt x="24" y="482"/>
                  <a:pt x="24" y="482"/>
                </a:cubicBezTo>
                <a:cubicBezTo>
                  <a:pt x="75" y="483"/>
                  <a:pt x="75" y="483"/>
                  <a:pt x="75" y="483"/>
                </a:cubicBezTo>
                <a:cubicBezTo>
                  <a:pt x="556" y="2"/>
                  <a:pt x="556" y="2"/>
                  <a:pt x="556" y="2"/>
                </a:cubicBezTo>
                <a:cubicBezTo>
                  <a:pt x="553" y="0"/>
                  <a:pt x="553" y="0"/>
                  <a:pt x="55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58" name="Freeform 814"/>
          <p:cNvSpPr>
            <a:spLocks noEditPoints="1"/>
          </p:cNvSpPr>
          <p:nvPr/>
        </p:nvSpPr>
        <p:spPr bwMode="auto">
          <a:xfrm>
            <a:off x="12361093" y="-3387731"/>
            <a:ext cx="1193800" cy="1425578"/>
          </a:xfrm>
          <a:custGeom>
            <a:avLst/>
            <a:gdLst>
              <a:gd name="T0" fmla="*/ 32 w 288"/>
              <a:gd name="T1" fmla="*/ 253 h 344"/>
              <a:gd name="T2" fmla="*/ 0 w 288"/>
              <a:gd name="T3" fmla="*/ 285 h 344"/>
              <a:gd name="T4" fmla="*/ 0 w 288"/>
              <a:gd name="T5" fmla="*/ 344 h 344"/>
              <a:gd name="T6" fmla="*/ 2 w 288"/>
              <a:gd name="T7" fmla="*/ 344 h 344"/>
              <a:gd name="T8" fmla="*/ 2 w 288"/>
              <a:gd name="T9" fmla="*/ 344 h 344"/>
              <a:gd name="T10" fmla="*/ 4 w 288"/>
              <a:gd name="T11" fmla="*/ 344 h 344"/>
              <a:gd name="T12" fmla="*/ 4 w 288"/>
              <a:gd name="T13" fmla="*/ 286 h 344"/>
              <a:gd name="T14" fmla="*/ 34 w 288"/>
              <a:gd name="T15" fmla="*/ 256 h 344"/>
              <a:gd name="T16" fmla="*/ 33 w 288"/>
              <a:gd name="T17" fmla="*/ 255 h 344"/>
              <a:gd name="T18" fmla="*/ 32 w 288"/>
              <a:gd name="T19" fmla="*/ 253 h 344"/>
              <a:gd name="T20" fmla="*/ 285 w 288"/>
              <a:gd name="T21" fmla="*/ 0 h 344"/>
              <a:gd name="T22" fmla="*/ 285 w 288"/>
              <a:gd name="T23" fmla="*/ 0 h 344"/>
              <a:gd name="T24" fmla="*/ 77 w 288"/>
              <a:gd name="T25" fmla="*/ 207 h 344"/>
              <a:gd name="T26" fmla="*/ 79 w 288"/>
              <a:gd name="T27" fmla="*/ 209 h 344"/>
              <a:gd name="T28" fmla="*/ 80 w 288"/>
              <a:gd name="T29" fmla="*/ 210 h 344"/>
              <a:gd name="T30" fmla="*/ 288 w 288"/>
              <a:gd name="T31" fmla="*/ 2 h 344"/>
              <a:gd name="T32" fmla="*/ 285 w 288"/>
              <a:gd name="T33" fmla="*/ 0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344">
                <a:moveTo>
                  <a:pt x="32" y="253"/>
                </a:moveTo>
                <a:cubicBezTo>
                  <a:pt x="0" y="285"/>
                  <a:pt x="0" y="285"/>
                  <a:pt x="0" y="285"/>
                </a:cubicBezTo>
                <a:cubicBezTo>
                  <a:pt x="0" y="344"/>
                  <a:pt x="0" y="344"/>
                  <a:pt x="0" y="344"/>
                </a:cubicBezTo>
                <a:cubicBezTo>
                  <a:pt x="1" y="344"/>
                  <a:pt x="2" y="344"/>
                  <a:pt x="2" y="344"/>
                </a:cubicBezTo>
                <a:cubicBezTo>
                  <a:pt x="2" y="344"/>
                  <a:pt x="2" y="344"/>
                  <a:pt x="2" y="344"/>
                </a:cubicBezTo>
                <a:cubicBezTo>
                  <a:pt x="3" y="344"/>
                  <a:pt x="4" y="344"/>
                  <a:pt x="4" y="344"/>
                </a:cubicBezTo>
                <a:cubicBezTo>
                  <a:pt x="4" y="286"/>
                  <a:pt x="4" y="286"/>
                  <a:pt x="4" y="286"/>
                </a:cubicBezTo>
                <a:cubicBezTo>
                  <a:pt x="34" y="256"/>
                  <a:pt x="34" y="256"/>
                  <a:pt x="34" y="256"/>
                </a:cubicBezTo>
                <a:cubicBezTo>
                  <a:pt x="34" y="256"/>
                  <a:pt x="34" y="255"/>
                  <a:pt x="33" y="255"/>
                </a:cubicBezTo>
                <a:cubicBezTo>
                  <a:pt x="33" y="254"/>
                  <a:pt x="32" y="254"/>
                  <a:pt x="32" y="253"/>
                </a:cubicBezTo>
                <a:moveTo>
                  <a:pt x="285" y="0"/>
                </a:moveTo>
                <a:cubicBezTo>
                  <a:pt x="285" y="0"/>
                  <a:pt x="285" y="0"/>
                  <a:pt x="285" y="0"/>
                </a:cubicBezTo>
                <a:cubicBezTo>
                  <a:pt x="77" y="207"/>
                  <a:pt x="77" y="207"/>
                  <a:pt x="77" y="207"/>
                </a:cubicBezTo>
                <a:cubicBezTo>
                  <a:pt x="78" y="208"/>
                  <a:pt x="78" y="209"/>
                  <a:pt x="79" y="209"/>
                </a:cubicBezTo>
                <a:cubicBezTo>
                  <a:pt x="79" y="210"/>
                  <a:pt x="80" y="210"/>
                  <a:pt x="80" y="210"/>
                </a:cubicBezTo>
                <a:cubicBezTo>
                  <a:pt x="288" y="2"/>
                  <a:pt x="288" y="2"/>
                  <a:pt x="288" y="2"/>
                </a:cubicBezTo>
                <a:cubicBezTo>
                  <a:pt x="285" y="0"/>
                  <a:pt x="285" y="0"/>
                  <a:pt x="285"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59" name="Freeform 815"/>
          <p:cNvSpPr>
            <a:spLocks/>
          </p:cNvSpPr>
          <p:nvPr/>
        </p:nvSpPr>
        <p:spPr bwMode="auto">
          <a:xfrm>
            <a:off x="13199293" y="-3832232"/>
            <a:ext cx="2570163" cy="2500317"/>
          </a:xfrm>
          <a:custGeom>
            <a:avLst/>
            <a:gdLst>
              <a:gd name="T0" fmla="*/ 617 w 620"/>
              <a:gd name="T1" fmla="*/ 0 h 603"/>
              <a:gd name="T2" fmla="*/ 17 w 620"/>
              <a:gd name="T3" fmla="*/ 599 h 603"/>
              <a:gd name="T4" fmla="*/ 0 w 620"/>
              <a:gd name="T5" fmla="*/ 599 h 603"/>
              <a:gd name="T6" fmla="*/ 2 w 620"/>
              <a:gd name="T7" fmla="*/ 603 h 603"/>
              <a:gd name="T8" fmla="*/ 19 w 620"/>
              <a:gd name="T9" fmla="*/ 603 h 603"/>
              <a:gd name="T10" fmla="*/ 620 w 620"/>
              <a:gd name="T11" fmla="*/ 3 h 603"/>
              <a:gd name="T12" fmla="*/ 617 w 620"/>
              <a:gd name="T13" fmla="*/ 0 h 603"/>
            </a:gdLst>
            <a:ahLst/>
            <a:cxnLst>
              <a:cxn ang="0">
                <a:pos x="T0" y="T1"/>
              </a:cxn>
              <a:cxn ang="0">
                <a:pos x="T2" y="T3"/>
              </a:cxn>
              <a:cxn ang="0">
                <a:pos x="T4" y="T5"/>
              </a:cxn>
              <a:cxn ang="0">
                <a:pos x="T6" y="T7"/>
              </a:cxn>
              <a:cxn ang="0">
                <a:pos x="T8" y="T9"/>
              </a:cxn>
              <a:cxn ang="0">
                <a:pos x="T10" y="T11"/>
              </a:cxn>
              <a:cxn ang="0">
                <a:pos x="T12" y="T13"/>
              </a:cxn>
            </a:cxnLst>
            <a:rect l="0" t="0" r="r" b="b"/>
            <a:pathLst>
              <a:path w="620" h="603">
                <a:moveTo>
                  <a:pt x="617" y="0"/>
                </a:moveTo>
                <a:cubicBezTo>
                  <a:pt x="17" y="599"/>
                  <a:pt x="17" y="599"/>
                  <a:pt x="17" y="599"/>
                </a:cubicBezTo>
                <a:cubicBezTo>
                  <a:pt x="0" y="599"/>
                  <a:pt x="0" y="599"/>
                  <a:pt x="0" y="599"/>
                </a:cubicBezTo>
                <a:cubicBezTo>
                  <a:pt x="1" y="600"/>
                  <a:pt x="1" y="602"/>
                  <a:pt x="2" y="603"/>
                </a:cubicBezTo>
                <a:cubicBezTo>
                  <a:pt x="19" y="603"/>
                  <a:pt x="19" y="603"/>
                  <a:pt x="19" y="603"/>
                </a:cubicBezTo>
                <a:cubicBezTo>
                  <a:pt x="620" y="3"/>
                  <a:pt x="620" y="3"/>
                  <a:pt x="620" y="3"/>
                </a:cubicBezTo>
                <a:cubicBezTo>
                  <a:pt x="617" y="0"/>
                  <a:pt x="617" y="0"/>
                  <a:pt x="617"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60" name="Freeform 816"/>
          <p:cNvSpPr>
            <a:spLocks/>
          </p:cNvSpPr>
          <p:nvPr/>
        </p:nvSpPr>
        <p:spPr bwMode="auto">
          <a:xfrm>
            <a:off x="12303943" y="-1944691"/>
            <a:ext cx="136525" cy="139700"/>
          </a:xfrm>
          <a:custGeom>
            <a:avLst/>
            <a:gdLst>
              <a:gd name="T0" fmla="*/ 16 w 33"/>
              <a:gd name="T1" fmla="*/ 0 h 34"/>
              <a:gd name="T2" fmla="*/ 5 w 33"/>
              <a:gd name="T3" fmla="*/ 5 h 34"/>
              <a:gd name="T4" fmla="*/ 5 w 33"/>
              <a:gd name="T5" fmla="*/ 5 h 34"/>
              <a:gd name="T6" fmla="*/ 0 w 33"/>
              <a:gd name="T7" fmla="*/ 17 h 34"/>
              <a:gd name="T8" fmla="*/ 5 w 33"/>
              <a:gd name="T9" fmla="*/ 29 h 34"/>
              <a:gd name="T10" fmla="*/ 16 w 33"/>
              <a:gd name="T11" fmla="*/ 34 h 34"/>
              <a:gd name="T12" fmla="*/ 28 w 33"/>
              <a:gd name="T13" fmla="*/ 29 h 34"/>
              <a:gd name="T14" fmla="*/ 33 w 33"/>
              <a:gd name="T15" fmla="*/ 17 h 34"/>
              <a:gd name="T16" fmla="*/ 28 w 33"/>
              <a:gd name="T17" fmla="*/ 5 h 34"/>
              <a:gd name="T18" fmla="*/ 16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16" y="0"/>
                </a:moveTo>
                <a:cubicBezTo>
                  <a:pt x="12" y="0"/>
                  <a:pt x="8" y="2"/>
                  <a:pt x="5" y="5"/>
                </a:cubicBezTo>
                <a:cubicBezTo>
                  <a:pt x="5" y="5"/>
                  <a:pt x="5" y="5"/>
                  <a:pt x="5" y="5"/>
                </a:cubicBezTo>
                <a:cubicBezTo>
                  <a:pt x="1" y="9"/>
                  <a:pt x="0" y="13"/>
                  <a:pt x="0" y="17"/>
                </a:cubicBezTo>
                <a:cubicBezTo>
                  <a:pt x="0" y="21"/>
                  <a:pt x="1" y="26"/>
                  <a:pt x="5" y="29"/>
                </a:cubicBezTo>
                <a:cubicBezTo>
                  <a:pt x="8" y="32"/>
                  <a:pt x="12" y="34"/>
                  <a:pt x="16" y="34"/>
                </a:cubicBezTo>
                <a:cubicBezTo>
                  <a:pt x="21" y="34"/>
                  <a:pt x="25" y="32"/>
                  <a:pt x="28" y="29"/>
                </a:cubicBezTo>
                <a:cubicBezTo>
                  <a:pt x="32" y="26"/>
                  <a:pt x="33" y="21"/>
                  <a:pt x="33" y="17"/>
                </a:cubicBezTo>
                <a:cubicBezTo>
                  <a:pt x="33" y="13"/>
                  <a:pt x="32" y="9"/>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61" name="Freeform 817"/>
          <p:cNvSpPr>
            <a:spLocks noEditPoints="1"/>
          </p:cNvSpPr>
          <p:nvPr/>
        </p:nvSpPr>
        <p:spPr bwMode="auto">
          <a:xfrm>
            <a:off x="12286481" y="-1962153"/>
            <a:ext cx="169863" cy="174625"/>
          </a:xfrm>
          <a:custGeom>
            <a:avLst/>
            <a:gdLst>
              <a:gd name="T0" fmla="*/ 9 w 41"/>
              <a:gd name="T1" fmla="*/ 9 h 42"/>
              <a:gd name="T2" fmla="*/ 20 w 41"/>
              <a:gd name="T3" fmla="*/ 4 h 42"/>
              <a:gd name="T4" fmla="*/ 32 w 41"/>
              <a:gd name="T5" fmla="*/ 9 h 42"/>
              <a:gd name="T6" fmla="*/ 37 w 41"/>
              <a:gd name="T7" fmla="*/ 21 h 42"/>
              <a:gd name="T8" fmla="*/ 32 w 41"/>
              <a:gd name="T9" fmla="*/ 33 h 42"/>
              <a:gd name="T10" fmla="*/ 20 w 41"/>
              <a:gd name="T11" fmla="*/ 38 h 42"/>
              <a:gd name="T12" fmla="*/ 9 w 41"/>
              <a:gd name="T13" fmla="*/ 33 h 42"/>
              <a:gd name="T14" fmla="*/ 4 w 41"/>
              <a:gd name="T15" fmla="*/ 21 h 42"/>
              <a:gd name="T16" fmla="*/ 9 w 41"/>
              <a:gd name="T17" fmla="*/ 9 h 42"/>
              <a:gd name="T18" fmla="*/ 9 w 41"/>
              <a:gd name="T19" fmla="*/ 9 h 42"/>
              <a:gd name="T20" fmla="*/ 20 w 41"/>
              <a:gd name="T21" fmla="*/ 0 h 42"/>
              <a:gd name="T22" fmla="*/ 20 w 41"/>
              <a:gd name="T23" fmla="*/ 0 h 42"/>
              <a:gd name="T24" fmla="*/ 18 w 41"/>
              <a:gd name="T25" fmla="*/ 0 h 42"/>
              <a:gd name="T26" fmla="*/ 6 w 41"/>
              <a:gd name="T27" fmla="*/ 6 h 42"/>
              <a:gd name="T28" fmla="*/ 6 w 41"/>
              <a:gd name="T29" fmla="*/ 6 h 42"/>
              <a:gd name="T30" fmla="*/ 0 w 41"/>
              <a:gd name="T31" fmla="*/ 21 h 42"/>
              <a:gd name="T32" fmla="*/ 6 w 41"/>
              <a:gd name="T33" fmla="*/ 36 h 42"/>
              <a:gd name="T34" fmla="*/ 20 w 41"/>
              <a:gd name="T35" fmla="*/ 42 h 42"/>
              <a:gd name="T36" fmla="*/ 20 w 41"/>
              <a:gd name="T37" fmla="*/ 42 h 42"/>
              <a:gd name="T38" fmla="*/ 35 w 41"/>
              <a:gd name="T39" fmla="*/ 36 h 42"/>
              <a:gd name="T40" fmla="*/ 41 w 41"/>
              <a:gd name="T41" fmla="*/ 21 h 42"/>
              <a:gd name="T42" fmla="*/ 35 w 41"/>
              <a:gd name="T43" fmla="*/ 6 h 42"/>
              <a:gd name="T44" fmla="*/ 22 w 41"/>
              <a:gd name="T45" fmla="*/ 0 h 42"/>
              <a:gd name="T46" fmla="*/ 20 w 41"/>
              <a:gd name="T4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42">
                <a:moveTo>
                  <a:pt x="9" y="9"/>
                </a:moveTo>
                <a:cubicBezTo>
                  <a:pt x="12" y="6"/>
                  <a:pt x="16" y="4"/>
                  <a:pt x="20" y="4"/>
                </a:cubicBezTo>
                <a:cubicBezTo>
                  <a:pt x="25" y="4"/>
                  <a:pt x="29" y="6"/>
                  <a:pt x="32" y="9"/>
                </a:cubicBezTo>
                <a:cubicBezTo>
                  <a:pt x="36" y="13"/>
                  <a:pt x="37" y="17"/>
                  <a:pt x="37" y="21"/>
                </a:cubicBezTo>
                <a:cubicBezTo>
                  <a:pt x="37" y="25"/>
                  <a:pt x="36" y="30"/>
                  <a:pt x="32" y="33"/>
                </a:cubicBezTo>
                <a:cubicBezTo>
                  <a:pt x="29" y="36"/>
                  <a:pt x="25" y="38"/>
                  <a:pt x="20" y="38"/>
                </a:cubicBezTo>
                <a:cubicBezTo>
                  <a:pt x="16" y="38"/>
                  <a:pt x="12" y="36"/>
                  <a:pt x="9" y="33"/>
                </a:cubicBezTo>
                <a:cubicBezTo>
                  <a:pt x="5" y="30"/>
                  <a:pt x="4" y="25"/>
                  <a:pt x="4" y="21"/>
                </a:cubicBezTo>
                <a:cubicBezTo>
                  <a:pt x="4" y="17"/>
                  <a:pt x="5" y="13"/>
                  <a:pt x="9" y="9"/>
                </a:cubicBezTo>
                <a:cubicBezTo>
                  <a:pt x="9" y="9"/>
                  <a:pt x="9" y="9"/>
                  <a:pt x="9" y="9"/>
                </a:cubicBezTo>
                <a:moveTo>
                  <a:pt x="20" y="0"/>
                </a:moveTo>
                <a:cubicBezTo>
                  <a:pt x="20" y="0"/>
                  <a:pt x="20" y="0"/>
                  <a:pt x="20" y="0"/>
                </a:cubicBezTo>
                <a:cubicBezTo>
                  <a:pt x="20" y="0"/>
                  <a:pt x="19" y="0"/>
                  <a:pt x="18" y="0"/>
                </a:cubicBezTo>
                <a:cubicBezTo>
                  <a:pt x="14" y="1"/>
                  <a:pt x="9" y="3"/>
                  <a:pt x="6" y="6"/>
                </a:cubicBezTo>
                <a:cubicBezTo>
                  <a:pt x="6" y="6"/>
                  <a:pt x="6" y="6"/>
                  <a:pt x="6" y="6"/>
                </a:cubicBezTo>
                <a:cubicBezTo>
                  <a:pt x="2" y="10"/>
                  <a:pt x="0" y="16"/>
                  <a:pt x="0" y="21"/>
                </a:cubicBezTo>
                <a:cubicBezTo>
                  <a:pt x="0" y="26"/>
                  <a:pt x="2" y="32"/>
                  <a:pt x="6" y="36"/>
                </a:cubicBezTo>
                <a:cubicBezTo>
                  <a:pt x="10" y="40"/>
                  <a:pt x="15" y="42"/>
                  <a:pt x="20" y="42"/>
                </a:cubicBezTo>
                <a:cubicBezTo>
                  <a:pt x="20" y="42"/>
                  <a:pt x="20" y="42"/>
                  <a:pt x="20" y="42"/>
                </a:cubicBezTo>
                <a:cubicBezTo>
                  <a:pt x="26" y="42"/>
                  <a:pt x="31" y="40"/>
                  <a:pt x="35" y="36"/>
                </a:cubicBezTo>
                <a:cubicBezTo>
                  <a:pt x="39" y="32"/>
                  <a:pt x="41" y="26"/>
                  <a:pt x="41" y="21"/>
                </a:cubicBezTo>
                <a:cubicBezTo>
                  <a:pt x="41" y="16"/>
                  <a:pt x="39" y="10"/>
                  <a:pt x="35" y="6"/>
                </a:cubicBezTo>
                <a:cubicBezTo>
                  <a:pt x="31" y="3"/>
                  <a:pt x="27" y="1"/>
                  <a:pt x="22" y="0"/>
                </a:cubicBezTo>
                <a:cubicBezTo>
                  <a:pt x="22" y="0"/>
                  <a:pt x="21"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62" name="Freeform 818"/>
          <p:cNvSpPr>
            <a:spLocks/>
          </p:cNvSpPr>
          <p:nvPr/>
        </p:nvSpPr>
        <p:spPr bwMode="auto">
          <a:xfrm>
            <a:off x="11354618" y="-995364"/>
            <a:ext cx="136525" cy="139700"/>
          </a:xfrm>
          <a:custGeom>
            <a:avLst/>
            <a:gdLst>
              <a:gd name="T0" fmla="*/ 16 w 33"/>
              <a:gd name="T1" fmla="*/ 0 h 34"/>
              <a:gd name="T2" fmla="*/ 5 w 33"/>
              <a:gd name="T3" fmla="*/ 5 h 34"/>
              <a:gd name="T4" fmla="*/ 5 w 33"/>
              <a:gd name="T5" fmla="*/ 5 h 34"/>
              <a:gd name="T6" fmla="*/ 0 w 33"/>
              <a:gd name="T7" fmla="*/ 17 h 34"/>
              <a:gd name="T8" fmla="*/ 5 w 33"/>
              <a:gd name="T9" fmla="*/ 29 h 34"/>
              <a:gd name="T10" fmla="*/ 16 w 33"/>
              <a:gd name="T11" fmla="*/ 34 h 34"/>
              <a:gd name="T12" fmla="*/ 28 w 33"/>
              <a:gd name="T13" fmla="*/ 29 h 34"/>
              <a:gd name="T14" fmla="*/ 33 w 33"/>
              <a:gd name="T15" fmla="*/ 17 h 34"/>
              <a:gd name="T16" fmla="*/ 28 w 33"/>
              <a:gd name="T17" fmla="*/ 5 h 34"/>
              <a:gd name="T18" fmla="*/ 16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16" y="0"/>
                </a:moveTo>
                <a:cubicBezTo>
                  <a:pt x="12" y="0"/>
                  <a:pt x="8" y="2"/>
                  <a:pt x="5" y="5"/>
                </a:cubicBezTo>
                <a:cubicBezTo>
                  <a:pt x="5" y="5"/>
                  <a:pt x="5" y="5"/>
                  <a:pt x="5" y="5"/>
                </a:cubicBezTo>
                <a:cubicBezTo>
                  <a:pt x="1" y="9"/>
                  <a:pt x="0" y="13"/>
                  <a:pt x="0" y="17"/>
                </a:cubicBezTo>
                <a:cubicBezTo>
                  <a:pt x="0" y="21"/>
                  <a:pt x="1" y="26"/>
                  <a:pt x="5" y="29"/>
                </a:cubicBezTo>
                <a:cubicBezTo>
                  <a:pt x="8" y="32"/>
                  <a:pt x="12" y="34"/>
                  <a:pt x="16" y="34"/>
                </a:cubicBezTo>
                <a:cubicBezTo>
                  <a:pt x="21" y="34"/>
                  <a:pt x="25" y="32"/>
                  <a:pt x="28" y="29"/>
                </a:cubicBezTo>
                <a:cubicBezTo>
                  <a:pt x="31" y="26"/>
                  <a:pt x="33" y="21"/>
                  <a:pt x="33" y="17"/>
                </a:cubicBezTo>
                <a:cubicBezTo>
                  <a:pt x="33" y="13"/>
                  <a:pt x="31" y="9"/>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63" name="Freeform 819"/>
          <p:cNvSpPr>
            <a:spLocks noEditPoints="1"/>
          </p:cNvSpPr>
          <p:nvPr/>
        </p:nvSpPr>
        <p:spPr bwMode="auto">
          <a:xfrm>
            <a:off x="11337155" y="-1012827"/>
            <a:ext cx="171450" cy="174625"/>
          </a:xfrm>
          <a:custGeom>
            <a:avLst/>
            <a:gdLst>
              <a:gd name="T0" fmla="*/ 9 w 41"/>
              <a:gd name="T1" fmla="*/ 9 h 42"/>
              <a:gd name="T2" fmla="*/ 20 w 41"/>
              <a:gd name="T3" fmla="*/ 4 h 42"/>
              <a:gd name="T4" fmla="*/ 32 w 41"/>
              <a:gd name="T5" fmla="*/ 9 h 42"/>
              <a:gd name="T6" fmla="*/ 37 w 41"/>
              <a:gd name="T7" fmla="*/ 21 h 42"/>
              <a:gd name="T8" fmla="*/ 32 w 41"/>
              <a:gd name="T9" fmla="*/ 33 h 42"/>
              <a:gd name="T10" fmla="*/ 20 w 41"/>
              <a:gd name="T11" fmla="*/ 38 h 42"/>
              <a:gd name="T12" fmla="*/ 9 w 41"/>
              <a:gd name="T13" fmla="*/ 33 h 42"/>
              <a:gd name="T14" fmla="*/ 4 w 41"/>
              <a:gd name="T15" fmla="*/ 21 h 42"/>
              <a:gd name="T16" fmla="*/ 9 w 41"/>
              <a:gd name="T17" fmla="*/ 9 h 42"/>
              <a:gd name="T18" fmla="*/ 9 w 41"/>
              <a:gd name="T19" fmla="*/ 9 h 42"/>
              <a:gd name="T20" fmla="*/ 20 w 41"/>
              <a:gd name="T21" fmla="*/ 0 h 42"/>
              <a:gd name="T22" fmla="*/ 20 w 41"/>
              <a:gd name="T23" fmla="*/ 0 h 42"/>
              <a:gd name="T24" fmla="*/ 16 w 41"/>
              <a:gd name="T25" fmla="*/ 1 h 42"/>
              <a:gd name="T26" fmla="*/ 6 w 41"/>
              <a:gd name="T27" fmla="*/ 7 h 42"/>
              <a:gd name="T28" fmla="*/ 6 w 41"/>
              <a:gd name="T29" fmla="*/ 7 h 42"/>
              <a:gd name="T30" fmla="*/ 0 w 41"/>
              <a:gd name="T31" fmla="*/ 21 h 42"/>
              <a:gd name="T32" fmla="*/ 6 w 41"/>
              <a:gd name="T33" fmla="*/ 36 h 42"/>
              <a:gd name="T34" fmla="*/ 20 w 41"/>
              <a:gd name="T35" fmla="*/ 42 h 42"/>
              <a:gd name="T36" fmla="*/ 20 w 41"/>
              <a:gd name="T37" fmla="*/ 42 h 42"/>
              <a:gd name="T38" fmla="*/ 35 w 41"/>
              <a:gd name="T39" fmla="*/ 36 h 42"/>
              <a:gd name="T40" fmla="*/ 41 w 41"/>
              <a:gd name="T41" fmla="*/ 21 h 42"/>
              <a:gd name="T42" fmla="*/ 35 w 41"/>
              <a:gd name="T43" fmla="*/ 7 h 42"/>
              <a:gd name="T44" fmla="*/ 20 w 41"/>
              <a:gd name="T45" fmla="*/ 0 h 42"/>
              <a:gd name="T46" fmla="*/ 20 w 41"/>
              <a:gd name="T4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42">
                <a:moveTo>
                  <a:pt x="9" y="9"/>
                </a:moveTo>
                <a:cubicBezTo>
                  <a:pt x="12" y="6"/>
                  <a:pt x="16" y="4"/>
                  <a:pt x="20" y="4"/>
                </a:cubicBezTo>
                <a:cubicBezTo>
                  <a:pt x="25" y="4"/>
                  <a:pt x="29" y="6"/>
                  <a:pt x="32" y="9"/>
                </a:cubicBezTo>
                <a:cubicBezTo>
                  <a:pt x="35" y="13"/>
                  <a:pt x="37" y="17"/>
                  <a:pt x="37" y="21"/>
                </a:cubicBezTo>
                <a:cubicBezTo>
                  <a:pt x="37" y="25"/>
                  <a:pt x="35" y="30"/>
                  <a:pt x="32" y="33"/>
                </a:cubicBezTo>
                <a:cubicBezTo>
                  <a:pt x="29" y="36"/>
                  <a:pt x="25" y="38"/>
                  <a:pt x="20" y="38"/>
                </a:cubicBezTo>
                <a:cubicBezTo>
                  <a:pt x="16" y="38"/>
                  <a:pt x="12" y="36"/>
                  <a:pt x="9" y="33"/>
                </a:cubicBezTo>
                <a:cubicBezTo>
                  <a:pt x="5" y="30"/>
                  <a:pt x="4" y="25"/>
                  <a:pt x="4" y="21"/>
                </a:cubicBezTo>
                <a:cubicBezTo>
                  <a:pt x="4" y="17"/>
                  <a:pt x="5" y="13"/>
                  <a:pt x="9" y="9"/>
                </a:cubicBezTo>
                <a:cubicBezTo>
                  <a:pt x="9" y="9"/>
                  <a:pt x="9" y="9"/>
                  <a:pt x="9" y="9"/>
                </a:cubicBezTo>
                <a:moveTo>
                  <a:pt x="20" y="0"/>
                </a:moveTo>
                <a:cubicBezTo>
                  <a:pt x="20" y="0"/>
                  <a:pt x="20" y="0"/>
                  <a:pt x="20" y="0"/>
                </a:cubicBezTo>
                <a:cubicBezTo>
                  <a:pt x="19" y="0"/>
                  <a:pt x="18" y="1"/>
                  <a:pt x="16" y="1"/>
                </a:cubicBezTo>
                <a:cubicBezTo>
                  <a:pt x="12" y="2"/>
                  <a:pt x="9" y="4"/>
                  <a:pt x="6" y="7"/>
                </a:cubicBezTo>
                <a:cubicBezTo>
                  <a:pt x="6" y="7"/>
                  <a:pt x="6" y="7"/>
                  <a:pt x="6" y="7"/>
                </a:cubicBezTo>
                <a:cubicBezTo>
                  <a:pt x="2" y="11"/>
                  <a:pt x="0" y="16"/>
                  <a:pt x="0" y="21"/>
                </a:cubicBezTo>
                <a:cubicBezTo>
                  <a:pt x="0" y="26"/>
                  <a:pt x="2" y="32"/>
                  <a:pt x="6" y="36"/>
                </a:cubicBezTo>
                <a:cubicBezTo>
                  <a:pt x="10" y="40"/>
                  <a:pt x="15" y="42"/>
                  <a:pt x="20" y="42"/>
                </a:cubicBezTo>
                <a:cubicBezTo>
                  <a:pt x="20" y="42"/>
                  <a:pt x="20" y="42"/>
                  <a:pt x="20" y="42"/>
                </a:cubicBezTo>
                <a:cubicBezTo>
                  <a:pt x="26" y="42"/>
                  <a:pt x="31" y="40"/>
                  <a:pt x="35" y="36"/>
                </a:cubicBezTo>
                <a:cubicBezTo>
                  <a:pt x="39" y="32"/>
                  <a:pt x="41" y="26"/>
                  <a:pt x="41" y="21"/>
                </a:cubicBezTo>
                <a:cubicBezTo>
                  <a:pt x="41" y="16"/>
                  <a:pt x="39" y="11"/>
                  <a:pt x="35" y="7"/>
                </a:cubicBezTo>
                <a:cubicBezTo>
                  <a:pt x="31" y="2"/>
                  <a:pt x="26" y="0"/>
                  <a:pt x="20" y="0"/>
                </a:cubicBezTo>
                <a:cubicBezTo>
                  <a:pt x="20" y="0"/>
                  <a:pt x="20"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64" name="Freeform 820"/>
          <p:cNvSpPr>
            <a:spLocks/>
          </p:cNvSpPr>
          <p:nvPr/>
        </p:nvSpPr>
        <p:spPr bwMode="auto">
          <a:xfrm>
            <a:off x="12034068" y="-663576"/>
            <a:ext cx="136525" cy="136525"/>
          </a:xfrm>
          <a:custGeom>
            <a:avLst/>
            <a:gdLst>
              <a:gd name="T0" fmla="*/ 16 w 33"/>
              <a:gd name="T1" fmla="*/ 0 h 33"/>
              <a:gd name="T2" fmla="*/ 5 w 33"/>
              <a:gd name="T3" fmla="*/ 5 h 33"/>
              <a:gd name="T4" fmla="*/ 5 w 33"/>
              <a:gd name="T5" fmla="*/ 5 h 33"/>
              <a:gd name="T6" fmla="*/ 0 w 33"/>
              <a:gd name="T7" fmla="*/ 16 h 33"/>
              <a:gd name="T8" fmla="*/ 5 w 33"/>
              <a:gd name="T9" fmla="*/ 28 h 33"/>
              <a:gd name="T10" fmla="*/ 16 w 33"/>
              <a:gd name="T11" fmla="*/ 33 h 33"/>
              <a:gd name="T12" fmla="*/ 28 w 33"/>
              <a:gd name="T13" fmla="*/ 28 h 33"/>
              <a:gd name="T14" fmla="*/ 33 w 33"/>
              <a:gd name="T15" fmla="*/ 16 h 33"/>
              <a:gd name="T16" fmla="*/ 28 w 33"/>
              <a:gd name="T17" fmla="*/ 5 h 33"/>
              <a:gd name="T18" fmla="*/ 16 w 33"/>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3">
                <a:moveTo>
                  <a:pt x="16" y="0"/>
                </a:moveTo>
                <a:cubicBezTo>
                  <a:pt x="12" y="0"/>
                  <a:pt x="8" y="1"/>
                  <a:pt x="5" y="5"/>
                </a:cubicBezTo>
                <a:cubicBezTo>
                  <a:pt x="5" y="5"/>
                  <a:pt x="5" y="5"/>
                  <a:pt x="5" y="5"/>
                </a:cubicBezTo>
                <a:cubicBezTo>
                  <a:pt x="1" y="8"/>
                  <a:pt x="0" y="12"/>
                  <a:pt x="0" y="16"/>
                </a:cubicBezTo>
                <a:cubicBezTo>
                  <a:pt x="0" y="21"/>
                  <a:pt x="1" y="25"/>
                  <a:pt x="5" y="28"/>
                </a:cubicBezTo>
                <a:cubicBezTo>
                  <a:pt x="8" y="31"/>
                  <a:pt x="12" y="33"/>
                  <a:pt x="16" y="33"/>
                </a:cubicBezTo>
                <a:cubicBezTo>
                  <a:pt x="21" y="33"/>
                  <a:pt x="25" y="31"/>
                  <a:pt x="28" y="28"/>
                </a:cubicBezTo>
                <a:cubicBezTo>
                  <a:pt x="31" y="25"/>
                  <a:pt x="33" y="21"/>
                  <a:pt x="33" y="16"/>
                </a:cubicBezTo>
                <a:cubicBezTo>
                  <a:pt x="33" y="12"/>
                  <a:pt x="31" y="8"/>
                  <a:pt x="28" y="5"/>
                </a:cubicBezTo>
                <a:cubicBezTo>
                  <a:pt x="25" y="1"/>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65" name="Freeform 821"/>
          <p:cNvSpPr>
            <a:spLocks noEditPoints="1"/>
          </p:cNvSpPr>
          <p:nvPr/>
        </p:nvSpPr>
        <p:spPr bwMode="auto">
          <a:xfrm>
            <a:off x="12018193" y="-681038"/>
            <a:ext cx="169863" cy="169863"/>
          </a:xfrm>
          <a:custGeom>
            <a:avLst/>
            <a:gdLst>
              <a:gd name="T0" fmla="*/ 9 w 41"/>
              <a:gd name="T1" fmla="*/ 9 h 41"/>
              <a:gd name="T2" fmla="*/ 20 w 41"/>
              <a:gd name="T3" fmla="*/ 4 h 41"/>
              <a:gd name="T4" fmla="*/ 32 w 41"/>
              <a:gd name="T5" fmla="*/ 9 h 41"/>
              <a:gd name="T6" fmla="*/ 37 w 41"/>
              <a:gd name="T7" fmla="*/ 20 h 41"/>
              <a:gd name="T8" fmla="*/ 32 w 41"/>
              <a:gd name="T9" fmla="*/ 32 h 41"/>
              <a:gd name="T10" fmla="*/ 20 w 41"/>
              <a:gd name="T11" fmla="*/ 37 h 41"/>
              <a:gd name="T12" fmla="*/ 9 w 41"/>
              <a:gd name="T13" fmla="*/ 32 h 41"/>
              <a:gd name="T14" fmla="*/ 4 w 41"/>
              <a:gd name="T15" fmla="*/ 20 h 41"/>
              <a:gd name="T16" fmla="*/ 9 w 41"/>
              <a:gd name="T17" fmla="*/ 9 h 41"/>
              <a:gd name="T18" fmla="*/ 9 w 41"/>
              <a:gd name="T19" fmla="*/ 9 h 41"/>
              <a:gd name="T20" fmla="*/ 20 w 41"/>
              <a:gd name="T21" fmla="*/ 0 h 41"/>
              <a:gd name="T22" fmla="*/ 20 w 41"/>
              <a:gd name="T23" fmla="*/ 0 h 41"/>
              <a:gd name="T24" fmla="*/ 20 w 41"/>
              <a:gd name="T25" fmla="*/ 0 h 41"/>
              <a:gd name="T26" fmla="*/ 16 w 41"/>
              <a:gd name="T27" fmla="*/ 0 h 41"/>
              <a:gd name="T28" fmla="*/ 6 w 41"/>
              <a:gd name="T29" fmla="*/ 6 h 41"/>
              <a:gd name="T30" fmla="*/ 6 w 41"/>
              <a:gd name="T31" fmla="*/ 6 h 41"/>
              <a:gd name="T32" fmla="*/ 0 w 41"/>
              <a:gd name="T33" fmla="*/ 20 h 41"/>
              <a:gd name="T34" fmla="*/ 6 w 41"/>
              <a:gd name="T35" fmla="*/ 35 h 41"/>
              <a:gd name="T36" fmla="*/ 16 w 41"/>
              <a:gd name="T37" fmla="*/ 40 h 41"/>
              <a:gd name="T38" fmla="*/ 20 w 41"/>
              <a:gd name="T39" fmla="*/ 41 h 41"/>
              <a:gd name="T40" fmla="*/ 20 w 41"/>
              <a:gd name="T41" fmla="*/ 41 h 41"/>
              <a:gd name="T42" fmla="*/ 20 w 41"/>
              <a:gd name="T43" fmla="*/ 41 h 41"/>
              <a:gd name="T44" fmla="*/ 35 w 41"/>
              <a:gd name="T45" fmla="*/ 35 h 41"/>
              <a:gd name="T46" fmla="*/ 41 w 41"/>
              <a:gd name="T47" fmla="*/ 20 h 41"/>
              <a:gd name="T48" fmla="*/ 35 w 41"/>
              <a:gd name="T49" fmla="*/ 6 h 41"/>
              <a:gd name="T50" fmla="*/ 20 w 41"/>
              <a:gd name="T5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1" h="41">
                <a:moveTo>
                  <a:pt x="9" y="9"/>
                </a:moveTo>
                <a:cubicBezTo>
                  <a:pt x="12" y="5"/>
                  <a:pt x="16" y="4"/>
                  <a:pt x="20" y="4"/>
                </a:cubicBezTo>
                <a:cubicBezTo>
                  <a:pt x="25" y="4"/>
                  <a:pt x="29" y="5"/>
                  <a:pt x="32" y="9"/>
                </a:cubicBezTo>
                <a:cubicBezTo>
                  <a:pt x="35" y="12"/>
                  <a:pt x="37" y="16"/>
                  <a:pt x="37" y="20"/>
                </a:cubicBezTo>
                <a:cubicBezTo>
                  <a:pt x="37" y="25"/>
                  <a:pt x="35" y="29"/>
                  <a:pt x="32" y="32"/>
                </a:cubicBezTo>
                <a:cubicBezTo>
                  <a:pt x="29" y="35"/>
                  <a:pt x="25" y="37"/>
                  <a:pt x="20" y="37"/>
                </a:cubicBezTo>
                <a:cubicBezTo>
                  <a:pt x="16" y="37"/>
                  <a:pt x="12" y="35"/>
                  <a:pt x="9" y="32"/>
                </a:cubicBezTo>
                <a:cubicBezTo>
                  <a:pt x="5" y="29"/>
                  <a:pt x="4" y="25"/>
                  <a:pt x="4" y="20"/>
                </a:cubicBezTo>
                <a:cubicBezTo>
                  <a:pt x="4" y="16"/>
                  <a:pt x="5" y="12"/>
                  <a:pt x="9" y="9"/>
                </a:cubicBezTo>
                <a:cubicBezTo>
                  <a:pt x="9" y="9"/>
                  <a:pt x="9" y="9"/>
                  <a:pt x="9" y="9"/>
                </a:cubicBezTo>
                <a:moveTo>
                  <a:pt x="20" y="0"/>
                </a:moveTo>
                <a:cubicBezTo>
                  <a:pt x="20" y="0"/>
                  <a:pt x="20" y="0"/>
                  <a:pt x="20" y="0"/>
                </a:cubicBezTo>
                <a:cubicBezTo>
                  <a:pt x="20" y="0"/>
                  <a:pt x="20" y="0"/>
                  <a:pt x="20" y="0"/>
                </a:cubicBezTo>
                <a:cubicBezTo>
                  <a:pt x="19" y="0"/>
                  <a:pt x="17" y="0"/>
                  <a:pt x="16" y="0"/>
                </a:cubicBezTo>
                <a:cubicBezTo>
                  <a:pt x="12" y="1"/>
                  <a:pt x="9" y="3"/>
                  <a:pt x="6" y="6"/>
                </a:cubicBezTo>
                <a:cubicBezTo>
                  <a:pt x="6" y="6"/>
                  <a:pt x="6" y="6"/>
                  <a:pt x="6" y="6"/>
                </a:cubicBezTo>
                <a:cubicBezTo>
                  <a:pt x="2" y="10"/>
                  <a:pt x="0" y="15"/>
                  <a:pt x="0" y="20"/>
                </a:cubicBezTo>
                <a:cubicBezTo>
                  <a:pt x="0" y="26"/>
                  <a:pt x="2" y="31"/>
                  <a:pt x="6" y="35"/>
                </a:cubicBezTo>
                <a:cubicBezTo>
                  <a:pt x="9" y="38"/>
                  <a:pt x="12" y="40"/>
                  <a:pt x="16" y="40"/>
                </a:cubicBezTo>
                <a:cubicBezTo>
                  <a:pt x="17" y="41"/>
                  <a:pt x="18" y="41"/>
                  <a:pt x="20" y="41"/>
                </a:cubicBezTo>
                <a:cubicBezTo>
                  <a:pt x="20" y="41"/>
                  <a:pt x="20" y="41"/>
                  <a:pt x="20" y="41"/>
                </a:cubicBezTo>
                <a:cubicBezTo>
                  <a:pt x="20" y="41"/>
                  <a:pt x="20" y="41"/>
                  <a:pt x="20" y="41"/>
                </a:cubicBezTo>
                <a:cubicBezTo>
                  <a:pt x="26" y="41"/>
                  <a:pt x="31" y="39"/>
                  <a:pt x="35" y="35"/>
                </a:cubicBezTo>
                <a:cubicBezTo>
                  <a:pt x="39" y="31"/>
                  <a:pt x="41" y="26"/>
                  <a:pt x="41" y="20"/>
                </a:cubicBezTo>
                <a:cubicBezTo>
                  <a:pt x="41" y="15"/>
                  <a:pt x="39" y="10"/>
                  <a:pt x="35" y="6"/>
                </a:cubicBezTo>
                <a:cubicBezTo>
                  <a:pt x="31" y="2"/>
                  <a:pt x="26"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66" name="Freeform 822"/>
          <p:cNvSpPr>
            <a:spLocks/>
          </p:cNvSpPr>
          <p:nvPr/>
        </p:nvSpPr>
        <p:spPr bwMode="auto">
          <a:xfrm>
            <a:off x="11784830" y="214314"/>
            <a:ext cx="141288" cy="136525"/>
          </a:xfrm>
          <a:custGeom>
            <a:avLst/>
            <a:gdLst>
              <a:gd name="T0" fmla="*/ 17 w 34"/>
              <a:gd name="T1" fmla="*/ 0 h 33"/>
              <a:gd name="T2" fmla="*/ 5 w 34"/>
              <a:gd name="T3" fmla="*/ 5 h 33"/>
              <a:gd name="T4" fmla="*/ 5 w 34"/>
              <a:gd name="T5" fmla="*/ 5 h 33"/>
              <a:gd name="T6" fmla="*/ 0 w 34"/>
              <a:gd name="T7" fmla="*/ 16 h 33"/>
              <a:gd name="T8" fmla="*/ 5 w 34"/>
              <a:gd name="T9" fmla="*/ 28 h 33"/>
              <a:gd name="T10" fmla="*/ 17 w 34"/>
              <a:gd name="T11" fmla="*/ 33 h 33"/>
              <a:gd name="T12" fmla="*/ 29 w 34"/>
              <a:gd name="T13" fmla="*/ 28 h 33"/>
              <a:gd name="T14" fmla="*/ 34 w 34"/>
              <a:gd name="T15" fmla="*/ 16 h 33"/>
              <a:gd name="T16" fmla="*/ 29 w 34"/>
              <a:gd name="T17" fmla="*/ 5 h 33"/>
              <a:gd name="T18" fmla="*/ 17 w 34"/>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33">
                <a:moveTo>
                  <a:pt x="17" y="0"/>
                </a:moveTo>
                <a:cubicBezTo>
                  <a:pt x="13" y="0"/>
                  <a:pt x="9" y="1"/>
                  <a:pt x="5" y="5"/>
                </a:cubicBezTo>
                <a:cubicBezTo>
                  <a:pt x="5" y="5"/>
                  <a:pt x="5" y="5"/>
                  <a:pt x="5" y="5"/>
                </a:cubicBezTo>
                <a:cubicBezTo>
                  <a:pt x="2" y="8"/>
                  <a:pt x="0" y="12"/>
                  <a:pt x="0" y="16"/>
                </a:cubicBezTo>
                <a:cubicBezTo>
                  <a:pt x="0" y="21"/>
                  <a:pt x="2" y="25"/>
                  <a:pt x="5" y="28"/>
                </a:cubicBezTo>
                <a:cubicBezTo>
                  <a:pt x="9" y="32"/>
                  <a:pt x="13" y="33"/>
                  <a:pt x="17" y="33"/>
                </a:cubicBezTo>
                <a:cubicBezTo>
                  <a:pt x="21" y="33"/>
                  <a:pt x="26" y="32"/>
                  <a:pt x="29" y="28"/>
                </a:cubicBezTo>
                <a:cubicBezTo>
                  <a:pt x="32" y="25"/>
                  <a:pt x="34" y="21"/>
                  <a:pt x="34" y="16"/>
                </a:cubicBezTo>
                <a:cubicBezTo>
                  <a:pt x="34" y="12"/>
                  <a:pt x="32" y="8"/>
                  <a:pt x="29" y="5"/>
                </a:cubicBezTo>
                <a:cubicBezTo>
                  <a:pt x="26" y="1"/>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67" name="Freeform 823"/>
          <p:cNvSpPr>
            <a:spLocks noEditPoints="1"/>
          </p:cNvSpPr>
          <p:nvPr/>
        </p:nvSpPr>
        <p:spPr bwMode="auto">
          <a:xfrm>
            <a:off x="11768955" y="198439"/>
            <a:ext cx="174625" cy="169863"/>
          </a:xfrm>
          <a:custGeom>
            <a:avLst/>
            <a:gdLst>
              <a:gd name="T0" fmla="*/ 9 w 42"/>
              <a:gd name="T1" fmla="*/ 9 h 41"/>
              <a:gd name="T2" fmla="*/ 21 w 42"/>
              <a:gd name="T3" fmla="*/ 4 h 41"/>
              <a:gd name="T4" fmla="*/ 33 w 42"/>
              <a:gd name="T5" fmla="*/ 9 h 41"/>
              <a:gd name="T6" fmla="*/ 38 w 42"/>
              <a:gd name="T7" fmla="*/ 20 h 41"/>
              <a:gd name="T8" fmla="*/ 33 w 42"/>
              <a:gd name="T9" fmla="*/ 32 h 41"/>
              <a:gd name="T10" fmla="*/ 21 w 42"/>
              <a:gd name="T11" fmla="*/ 37 h 41"/>
              <a:gd name="T12" fmla="*/ 9 w 42"/>
              <a:gd name="T13" fmla="*/ 32 h 41"/>
              <a:gd name="T14" fmla="*/ 4 w 42"/>
              <a:gd name="T15" fmla="*/ 20 h 41"/>
              <a:gd name="T16" fmla="*/ 9 w 42"/>
              <a:gd name="T17" fmla="*/ 9 h 41"/>
              <a:gd name="T18" fmla="*/ 9 w 42"/>
              <a:gd name="T19" fmla="*/ 9 h 41"/>
              <a:gd name="T20" fmla="*/ 21 w 42"/>
              <a:gd name="T21" fmla="*/ 0 h 41"/>
              <a:gd name="T22" fmla="*/ 21 w 42"/>
              <a:gd name="T23" fmla="*/ 0 h 41"/>
              <a:gd name="T24" fmla="*/ 19 w 42"/>
              <a:gd name="T25" fmla="*/ 0 h 41"/>
              <a:gd name="T26" fmla="*/ 6 w 42"/>
              <a:gd name="T27" fmla="*/ 6 h 41"/>
              <a:gd name="T28" fmla="*/ 6 w 42"/>
              <a:gd name="T29" fmla="*/ 6 h 41"/>
              <a:gd name="T30" fmla="*/ 0 w 42"/>
              <a:gd name="T31" fmla="*/ 20 h 41"/>
              <a:gd name="T32" fmla="*/ 6 w 42"/>
              <a:gd name="T33" fmla="*/ 35 h 41"/>
              <a:gd name="T34" fmla="*/ 19 w 42"/>
              <a:gd name="T35" fmla="*/ 41 h 41"/>
              <a:gd name="T36" fmla="*/ 21 w 42"/>
              <a:gd name="T37" fmla="*/ 41 h 41"/>
              <a:gd name="T38" fmla="*/ 21 w 42"/>
              <a:gd name="T39" fmla="*/ 41 h 41"/>
              <a:gd name="T40" fmla="*/ 23 w 42"/>
              <a:gd name="T41" fmla="*/ 41 h 41"/>
              <a:gd name="T42" fmla="*/ 36 w 42"/>
              <a:gd name="T43" fmla="*/ 35 h 41"/>
              <a:gd name="T44" fmla="*/ 42 w 42"/>
              <a:gd name="T45" fmla="*/ 20 h 41"/>
              <a:gd name="T46" fmla="*/ 36 w 42"/>
              <a:gd name="T47" fmla="*/ 6 h 41"/>
              <a:gd name="T48" fmla="*/ 23 w 42"/>
              <a:gd name="T49" fmla="*/ 0 h 41"/>
              <a:gd name="T50" fmla="*/ 21 w 42"/>
              <a:gd name="T5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2" h="41">
                <a:moveTo>
                  <a:pt x="9" y="9"/>
                </a:moveTo>
                <a:cubicBezTo>
                  <a:pt x="13" y="5"/>
                  <a:pt x="17" y="4"/>
                  <a:pt x="21" y="4"/>
                </a:cubicBezTo>
                <a:cubicBezTo>
                  <a:pt x="25" y="4"/>
                  <a:pt x="30" y="5"/>
                  <a:pt x="33" y="9"/>
                </a:cubicBezTo>
                <a:cubicBezTo>
                  <a:pt x="36" y="12"/>
                  <a:pt x="38" y="16"/>
                  <a:pt x="38" y="20"/>
                </a:cubicBezTo>
                <a:cubicBezTo>
                  <a:pt x="38" y="25"/>
                  <a:pt x="36" y="29"/>
                  <a:pt x="33" y="32"/>
                </a:cubicBezTo>
                <a:cubicBezTo>
                  <a:pt x="30" y="36"/>
                  <a:pt x="25" y="37"/>
                  <a:pt x="21" y="37"/>
                </a:cubicBezTo>
                <a:cubicBezTo>
                  <a:pt x="17" y="37"/>
                  <a:pt x="13" y="36"/>
                  <a:pt x="9" y="32"/>
                </a:cubicBezTo>
                <a:cubicBezTo>
                  <a:pt x="6" y="29"/>
                  <a:pt x="4" y="25"/>
                  <a:pt x="4" y="20"/>
                </a:cubicBezTo>
                <a:cubicBezTo>
                  <a:pt x="4" y="16"/>
                  <a:pt x="6" y="12"/>
                  <a:pt x="9" y="9"/>
                </a:cubicBezTo>
                <a:cubicBezTo>
                  <a:pt x="9" y="9"/>
                  <a:pt x="9" y="9"/>
                  <a:pt x="9" y="9"/>
                </a:cubicBezTo>
                <a:moveTo>
                  <a:pt x="21" y="0"/>
                </a:moveTo>
                <a:cubicBezTo>
                  <a:pt x="21" y="0"/>
                  <a:pt x="21" y="0"/>
                  <a:pt x="21" y="0"/>
                </a:cubicBezTo>
                <a:cubicBezTo>
                  <a:pt x="20" y="0"/>
                  <a:pt x="19" y="0"/>
                  <a:pt x="19" y="0"/>
                </a:cubicBezTo>
                <a:cubicBezTo>
                  <a:pt x="14" y="0"/>
                  <a:pt x="10" y="2"/>
                  <a:pt x="6" y="6"/>
                </a:cubicBezTo>
                <a:cubicBezTo>
                  <a:pt x="6" y="6"/>
                  <a:pt x="6" y="6"/>
                  <a:pt x="6" y="6"/>
                </a:cubicBezTo>
                <a:cubicBezTo>
                  <a:pt x="2" y="10"/>
                  <a:pt x="0" y="15"/>
                  <a:pt x="0" y="20"/>
                </a:cubicBezTo>
                <a:cubicBezTo>
                  <a:pt x="0" y="26"/>
                  <a:pt x="2" y="31"/>
                  <a:pt x="6" y="35"/>
                </a:cubicBezTo>
                <a:cubicBezTo>
                  <a:pt x="10" y="38"/>
                  <a:pt x="14" y="40"/>
                  <a:pt x="19" y="41"/>
                </a:cubicBezTo>
                <a:cubicBezTo>
                  <a:pt x="19" y="41"/>
                  <a:pt x="20" y="41"/>
                  <a:pt x="21" y="41"/>
                </a:cubicBezTo>
                <a:cubicBezTo>
                  <a:pt x="21" y="41"/>
                  <a:pt x="21" y="41"/>
                  <a:pt x="21" y="41"/>
                </a:cubicBezTo>
                <a:cubicBezTo>
                  <a:pt x="22" y="41"/>
                  <a:pt x="22" y="41"/>
                  <a:pt x="23" y="41"/>
                </a:cubicBezTo>
                <a:cubicBezTo>
                  <a:pt x="27" y="41"/>
                  <a:pt x="32" y="39"/>
                  <a:pt x="36" y="35"/>
                </a:cubicBezTo>
                <a:cubicBezTo>
                  <a:pt x="40" y="31"/>
                  <a:pt x="42" y="26"/>
                  <a:pt x="42" y="20"/>
                </a:cubicBezTo>
                <a:cubicBezTo>
                  <a:pt x="42" y="15"/>
                  <a:pt x="40" y="10"/>
                  <a:pt x="36" y="6"/>
                </a:cubicBezTo>
                <a:cubicBezTo>
                  <a:pt x="32" y="2"/>
                  <a:pt x="27" y="0"/>
                  <a:pt x="23" y="0"/>
                </a:cubicBezTo>
                <a:cubicBezTo>
                  <a:pt x="22" y="0"/>
                  <a:pt x="22"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68" name="Freeform 824"/>
          <p:cNvSpPr>
            <a:spLocks/>
          </p:cNvSpPr>
          <p:nvPr/>
        </p:nvSpPr>
        <p:spPr bwMode="auto">
          <a:xfrm>
            <a:off x="10649771" y="1139827"/>
            <a:ext cx="136525" cy="139700"/>
          </a:xfrm>
          <a:custGeom>
            <a:avLst/>
            <a:gdLst>
              <a:gd name="T0" fmla="*/ 17 w 33"/>
              <a:gd name="T1" fmla="*/ 0 h 34"/>
              <a:gd name="T2" fmla="*/ 5 w 33"/>
              <a:gd name="T3" fmla="*/ 5 h 34"/>
              <a:gd name="T4" fmla="*/ 5 w 33"/>
              <a:gd name="T5" fmla="*/ 5 h 34"/>
              <a:gd name="T6" fmla="*/ 0 w 33"/>
              <a:gd name="T7" fmla="*/ 17 h 34"/>
              <a:gd name="T8" fmla="*/ 5 w 33"/>
              <a:gd name="T9" fmla="*/ 29 h 34"/>
              <a:gd name="T10" fmla="*/ 17 w 33"/>
              <a:gd name="T11" fmla="*/ 34 h 34"/>
              <a:gd name="T12" fmla="*/ 28 w 33"/>
              <a:gd name="T13" fmla="*/ 29 h 34"/>
              <a:gd name="T14" fmla="*/ 33 w 33"/>
              <a:gd name="T15" fmla="*/ 17 h 34"/>
              <a:gd name="T16" fmla="*/ 28 w 33"/>
              <a:gd name="T17" fmla="*/ 5 h 34"/>
              <a:gd name="T18" fmla="*/ 17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17" y="0"/>
                </a:moveTo>
                <a:cubicBezTo>
                  <a:pt x="12" y="0"/>
                  <a:pt x="8" y="2"/>
                  <a:pt x="5" y="5"/>
                </a:cubicBezTo>
                <a:cubicBezTo>
                  <a:pt x="5" y="5"/>
                  <a:pt x="5" y="5"/>
                  <a:pt x="5" y="5"/>
                </a:cubicBezTo>
                <a:cubicBezTo>
                  <a:pt x="2" y="8"/>
                  <a:pt x="0" y="13"/>
                  <a:pt x="0" y="17"/>
                </a:cubicBezTo>
                <a:cubicBezTo>
                  <a:pt x="0" y="21"/>
                  <a:pt x="2" y="25"/>
                  <a:pt x="5" y="29"/>
                </a:cubicBezTo>
                <a:cubicBezTo>
                  <a:pt x="8" y="32"/>
                  <a:pt x="12" y="34"/>
                  <a:pt x="17" y="34"/>
                </a:cubicBezTo>
                <a:cubicBezTo>
                  <a:pt x="21" y="34"/>
                  <a:pt x="25" y="32"/>
                  <a:pt x="28" y="29"/>
                </a:cubicBezTo>
                <a:cubicBezTo>
                  <a:pt x="32" y="25"/>
                  <a:pt x="33" y="21"/>
                  <a:pt x="33" y="17"/>
                </a:cubicBezTo>
                <a:cubicBezTo>
                  <a:pt x="33" y="13"/>
                  <a:pt x="32" y="8"/>
                  <a:pt x="28"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69" name="Freeform 825"/>
          <p:cNvSpPr>
            <a:spLocks noEditPoints="1"/>
          </p:cNvSpPr>
          <p:nvPr/>
        </p:nvSpPr>
        <p:spPr bwMode="auto">
          <a:xfrm>
            <a:off x="10633895" y="1122368"/>
            <a:ext cx="169863" cy="174625"/>
          </a:xfrm>
          <a:custGeom>
            <a:avLst/>
            <a:gdLst>
              <a:gd name="T0" fmla="*/ 9 w 41"/>
              <a:gd name="T1" fmla="*/ 9 h 42"/>
              <a:gd name="T2" fmla="*/ 21 w 41"/>
              <a:gd name="T3" fmla="*/ 4 h 42"/>
              <a:gd name="T4" fmla="*/ 32 w 41"/>
              <a:gd name="T5" fmla="*/ 9 h 42"/>
              <a:gd name="T6" fmla="*/ 37 w 41"/>
              <a:gd name="T7" fmla="*/ 21 h 42"/>
              <a:gd name="T8" fmla="*/ 32 w 41"/>
              <a:gd name="T9" fmla="*/ 33 h 42"/>
              <a:gd name="T10" fmla="*/ 21 w 41"/>
              <a:gd name="T11" fmla="*/ 38 h 42"/>
              <a:gd name="T12" fmla="*/ 9 w 41"/>
              <a:gd name="T13" fmla="*/ 33 h 42"/>
              <a:gd name="T14" fmla="*/ 4 w 41"/>
              <a:gd name="T15" fmla="*/ 21 h 42"/>
              <a:gd name="T16" fmla="*/ 9 w 41"/>
              <a:gd name="T17" fmla="*/ 9 h 42"/>
              <a:gd name="T18" fmla="*/ 9 w 41"/>
              <a:gd name="T19" fmla="*/ 9 h 42"/>
              <a:gd name="T20" fmla="*/ 21 w 41"/>
              <a:gd name="T21" fmla="*/ 0 h 42"/>
              <a:gd name="T22" fmla="*/ 21 w 41"/>
              <a:gd name="T23" fmla="*/ 0 h 42"/>
              <a:gd name="T24" fmla="*/ 6 w 41"/>
              <a:gd name="T25" fmla="*/ 6 h 42"/>
              <a:gd name="T26" fmla="*/ 6 w 41"/>
              <a:gd name="T27" fmla="*/ 6 h 42"/>
              <a:gd name="T28" fmla="*/ 0 w 41"/>
              <a:gd name="T29" fmla="*/ 21 h 42"/>
              <a:gd name="T30" fmla="*/ 6 w 41"/>
              <a:gd name="T31" fmla="*/ 36 h 42"/>
              <a:gd name="T32" fmla="*/ 21 w 41"/>
              <a:gd name="T33" fmla="*/ 42 h 42"/>
              <a:gd name="T34" fmla="*/ 21 w 41"/>
              <a:gd name="T35" fmla="*/ 42 h 42"/>
              <a:gd name="T36" fmla="*/ 35 w 41"/>
              <a:gd name="T37" fmla="*/ 36 h 42"/>
              <a:gd name="T38" fmla="*/ 41 w 41"/>
              <a:gd name="T39" fmla="*/ 21 h 42"/>
              <a:gd name="T40" fmla="*/ 36 w 41"/>
              <a:gd name="T41" fmla="*/ 7 h 42"/>
              <a:gd name="T42" fmla="*/ 35 w 41"/>
              <a:gd name="T43" fmla="*/ 6 h 42"/>
              <a:gd name="T44" fmla="*/ 33 w 41"/>
              <a:gd name="T45" fmla="*/ 5 h 42"/>
              <a:gd name="T46" fmla="*/ 21 w 41"/>
              <a:gd name="T4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42">
                <a:moveTo>
                  <a:pt x="9" y="9"/>
                </a:moveTo>
                <a:cubicBezTo>
                  <a:pt x="12" y="6"/>
                  <a:pt x="16" y="4"/>
                  <a:pt x="21" y="4"/>
                </a:cubicBezTo>
                <a:cubicBezTo>
                  <a:pt x="25" y="4"/>
                  <a:pt x="29" y="6"/>
                  <a:pt x="32" y="9"/>
                </a:cubicBezTo>
                <a:cubicBezTo>
                  <a:pt x="36" y="12"/>
                  <a:pt x="37" y="17"/>
                  <a:pt x="37" y="21"/>
                </a:cubicBezTo>
                <a:cubicBezTo>
                  <a:pt x="37" y="25"/>
                  <a:pt x="36" y="29"/>
                  <a:pt x="32" y="33"/>
                </a:cubicBezTo>
                <a:cubicBezTo>
                  <a:pt x="29" y="36"/>
                  <a:pt x="25" y="38"/>
                  <a:pt x="21" y="38"/>
                </a:cubicBezTo>
                <a:cubicBezTo>
                  <a:pt x="16" y="38"/>
                  <a:pt x="12" y="36"/>
                  <a:pt x="9" y="33"/>
                </a:cubicBezTo>
                <a:cubicBezTo>
                  <a:pt x="6" y="29"/>
                  <a:pt x="4" y="25"/>
                  <a:pt x="4" y="21"/>
                </a:cubicBezTo>
                <a:cubicBezTo>
                  <a:pt x="4" y="17"/>
                  <a:pt x="6" y="12"/>
                  <a:pt x="9" y="9"/>
                </a:cubicBezTo>
                <a:cubicBezTo>
                  <a:pt x="9" y="9"/>
                  <a:pt x="9" y="9"/>
                  <a:pt x="9" y="9"/>
                </a:cubicBezTo>
                <a:moveTo>
                  <a:pt x="21" y="0"/>
                </a:moveTo>
                <a:cubicBezTo>
                  <a:pt x="21" y="0"/>
                  <a:pt x="21" y="0"/>
                  <a:pt x="21" y="0"/>
                </a:cubicBezTo>
                <a:cubicBezTo>
                  <a:pt x="15" y="0"/>
                  <a:pt x="10" y="2"/>
                  <a:pt x="6" y="6"/>
                </a:cubicBezTo>
                <a:cubicBezTo>
                  <a:pt x="6" y="6"/>
                  <a:pt x="6" y="6"/>
                  <a:pt x="6" y="6"/>
                </a:cubicBezTo>
                <a:cubicBezTo>
                  <a:pt x="2" y="10"/>
                  <a:pt x="0" y="16"/>
                  <a:pt x="0" y="21"/>
                </a:cubicBezTo>
                <a:cubicBezTo>
                  <a:pt x="0" y="26"/>
                  <a:pt x="2" y="31"/>
                  <a:pt x="6" y="36"/>
                </a:cubicBezTo>
                <a:cubicBezTo>
                  <a:pt x="10" y="40"/>
                  <a:pt x="15" y="42"/>
                  <a:pt x="21" y="42"/>
                </a:cubicBezTo>
                <a:cubicBezTo>
                  <a:pt x="21" y="42"/>
                  <a:pt x="21" y="42"/>
                  <a:pt x="21" y="42"/>
                </a:cubicBezTo>
                <a:cubicBezTo>
                  <a:pt x="26" y="42"/>
                  <a:pt x="31" y="40"/>
                  <a:pt x="35" y="36"/>
                </a:cubicBezTo>
                <a:cubicBezTo>
                  <a:pt x="39" y="31"/>
                  <a:pt x="41" y="26"/>
                  <a:pt x="41" y="21"/>
                </a:cubicBezTo>
                <a:cubicBezTo>
                  <a:pt x="41" y="16"/>
                  <a:pt x="40" y="11"/>
                  <a:pt x="36" y="7"/>
                </a:cubicBezTo>
                <a:cubicBezTo>
                  <a:pt x="36" y="7"/>
                  <a:pt x="36" y="7"/>
                  <a:pt x="35" y="6"/>
                </a:cubicBezTo>
                <a:cubicBezTo>
                  <a:pt x="35" y="6"/>
                  <a:pt x="34" y="5"/>
                  <a:pt x="33" y="5"/>
                </a:cubicBezTo>
                <a:cubicBezTo>
                  <a:pt x="30" y="2"/>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70" name="Freeform 826"/>
          <p:cNvSpPr>
            <a:spLocks/>
          </p:cNvSpPr>
          <p:nvPr/>
        </p:nvSpPr>
        <p:spPr bwMode="auto">
          <a:xfrm>
            <a:off x="13053243" y="-1381127"/>
            <a:ext cx="138113" cy="136525"/>
          </a:xfrm>
          <a:custGeom>
            <a:avLst/>
            <a:gdLst>
              <a:gd name="T0" fmla="*/ 16 w 33"/>
              <a:gd name="T1" fmla="*/ 0 h 33"/>
              <a:gd name="T2" fmla="*/ 5 w 33"/>
              <a:gd name="T3" fmla="*/ 5 h 33"/>
              <a:gd name="T4" fmla="*/ 5 w 33"/>
              <a:gd name="T5" fmla="*/ 5 h 33"/>
              <a:gd name="T6" fmla="*/ 0 w 33"/>
              <a:gd name="T7" fmla="*/ 17 h 33"/>
              <a:gd name="T8" fmla="*/ 5 w 33"/>
              <a:gd name="T9" fmla="*/ 29 h 33"/>
              <a:gd name="T10" fmla="*/ 16 w 33"/>
              <a:gd name="T11" fmla="*/ 33 h 33"/>
              <a:gd name="T12" fmla="*/ 28 w 33"/>
              <a:gd name="T13" fmla="*/ 29 h 33"/>
              <a:gd name="T14" fmla="*/ 33 w 33"/>
              <a:gd name="T15" fmla="*/ 17 h 33"/>
              <a:gd name="T16" fmla="*/ 28 w 33"/>
              <a:gd name="T17" fmla="*/ 5 h 33"/>
              <a:gd name="T18" fmla="*/ 16 w 33"/>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3">
                <a:moveTo>
                  <a:pt x="16" y="0"/>
                </a:moveTo>
                <a:cubicBezTo>
                  <a:pt x="12" y="0"/>
                  <a:pt x="8" y="2"/>
                  <a:pt x="5" y="5"/>
                </a:cubicBezTo>
                <a:cubicBezTo>
                  <a:pt x="5" y="5"/>
                  <a:pt x="5" y="5"/>
                  <a:pt x="5" y="5"/>
                </a:cubicBezTo>
                <a:cubicBezTo>
                  <a:pt x="1" y="8"/>
                  <a:pt x="0" y="13"/>
                  <a:pt x="0" y="17"/>
                </a:cubicBezTo>
                <a:cubicBezTo>
                  <a:pt x="0" y="21"/>
                  <a:pt x="1" y="25"/>
                  <a:pt x="5" y="29"/>
                </a:cubicBezTo>
                <a:cubicBezTo>
                  <a:pt x="8" y="32"/>
                  <a:pt x="12" y="33"/>
                  <a:pt x="16" y="33"/>
                </a:cubicBezTo>
                <a:cubicBezTo>
                  <a:pt x="21" y="33"/>
                  <a:pt x="25" y="32"/>
                  <a:pt x="28" y="29"/>
                </a:cubicBezTo>
                <a:cubicBezTo>
                  <a:pt x="32" y="25"/>
                  <a:pt x="33" y="21"/>
                  <a:pt x="33" y="17"/>
                </a:cubicBezTo>
                <a:cubicBezTo>
                  <a:pt x="33" y="13"/>
                  <a:pt x="32" y="8"/>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71" name="Freeform 827"/>
          <p:cNvSpPr>
            <a:spLocks noEditPoints="1"/>
          </p:cNvSpPr>
          <p:nvPr/>
        </p:nvSpPr>
        <p:spPr bwMode="auto">
          <a:xfrm>
            <a:off x="13037368" y="-1398590"/>
            <a:ext cx="169863" cy="169863"/>
          </a:xfrm>
          <a:custGeom>
            <a:avLst/>
            <a:gdLst>
              <a:gd name="T0" fmla="*/ 9 w 41"/>
              <a:gd name="T1" fmla="*/ 9 h 41"/>
              <a:gd name="T2" fmla="*/ 20 w 41"/>
              <a:gd name="T3" fmla="*/ 4 h 41"/>
              <a:gd name="T4" fmla="*/ 32 w 41"/>
              <a:gd name="T5" fmla="*/ 9 h 41"/>
              <a:gd name="T6" fmla="*/ 37 w 41"/>
              <a:gd name="T7" fmla="*/ 21 h 41"/>
              <a:gd name="T8" fmla="*/ 32 w 41"/>
              <a:gd name="T9" fmla="*/ 33 h 41"/>
              <a:gd name="T10" fmla="*/ 20 w 41"/>
              <a:gd name="T11" fmla="*/ 37 h 41"/>
              <a:gd name="T12" fmla="*/ 9 w 41"/>
              <a:gd name="T13" fmla="*/ 33 h 41"/>
              <a:gd name="T14" fmla="*/ 4 w 41"/>
              <a:gd name="T15" fmla="*/ 21 h 41"/>
              <a:gd name="T16" fmla="*/ 9 w 41"/>
              <a:gd name="T17" fmla="*/ 9 h 41"/>
              <a:gd name="T18" fmla="*/ 9 w 41"/>
              <a:gd name="T19" fmla="*/ 9 h 41"/>
              <a:gd name="T20" fmla="*/ 21 w 41"/>
              <a:gd name="T21" fmla="*/ 0 h 41"/>
              <a:gd name="T22" fmla="*/ 20 w 41"/>
              <a:gd name="T23" fmla="*/ 0 h 41"/>
              <a:gd name="T24" fmla="*/ 6 w 41"/>
              <a:gd name="T25" fmla="*/ 6 h 41"/>
              <a:gd name="T26" fmla="*/ 6 w 41"/>
              <a:gd name="T27" fmla="*/ 6 h 41"/>
              <a:gd name="T28" fmla="*/ 0 w 41"/>
              <a:gd name="T29" fmla="*/ 21 h 41"/>
              <a:gd name="T30" fmla="*/ 6 w 41"/>
              <a:gd name="T31" fmla="*/ 35 h 41"/>
              <a:gd name="T32" fmla="*/ 20 w 41"/>
              <a:gd name="T33" fmla="*/ 41 h 41"/>
              <a:gd name="T34" fmla="*/ 20 w 41"/>
              <a:gd name="T35" fmla="*/ 41 h 41"/>
              <a:gd name="T36" fmla="*/ 35 w 41"/>
              <a:gd name="T37" fmla="*/ 35 h 41"/>
              <a:gd name="T38" fmla="*/ 41 w 41"/>
              <a:gd name="T39" fmla="*/ 21 h 41"/>
              <a:gd name="T40" fmla="*/ 41 w 41"/>
              <a:gd name="T41" fmla="*/ 16 h 41"/>
              <a:gd name="T42" fmla="*/ 39 w 41"/>
              <a:gd name="T43" fmla="*/ 12 h 41"/>
              <a:gd name="T44" fmla="*/ 35 w 41"/>
              <a:gd name="T45" fmla="*/ 6 h 41"/>
              <a:gd name="T46" fmla="*/ 21 w 41"/>
              <a:gd name="T4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41">
                <a:moveTo>
                  <a:pt x="9" y="9"/>
                </a:moveTo>
                <a:cubicBezTo>
                  <a:pt x="12" y="6"/>
                  <a:pt x="16" y="4"/>
                  <a:pt x="20" y="4"/>
                </a:cubicBezTo>
                <a:cubicBezTo>
                  <a:pt x="25" y="4"/>
                  <a:pt x="29" y="6"/>
                  <a:pt x="32" y="9"/>
                </a:cubicBezTo>
                <a:cubicBezTo>
                  <a:pt x="36" y="12"/>
                  <a:pt x="37" y="17"/>
                  <a:pt x="37" y="21"/>
                </a:cubicBezTo>
                <a:cubicBezTo>
                  <a:pt x="37" y="25"/>
                  <a:pt x="36" y="29"/>
                  <a:pt x="32" y="33"/>
                </a:cubicBezTo>
                <a:cubicBezTo>
                  <a:pt x="29" y="36"/>
                  <a:pt x="25" y="37"/>
                  <a:pt x="20" y="37"/>
                </a:cubicBezTo>
                <a:cubicBezTo>
                  <a:pt x="16" y="37"/>
                  <a:pt x="12" y="36"/>
                  <a:pt x="9" y="33"/>
                </a:cubicBezTo>
                <a:cubicBezTo>
                  <a:pt x="5" y="29"/>
                  <a:pt x="4" y="25"/>
                  <a:pt x="4" y="21"/>
                </a:cubicBezTo>
                <a:cubicBezTo>
                  <a:pt x="4" y="17"/>
                  <a:pt x="5" y="12"/>
                  <a:pt x="9" y="9"/>
                </a:cubicBezTo>
                <a:cubicBezTo>
                  <a:pt x="9" y="9"/>
                  <a:pt x="9" y="9"/>
                  <a:pt x="9" y="9"/>
                </a:cubicBezTo>
                <a:moveTo>
                  <a:pt x="21" y="0"/>
                </a:moveTo>
                <a:cubicBezTo>
                  <a:pt x="21" y="0"/>
                  <a:pt x="21" y="0"/>
                  <a:pt x="20" y="0"/>
                </a:cubicBezTo>
                <a:cubicBezTo>
                  <a:pt x="15" y="0"/>
                  <a:pt x="10" y="2"/>
                  <a:pt x="6" y="6"/>
                </a:cubicBezTo>
                <a:cubicBezTo>
                  <a:pt x="6" y="6"/>
                  <a:pt x="6" y="6"/>
                  <a:pt x="6" y="6"/>
                </a:cubicBezTo>
                <a:cubicBezTo>
                  <a:pt x="2" y="10"/>
                  <a:pt x="0" y="16"/>
                  <a:pt x="0" y="21"/>
                </a:cubicBezTo>
                <a:cubicBezTo>
                  <a:pt x="0" y="26"/>
                  <a:pt x="2" y="31"/>
                  <a:pt x="6" y="35"/>
                </a:cubicBezTo>
                <a:cubicBezTo>
                  <a:pt x="10" y="39"/>
                  <a:pt x="15" y="41"/>
                  <a:pt x="20" y="41"/>
                </a:cubicBezTo>
                <a:cubicBezTo>
                  <a:pt x="20" y="41"/>
                  <a:pt x="20" y="41"/>
                  <a:pt x="20" y="41"/>
                </a:cubicBezTo>
                <a:cubicBezTo>
                  <a:pt x="26" y="41"/>
                  <a:pt x="31" y="39"/>
                  <a:pt x="35" y="35"/>
                </a:cubicBezTo>
                <a:cubicBezTo>
                  <a:pt x="39" y="31"/>
                  <a:pt x="41" y="26"/>
                  <a:pt x="41" y="21"/>
                </a:cubicBezTo>
                <a:cubicBezTo>
                  <a:pt x="41" y="19"/>
                  <a:pt x="41" y="18"/>
                  <a:pt x="41" y="16"/>
                </a:cubicBezTo>
                <a:cubicBezTo>
                  <a:pt x="40" y="15"/>
                  <a:pt x="40" y="13"/>
                  <a:pt x="39" y="12"/>
                </a:cubicBezTo>
                <a:cubicBezTo>
                  <a:pt x="38" y="10"/>
                  <a:pt x="37" y="8"/>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72" name="Freeform 828"/>
          <p:cNvSpPr>
            <a:spLocks/>
          </p:cNvSpPr>
          <p:nvPr/>
        </p:nvSpPr>
        <p:spPr bwMode="auto">
          <a:xfrm>
            <a:off x="14812194" y="-1066802"/>
            <a:ext cx="136525" cy="136525"/>
          </a:xfrm>
          <a:custGeom>
            <a:avLst/>
            <a:gdLst>
              <a:gd name="T0" fmla="*/ 16 w 33"/>
              <a:gd name="T1" fmla="*/ 0 h 33"/>
              <a:gd name="T2" fmla="*/ 5 w 33"/>
              <a:gd name="T3" fmla="*/ 5 h 33"/>
              <a:gd name="T4" fmla="*/ 3 w 33"/>
              <a:gd name="T5" fmla="*/ 4 h 33"/>
              <a:gd name="T6" fmla="*/ 5 w 33"/>
              <a:gd name="T7" fmla="*/ 5 h 33"/>
              <a:gd name="T8" fmla="*/ 0 w 33"/>
              <a:gd name="T9" fmla="*/ 17 h 33"/>
              <a:gd name="T10" fmla="*/ 5 w 33"/>
              <a:gd name="T11" fmla="*/ 29 h 33"/>
              <a:gd name="T12" fmla="*/ 16 w 33"/>
              <a:gd name="T13" fmla="*/ 33 h 33"/>
              <a:gd name="T14" fmla="*/ 28 w 33"/>
              <a:gd name="T15" fmla="*/ 29 h 33"/>
              <a:gd name="T16" fmla="*/ 33 w 33"/>
              <a:gd name="T17" fmla="*/ 17 h 33"/>
              <a:gd name="T18" fmla="*/ 28 w 33"/>
              <a:gd name="T19" fmla="*/ 5 h 33"/>
              <a:gd name="T20" fmla="*/ 16 w 33"/>
              <a:gd name="T21"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33">
                <a:moveTo>
                  <a:pt x="16" y="0"/>
                </a:moveTo>
                <a:cubicBezTo>
                  <a:pt x="12" y="0"/>
                  <a:pt x="8" y="2"/>
                  <a:pt x="5" y="5"/>
                </a:cubicBezTo>
                <a:cubicBezTo>
                  <a:pt x="3" y="4"/>
                  <a:pt x="3" y="4"/>
                  <a:pt x="3" y="4"/>
                </a:cubicBezTo>
                <a:cubicBezTo>
                  <a:pt x="5" y="5"/>
                  <a:pt x="5" y="5"/>
                  <a:pt x="5" y="5"/>
                </a:cubicBezTo>
                <a:cubicBezTo>
                  <a:pt x="1" y="8"/>
                  <a:pt x="0" y="13"/>
                  <a:pt x="0" y="17"/>
                </a:cubicBezTo>
                <a:cubicBezTo>
                  <a:pt x="0" y="21"/>
                  <a:pt x="1" y="25"/>
                  <a:pt x="5" y="29"/>
                </a:cubicBezTo>
                <a:cubicBezTo>
                  <a:pt x="8" y="32"/>
                  <a:pt x="12" y="33"/>
                  <a:pt x="16" y="33"/>
                </a:cubicBezTo>
                <a:cubicBezTo>
                  <a:pt x="21" y="33"/>
                  <a:pt x="25" y="32"/>
                  <a:pt x="28" y="29"/>
                </a:cubicBezTo>
                <a:cubicBezTo>
                  <a:pt x="32" y="25"/>
                  <a:pt x="33" y="21"/>
                  <a:pt x="33" y="17"/>
                </a:cubicBezTo>
                <a:cubicBezTo>
                  <a:pt x="33" y="13"/>
                  <a:pt x="32" y="8"/>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73" name="Freeform 829"/>
          <p:cNvSpPr>
            <a:spLocks noEditPoints="1"/>
          </p:cNvSpPr>
          <p:nvPr/>
        </p:nvSpPr>
        <p:spPr bwMode="auto">
          <a:xfrm>
            <a:off x="14794731" y="-1082677"/>
            <a:ext cx="169863" cy="169863"/>
          </a:xfrm>
          <a:custGeom>
            <a:avLst/>
            <a:gdLst>
              <a:gd name="T0" fmla="*/ 9 w 41"/>
              <a:gd name="T1" fmla="*/ 9 h 41"/>
              <a:gd name="T2" fmla="*/ 20 w 41"/>
              <a:gd name="T3" fmla="*/ 4 h 41"/>
              <a:gd name="T4" fmla="*/ 32 w 41"/>
              <a:gd name="T5" fmla="*/ 9 h 41"/>
              <a:gd name="T6" fmla="*/ 37 w 41"/>
              <a:gd name="T7" fmla="*/ 21 h 41"/>
              <a:gd name="T8" fmla="*/ 32 w 41"/>
              <a:gd name="T9" fmla="*/ 33 h 41"/>
              <a:gd name="T10" fmla="*/ 20 w 41"/>
              <a:gd name="T11" fmla="*/ 37 h 41"/>
              <a:gd name="T12" fmla="*/ 9 w 41"/>
              <a:gd name="T13" fmla="*/ 33 h 41"/>
              <a:gd name="T14" fmla="*/ 4 w 41"/>
              <a:gd name="T15" fmla="*/ 21 h 41"/>
              <a:gd name="T16" fmla="*/ 9 w 41"/>
              <a:gd name="T17" fmla="*/ 9 h 41"/>
              <a:gd name="T18" fmla="*/ 7 w 41"/>
              <a:gd name="T19" fmla="*/ 8 h 41"/>
              <a:gd name="T20" fmla="*/ 9 w 41"/>
              <a:gd name="T21" fmla="*/ 9 h 41"/>
              <a:gd name="T22" fmla="*/ 21 w 41"/>
              <a:gd name="T23" fmla="*/ 0 h 41"/>
              <a:gd name="T24" fmla="*/ 20 w 41"/>
              <a:gd name="T25" fmla="*/ 0 h 41"/>
              <a:gd name="T26" fmla="*/ 6 w 41"/>
              <a:gd name="T27" fmla="*/ 6 h 41"/>
              <a:gd name="T28" fmla="*/ 6 w 41"/>
              <a:gd name="T29" fmla="*/ 6 h 41"/>
              <a:gd name="T30" fmla="*/ 0 w 41"/>
              <a:gd name="T31" fmla="*/ 21 h 41"/>
              <a:gd name="T32" fmla="*/ 3 w 41"/>
              <a:gd name="T33" fmla="*/ 32 h 41"/>
              <a:gd name="T34" fmla="*/ 6 w 41"/>
              <a:gd name="T35" fmla="*/ 35 h 41"/>
              <a:gd name="T36" fmla="*/ 6 w 41"/>
              <a:gd name="T37" fmla="*/ 35 h 41"/>
              <a:gd name="T38" fmla="*/ 20 w 41"/>
              <a:gd name="T39" fmla="*/ 41 h 41"/>
              <a:gd name="T40" fmla="*/ 20 w 41"/>
              <a:gd name="T41" fmla="*/ 41 h 41"/>
              <a:gd name="T42" fmla="*/ 35 w 41"/>
              <a:gd name="T43" fmla="*/ 35 h 41"/>
              <a:gd name="T44" fmla="*/ 41 w 41"/>
              <a:gd name="T45" fmla="*/ 21 h 41"/>
              <a:gd name="T46" fmla="*/ 35 w 41"/>
              <a:gd name="T47" fmla="*/ 6 h 41"/>
              <a:gd name="T48" fmla="*/ 35 w 41"/>
              <a:gd name="T49" fmla="*/ 6 h 41"/>
              <a:gd name="T50" fmla="*/ 32 w 41"/>
              <a:gd name="T51" fmla="*/ 4 h 41"/>
              <a:gd name="T52" fmla="*/ 21 w 41"/>
              <a:gd name="T5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1">
                <a:moveTo>
                  <a:pt x="9" y="9"/>
                </a:moveTo>
                <a:cubicBezTo>
                  <a:pt x="12" y="6"/>
                  <a:pt x="16" y="4"/>
                  <a:pt x="20" y="4"/>
                </a:cubicBezTo>
                <a:cubicBezTo>
                  <a:pt x="25" y="4"/>
                  <a:pt x="29" y="6"/>
                  <a:pt x="32" y="9"/>
                </a:cubicBezTo>
                <a:cubicBezTo>
                  <a:pt x="36" y="12"/>
                  <a:pt x="37" y="17"/>
                  <a:pt x="37" y="21"/>
                </a:cubicBezTo>
                <a:cubicBezTo>
                  <a:pt x="37" y="25"/>
                  <a:pt x="36" y="29"/>
                  <a:pt x="32" y="33"/>
                </a:cubicBezTo>
                <a:cubicBezTo>
                  <a:pt x="29" y="36"/>
                  <a:pt x="25" y="37"/>
                  <a:pt x="20" y="37"/>
                </a:cubicBezTo>
                <a:cubicBezTo>
                  <a:pt x="16" y="37"/>
                  <a:pt x="12" y="36"/>
                  <a:pt x="9" y="33"/>
                </a:cubicBezTo>
                <a:cubicBezTo>
                  <a:pt x="5" y="29"/>
                  <a:pt x="4" y="25"/>
                  <a:pt x="4" y="21"/>
                </a:cubicBezTo>
                <a:cubicBezTo>
                  <a:pt x="4" y="17"/>
                  <a:pt x="5" y="12"/>
                  <a:pt x="9" y="9"/>
                </a:cubicBezTo>
                <a:cubicBezTo>
                  <a:pt x="7" y="8"/>
                  <a:pt x="7" y="8"/>
                  <a:pt x="7" y="8"/>
                </a:cubicBezTo>
                <a:cubicBezTo>
                  <a:pt x="9" y="9"/>
                  <a:pt x="9" y="9"/>
                  <a:pt x="9" y="9"/>
                </a:cubicBezTo>
                <a:moveTo>
                  <a:pt x="21" y="0"/>
                </a:moveTo>
                <a:cubicBezTo>
                  <a:pt x="21" y="0"/>
                  <a:pt x="21" y="0"/>
                  <a:pt x="20" y="0"/>
                </a:cubicBezTo>
                <a:cubicBezTo>
                  <a:pt x="15" y="0"/>
                  <a:pt x="10" y="2"/>
                  <a:pt x="6" y="6"/>
                </a:cubicBezTo>
                <a:cubicBezTo>
                  <a:pt x="6" y="6"/>
                  <a:pt x="6" y="6"/>
                  <a:pt x="6" y="6"/>
                </a:cubicBezTo>
                <a:cubicBezTo>
                  <a:pt x="2" y="10"/>
                  <a:pt x="0" y="16"/>
                  <a:pt x="0" y="21"/>
                </a:cubicBezTo>
                <a:cubicBezTo>
                  <a:pt x="0" y="25"/>
                  <a:pt x="1" y="29"/>
                  <a:pt x="3" y="32"/>
                </a:cubicBezTo>
                <a:cubicBezTo>
                  <a:pt x="4" y="33"/>
                  <a:pt x="5" y="34"/>
                  <a:pt x="6" y="35"/>
                </a:cubicBezTo>
                <a:cubicBezTo>
                  <a:pt x="6" y="35"/>
                  <a:pt x="6" y="35"/>
                  <a:pt x="6" y="35"/>
                </a:cubicBezTo>
                <a:cubicBezTo>
                  <a:pt x="10" y="39"/>
                  <a:pt x="15" y="41"/>
                  <a:pt x="20" y="41"/>
                </a:cubicBezTo>
                <a:cubicBezTo>
                  <a:pt x="20" y="41"/>
                  <a:pt x="20" y="41"/>
                  <a:pt x="20" y="41"/>
                </a:cubicBezTo>
                <a:cubicBezTo>
                  <a:pt x="26" y="41"/>
                  <a:pt x="31" y="39"/>
                  <a:pt x="35" y="35"/>
                </a:cubicBezTo>
                <a:cubicBezTo>
                  <a:pt x="39" y="31"/>
                  <a:pt x="41" y="26"/>
                  <a:pt x="41" y="21"/>
                </a:cubicBezTo>
                <a:cubicBezTo>
                  <a:pt x="41" y="16"/>
                  <a:pt x="39" y="10"/>
                  <a:pt x="35" y="6"/>
                </a:cubicBezTo>
                <a:cubicBezTo>
                  <a:pt x="35" y="6"/>
                  <a:pt x="35" y="6"/>
                  <a:pt x="35" y="6"/>
                </a:cubicBezTo>
                <a:cubicBezTo>
                  <a:pt x="34" y="5"/>
                  <a:pt x="33" y="4"/>
                  <a:pt x="32" y="4"/>
                </a:cubicBezTo>
                <a:cubicBezTo>
                  <a:pt x="28" y="1"/>
                  <a:pt x="24"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74" name="Freeform 830"/>
          <p:cNvSpPr>
            <a:spLocks/>
          </p:cNvSpPr>
          <p:nvPr/>
        </p:nvSpPr>
        <p:spPr bwMode="auto">
          <a:xfrm>
            <a:off x="13650144" y="-1282702"/>
            <a:ext cx="138113" cy="138113"/>
          </a:xfrm>
          <a:custGeom>
            <a:avLst/>
            <a:gdLst>
              <a:gd name="T0" fmla="*/ 16 w 33"/>
              <a:gd name="T1" fmla="*/ 0 h 33"/>
              <a:gd name="T2" fmla="*/ 5 w 33"/>
              <a:gd name="T3" fmla="*/ 5 h 33"/>
              <a:gd name="T4" fmla="*/ 5 w 33"/>
              <a:gd name="T5" fmla="*/ 5 h 33"/>
              <a:gd name="T6" fmla="*/ 0 w 33"/>
              <a:gd name="T7" fmla="*/ 17 h 33"/>
              <a:gd name="T8" fmla="*/ 5 w 33"/>
              <a:gd name="T9" fmla="*/ 29 h 33"/>
              <a:gd name="T10" fmla="*/ 16 w 33"/>
              <a:gd name="T11" fmla="*/ 33 h 33"/>
              <a:gd name="T12" fmla="*/ 28 w 33"/>
              <a:gd name="T13" fmla="*/ 29 h 33"/>
              <a:gd name="T14" fmla="*/ 33 w 33"/>
              <a:gd name="T15" fmla="*/ 17 h 33"/>
              <a:gd name="T16" fmla="*/ 28 w 33"/>
              <a:gd name="T17" fmla="*/ 5 h 33"/>
              <a:gd name="T18" fmla="*/ 16 w 33"/>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3">
                <a:moveTo>
                  <a:pt x="16" y="0"/>
                </a:moveTo>
                <a:cubicBezTo>
                  <a:pt x="12" y="0"/>
                  <a:pt x="8" y="2"/>
                  <a:pt x="5" y="5"/>
                </a:cubicBezTo>
                <a:cubicBezTo>
                  <a:pt x="5" y="5"/>
                  <a:pt x="5" y="5"/>
                  <a:pt x="5" y="5"/>
                </a:cubicBezTo>
                <a:cubicBezTo>
                  <a:pt x="1" y="8"/>
                  <a:pt x="0" y="13"/>
                  <a:pt x="0" y="17"/>
                </a:cubicBezTo>
                <a:cubicBezTo>
                  <a:pt x="0" y="21"/>
                  <a:pt x="1" y="25"/>
                  <a:pt x="5" y="29"/>
                </a:cubicBezTo>
                <a:cubicBezTo>
                  <a:pt x="8" y="32"/>
                  <a:pt x="12" y="33"/>
                  <a:pt x="16" y="33"/>
                </a:cubicBezTo>
                <a:cubicBezTo>
                  <a:pt x="21" y="33"/>
                  <a:pt x="25" y="32"/>
                  <a:pt x="28" y="29"/>
                </a:cubicBezTo>
                <a:cubicBezTo>
                  <a:pt x="32" y="25"/>
                  <a:pt x="33" y="21"/>
                  <a:pt x="33" y="17"/>
                </a:cubicBezTo>
                <a:cubicBezTo>
                  <a:pt x="33" y="13"/>
                  <a:pt x="32" y="8"/>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75" name="Freeform 831"/>
          <p:cNvSpPr>
            <a:spLocks noEditPoints="1"/>
          </p:cNvSpPr>
          <p:nvPr/>
        </p:nvSpPr>
        <p:spPr bwMode="auto">
          <a:xfrm>
            <a:off x="13634269" y="-1298577"/>
            <a:ext cx="169863" cy="169863"/>
          </a:xfrm>
          <a:custGeom>
            <a:avLst/>
            <a:gdLst>
              <a:gd name="T0" fmla="*/ 9 w 41"/>
              <a:gd name="T1" fmla="*/ 9 h 41"/>
              <a:gd name="T2" fmla="*/ 20 w 41"/>
              <a:gd name="T3" fmla="*/ 4 h 41"/>
              <a:gd name="T4" fmla="*/ 32 w 41"/>
              <a:gd name="T5" fmla="*/ 9 h 41"/>
              <a:gd name="T6" fmla="*/ 37 w 41"/>
              <a:gd name="T7" fmla="*/ 21 h 41"/>
              <a:gd name="T8" fmla="*/ 32 w 41"/>
              <a:gd name="T9" fmla="*/ 33 h 41"/>
              <a:gd name="T10" fmla="*/ 20 w 41"/>
              <a:gd name="T11" fmla="*/ 37 h 41"/>
              <a:gd name="T12" fmla="*/ 9 w 41"/>
              <a:gd name="T13" fmla="*/ 33 h 41"/>
              <a:gd name="T14" fmla="*/ 4 w 41"/>
              <a:gd name="T15" fmla="*/ 21 h 41"/>
              <a:gd name="T16" fmla="*/ 9 w 41"/>
              <a:gd name="T17" fmla="*/ 9 h 41"/>
              <a:gd name="T18" fmla="*/ 9 w 41"/>
              <a:gd name="T19" fmla="*/ 9 h 41"/>
              <a:gd name="T20" fmla="*/ 21 w 41"/>
              <a:gd name="T21" fmla="*/ 0 h 41"/>
              <a:gd name="T22" fmla="*/ 20 w 41"/>
              <a:gd name="T23" fmla="*/ 0 h 41"/>
              <a:gd name="T24" fmla="*/ 6 w 41"/>
              <a:gd name="T25" fmla="*/ 6 h 41"/>
              <a:gd name="T26" fmla="*/ 6 w 41"/>
              <a:gd name="T27" fmla="*/ 6 h 41"/>
              <a:gd name="T28" fmla="*/ 0 w 41"/>
              <a:gd name="T29" fmla="*/ 21 h 41"/>
              <a:gd name="T30" fmla="*/ 3 w 41"/>
              <a:gd name="T31" fmla="*/ 31 h 41"/>
              <a:gd name="T32" fmla="*/ 5 w 41"/>
              <a:gd name="T33" fmla="*/ 34 h 41"/>
              <a:gd name="T34" fmla="*/ 6 w 41"/>
              <a:gd name="T35" fmla="*/ 35 h 41"/>
              <a:gd name="T36" fmla="*/ 20 w 41"/>
              <a:gd name="T37" fmla="*/ 41 h 41"/>
              <a:gd name="T38" fmla="*/ 20 w 41"/>
              <a:gd name="T39" fmla="*/ 41 h 41"/>
              <a:gd name="T40" fmla="*/ 35 w 41"/>
              <a:gd name="T41" fmla="*/ 35 h 41"/>
              <a:gd name="T42" fmla="*/ 41 w 41"/>
              <a:gd name="T43" fmla="*/ 21 h 41"/>
              <a:gd name="T44" fmla="*/ 35 w 41"/>
              <a:gd name="T45" fmla="*/ 6 h 41"/>
              <a:gd name="T46" fmla="*/ 34 w 41"/>
              <a:gd name="T47" fmla="*/ 5 h 41"/>
              <a:gd name="T48" fmla="*/ 31 w 41"/>
              <a:gd name="T49" fmla="*/ 3 h 41"/>
              <a:gd name="T50" fmla="*/ 21 w 41"/>
              <a:gd name="T5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1" h="41">
                <a:moveTo>
                  <a:pt x="9" y="9"/>
                </a:moveTo>
                <a:cubicBezTo>
                  <a:pt x="12" y="6"/>
                  <a:pt x="16" y="4"/>
                  <a:pt x="20" y="4"/>
                </a:cubicBezTo>
                <a:cubicBezTo>
                  <a:pt x="25" y="4"/>
                  <a:pt x="29" y="6"/>
                  <a:pt x="32" y="9"/>
                </a:cubicBezTo>
                <a:cubicBezTo>
                  <a:pt x="36" y="12"/>
                  <a:pt x="37" y="17"/>
                  <a:pt x="37" y="21"/>
                </a:cubicBezTo>
                <a:cubicBezTo>
                  <a:pt x="37" y="25"/>
                  <a:pt x="36" y="29"/>
                  <a:pt x="32" y="33"/>
                </a:cubicBezTo>
                <a:cubicBezTo>
                  <a:pt x="29" y="36"/>
                  <a:pt x="25" y="37"/>
                  <a:pt x="20" y="37"/>
                </a:cubicBezTo>
                <a:cubicBezTo>
                  <a:pt x="16" y="37"/>
                  <a:pt x="12" y="36"/>
                  <a:pt x="9" y="33"/>
                </a:cubicBezTo>
                <a:cubicBezTo>
                  <a:pt x="5" y="29"/>
                  <a:pt x="4" y="25"/>
                  <a:pt x="4" y="21"/>
                </a:cubicBezTo>
                <a:cubicBezTo>
                  <a:pt x="4" y="17"/>
                  <a:pt x="5" y="12"/>
                  <a:pt x="9" y="9"/>
                </a:cubicBezTo>
                <a:cubicBezTo>
                  <a:pt x="9" y="9"/>
                  <a:pt x="9" y="9"/>
                  <a:pt x="9" y="9"/>
                </a:cubicBezTo>
                <a:moveTo>
                  <a:pt x="21" y="0"/>
                </a:moveTo>
                <a:cubicBezTo>
                  <a:pt x="21" y="0"/>
                  <a:pt x="21" y="0"/>
                  <a:pt x="20" y="0"/>
                </a:cubicBezTo>
                <a:cubicBezTo>
                  <a:pt x="15" y="0"/>
                  <a:pt x="10" y="2"/>
                  <a:pt x="6" y="6"/>
                </a:cubicBezTo>
                <a:cubicBezTo>
                  <a:pt x="6" y="6"/>
                  <a:pt x="6" y="6"/>
                  <a:pt x="6" y="6"/>
                </a:cubicBezTo>
                <a:cubicBezTo>
                  <a:pt x="2" y="10"/>
                  <a:pt x="0" y="16"/>
                  <a:pt x="0" y="21"/>
                </a:cubicBezTo>
                <a:cubicBezTo>
                  <a:pt x="0" y="24"/>
                  <a:pt x="1" y="28"/>
                  <a:pt x="3" y="31"/>
                </a:cubicBezTo>
                <a:cubicBezTo>
                  <a:pt x="3" y="32"/>
                  <a:pt x="4" y="33"/>
                  <a:pt x="5" y="34"/>
                </a:cubicBezTo>
                <a:cubicBezTo>
                  <a:pt x="5" y="35"/>
                  <a:pt x="6" y="35"/>
                  <a:pt x="6" y="35"/>
                </a:cubicBezTo>
                <a:cubicBezTo>
                  <a:pt x="10" y="39"/>
                  <a:pt x="15" y="41"/>
                  <a:pt x="20" y="41"/>
                </a:cubicBezTo>
                <a:cubicBezTo>
                  <a:pt x="20" y="41"/>
                  <a:pt x="20" y="41"/>
                  <a:pt x="20" y="41"/>
                </a:cubicBezTo>
                <a:cubicBezTo>
                  <a:pt x="26" y="41"/>
                  <a:pt x="31" y="39"/>
                  <a:pt x="35" y="35"/>
                </a:cubicBezTo>
                <a:cubicBezTo>
                  <a:pt x="39" y="31"/>
                  <a:pt x="41" y="26"/>
                  <a:pt x="41" y="21"/>
                </a:cubicBezTo>
                <a:cubicBezTo>
                  <a:pt x="41" y="16"/>
                  <a:pt x="39" y="10"/>
                  <a:pt x="35" y="6"/>
                </a:cubicBezTo>
                <a:cubicBezTo>
                  <a:pt x="35" y="6"/>
                  <a:pt x="34" y="6"/>
                  <a:pt x="34" y="5"/>
                </a:cubicBezTo>
                <a:cubicBezTo>
                  <a:pt x="33" y="4"/>
                  <a:pt x="32" y="4"/>
                  <a:pt x="31" y="3"/>
                </a:cubicBezTo>
                <a:cubicBezTo>
                  <a:pt x="28" y="1"/>
                  <a:pt x="24"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76" name="Freeform 832"/>
          <p:cNvSpPr>
            <a:spLocks/>
          </p:cNvSpPr>
          <p:nvPr/>
        </p:nvSpPr>
        <p:spPr bwMode="auto">
          <a:xfrm>
            <a:off x="12291243" y="6777050"/>
            <a:ext cx="136525" cy="138113"/>
          </a:xfrm>
          <a:custGeom>
            <a:avLst/>
            <a:gdLst>
              <a:gd name="T0" fmla="*/ 16 w 33"/>
              <a:gd name="T1" fmla="*/ 0 h 33"/>
              <a:gd name="T2" fmla="*/ 5 w 33"/>
              <a:gd name="T3" fmla="*/ 5 h 33"/>
              <a:gd name="T4" fmla="*/ 5 w 33"/>
              <a:gd name="T5" fmla="*/ 5 h 33"/>
              <a:gd name="T6" fmla="*/ 0 w 33"/>
              <a:gd name="T7" fmla="*/ 17 h 33"/>
              <a:gd name="T8" fmla="*/ 5 w 33"/>
              <a:gd name="T9" fmla="*/ 29 h 33"/>
              <a:gd name="T10" fmla="*/ 16 w 33"/>
              <a:gd name="T11" fmla="*/ 33 h 33"/>
              <a:gd name="T12" fmla="*/ 28 w 33"/>
              <a:gd name="T13" fmla="*/ 29 h 33"/>
              <a:gd name="T14" fmla="*/ 33 w 33"/>
              <a:gd name="T15" fmla="*/ 17 h 33"/>
              <a:gd name="T16" fmla="*/ 28 w 33"/>
              <a:gd name="T17" fmla="*/ 5 h 33"/>
              <a:gd name="T18" fmla="*/ 16 w 33"/>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3">
                <a:moveTo>
                  <a:pt x="16" y="0"/>
                </a:moveTo>
                <a:cubicBezTo>
                  <a:pt x="12" y="0"/>
                  <a:pt x="8" y="2"/>
                  <a:pt x="5" y="5"/>
                </a:cubicBezTo>
                <a:cubicBezTo>
                  <a:pt x="5" y="5"/>
                  <a:pt x="5" y="5"/>
                  <a:pt x="5" y="5"/>
                </a:cubicBezTo>
                <a:cubicBezTo>
                  <a:pt x="1" y="8"/>
                  <a:pt x="0" y="13"/>
                  <a:pt x="0" y="17"/>
                </a:cubicBezTo>
                <a:cubicBezTo>
                  <a:pt x="0" y="21"/>
                  <a:pt x="1" y="25"/>
                  <a:pt x="5" y="29"/>
                </a:cubicBezTo>
                <a:cubicBezTo>
                  <a:pt x="8" y="32"/>
                  <a:pt x="12" y="33"/>
                  <a:pt x="16" y="33"/>
                </a:cubicBezTo>
                <a:cubicBezTo>
                  <a:pt x="21" y="33"/>
                  <a:pt x="25" y="32"/>
                  <a:pt x="28" y="29"/>
                </a:cubicBezTo>
                <a:cubicBezTo>
                  <a:pt x="32" y="25"/>
                  <a:pt x="33" y="21"/>
                  <a:pt x="33" y="17"/>
                </a:cubicBezTo>
                <a:cubicBezTo>
                  <a:pt x="33" y="13"/>
                  <a:pt x="32" y="8"/>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77" name="Freeform 833"/>
          <p:cNvSpPr>
            <a:spLocks noEditPoints="1"/>
          </p:cNvSpPr>
          <p:nvPr/>
        </p:nvSpPr>
        <p:spPr bwMode="auto">
          <a:xfrm>
            <a:off x="12275368" y="6761175"/>
            <a:ext cx="169863" cy="169863"/>
          </a:xfrm>
          <a:custGeom>
            <a:avLst/>
            <a:gdLst>
              <a:gd name="T0" fmla="*/ 9 w 41"/>
              <a:gd name="T1" fmla="*/ 9 h 41"/>
              <a:gd name="T2" fmla="*/ 20 w 41"/>
              <a:gd name="T3" fmla="*/ 4 h 41"/>
              <a:gd name="T4" fmla="*/ 32 w 41"/>
              <a:gd name="T5" fmla="*/ 9 h 41"/>
              <a:gd name="T6" fmla="*/ 37 w 41"/>
              <a:gd name="T7" fmla="*/ 21 h 41"/>
              <a:gd name="T8" fmla="*/ 32 w 41"/>
              <a:gd name="T9" fmla="*/ 33 h 41"/>
              <a:gd name="T10" fmla="*/ 20 w 41"/>
              <a:gd name="T11" fmla="*/ 37 h 41"/>
              <a:gd name="T12" fmla="*/ 9 w 41"/>
              <a:gd name="T13" fmla="*/ 33 h 41"/>
              <a:gd name="T14" fmla="*/ 4 w 41"/>
              <a:gd name="T15" fmla="*/ 21 h 41"/>
              <a:gd name="T16" fmla="*/ 9 w 41"/>
              <a:gd name="T17" fmla="*/ 9 h 41"/>
              <a:gd name="T18" fmla="*/ 9 w 41"/>
              <a:gd name="T19" fmla="*/ 9 h 41"/>
              <a:gd name="T20" fmla="*/ 21 w 41"/>
              <a:gd name="T21" fmla="*/ 0 h 41"/>
              <a:gd name="T22" fmla="*/ 20 w 41"/>
              <a:gd name="T23" fmla="*/ 0 h 41"/>
              <a:gd name="T24" fmla="*/ 6 w 41"/>
              <a:gd name="T25" fmla="*/ 6 h 41"/>
              <a:gd name="T26" fmla="*/ 6 w 41"/>
              <a:gd name="T27" fmla="*/ 6 h 41"/>
              <a:gd name="T28" fmla="*/ 0 w 41"/>
              <a:gd name="T29" fmla="*/ 21 h 41"/>
              <a:gd name="T30" fmla="*/ 3 w 41"/>
              <a:gd name="T31" fmla="*/ 32 h 41"/>
              <a:gd name="T32" fmla="*/ 6 w 41"/>
              <a:gd name="T33" fmla="*/ 35 h 41"/>
              <a:gd name="T34" fmla="*/ 6 w 41"/>
              <a:gd name="T35" fmla="*/ 35 h 41"/>
              <a:gd name="T36" fmla="*/ 20 w 41"/>
              <a:gd name="T37" fmla="*/ 41 h 41"/>
              <a:gd name="T38" fmla="*/ 20 w 41"/>
              <a:gd name="T39" fmla="*/ 41 h 41"/>
              <a:gd name="T40" fmla="*/ 35 w 41"/>
              <a:gd name="T41" fmla="*/ 35 h 41"/>
              <a:gd name="T42" fmla="*/ 41 w 41"/>
              <a:gd name="T43" fmla="*/ 21 h 41"/>
              <a:gd name="T44" fmla="*/ 35 w 41"/>
              <a:gd name="T45" fmla="*/ 6 h 41"/>
              <a:gd name="T46" fmla="*/ 35 w 41"/>
              <a:gd name="T47" fmla="*/ 6 h 41"/>
              <a:gd name="T48" fmla="*/ 32 w 41"/>
              <a:gd name="T49" fmla="*/ 4 h 41"/>
              <a:gd name="T50" fmla="*/ 21 w 41"/>
              <a:gd name="T5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1" h="41">
                <a:moveTo>
                  <a:pt x="9" y="9"/>
                </a:moveTo>
                <a:cubicBezTo>
                  <a:pt x="12" y="6"/>
                  <a:pt x="16" y="4"/>
                  <a:pt x="20" y="4"/>
                </a:cubicBezTo>
                <a:cubicBezTo>
                  <a:pt x="25" y="4"/>
                  <a:pt x="29" y="6"/>
                  <a:pt x="32" y="9"/>
                </a:cubicBezTo>
                <a:cubicBezTo>
                  <a:pt x="36" y="12"/>
                  <a:pt x="37" y="17"/>
                  <a:pt x="37" y="21"/>
                </a:cubicBezTo>
                <a:cubicBezTo>
                  <a:pt x="37" y="25"/>
                  <a:pt x="36" y="29"/>
                  <a:pt x="32" y="33"/>
                </a:cubicBezTo>
                <a:cubicBezTo>
                  <a:pt x="29" y="36"/>
                  <a:pt x="25" y="37"/>
                  <a:pt x="20" y="37"/>
                </a:cubicBezTo>
                <a:cubicBezTo>
                  <a:pt x="16" y="37"/>
                  <a:pt x="12" y="36"/>
                  <a:pt x="9" y="33"/>
                </a:cubicBezTo>
                <a:cubicBezTo>
                  <a:pt x="5" y="29"/>
                  <a:pt x="4" y="25"/>
                  <a:pt x="4" y="21"/>
                </a:cubicBezTo>
                <a:cubicBezTo>
                  <a:pt x="4" y="17"/>
                  <a:pt x="5" y="12"/>
                  <a:pt x="9" y="9"/>
                </a:cubicBezTo>
                <a:cubicBezTo>
                  <a:pt x="9" y="9"/>
                  <a:pt x="9" y="9"/>
                  <a:pt x="9" y="9"/>
                </a:cubicBezTo>
                <a:moveTo>
                  <a:pt x="21" y="0"/>
                </a:moveTo>
                <a:cubicBezTo>
                  <a:pt x="21" y="0"/>
                  <a:pt x="20" y="0"/>
                  <a:pt x="20" y="0"/>
                </a:cubicBezTo>
                <a:cubicBezTo>
                  <a:pt x="15" y="0"/>
                  <a:pt x="10" y="2"/>
                  <a:pt x="6" y="6"/>
                </a:cubicBezTo>
                <a:cubicBezTo>
                  <a:pt x="6" y="6"/>
                  <a:pt x="6" y="6"/>
                  <a:pt x="6" y="6"/>
                </a:cubicBezTo>
                <a:cubicBezTo>
                  <a:pt x="2" y="10"/>
                  <a:pt x="0" y="16"/>
                  <a:pt x="0" y="21"/>
                </a:cubicBezTo>
                <a:cubicBezTo>
                  <a:pt x="0" y="25"/>
                  <a:pt x="1" y="29"/>
                  <a:pt x="3" y="32"/>
                </a:cubicBezTo>
                <a:cubicBezTo>
                  <a:pt x="4" y="33"/>
                  <a:pt x="5" y="34"/>
                  <a:pt x="6" y="35"/>
                </a:cubicBezTo>
                <a:cubicBezTo>
                  <a:pt x="6" y="35"/>
                  <a:pt x="6" y="35"/>
                  <a:pt x="6" y="35"/>
                </a:cubicBezTo>
                <a:cubicBezTo>
                  <a:pt x="10" y="39"/>
                  <a:pt x="15" y="41"/>
                  <a:pt x="20" y="41"/>
                </a:cubicBezTo>
                <a:cubicBezTo>
                  <a:pt x="20" y="41"/>
                  <a:pt x="20" y="41"/>
                  <a:pt x="20" y="41"/>
                </a:cubicBezTo>
                <a:cubicBezTo>
                  <a:pt x="26" y="41"/>
                  <a:pt x="31" y="39"/>
                  <a:pt x="35" y="35"/>
                </a:cubicBezTo>
                <a:cubicBezTo>
                  <a:pt x="39" y="31"/>
                  <a:pt x="41" y="26"/>
                  <a:pt x="41" y="21"/>
                </a:cubicBezTo>
                <a:cubicBezTo>
                  <a:pt x="41" y="16"/>
                  <a:pt x="39" y="10"/>
                  <a:pt x="35" y="6"/>
                </a:cubicBezTo>
                <a:cubicBezTo>
                  <a:pt x="35" y="6"/>
                  <a:pt x="35" y="6"/>
                  <a:pt x="35" y="6"/>
                </a:cubicBezTo>
                <a:cubicBezTo>
                  <a:pt x="34" y="5"/>
                  <a:pt x="33" y="4"/>
                  <a:pt x="32" y="4"/>
                </a:cubicBezTo>
                <a:cubicBezTo>
                  <a:pt x="28" y="1"/>
                  <a:pt x="24"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78" name="Freeform 834"/>
          <p:cNvSpPr>
            <a:spLocks/>
          </p:cNvSpPr>
          <p:nvPr/>
        </p:nvSpPr>
        <p:spPr bwMode="auto">
          <a:xfrm>
            <a:off x="12813531" y="-1401765"/>
            <a:ext cx="169863" cy="157163"/>
          </a:xfrm>
          <a:custGeom>
            <a:avLst/>
            <a:gdLst>
              <a:gd name="T0" fmla="*/ 21 w 41"/>
              <a:gd name="T1" fmla="*/ 0 h 38"/>
              <a:gd name="T2" fmla="*/ 8 w 41"/>
              <a:gd name="T3" fmla="*/ 6 h 38"/>
              <a:gd name="T4" fmla="*/ 8 w 41"/>
              <a:gd name="T5" fmla="*/ 32 h 38"/>
              <a:gd name="T6" fmla="*/ 21 w 41"/>
              <a:gd name="T7" fmla="*/ 38 h 38"/>
              <a:gd name="T8" fmla="*/ 31 w 41"/>
              <a:gd name="T9" fmla="*/ 35 h 38"/>
              <a:gd name="T10" fmla="*/ 34 w 41"/>
              <a:gd name="T11" fmla="*/ 32 h 38"/>
              <a:gd name="T12" fmla="*/ 34 w 41"/>
              <a:gd name="T13" fmla="*/ 32 h 38"/>
              <a:gd name="T14" fmla="*/ 34 w 41"/>
              <a:gd name="T15" fmla="*/ 6 h 38"/>
              <a:gd name="T16" fmla="*/ 21 w 41"/>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8">
                <a:moveTo>
                  <a:pt x="21" y="0"/>
                </a:moveTo>
                <a:cubicBezTo>
                  <a:pt x="16" y="0"/>
                  <a:pt x="11" y="2"/>
                  <a:pt x="8" y="6"/>
                </a:cubicBezTo>
                <a:cubicBezTo>
                  <a:pt x="0" y="13"/>
                  <a:pt x="0" y="25"/>
                  <a:pt x="8" y="32"/>
                </a:cubicBezTo>
                <a:cubicBezTo>
                  <a:pt x="11" y="36"/>
                  <a:pt x="16" y="38"/>
                  <a:pt x="21" y="38"/>
                </a:cubicBezTo>
                <a:cubicBezTo>
                  <a:pt x="24" y="38"/>
                  <a:pt x="28" y="37"/>
                  <a:pt x="31" y="35"/>
                </a:cubicBezTo>
                <a:cubicBezTo>
                  <a:pt x="32" y="34"/>
                  <a:pt x="33" y="33"/>
                  <a:pt x="34" y="32"/>
                </a:cubicBezTo>
                <a:cubicBezTo>
                  <a:pt x="34" y="32"/>
                  <a:pt x="34" y="32"/>
                  <a:pt x="34" y="32"/>
                </a:cubicBezTo>
                <a:cubicBezTo>
                  <a:pt x="41" y="25"/>
                  <a:pt x="41" y="13"/>
                  <a:pt x="34" y="6"/>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79" name="Freeform 835"/>
          <p:cNvSpPr>
            <a:spLocks/>
          </p:cNvSpPr>
          <p:nvPr/>
        </p:nvSpPr>
        <p:spPr bwMode="auto">
          <a:xfrm>
            <a:off x="13646969" y="2292355"/>
            <a:ext cx="169863" cy="157163"/>
          </a:xfrm>
          <a:custGeom>
            <a:avLst/>
            <a:gdLst>
              <a:gd name="T0" fmla="*/ 21 w 41"/>
              <a:gd name="T1" fmla="*/ 0 h 38"/>
              <a:gd name="T2" fmla="*/ 7 w 41"/>
              <a:gd name="T3" fmla="*/ 6 h 38"/>
              <a:gd name="T4" fmla="*/ 7 w 41"/>
              <a:gd name="T5" fmla="*/ 32 h 38"/>
              <a:gd name="T6" fmla="*/ 21 w 41"/>
              <a:gd name="T7" fmla="*/ 38 h 38"/>
              <a:gd name="T8" fmla="*/ 34 w 41"/>
              <a:gd name="T9" fmla="*/ 32 h 38"/>
              <a:gd name="T10" fmla="*/ 35 w 41"/>
              <a:gd name="T11" fmla="*/ 7 h 38"/>
              <a:gd name="T12" fmla="*/ 34 w 41"/>
              <a:gd name="T13" fmla="*/ 6 h 38"/>
              <a:gd name="T14" fmla="*/ 32 w 41"/>
              <a:gd name="T15" fmla="*/ 4 h 38"/>
              <a:gd name="T16" fmla="*/ 21 w 41"/>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8">
                <a:moveTo>
                  <a:pt x="21" y="0"/>
                </a:moveTo>
                <a:cubicBezTo>
                  <a:pt x="16" y="0"/>
                  <a:pt x="11" y="2"/>
                  <a:pt x="7" y="6"/>
                </a:cubicBezTo>
                <a:cubicBezTo>
                  <a:pt x="0" y="13"/>
                  <a:pt x="0" y="25"/>
                  <a:pt x="7" y="32"/>
                </a:cubicBezTo>
                <a:cubicBezTo>
                  <a:pt x="11" y="36"/>
                  <a:pt x="16" y="38"/>
                  <a:pt x="21" y="38"/>
                </a:cubicBezTo>
                <a:cubicBezTo>
                  <a:pt x="25" y="38"/>
                  <a:pt x="30" y="36"/>
                  <a:pt x="34" y="32"/>
                </a:cubicBezTo>
                <a:cubicBezTo>
                  <a:pt x="41" y="25"/>
                  <a:pt x="41" y="14"/>
                  <a:pt x="35" y="7"/>
                </a:cubicBezTo>
                <a:cubicBezTo>
                  <a:pt x="34" y="6"/>
                  <a:pt x="34" y="6"/>
                  <a:pt x="34" y="6"/>
                </a:cubicBezTo>
                <a:cubicBezTo>
                  <a:pt x="33" y="5"/>
                  <a:pt x="32" y="5"/>
                  <a:pt x="32" y="4"/>
                </a:cubicBezTo>
                <a:cubicBezTo>
                  <a:pt x="28" y="2"/>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80" name="Freeform 836"/>
          <p:cNvSpPr>
            <a:spLocks/>
          </p:cNvSpPr>
          <p:nvPr/>
        </p:nvSpPr>
        <p:spPr bwMode="auto">
          <a:xfrm>
            <a:off x="14069244" y="2951168"/>
            <a:ext cx="169863" cy="152400"/>
          </a:xfrm>
          <a:custGeom>
            <a:avLst/>
            <a:gdLst>
              <a:gd name="T0" fmla="*/ 20 w 41"/>
              <a:gd name="T1" fmla="*/ 0 h 37"/>
              <a:gd name="T2" fmla="*/ 7 w 41"/>
              <a:gd name="T3" fmla="*/ 5 h 37"/>
              <a:gd name="T4" fmla="*/ 7 w 41"/>
              <a:gd name="T5" fmla="*/ 32 h 37"/>
              <a:gd name="T6" fmla="*/ 20 w 41"/>
              <a:gd name="T7" fmla="*/ 37 h 37"/>
              <a:gd name="T8" fmla="*/ 34 w 41"/>
              <a:gd name="T9" fmla="*/ 32 h 37"/>
              <a:gd name="T10" fmla="*/ 34 w 41"/>
              <a:gd name="T11" fmla="*/ 5 h 37"/>
              <a:gd name="T12" fmla="*/ 32 w 41"/>
              <a:gd name="T13" fmla="*/ 3 h 37"/>
              <a:gd name="T14" fmla="*/ 28 w 41"/>
              <a:gd name="T15" fmla="*/ 1 h 37"/>
              <a:gd name="T16" fmla="*/ 20 w 41"/>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7">
                <a:moveTo>
                  <a:pt x="20" y="0"/>
                </a:moveTo>
                <a:cubicBezTo>
                  <a:pt x="16" y="0"/>
                  <a:pt x="11" y="1"/>
                  <a:pt x="7" y="5"/>
                </a:cubicBezTo>
                <a:cubicBezTo>
                  <a:pt x="0" y="12"/>
                  <a:pt x="0" y="24"/>
                  <a:pt x="7" y="32"/>
                </a:cubicBezTo>
                <a:cubicBezTo>
                  <a:pt x="11" y="35"/>
                  <a:pt x="16" y="37"/>
                  <a:pt x="20" y="37"/>
                </a:cubicBezTo>
                <a:cubicBezTo>
                  <a:pt x="25" y="37"/>
                  <a:pt x="30" y="35"/>
                  <a:pt x="34" y="32"/>
                </a:cubicBezTo>
                <a:cubicBezTo>
                  <a:pt x="41" y="24"/>
                  <a:pt x="41" y="12"/>
                  <a:pt x="34" y="5"/>
                </a:cubicBezTo>
                <a:cubicBezTo>
                  <a:pt x="33" y="4"/>
                  <a:pt x="32" y="4"/>
                  <a:pt x="32" y="3"/>
                </a:cubicBezTo>
                <a:cubicBezTo>
                  <a:pt x="30" y="3"/>
                  <a:pt x="29" y="2"/>
                  <a:pt x="28" y="1"/>
                </a:cubicBezTo>
                <a:cubicBezTo>
                  <a:pt x="26" y="0"/>
                  <a:pt x="23"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81" name="Freeform 837"/>
          <p:cNvSpPr>
            <a:spLocks/>
          </p:cNvSpPr>
          <p:nvPr/>
        </p:nvSpPr>
        <p:spPr bwMode="auto">
          <a:xfrm>
            <a:off x="12792893" y="2208217"/>
            <a:ext cx="169863" cy="158750"/>
          </a:xfrm>
          <a:custGeom>
            <a:avLst/>
            <a:gdLst>
              <a:gd name="T0" fmla="*/ 20 w 41"/>
              <a:gd name="T1" fmla="*/ 0 h 38"/>
              <a:gd name="T2" fmla="*/ 7 w 41"/>
              <a:gd name="T3" fmla="*/ 6 h 38"/>
              <a:gd name="T4" fmla="*/ 7 w 41"/>
              <a:gd name="T5" fmla="*/ 32 h 38"/>
              <a:gd name="T6" fmla="*/ 14 w 41"/>
              <a:gd name="T7" fmla="*/ 37 h 38"/>
              <a:gd name="T8" fmla="*/ 18 w 41"/>
              <a:gd name="T9" fmla="*/ 38 h 38"/>
              <a:gd name="T10" fmla="*/ 20 w 41"/>
              <a:gd name="T11" fmla="*/ 38 h 38"/>
              <a:gd name="T12" fmla="*/ 33 w 41"/>
              <a:gd name="T13" fmla="*/ 32 h 38"/>
              <a:gd name="T14" fmla="*/ 33 w 41"/>
              <a:gd name="T15" fmla="*/ 6 h 38"/>
              <a:gd name="T16" fmla="*/ 20 w 41"/>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8">
                <a:moveTo>
                  <a:pt x="20" y="0"/>
                </a:moveTo>
                <a:cubicBezTo>
                  <a:pt x="15" y="0"/>
                  <a:pt x="11" y="2"/>
                  <a:pt x="7" y="6"/>
                </a:cubicBezTo>
                <a:cubicBezTo>
                  <a:pt x="0" y="13"/>
                  <a:pt x="0" y="25"/>
                  <a:pt x="7" y="32"/>
                </a:cubicBezTo>
                <a:cubicBezTo>
                  <a:pt x="9" y="34"/>
                  <a:pt x="12" y="36"/>
                  <a:pt x="14" y="37"/>
                </a:cubicBezTo>
                <a:cubicBezTo>
                  <a:pt x="16" y="37"/>
                  <a:pt x="17" y="38"/>
                  <a:pt x="18" y="38"/>
                </a:cubicBezTo>
                <a:cubicBezTo>
                  <a:pt x="19" y="38"/>
                  <a:pt x="19" y="38"/>
                  <a:pt x="20" y="38"/>
                </a:cubicBezTo>
                <a:cubicBezTo>
                  <a:pt x="25" y="38"/>
                  <a:pt x="30" y="36"/>
                  <a:pt x="33" y="32"/>
                </a:cubicBezTo>
                <a:cubicBezTo>
                  <a:pt x="41" y="25"/>
                  <a:pt x="41" y="13"/>
                  <a:pt x="33"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82" name="Freeform 838"/>
          <p:cNvSpPr>
            <a:spLocks/>
          </p:cNvSpPr>
          <p:nvPr/>
        </p:nvSpPr>
        <p:spPr bwMode="auto">
          <a:xfrm>
            <a:off x="12743681" y="3265494"/>
            <a:ext cx="169863" cy="153988"/>
          </a:xfrm>
          <a:custGeom>
            <a:avLst/>
            <a:gdLst>
              <a:gd name="T0" fmla="*/ 21 w 41"/>
              <a:gd name="T1" fmla="*/ 0 h 37"/>
              <a:gd name="T2" fmla="*/ 8 w 41"/>
              <a:gd name="T3" fmla="*/ 5 h 37"/>
              <a:gd name="T4" fmla="*/ 8 w 41"/>
              <a:gd name="T5" fmla="*/ 32 h 37"/>
              <a:gd name="T6" fmla="*/ 21 w 41"/>
              <a:gd name="T7" fmla="*/ 37 h 37"/>
              <a:gd name="T8" fmla="*/ 34 w 41"/>
              <a:gd name="T9" fmla="*/ 32 h 37"/>
              <a:gd name="T10" fmla="*/ 35 w 41"/>
              <a:gd name="T11" fmla="*/ 6 h 37"/>
              <a:gd name="T12" fmla="*/ 34 w 41"/>
              <a:gd name="T13" fmla="*/ 5 h 37"/>
              <a:gd name="T14" fmla="*/ 32 w 41"/>
              <a:gd name="T15" fmla="*/ 4 h 37"/>
              <a:gd name="T16" fmla="*/ 21 w 41"/>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7">
                <a:moveTo>
                  <a:pt x="21" y="0"/>
                </a:moveTo>
                <a:cubicBezTo>
                  <a:pt x="16" y="0"/>
                  <a:pt x="11" y="2"/>
                  <a:pt x="8" y="5"/>
                </a:cubicBezTo>
                <a:cubicBezTo>
                  <a:pt x="0" y="13"/>
                  <a:pt x="0" y="25"/>
                  <a:pt x="8" y="32"/>
                </a:cubicBezTo>
                <a:cubicBezTo>
                  <a:pt x="11" y="36"/>
                  <a:pt x="16" y="37"/>
                  <a:pt x="21" y="37"/>
                </a:cubicBezTo>
                <a:cubicBezTo>
                  <a:pt x="26" y="37"/>
                  <a:pt x="30" y="36"/>
                  <a:pt x="34" y="32"/>
                </a:cubicBezTo>
                <a:cubicBezTo>
                  <a:pt x="41" y="25"/>
                  <a:pt x="41" y="14"/>
                  <a:pt x="35" y="6"/>
                </a:cubicBezTo>
                <a:cubicBezTo>
                  <a:pt x="35" y="6"/>
                  <a:pt x="34" y="6"/>
                  <a:pt x="34" y="5"/>
                </a:cubicBezTo>
                <a:cubicBezTo>
                  <a:pt x="33" y="5"/>
                  <a:pt x="33" y="4"/>
                  <a:pt x="32" y="4"/>
                </a:cubicBezTo>
                <a:cubicBezTo>
                  <a:pt x="29" y="1"/>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83" name="Freeform 839"/>
          <p:cNvSpPr>
            <a:spLocks/>
          </p:cNvSpPr>
          <p:nvPr/>
        </p:nvSpPr>
        <p:spPr bwMode="auto">
          <a:xfrm>
            <a:off x="12051531" y="3605220"/>
            <a:ext cx="165100" cy="153988"/>
          </a:xfrm>
          <a:custGeom>
            <a:avLst/>
            <a:gdLst>
              <a:gd name="T0" fmla="*/ 21 w 40"/>
              <a:gd name="T1" fmla="*/ 0 h 37"/>
              <a:gd name="T2" fmla="*/ 8 w 40"/>
              <a:gd name="T3" fmla="*/ 6 h 37"/>
              <a:gd name="T4" fmla="*/ 8 w 40"/>
              <a:gd name="T5" fmla="*/ 32 h 37"/>
              <a:gd name="T6" fmla="*/ 21 w 40"/>
              <a:gd name="T7" fmla="*/ 37 h 37"/>
              <a:gd name="T8" fmla="*/ 34 w 40"/>
              <a:gd name="T9" fmla="*/ 32 h 37"/>
              <a:gd name="T10" fmla="*/ 39 w 40"/>
              <a:gd name="T11" fmla="*/ 21 h 37"/>
              <a:gd name="T12" fmla="*/ 39 w 40"/>
              <a:gd name="T13" fmla="*/ 17 h 37"/>
              <a:gd name="T14" fmla="*/ 34 w 40"/>
              <a:gd name="T15" fmla="*/ 6 h 37"/>
              <a:gd name="T16" fmla="*/ 21 w 40"/>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37">
                <a:moveTo>
                  <a:pt x="21" y="0"/>
                </a:moveTo>
                <a:cubicBezTo>
                  <a:pt x="16" y="0"/>
                  <a:pt x="11" y="2"/>
                  <a:pt x="8" y="6"/>
                </a:cubicBezTo>
                <a:cubicBezTo>
                  <a:pt x="0" y="13"/>
                  <a:pt x="0" y="25"/>
                  <a:pt x="8" y="32"/>
                </a:cubicBezTo>
                <a:cubicBezTo>
                  <a:pt x="11" y="36"/>
                  <a:pt x="16" y="37"/>
                  <a:pt x="21" y="37"/>
                </a:cubicBezTo>
                <a:cubicBezTo>
                  <a:pt x="26" y="37"/>
                  <a:pt x="30" y="36"/>
                  <a:pt x="34" y="32"/>
                </a:cubicBezTo>
                <a:cubicBezTo>
                  <a:pt x="37" y="29"/>
                  <a:pt x="39" y="25"/>
                  <a:pt x="39" y="21"/>
                </a:cubicBezTo>
                <a:cubicBezTo>
                  <a:pt x="40" y="19"/>
                  <a:pt x="40" y="18"/>
                  <a:pt x="39" y="17"/>
                </a:cubicBezTo>
                <a:cubicBezTo>
                  <a:pt x="39" y="13"/>
                  <a:pt x="37" y="9"/>
                  <a:pt x="34" y="6"/>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84" name="Freeform 840"/>
          <p:cNvSpPr>
            <a:spLocks/>
          </p:cNvSpPr>
          <p:nvPr/>
        </p:nvSpPr>
        <p:spPr bwMode="auto">
          <a:xfrm>
            <a:off x="13883506" y="3957645"/>
            <a:ext cx="161925" cy="153988"/>
          </a:xfrm>
          <a:custGeom>
            <a:avLst/>
            <a:gdLst>
              <a:gd name="T0" fmla="*/ 20 w 39"/>
              <a:gd name="T1" fmla="*/ 0 h 37"/>
              <a:gd name="T2" fmla="*/ 7 w 39"/>
              <a:gd name="T3" fmla="*/ 5 h 37"/>
              <a:gd name="T4" fmla="*/ 7 w 39"/>
              <a:gd name="T5" fmla="*/ 32 h 37"/>
              <a:gd name="T6" fmla="*/ 20 w 39"/>
              <a:gd name="T7" fmla="*/ 37 h 37"/>
              <a:gd name="T8" fmla="*/ 33 w 39"/>
              <a:gd name="T9" fmla="*/ 32 h 37"/>
              <a:gd name="T10" fmla="*/ 39 w 39"/>
              <a:gd name="T11" fmla="*/ 16 h 37"/>
              <a:gd name="T12" fmla="*/ 38 w 39"/>
              <a:gd name="T13" fmla="*/ 12 h 37"/>
              <a:gd name="T14" fmla="*/ 33 w 39"/>
              <a:gd name="T15" fmla="*/ 5 h 37"/>
              <a:gd name="T16" fmla="*/ 20 w 39"/>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7">
                <a:moveTo>
                  <a:pt x="20" y="0"/>
                </a:moveTo>
                <a:cubicBezTo>
                  <a:pt x="15" y="0"/>
                  <a:pt x="11" y="2"/>
                  <a:pt x="7" y="5"/>
                </a:cubicBezTo>
                <a:cubicBezTo>
                  <a:pt x="0" y="13"/>
                  <a:pt x="0" y="24"/>
                  <a:pt x="7" y="32"/>
                </a:cubicBezTo>
                <a:cubicBezTo>
                  <a:pt x="11" y="35"/>
                  <a:pt x="15" y="37"/>
                  <a:pt x="20" y="37"/>
                </a:cubicBezTo>
                <a:cubicBezTo>
                  <a:pt x="25" y="37"/>
                  <a:pt x="30" y="35"/>
                  <a:pt x="33" y="32"/>
                </a:cubicBezTo>
                <a:cubicBezTo>
                  <a:pt x="38" y="28"/>
                  <a:pt x="39" y="22"/>
                  <a:pt x="39" y="16"/>
                </a:cubicBezTo>
                <a:cubicBezTo>
                  <a:pt x="39" y="15"/>
                  <a:pt x="38" y="14"/>
                  <a:pt x="38" y="12"/>
                </a:cubicBezTo>
                <a:cubicBezTo>
                  <a:pt x="37" y="10"/>
                  <a:pt x="35" y="7"/>
                  <a:pt x="33" y="5"/>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85" name="Freeform 841"/>
          <p:cNvSpPr>
            <a:spLocks/>
          </p:cNvSpPr>
          <p:nvPr/>
        </p:nvSpPr>
        <p:spPr bwMode="auto">
          <a:xfrm>
            <a:off x="14185131" y="4306896"/>
            <a:ext cx="166688" cy="152400"/>
          </a:xfrm>
          <a:custGeom>
            <a:avLst/>
            <a:gdLst>
              <a:gd name="T0" fmla="*/ 19 w 40"/>
              <a:gd name="T1" fmla="*/ 0 h 37"/>
              <a:gd name="T2" fmla="*/ 6 w 40"/>
              <a:gd name="T3" fmla="*/ 5 h 37"/>
              <a:gd name="T4" fmla="*/ 1 w 40"/>
              <a:gd name="T5" fmla="*/ 17 h 37"/>
              <a:gd name="T6" fmla="*/ 1 w 40"/>
              <a:gd name="T7" fmla="*/ 21 h 37"/>
              <a:gd name="T8" fmla="*/ 6 w 40"/>
              <a:gd name="T9" fmla="*/ 32 h 37"/>
              <a:gd name="T10" fmla="*/ 19 w 40"/>
              <a:gd name="T11" fmla="*/ 37 h 37"/>
              <a:gd name="T12" fmla="*/ 32 w 40"/>
              <a:gd name="T13" fmla="*/ 32 h 37"/>
              <a:gd name="T14" fmla="*/ 32 w 40"/>
              <a:gd name="T15" fmla="*/ 5 h 37"/>
              <a:gd name="T16" fmla="*/ 19 w 40"/>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37">
                <a:moveTo>
                  <a:pt x="19" y="0"/>
                </a:moveTo>
                <a:cubicBezTo>
                  <a:pt x="14" y="0"/>
                  <a:pt x="10" y="2"/>
                  <a:pt x="6" y="5"/>
                </a:cubicBezTo>
                <a:cubicBezTo>
                  <a:pt x="3" y="9"/>
                  <a:pt x="1" y="13"/>
                  <a:pt x="1" y="17"/>
                </a:cubicBezTo>
                <a:cubicBezTo>
                  <a:pt x="0" y="19"/>
                  <a:pt x="0" y="20"/>
                  <a:pt x="1" y="21"/>
                </a:cubicBezTo>
                <a:cubicBezTo>
                  <a:pt x="1" y="25"/>
                  <a:pt x="3" y="29"/>
                  <a:pt x="6" y="32"/>
                </a:cubicBezTo>
                <a:cubicBezTo>
                  <a:pt x="10" y="35"/>
                  <a:pt x="14" y="37"/>
                  <a:pt x="19" y="37"/>
                </a:cubicBezTo>
                <a:cubicBezTo>
                  <a:pt x="24" y="37"/>
                  <a:pt x="29" y="35"/>
                  <a:pt x="32" y="32"/>
                </a:cubicBezTo>
                <a:cubicBezTo>
                  <a:pt x="40" y="24"/>
                  <a:pt x="40" y="13"/>
                  <a:pt x="32" y="5"/>
                </a:cubicBezTo>
                <a:cubicBezTo>
                  <a:pt x="29" y="2"/>
                  <a:pt x="24" y="0"/>
                  <a:pt x="19"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86" name="Freeform 842"/>
          <p:cNvSpPr>
            <a:spLocks/>
          </p:cNvSpPr>
          <p:nvPr/>
        </p:nvSpPr>
        <p:spPr bwMode="auto">
          <a:xfrm>
            <a:off x="14545494" y="4024320"/>
            <a:ext cx="166688" cy="153988"/>
          </a:xfrm>
          <a:custGeom>
            <a:avLst/>
            <a:gdLst>
              <a:gd name="T0" fmla="*/ 20 w 40"/>
              <a:gd name="T1" fmla="*/ 0 h 37"/>
              <a:gd name="T2" fmla="*/ 7 w 40"/>
              <a:gd name="T3" fmla="*/ 5 h 37"/>
              <a:gd name="T4" fmla="*/ 7 w 40"/>
              <a:gd name="T5" fmla="*/ 32 h 37"/>
              <a:gd name="T6" fmla="*/ 20 w 40"/>
              <a:gd name="T7" fmla="*/ 37 h 37"/>
              <a:gd name="T8" fmla="*/ 33 w 40"/>
              <a:gd name="T9" fmla="*/ 32 h 37"/>
              <a:gd name="T10" fmla="*/ 38 w 40"/>
              <a:gd name="T11" fmla="*/ 13 h 37"/>
              <a:gd name="T12" fmla="*/ 36 w 40"/>
              <a:gd name="T13" fmla="*/ 9 h 37"/>
              <a:gd name="T14" fmla="*/ 33 w 40"/>
              <a:gd name="T15" fmla="*/ 5 h 37"/>
              <a:gd name="T16" fmla="*/ 20 w 40"/>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37">
                <a:moveTo>
                  <a:pt x="20" y="0"/>
                </a:moveTo>
                <a:cubicBezTo>
                  <a:pt x="15" y="0"/>
                  <a:pt x="11" y="2"/>
                  <a:pt x="7" y="5"/>
                </a:cubicBezTo>
                <a:cubicBezTo>
                  <a:pt x="0" y="13"/>
                  <a:pt x="0" y="24"/>
                  <a:pt x="7" y="32"/>
                </a:cubicBezTo>
                <a:cubicBezTo>
                  <a:pt x="11" y="35"/>
                  <a:pt x="15" y="37"/>
                  <a:pt x="20" y="37"/>
                </a:cubicBezTo>
                <a:cubicBezTo>
                  <a:pt x="25" y="37"/>
                  <a:pt x="30" y="35"/>
                  <a:pt x="33" y="32"/>
                </a:cubicBezTo>
                <a:cubicBezTo>
                  <a:pt x="38" y="27"/>
                  <a:pt x="40" y="20"/>
                  <a:pt x="38" y="13"/>
                </a:cubicBezTo>
                <a:cubicBezTo>
                  <a:pt x="38" y="12"/>
                  <a:pt x="37" y="11"/>
                  <a:pt x="36" y="9"/>
                </a:cubicBezTo>
                <a:cubicBezTo>
                  <a:pt x="36" y="8"/>
                  <a:pt x="35" y="7"/>
                  <a:pt x="33" y="5"/>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87" name="Freeform 843"/>
          <p:cNvSpPr>
            <a:spLocks/>
          </p:cNvSpPr>
          <p:nvPr/>
        </p:nvSpPr>
        <p:spPr bwMode="auto">
          <a:xfrm>
            <a:off x="12494443" y="5143510"/>
            <a:ext cx="161925" cy="153988"/>
          </a:xfrm>
          <a:custGeom>
            <a:avLst/>
            <a:gdLst>
              <a:gd name="T0" fmla="*/ 19 w 39"/>
              <a:gd name="T1" fmla="*/ 0 h 37"/>
              <a:gd name="T2" fmla="*/ 5 w 39"/>
              <a:gd name="T3" fmla="*/ 5 h 37"/>
              <a:gd name="T4" fmla="*/ 0 w 39"/>
              <a:gd name="T5" fmla="*/ 15 h 37"/>
              <a:gd name="T6" fmla="*/ 0 w 39"/>
              <a:gd name="T7" fmla="*/ 19 h 37"/>
              <a:gd name="T8" fmla="*/ 5 w 39"/>
              <a:gd name="T9" fmla="*/ 31 h 37"/>
              <a:gd name="T10" fmla="*/ 19 w 39"/>
              <a:gd name="T11" fmla="*/ 37 h 37"/>
              <a:gd name="T12" fmla="*/ 32 w 39"/>
              <a:gd name="T13" fmla="*/ 31 h 37"/>
              <a:gd name="T14" fmla="*/ 32 w 39"/>
              <a:gd name="T15" fmla="*/ 5 h 37"/>
              <a:gd name="T16" fmla="*/ 19 w 39"/>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7">
                <a:moveTo>
                  <a:pt x="19" y="0"/>
                </a:moveTo>
                <a:cubicBezTo>
                  <a:pt x="14" y="0"/>
                  <a:pt x="9" y="1"/>
                  <a:pt x="5" y="5"/>
                </a:cubicBezTo>
                <a:cubicBezTo>
                  <a:pt x="3" y="8"/>
                  <a:pt x="1" y="11"/>
                  <a:pt x="0" y="15"/>
                </a:cubicBezTo>
                <a:cubicBezTo>
                  <a:pt x="0" y="16"/>
                  <a:pt x="0" y="18"/>
                  <a:pt x="0" y="19"/>
                </a:cubicBezTo>
                <a:cubicBezTo>
                  <a:pt x="0" y="23"/>
                  <a:pt x="2" y="28"/>
                  <a:pt x="5" y="31"/>
                </a:cubicBezTo>
                <a:cubicBezTo>
                  <a:pt x="9" y="35"/>
                  <a:pt x="14" y="37"/>
                  <a:pt x="19" y="37"/>
                </a:cubicBezTo>
                <a:cubicBezTo>
                  <a:pt x="23" y="37"/>
                  <a:pt x="28" y="35"/>
                  <a:pt x="32" y="31"/>
                </a:cubicBezTo>
                <a:cubicBezTo>
                  <a:pt x="39" y="24"/>
                  <a:pt x="39" y="12"/>
                  <a:pt x="32" y="5"/>
                </a:cubicBezTo>
                <a:cubicBezTo>
                  <a:pt x="28" y="1"/>
                  <a:pt x="23" y="0"/>
                  <a:pt x="19"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88" name="Freeform 844"/>
          <p:cNvSpPr>
            <a:spLocks/>
          </p:cNvSpPr>
          <p:nvPr/>
        </p:nvSpPr>
        <p:spPr bwMode="auto">
          <a:xfrm>
            <a:off x="12018194" y="5073660"/>
            <a:ext cx="165100" cy="153988"/>
          </a:xfrm>
          <a:custGeom>
            <a:avLst/>
            <a:gdLst>
              <a:gd name="T0" fmla="*/ 20 w 40"/>
              <a:gd name="T1" fmla="*/ 0 h 37"/>
              <a:gd name="T2" fmla="*/ 7 w 40"/>
              <a:gd name="T3" fmla="*/ 5 h 37"/>
              <a:gd name="T4" fmla="*/ 7 w 40"/>
              <a:gd name="T5" fmla="*/ 31 h 37"/>
              <a:gd name="T6" fmla="*/ 20 w 40"/>
              <a:gd name="T7" fmla="*/ 37 h 37"/>
              <a:gd name="T8" fmla="*/ 34 w 40"/>
              <a:gd name="T9" fmla="*/ 31 h 37"/>
              <a:gd name="T10" fmla="*/ 39 w 40"/>
              <a:gd name="T11" fmla="*/ 15 h 37"/>
              <a:gd name="T12" fmla="*/ 38 w 40"/>
              <a:gd name="T13" fmla="*/ 11 h 37"/>
              <a:gd name="T14" fmla="*/ 34 w 40"/>
              <a:gd name="T15" fmla="*/ 5 h 37"/>
              <a:gd name="T16" fmla="*/ 20 w 40"/>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37">
                <a:moveTo>
                  <a:pt x="20" y="0"/>
                </a:moveTo>
                <a:cubicBezTo>
                  <a:pt x="16" y="0"/>
                  <a:pt x="11" y="1"/>
                  <a:pt x="7" y="5"/>
                </a:cubicBezTo>
                <a:cubicBezTo>
                  <a:pt x="0" y="12"/>
                  <a:pt x="0" y="24"/>
                  <a:pt x="7" y="31"/>
                </a:cubicBezTo>
                <a:cubicBezTo>
                  <a:pt x="11" y="35"/>
                  <a:pt x="16" y="37"/>
                  <a:pt x="20" y="37"/>
                </a:cubicBezTo>
                <a:cubicBezTo>
                  <a:pt x="25" y="37"/>
                  <a:pt x="30" y="35"/>
                  <a:pt x="34" y="31"/>
                </a:cubicBezTo>
                <a:cubicBezTo>
                  <a:pt x="38" y="27"/>
                  <a:pt x="40" y="21"/>
                  <a:pt x="39" y="15"/>
                </a:cubicBezTo>
                <a:cubicBezTo>
                  <a:pt x="39" y="14"/>
                  <a:pt x="38" y="13"/>
                  <a:pt x="38" y="11"/>
                </a:cubicBezTo>
                <a:cubicBezTo>
                  <a:pt x="37" y="9"/>
                  <a:pt x="35" y="7"/>
                  <a:pt x="34" y="5"/>
                </a:cubicBezTo>
                <a:cubicBezTo>
                  <a:pt x="30" y="1"/>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89" name="Freeform 845"/>
          <p:cNvSpPr>
            <a:spLocks/>
          </p:cNvSpPr>
          <p:nvPr/>
        </p:nvSpPr>
        <p:spPr bwMode="auto">
          <a:xfrm>
            <a:off x="11884844" y="4203709"/>
            <a:ext cx="161925" cy="157163"/>
          </a:xfrm>
          <a:custGeom>
            <a:avLst/>
            <a:gdLst>
              <a:gd name="T0" fmla="*/ 18 w 39"/>
              <a:gd name="T1" fmla="*/ 0 h 38"/>
              <a:gd name="T2" fmla="*/ 5 w 39"/>
              <a:gd name="T3" fmla="*/ 6 h 38"/>
              <a:gd name="T4" fmla="*/ 0 w 39"/>
              <a:gd name="T5" fmla="*/ 17 h 38"/>
              <a:gd name="T6" fmla="*/ 0 w 39"/>
              <a:gd name="T7" fmla="*/ 21 h 38"/>
              <a:gd name="T8" fmla="*/ 5 w 39"/>
              <a:gd name="T9" fmla="*/ 32 h 38"/>
              <a:gd name="T10" fmla="*/ 18 w 39"/>
              <a:gd name="T11" fmla="*/ 38 h 38"/>
              <a:gd name="T12" fmla="*/ 32 w 39"/>
              <a:gd name="T13" fmla="*/ 32 h 38"/>
              <a:gd name="T14" fmla="*/ 32 w 39"/>
              <a:gd name="T15" fmla="*/ 6 h 38"/>
              <a:gd name="T16" fmla="*/ 18 w 39"/>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8">
                <a:moveTo>
                  <a:pt x="18" y="0"/>
                </a:moveTo>
                <a:cubicBezTo>
                  <a:pt x="14" y="0"/>
                  <a:pt x="9" y="2"/>
                  <a:pt x="5" y="6"/>
                </a:cubicBezTo>
                <a:cubicBezTo>
                  <a:pt x="2" y="9"/>
                  <a:pt x="0" y="13"/>
                  <a:pt x="0" y="17"/>
                </a:cubicBezTo>
                <a:cubicBezTo>
                  <a:pt x="0" y="19"/>
                  <a:pt x="0" y="20"/>
                  <a:pt x="0" y="21"/>
                </a:cubicBezTo>
                <a:cubicBezTo>
                  <a:pt x="0" y="25"/>
                  <a:pt x="2" y="29"/>
                  <a:pt x="5" y="32"/>
                </a:cubicBezTo>
                <a:cubicBezTo>
                  <a:pt x="9" y="36"/>
                  <a:pt x="14" y="38"/>
                  <a:pt x="18" y="38"/>
                </a:cubicBezTo>
                <a:cubicBezTo>
                  <a:pt x="23" y="38"/>
                  <a:pt x="28" y="36"/>
                  <a:pt x="32" y="32"/>
                </a:cubicBezTo>
                <a:cubicBezTo>
                  <a:pt x="39" y="25"/>
                  <a:pt x="39" y="13"/>
                  <a:pt x="32" y="6"/>
                </a:cubicBezTo>
                <a:cubicBezTo>
                  <a:pt x="28" y="2"/>
                  <a:pt x="23" y="0"/>
                  <a:pt x="18"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90" name="Freeform 846"/>
          <p:cNvSpPr>
            <a:spLocks/>
          </p:cNvSpPr>
          <p:nvPr/>
        </p:nvSpPr>
        <p:spPr bwMode="auto">
          <a:xfrm>
            <a:off x="12942118" y="2362205"/>
            <a:ext cx="165100" cy="157163"/>
          </a:xfrm>
          <a:custGeom>
            <a:avLst/>
            <a:gdLst>
              <a:gd name="T0" fmla="*/ 21 w 40"/>
              <a:gd name="T1" fmla="*/ 0 h 38"/>
              <a:gd name="T2" fmla="*/ 8 w 40"/>
              <a:gd name="T3" fmla="*/ 6 h 38"/>
              <a:gd name="T4" fmla="*/ 8 w 40"/>
              <a:gd name="T5" fmla="*/ 32 h 38"/>
              <a:gd name="T6" fmla="*/ 21 w 40"/>
              <a:gd name="T7" fmla="*/ 38 h 38"/>
              <a:gd name="T8" fmla="*/ 34 w 40"/>
              <a:gd name="T9" fmla="*/ 32 h 38"/>
              <a:gd name="T10" fmla="*/ 39 w 40"/>
              <a:gd name="T11" fmla="*/ 22 h 38"/>
              <a:gd name="T12" fmla="*/ 39 w 40"/>
              <a:gd name="T13" fmla="*/ 18 h 38"/>
              <a:gd name="T14" fmla="*/ 34 w 40"/>
              <a:gd name="T15" fmla="*/ 6 h 38"/>
              <a:gd name="T16" fmla="*/ 21 w 4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38">
                <a:moveTo>
                  <a:pt x="21" y="0"/>
                </a:moveTo>
                <a:cubicBezTo>
                  <a:pt x="16" y="0"/>
                  <a:pt x="11" y="2"/>
                  <a:pt x="8" y="6"/>
                </a:cubicBezTo>
                <a:cubicBezTo>
                  <a:pt x="0" y="13"/>
                  <a:pt x="0" y="25"/>
                  <a:pt x="8" y="32"/>
                </a:cubicBezTo>
                <a:cubicBezTo>
                  <a:pt x="11" y="36"/>
                  <a:pt x="16" y="38"/>
                  <a:pt x="21" y="38"/>
                </a:cubicBezTo>
                <a:cubicBezTo>
                  <a:pt x="26" y="38"/>
                  <a:pt x="30" y="36"/>
                  <a:pt x="34" y="32"/>
                </a:cubicBezTo>
                <a:cubicBezTo>
                  <a:pt x="37" y="29"/>
                  <a:pt x="39" y="26"/>
                  <a:pt x="39" y="22"/>
                </a:cubicBezTo>
                <a:cubicBezTo>
                  <a:pt x="40" y="20"/>
                  <a:pt x="40" y="19"/>
                  <a:pt x="39" y="18"/>
                </a:cubicBezTo>
                <a:cubicBezTo>
                  <a:pt x="39" y="13"/>
                  <a:pt x="37" y="9"/>
                  <a:pt x="34" y="6"/>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91" name="Freeform 847"/>
          <p:cNvSpPr>
            <a:spLocks/>
          </p:cNvSpPr>
          <p:nvPr/>
        </p:nvSpPr>
        <p:spPr bwMode="auto">
          <a:xfrm>
            <a:off x="11707043" y="4381509"/>
            <a:ext cx="165100" cy="152400"/>
          </a:xfrm>
          <a:custGeom>
            <a:avLst/>
            <a:gdLst>
              <a:gd name="T0" fmla="*/ 19 w 40"/>
              <a:gd name="T1" fmla="*/ 0 h 37"/>
              <a:gd name="T2" fmla="*/ 6 w 40"/>
              <a:gd name="T3" fmla="*/ 5 h 37"/>
              <a:gd name="T4" fmla="*/ 1 w 40"/>
              <a:gd name="T5" fmla="*/ 14 h 37"/>
              <a:gd name="T6" fmla="*/ 0 w 40"/>
              <a:gd name="T7" fmla="*/ 18 h 37"/>
              <a:gd name="T8" fmla="*/ 6 w 40"/>
              <a:gd name="T9" fmla="*/ 32 h 37"/>
              <a:gd name="T10" fmla="*/ 19 w 40"/>
              <a:gd name="T11" fmla="*/ 37 h 37"/>
              <a:gd name="T12" fmla="*/ 32 w 40"/>
              <a:gd name="T13" fmla="*/ 32 h 37"/>
              <a:gd name="T14" fmla="*/ 32 w 40"/>
              <a:gd name="T15" fmla="*/ 5 h 37"/>
              <a:gd name="T16" fmla="*/ 19 w 40"/>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37">
                <a:moveTo>
                  <a:pt x="19" y="0"/>
                </a:moveTo>
                <a:cubicBezTo>
                  <a:pt x="14" y="0"/>
                  <a:pt x="10" y="2"/>
                  <a:pt x="6" y="5"/>
                </a:cubicBezTo>
                <a:cubicBezTo>
                  <a:pt x="3" y="8"/>
                  <a:pt x="2" y="11"/>
                  <a:pt x="1" y="14"/>
                </a:cubicBezTo>
                <a:cubicBezTo>
                  <a:pt x="1" y="15"/>
                  <a:pt x="0" y="17"/>
                  <a:pt x="0" y="18"/>
                </a:cubicBezTo>
                <a:cubicBezTo>
                  <a:pt x="0" y="23"/>
                  <a:pt x="2" y="28"/>
                  <a:pt x="6" y="32"/>
                </a:cubicBezTo>
                <a:cubicBezTo>
                  <a:pt x="10" y="35"/>
                  <a:pt x="14" y="37"/>
                  <a:pt x="19" y="37"/>
                </a:cubicBezTo>
                <a:cubicBezTo>
                  <a:pt x="24" y="37"/>
                  <a:pt x="29" y="35"/>
                  <a:pt x="32" y="32"/>
                </a:cubicBezTo>
                <a:cubicBezTo>
                  <a:pt x="40" y="24"/>
                  <a:pt x="40" y="12"/>
                  <a:pt x="32" y="5"/>
                </a:cubicBezTo>
                <a:cubicBezTo>
                  <a:pt x="29" y="2"/>
                  <a:pt x="24" y="0"/>
                  <a:pt x="19"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92" name="Freeform 848"/>
          <p:cNvSpPr>
            <a:spLocks/>
          </p:cNvSpPr>
          <p:nvPr/>
        </p:nvSpPr>
        <p:spPr bwMode="auto">
          <a:xfrm>
            <a:off x="11761019" y="5446723"/>
            <a:ext cx="169863" cy="153988"/>
          </a:xfrm>
          <a:custGeom>
            <a:avLst/>
            <a:gdLst>
              <a:gd name="T0" fmla="*/ 20 w 41"/>
              <a:gd name="T1" fmla="*/ 0 h 37"/>
              <a:gd name="T2" fmla="*/ 7 w 41"/>
              <a:gd name="T3" fmla="*/ 6 h 37"/>
              <a:gd name="T4" fmla="*/ 5 w 41"/>
              <a:gd name="T5" fmla="*/ 30 h 37"/>
              <a:gd name="T6" fmla="*/ 7 w 41"/>
              <a:gd name="T7" fmla="*/ 32 h 37"/>
              <a:gd name="T8" fmla="*/ 8 w 41"/>
              <a:gd name="T9" fmla="*/ 33 h 37"/>
              <a:gd name="T10" fmla="*/ 20 w 41"/>
              <a:gd name="T11" fmla="*/ 37 h 37"/>
              <a:gd name="T12" fmla="*/ 33 w 41"/>
              <a:gd name="T13" fmla="*/ 32 h 37"/>
              <a:gd name="T14" fmla="*/ 33 w 41"/>
              <a:gd name="T15" fmla="*/ 6 h 37"/>
              <a:gd name="T16" fmla="*/ 20 w 41"/>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7">
                <a:moveTo>
                  <a:pt x="20" y="0"/>
                </a:moveTo>
                <a:cubicBezTo>
                  <a:pt x="15" y="0"/>
                  <a:pt x="11" y="2"/>
                  <a:pt x="7" y="6"/>
                </a:cubicBezTo>
                <a:cubicBezTo>
                  <a:pt x="0" y="12"/>
                  <a:pt x="0" y="23"/>
                  <a:pt x="5" y="30"/>
                </a:cubicBezTo>
                <a:cubicBezTo>
                  <a:pt x="6" y="31"/>
                  <a:pt x="6" y="31"/>
                  <a:pt x="7" y="32"/>
                </a:cubicBezTo>
                <a:cubicBezTo>
                  <a:pt x="7" y="32"/>
                  <a:pt x="8" y="33"/>
                  <a:pt x="8" y="33"/>
                </a:cubicBezTo>
                <a:cubicBezTo>
                  <a:pt x="12" y="36"/>
                  <a:pt x="16" y="37"/>
                  <a:pt x="20" y="37"/>
                </a:cubicBezTo>
                <a:cubicBezTo>
                  <a:pt x="25" y="37"/>
                  <a:pt x="30" y="36"/>
                  <a:pt x="33" y="32"/>
                </a:cubicBezTo>
                <a:cubicBezTo>
                  <a:pt x="41" y="25"/>
                  <a:pt x="41" y="13"/>
                  <a:pt x="33"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93" name="Freeform 849"/>
          <p:cNvSpPr>
            <a:spLocks/>
          </p:cNvSpPr>
          <p:nvPr/>
        </p:nvSpPr>
        <p:spPr bwMode="auto">
          <a:xfrm>
            <a:off x="13153256" y="2105029"/>
            <a:ext cx="161925" cy="153988"/>
          </a:xfrm>
          <a:custGeom>
            <a:avLst/>
            <a:gdLst>
              <a:gd name="T0" fmla="*/ 21 w 39"/>
              <a:gd name="T1" fmla="*/ 0 h 37"/>
              <a:gd name="T2" fmla="*/ 8 w 39"/>
              <a:gd name="T3" fmla="*/ 5 h 37"/>
              <a:gd name="T4" fmla="*/ 8 w 39"/>
              <a:gd name="T5" fmla="*/ 32 h 37"/>
              <a:gd name="T6" fmla="*/ 21 w 39"/>
              <a:gd name="T7" fmla="*/ 37 h 37"/>
              <a:gd name="T8" fmla="*/ 34 w 39"/>
              <a:gd name="T9" fmla="*/ 32 h 37"/>
              <a:gd name="T10" fmla="*/ 39 w 39"/>
              <a:gd name="T11" fmla="*/ 23 h 37"/>
              <a:gd name="T12" fmla="*/ 39 w 39"/>
              <a:gd name="T13" fmla="*/ 19 h 37"/>
              <a:gd name="T14" fmla="*/ 34 w 39"/>
              <a:gd name="T15" fmla="*/ 5 h 37"/>
              <a:gd name="T16" fmla="*/ 21 w 39"/>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7">
                <a:moveTo>
                  <a:pt x="21" y="0"/>
                </a:moveTo>
                <a:cubicBezTo>
                  <a:pt x="16" y="0"/>
                  <a:pt x="11" y="2"/>
                  <a:pt x="8" y="5"/>
                </a:cubicBezTo>
                <a:cubicBezTo>
                  <a:pt x="0" y="13"/>
                  <a:pt x="0" y="25"/>
                  <a:pt x="8" y="32"/>
                </a:cubicBezTo>
                <a:cubicBezTo>
                  <a:pt x="11" y="36"/>
                  <a:pt x="16" y="37"/>
                  <a:pt x="21" y="37"/>
                </a:cubicBezTo>
                <a:cubicBezTo>
                  <a:pt x="26" y="37"/>
                  <a:pt x="30" y="36"/>
                  <a:pt x="34" y="32"/>
                </a:cubicBezTo>
                <a:cubicBezTo>
                  <a:pt x="37" y="29"/>
                  <a:pt x="38" y="26"/>
                  <a:pt x="39" y="23"/>
                </a:cubicBezTo>
                <a:cubicBezTo>
                  <a:pt x="39" y="22"/>
                  <a:pt x="39" y="20"/>
                  <a:pt x="39" y="19"/>
                </a:cubicBezTo>
                <a:cubicBezTo>
                  <a:pt x="39" y="14"/>
                  <a:pt x="38" y="9"/>
                  <a:pt x="34" y="5"/>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94" name="Freeform 850"/>
          <p:cNvSpPr>
            <a:spLocks/>
          </p:cNvSpPr>
          <p:nvPr/>
        </p:nvSpPr>
        <p:spPr bwMode="auto">
          <a:xfrm>
            <a:off x="10695805" y="2266956"/>
            <a:ext cx="141288" cy="136525"/>
          </a:xfrm>
          <a:custGeom>
            <a:avLst/>
            <a:gdLst>
              <a:gd name="T0" fmla="*/ 17 w 34"/>
              <a:gd name="T1" fmla="*/ 0 h 33"/>
              <a:gd name="T2" fmla="*/ 5 w 34"/>
              <a:gd name="T3" fmla="*/ 5 h 33"/>
              <a:gd name="T4" fmla="*/ 5 w 34"/>
              <a:gd name="T5" fmla="*/ 5 h 33"/>
              <a:gd name="T6" fmla="*/ 0 w 34"/>
              <a:gd name="T7" fmla="*/ 16 h 33"/>
              <a:gd name="T8" fmla="*/ 5 w 34"/>
              <a:gd name="T9" fmla="*/ 28 h 33"/>
              <a:gd name="T10" fmla="*/ 17 w 34"/>
              <a:gd name="T11" fmla="*/ 33 h 33"/>
              <a:gd name="T12" fmla="*/ 29 w 34"/>
              <a:gd name="T13" fmla="*/ 28 h 33"/>
              <a:gd name="T14" fmla="*/ 34 w 34"/>
              <a:gd name="T15" fmla="*/ 16 h 33"/>
              <a:gd name="T16" fmla="*/ 29 w 34"/>
              <a:gd name="T17" fmla="*/ 5 h 33"/>
              <a:gd name="T18" fmla="*/ 17 w 34"/>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33">
                <a:moveTo>
                  <a:pt x="17" y="0"/>
                </a:moveTo>
                <a:cubicBezTo>
                  <a:pt x="13" y="0"/>
                  <a:pt x="8" y="1"/>
                  <a:pt x="5" y="5"/>
                </a:cubicBezTo>
                <a:cubicBezTo>
                  <a:pt x="5" y="5"/>
                  <a:pt x="5" y="5"/>
                  <a:pt x="5" y="5"/>
                </a:cubicBezTo>
                <a:cubicBezTo>
                  <a:pt x="2" y="8"/>
                  <a:pt x="0" y="12"/>
                  <a:pt x="0" y="16"/>
                </a:cubicBezTo>
                <a:cubicBezTo>
                  <a:pt x="0" y="21"/>
                  <a:pt x="2" y="25"/>
                  <a:pt x="5" y="28"/>
                </a:cubicBezTo>
                <a:cubicBezTo>
                  <a:pt x="8" y="31"/>
                  <a:pt x="13" y="33"/>
                  <a:pt x="17" y="33"/>
                </a:cubicBezTo>
                <a:cubicBezTo>
                  <a:pt x="21" y="33"/>
                  <a:pt x="26" y="31"/>
                  <a:pt x="29" y="28"/>
                </a:cubicBezTo>
                <a:cubicBezTo>
                  <a:pt x="32" y="25"/>
                  <a:pt x="34" y="21"/>
                  <a:pt x="34" y="16"/>
                </a:cubicBezTo>
                <a:cubicBezTo>
                  <a:pt x="34" y="12"/>
                  <a:pt x="32" y="8"/>
                  <a:pt x="29" y="5"/>
                </a:cubicBezTo>
                <a:cubicBezTo>
                  <a:pt x="26" y="1"/>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95" name="Freeform 851"/>
          <p:cNvSpPr>
            <a:spLocks noEditPoints="1"/>
          </p:cNvSpPr>
          <p:nvPr/>
        </p:nvSpPr>
        <p:spPr bwMode="auto">
          <a:xfrm>
            <a:off x="10678344" y="2251081"/>
            <a:ext cx="174625" cy="169863"/>
          </a:xfrm>
          <a:custGeom>
            <a:avLst/>
            <a:gdLst>
              <a:gd name="T0" fmla="*/ 9 w 42"/>
              <a:gd name="T1" fmla="*/ 9 h 41"/>
              <a:gd name="T2" fmla="*/ 21 w 42"/>
              <a:gd name="T3" fmla="*/ 4 h 41"/>
              <a:gd name="T4" fmla="*/ 33 w 42"/>
              <a:gd name="T5" fmla="*/ 9 h 41"/>
              <a:gd name="T6" fmla="*/ 38 w 42"/>
              <a:gd name="T7" fmla="*/ 20 h 41"/>
              <a:gd name="T8" fmla="*/ 33 w 42"/>
              <a:gd name="T9" fmla="*/ 32 h 41"/>
              <a:gd name="T10" fmla="*/ 21 w 42"/>
              <a:gd name="T11" fmla="*/ 37 h 41"/>
              <a:gd name="T12" fmla="*/ 9 w 42"/>
              <a:gd name="T13" fmla="*/ 32 h 41"/>
              <a:gd name="T14" fmla="*/ 4 w 42"/>
              <a:gd name="T15" fmla="*/ 20 h 41"/>
              <a:gd name="T16" fmla="*/ 9 w 42"/>
              <a:gd name="T17" fmla="*/ 9 h 41"/>
              <a:gd name="T18" fmla="*/ 9 w 42"/>
              <a:gd name="T19" fmla="*/ 9 h 41"/>
              <a:gd name="T20" fmla="*/ 21 w 42"/>
              <a:gd name="T21" fmla="*/ 0 h 41"/>
              <a:gd name="T22" fmla="*/ 21 w 42"/>
              <a:gd name="T23" fmla="*/ 0 h 41"/>
              <a:gd name="T24" fmla="*/ 18 w 42"/>
              <a:gd name="T25" fmla="*/ 0 h 41"/>
              <a:gd name="T26" fmla="*/ 6 w 42"/>
              <a:gd name="T27" fmla="*/ 6 h 41"/>
              <a:gd name="T28" fmla="*/ 6 w 42"/>
              <a:gd name="T29" fmla="*/ 6 h 41"/>
              <a:gd name="T30" fmla="*/ 0 w 42"/>
              <a:gd name="T31" fmla="*/ 20 h 41"/>
              <a:gd name="T32" fmla="*/ 6 w 42"/>
              <a:gd name="T33" fmla="*/ 35 h 41"/>
              <a:gd name="T34" fmla="*/ 21 w 42"/>
              <a:gd name="T35" fmla="*/ 41 h 41"/>
              <a:gd name="T36" fmla="*/ 21 w 42"/>
              <a:gd name="T37" fmla="*/ 41 h 41"/>
              <a:gd name="T38" fmla="*/ 36 w 42"/>
              <a:gd name="T39" fmla="*/ 35 h 41"/>
              <a:gd name="T40" fmla="*/ 42 w 42"/>
              <a:gd name="T41" fmla="*/ 20 h 41"/>
              <a:gd name="T42" fmla="*/ 36 w 42"/>
              <a:gd name="T43" fmla="*/ 6 h 41"/>
              <a:gd name="T44" fmla="*/ 22 w 42"/>
              <a:gd name="T45" fmla="*/ 0 h 41"/>
              <a:gd name="T46" fmla="*/ 21 w 42"/>
              <a:gd name="T4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2" h="41">
                <a:moveTo>
                  <a:pt x="9" y="9"/>
                </a:moveTo>
                <a:cubicBezTo>
                  <a:pt x="12" y="5"/>
                  <a:pt x="17" y="4"/>
                  <a:pt x="21" y="4"/>
                </a:cubicBezTo>
                <a:cubicBezTo>
                  <a:pt x="25" y="4"/>
                  <a:pt x="30" y="5"/>
                  <a:pt x="33" y="9"/>
                </a:cubicBezTo>
                <a:cubicBezTo>
                  <a:pt x="36" y="12"/>
                  <a:pt x="38" y="16"/>
                  <a:pt x="38" y="20"/>
                </a:cubicBezTo>
                <a:cubicBezTo>
                  <a:pt x="38" y="25"/>
                  <a:pt x="36" y="29"/>
                  <a:pt x="33" y="32"/>
                </a:cubicBezTo>
                <a:cubicBezTo>
                  <a:pt x="30" y="35"/>
                  <a:pt x="25" y="37"/>
                  <a:pt x="21" y="37"/>
                </a:cubicBezTo>
                <a:cubicBezTo>
                  <a:pt x="17" y="37"/>
                  <a:pt x="12" y="35"/>
                  <a:pt x="9" y="32"/>
                </a:cubicBezTo>
                <a:cubicBezTo>
                  <a:pt x="6" y="29"/>
                  <a:pt x="4" y="25"/>
                  <a:pt x="4" y="20"/>
                </a:cubicBezTo>
                <a:cubicBezTo>
                  <a:pt x="4" y="16"/>
                  <a:pt x="6" y="12"/>
                  <a:pt x="9" y="9"/>
                </a:cubicBezTo>
                <a:cubicBezTo>
                  <a:pt x="9" y="9"/>
                  <a:pt x="9" y="9"/>
                  <a:pt x="9" y="9"/>
                </a:cubicBezTo>
                <a:moveTo>
                  <a:pt x="21" y="0"/>
                </a:moveTo>
                <a:cubicBezTo>
                  <a:pt x="21" y="0"/>
                  <a:pt x="21" y="0"/>
                  <a:pt x="21" y="0"/>
                </a:cubicBezTo>
                <a:cubicBezTo>
                  <a:pt x="20" y="0"/>
                  <a:pt x="19" y="0"/>
                  <a:pt x="18" y="0"/>
                </a:cubicBezTo>
                <a:cubicBezTo>
                  <a:pt x="14" y="1"/>
                  <a:pt x="10" y="3"/>
                  <a:pt x="6" y="6"/>
                </a:cubicBezTo>
                <a:cubicBezTo>
                  <a:pt x="6" y="6"/>
                  <a:pt x="6" y="6"/>
                  <a:pt x="6" y="6"/>
                </a:cubicBezTo>
                <a:cubicBezTo>
                  <a:pt x="2" y="10"/>
                  <a:pt x="0" y="15"/>
                  <a:pt x="0" y="20"/>
                </a:cubicBezTo>
                <a:cubicBezTo>
                  <a:pt x="0" y="26"/>
                  <a:pt x="2" y="31"/>
                  <a:pt x="6" y="35"/>
                </a:cubicBezTo>
                <a:cubicBezTo>
                  <a:pt x="10" y="39"/>
                  <a:pt x="16" y="41"/>
                  <a:pt x="21" y="41"/>
                </a:cubicBezTo>
                <a:cubicBezTo>
                  <a:pt x="21" y="41"/>
                  <a:pt x="21" y="41"/>
                  <a:pt x="21" y="41"/>
                </a:cubicBezTo>
                <a:cubicBezTo>
                  <a:pt x="26" y="41"/>
                  <a:pt x="32" y="39"/>
                  <a:pt x="36" y="35"/>
                </a:cubicBezTo>
                <a:cubicBezTo>
                  <a:pt x="40" y="31"/>
                  <a:pt x="42" y="26"/>
                  <a:pt x="42" y="20"/>
                </a:cubicBezTo>
                <a:cubicBezTo>
                  <a:pt x="42" y="15"/>
                  <a:pt x="40" y="10"/>
                  <a:pt x="36" y="6"/>
                </a:cubicBezTo>
                <a:cubicBezTo>
                  <a:pt x="32" y="2"/>
                  <a:pt x="27" y="0"/>
                  <a:pt x="22" y="0"/>
                </a:cubicBezTo>
                <a:cubicBezTo>
                  <a:pt x="22" y="0"/>
                  <a:pt x="21"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96" name="Freeform 853"/>
          <p:cNvSpPr>
            <a:spLocks/>
          </p:cNvSpPr>
          <p:nvPr/>
        </p:nvSpPr>
        <p:spPr bwMode="auto">
          <a:xfrm>
            <a:off x="11411768" y="2889251"/>
            <a:ext cx="138113" cy="136525"/>
          </a:xfrm>
          <a:custGeom>
            <a:avLst/>
            <a:gdLst>
              <a:gd name="T0" fmla="*/ 17 w 33"/>
              <a:gd name="T1" fmla="*/ 0 h 33"/>
              <a:gd name="T2" fmla="*/ 5 w 33"/>
              <a:gd name="T3" fmla="*/ 5 h 33"/>
              <a:gd name="T4" fmla="*/ 5 w 33"/>
              <a:gd name="T5" fmla="*/ 5 h 33"/>
              <a:gd name="T6" fmla="*/ 0 w 33"/>
              <a:gd name="T7" fmla="*/ 16 h 33"/>
              <a:gd name="T8" fmla="*/ 5 w 33"/>
              <a:gd name="T9" fmla="*/ 28 h 33"/>
              <a:gd name="T10" fmla="*/ 17 w 33"/>
              <a:gd name="T11" fmla="*/ 33 h 33"/>
              <a:gd name="T12" fmla="*/ 28 w 33"/>
              <a:gd name="T13" fmla="*/ 28 h 33"/>
              <a:gd name="T14" fmla="*/ 33 w 33"/>
              <a:gd name="T15" fmla="*/ 16 h 33"/>
              <a:gd name="T16" fmla="*/ 28 w 33"/>
              <a:gd name="T17" fmla="*/ 5 h 33"/>
              <a:gd name="T18" fmla="*/ 17 w 33"/>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3">
                <a:moveTo>
                  <a:pt x="17" y="0"/>
                </a:moveTo>
                <a:cubicBezTo>
                  <a:pt x="12" y="0"/>
                  <a:pt x="8" y="1"/>
                  <a:pt x="5" y="5"/>
                </a:cubicBezTo>
                <a:cubicBezTo>
                  <a:pt x="5" y="5"/>
                  <a:pt x="5" y="5"/>
                  <a:pt x="5" y="5"/>
                </a:cubicBezTo>
                <a:cubicBezTo>
                  <a:pt x="1" y="8"/>
                  <a:pt x="0" y="12"/>
                  <a:pt x="0" y="16"/>
                </a:cubicBezTo>
                <a:cubicBezTo>
                  <a:pt x="0" y="21"/>
                  <a:pt x="1" y="25"/>
                  <a:pt x="5" y="28"/>
                </a:cubicBezTo>
                <a:cubicBezTo>
                  <a:pt x="8" y="31"/>
                  <a:pt x="12" y="33"/>
                  <a:pt x="17" y="33"/>
                </a:cubicBezTo>
                <a:cubicBezTo>
                  <a:pt x="21" y="33"/>
                  <a:pt x="25" y="31"/>
                  <a:pt x="28" y="28"/>
                </a:cubicBezTo>
                <a:cubicBezTo>
                  <a:pt x="32" y="25"/>
                  <a:pt x="33" y="21"/>
                  <a:pt x="33" y="16"/>
                </a:cubicBezTo>
                <a:cubicBezTo>
                  <a:pt x="33" y="12"/>
                  <a:pt x="32" y="8"/>
                  <a:pt x="28" y="5"/>
                </a:cubicBezTo>
                <a:cubicBezTo>
                  <a:pt x="25" y="1"/>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97" name="Freeform 854"/>
          <p:cNvSpPr>
            <a:spLocks noEditPoints="1"/>
          </p:cNvSpPr>
          <p:nvPr/>
        </p:nvSpPr>
        <p:spPr bwMode="auto">
          <a:xfrm>
            <a:off x="11395892" y="2871789"/>
            <a:ext cx="169863" cy="169863"/>
          </a:xfrm>
          <a:custGeom>
            <a:avLst/>
            <a:gdLst>
              <a:gd name="T0" fmla="*/ 9 w 41"/>
              <a:gd name="T1" fmla="*/ 9 h 41"/>
              <a:gd name="T2" fmla="*/ 21 w 41"/>
              <a:gd name="T3" fmla="*/ 4 h 41"/>
              <a:gd name="T4" fmla="*/ 32 w 41"/>
              <a:gd name="T5" fmla="*/ 9 h 41"/>
              <a:gd name="T6" fmla="*/ 37 w 41"/>
              <a:gd name="T7" fmla="*/ 20 h 41"/>
              <a:gd name="T8" fmla="*/ 32 w 41"/>
              <a:gd name="T9" fmla="*/ 32 h 41"/>
              <a:gd name="T10" fmla="*/ 21 w 41"/>
              <a:gd name="T11" fmla="*/ 37 h 41"/>
              <a:gd name="T12" fmla="*/ 9 w 41"/>
              <a:gd name="T13" fmla="*/ 32 h 41"/>
              <a:gd name="T14" fmla="*/ 4 w 41"/>
              <a:gd name="T15" fmla="*/ 20 h 41"/>
              <a:gd name="T16" fmla="*/ 9 w 41"/>
              <a:gd name="T17" fmla="*/ 9 h 41"/>
              <a:gd name="T18" fmla="*/ 9 w 41"/>
              <a:gd name="T19" fmla="*/ 9 h 41"/>
              <a:gd name="T20" fmla="*/ 21 w 41"/>
              <a:gd name="T21" fmla="*/ 0 h 41"/>
              <a:gd name="T22" fmla="*/ 21 w 41"/>
              <a:gd name="T23" fmla="*/ 0 h 41"/>
              <a:gd name="T24" fmla="*/ 6 w 41"/>
              <a:gd name="T25" fmla="*/ 6 h 41"/>
              <a:gd name="T26" fmla="*/ 6 w 41"/>
              <a:gd name="T27" fmla="*/ 6 h 41"/>
              <a:gd name="T28" fmla="*/ 0 w 41"/>
              <a:gd name="T29" fmla="*/ 20 h 41"/>
              <a:gd name="T30" fmla="*/ 6 w 41"/>
              <a:gd name="T31" fmla="*/ 35 h 41"/>
              <a:gd name="T32" fmla="*/ 21 w 41"/>
              <a:gd name="T33" fmla="*/ 41 h 41"/>
              <a:gd name="T34" fmla="*/ 21 w 41"/>
              <a:gd name="T35" fmla="*/ 41 h 41"/>
              <a:gd name="T36" fmla="*/ 35 w 41"/>
              <a:gd name="T37" fmla="*/ 35 h 41"/>
              <a:gd name="T38" fmla="*/ 41 w 41"/>
              <a:gd name="T39" fmla="*/ 20 h 41"/>
              <a:gd name="T40" fmla="*/ 36 w 41"/>
              <a:gd name="T41" fmla="*/ 7 h 41"/>
              <a:gd name="T42" fmla="*/ 35 w 41"/>
              <a:gd name="T43" fmla="*/ 6 h 41"/>
              <a:gd name="T44" fmla="*/ 33 w 41"/>
              <a:gd name="T45" fmla="*/ 4 h 41"/>
              <a:gd name="T46" fmla="*/ 21 w 41"/>
              <a:gd name="T4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41">
                <a:moveTo>
                  <a:pt x="9" y="9"/>
                </a:moveTo>
                <a:cubicBezTo>
                  <a:pt x="12" y="5"/>
                  <a:pt x="16" y="4"/>
                  <a:pt x="21" y="4"/>
                </a:cubicBezTo>
                <a:cubicBezTo>
                  <a:pt x="25" y="4"/>
                  <a:pt x="29" y="5"/>
                  <a:pt x="32" y="9"/>
                </a:cubicBezTo>
                <a:cubicBezTo>
                  <a:pt x="36" y="12"/>
                  <a:pt x="37" y="16"/>
                  <a:pt x="37" y="20"/>
                </a:cubicBezTo>
                <a:cubicBezTo>
                  <a:pt x="37" y="25"/>
                  <a:pt x="36" y="29"/>
                  <a:pt x="32" y="32"/>
                </a:cubicBezTo>
                <a:cubicBezTo>
                  <a:pt x="29" y="35"/>
                  <a:pt x="25" y="37"/>
                  <a:pt x="21" y="37"/>
                </a:cubicBezTo>
                <a:cubicBezTo>
                  <a:pt x="16" y="37"/>
                  <a:pt x="12" y="35"/>
                  <a:pt x="9" y="32"/>
                </a:cubicBezTo>
                <a:cubicBezTo>
                  <a:pt x="5" y="29"/>
                  <a:pt x="4" y="25"/>
                  <a:pt x="4" y="20"/>
                </a:cubicBezTo>
                <a:cubicBezTo>
                  <a:pt x="4" y="16"/>
                  <a:pt x="5" y="12"/>
                  <a:pt x="9" y="9"/>
                </a:cubicBezTo>
                <a:cubicBezTo>
                  <a:pt x="9" y="9"/>
                  <a:pt x="9" y="9"/>
                  <a:pt x="9" y="9"/>
                </a:cubicBezTo>
                <a:moveTo>
                  <a:pt x="21" y="0"/>
                </a:moveTo>
                <a:cubicBezTo>
                  <a:pt x="21" y="0"/>
                  <a:pt x="21" y="0"/>
                  <a:pt x="21" y="0"/>
                </a:cubicBezTo>
                <a:cubicBezTo>
                  <a:pt x="15" y="0"/>
                  <a:pt x="10" y="2"/>
                  <a:pt x="6" y="6"/>
                </a:cubicBezTo>
                <a:cubicBezTo>
                  <a:pt x="6" y="6"/>
                  <a:pt x="6" y="6"/>
                  <a:pt x="6" y="6"/>
                </a:cubicBezTo>
                <a:cubicBezTo>
                  <a:pt x="2" y="10"/>
                  <a:pt x="0" y="15"/>
                  <a:pt x="0" y="20"/>
                </a:cubicBezTo>
                <a:cubicBezTo>
                  <a:pt x="0" y="26"/>
                  <a:pt x="2" y="31"/>
                  <a:pt x="6" y="35"/>
                </a:cubicBezTo>
                <a:cubicBezTo>
                  <a:pt x="10" y="39"/>
                  <a:pt x="15" y="41"/>
                  <a:pt x="21" y="41"/>
                </a:cubicBezTo>
                <a:cubicBezTo>
                  <a:pt x="21" y="41"/>
                  <a:pt x="21" y="41"/>
                  <a:pt x="21" y="41"/>
                </a:cubicBezTo>
                <a:cubicBezTo>
                  <a:pt x="26" y="41"/>
                  <a:pt x="31" y="39"/>
                  <a:pt x="35" y="35"/>
                </a:cubicBezTo>
                <a:cubicBezTo>
                  <a:pt x="39" y="31"/>
                  <a:pt x="41" y="26"/>
                  <a:pt x="41" y="20"/>
                </a:cubicBezTo>
                <a:cubicBezTo>
                  <a:pt x="41" y="15"/>
                  <a:pt x="39" y="11"/>
                  <a:pt x="36" y="7"/>
                </a:cubicBezTo>
                <a:cubicBezTo>
                  <a:pt x="36" y="6"/>
                  <a:pt x="35" y="6"/>
                  <a:pt x="35" y="6"/>
                </a:cubicBezTo>
                <a:cubicBezTo>
                  <a:pt x="34" y="5"/>
                  <a:pt x="34" y="5"/>
                  <a:pt x="33" y="4"/>
                </a:cubicBezTo>
                <a:cubicBezTo>
                  <a:pt x="29" y="1"/>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98" name="Freeform 855"/>
          <p:cNvSpPr>
            <a:spLocks/>
          </p:cNvSpPr>
          <p:nvPr/>
        </p:nvSpPr>
        <p:spPr bwMode="auto">
          <a:xfrm>
            <a:off x="11951518" y="3871914"/>
            <a:ext cx="136525" cy="139700"/>
          </a:xfrm>
          <a:custGeom>
            <a:avLst/>
            <a:gdLst>
              <a:gd name="T0" fmla="*/ 17 w 33"/>
              <a:gd name="T1" fmla="*/ 0 h 34"/>
              <a:gd name="T2" fmla="*/ 5 w 33"/>
              <a:gd name="T3" fmla="*/ 5 h 34"/>
              <a:gd name="T4" fmla="*/ 5 w 33"/>
              <a:gd name="T5" fmla="*/ 5 h 34"/>
              <a:gd name="T6" fmla="*/ 0 w 33"/>
              <a:gd name="T7" fmla="*/ 17 h 34"/>
              <a:gd name="T8" fmla="*/ 5 w 33"/>
              <a:gd name="T9" fmla="*/ 29 h 34"/>
              <a:gd name="T10" fmla="*/ 17 w 33"/>
              <a:gd name="T11" fmla="*/ 34 h 34"/>
              <a:gd name="T12" fmla="*/ 28 w 33"/>
              <a:gd name="T13" fmla="*/ 29 h 34"/>
              <a:gd name="T14" fmla="*/ 33 w 33"/>
              <a:gd name="T15" fmla="*/ 17 h 34"/>
              <a:gd name="T16" fmla="*/ 28 w 33"/>
              <a:gd name="T17" fmla="*/ 5 h 34"/>
              <a:gd name="T18" fmla="*/ 17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17" y="0"/>
                </a:moveTo>
                <a:cubicBezTo>
                  <a:pt x="12" y="0"/>
                  <a:pt x="8" y="2"/>
                  <a:pt x="5" y="5"/>
                </a:cubicBezTo>
                <a:cubicBezTo>
                  <a:pt x="5" y="5"/>
                  <a:pt x="5" y="5"/>
                  <a:pt x="5" y="5"/>
                </a:cubicBezTo>
                <a:cubicBezTo>
                  <a:pt x="2" y="8"/>
                  <a:pt x="0" y="13"/>
                  <a:pt x="0" y="17"/>
                </a:cubicBezTo>
                <a:cubicBezTo>
                  <a:pt x="0" y="21"/>
                  <a:pt x="2" y="25"/>
                  <a:pt x="5" y="29"/>
                </a:cubicBezTo>
                <a:cubicBezTo>
                  <a:pt x="8" y="32"/>
                  <a:pt x="12" y="34"/>
                  <a:pt x="17" y="34"/>
                </a:cubicBezTo>
                <a:cubicBezTo>
                  <a:pt x="21" y="34"/>
                  <a:pt x="25" y="32"/>
                  <a:pt x="28" y="29"/>
                </a:cubicBezTo>
                <a:cubicBezTo>
                  <a:pt x="32" y="25"/>
                  <a:pt x="33" y="21"/>
                  <a:pt x="33" y="17"/>
                </a:cubicBezTo>
                <a:cubicBezTo>
                  <a:pt x="33" y="13"/>
                  <a:pt x="32" y="8"/>
                  <a:pt x="28"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99" name="Freeform 856"/>
          <p:cNvSpPr>
            <a:spLocks noEditPoints="1"/>
          </p:cNvSpPr>
          <p:nvPr/>
        </p:nvSpPr>
        <p:spPr bwMode="auto">
          <a:xfrm>
            <a:off x="11934054" y="3854450"/>
            <a:ext cx="171450" cy="174625"/>
          </a:xfrm>
          <a:custGeom>
            <a:avLst/>
            <a:gdLst>
              <a:gd name="T0" fmla="*/ 9 w 41"/>
              <a:gd name="T1" fmla="*/ 9 h 42"/>
              <a:gd name="T2" fmla="*/ 21 w 41"/>
              <a:gd name="T3" fmla="*/ 4 h 42"/>
              <a:gd name="T4" fmla="*/ 32 w 41"/>
              <a:gd name="T5" fmla="*/ 9 h 42"/>
              <a:gd name="T6" fmla="*/ 37 w 41"/>
              <a:gd name="T7" fmla="*/ 21 h 42"/>
              <a:gd name="T8" fmla="*/ 32 w 41"/>
              <a:gd name="T9" fmla="*/ 33 h 42"/>
              <a:gd name="T10" fmla="*/ 21 w 41"/>
              <a:gd name="T11" fmla="*/ 38 h 42"/>
              <a:gd name="T12" fmla="*/ 9 w 41"/>
              <a:gd name="T13" fmla="*/ 33 h 42"/>
              <a:gd name="T14" fmla="*/ 4 w 41"/>
              <a:gd name="T15" fmla="*/ 21 h 42"/>
              <a:gd name="T16" fmla="*/ 9 w 41"/>
              <a:gd name="T17" fmla="*/ 9 h 42"/>
              <a:gd name="T18" fmla="*/ 9 w 41"/>
              <a:gd name="T19" fmla="*/ 9 h 42"/>
              <a:gd name="T20" fmla="*/ 21 w 41"/>
              <a:gd name="T21" fmla="*/ 0 h 42"/>
              <a:gd name="T22" fmla="*/ 21 w 41"/>
              <a:gd name="T23" fmla="*/ 0 h 42"/>
              <a:gd name="T24" fmla="*/ 6 w 41"/>
              <a:gd name="T25" fmla="*/ 6 h 42"/>
              <a:gd name="T26" fmla="*/ 6 w 41"/>
              <a:gd name="T27" fmla="*/ 6 h 42"/>
              <a:gd name="T28" fmla="*/ 0 w 41"/>
              <a:gd name="T29" fmla="*/ 21 h 42"/>
              <a:gd name="T30" fmla="*/ 6 w 41"/>
              <a:gd name="T31" fmla="*/ 36 h 42"/>
              <a:gd name="T32" fmla="*/ 21 w 41"/>
              <a:gd name="T33" fmla="*/ 42 h 42"/>
              <a:gd name="T34" fmla="*/ 21 w 41"/>
              <a:gd name="T35" fmla="*/ 42 h 42"/>
              <a:gd name="T36" fmla="*/ 35 w 41"/>
              <a:gd name="T37" fmla="*/ 36 h 42"/>
              <a:gd name="T38" fmla="*/ 41 w 41"/>
              <a:gd name="T39" fmla="*/ 21 h 42"/>
              <a:gd name="T40" fmla="*/ 36 w 41"/>
              <a:gd name="T41" fmla="*/ 7 h 42"/>
              <a:gd name="T42" fmla="*/ 35 w 41"/>
              <a:gd name="T43" fmla="*/ 6 h 42"/>
              <a:gd name="T44" fmla="*/ 33 w 41"/>
              <a:gd name="T45" fmla="*/ 5 h 42"/>
              <a:gd name="T46" fmla="*/ 21 w 41"/>
              <a:gd name="T4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42">
                <a:moveTo>
                  <a:pt x="9" y="9"/>
                </a:moveTo>
                <a:cubicBezTo>
                  <a:pt x="12" y="6"/>
                  <a:pt x="16" y="4"/>
                  <a:pt x="21" y="4"/>
                </a:cubicBezTo>
                <a:cubicBezTo>
                  <a:pt x="25" y="4"/>
                  <a:pt x="29" y="6"/>
                  <a:pt x="32" y="9"/>
                </a:cubicBezTo>
                <a:cubicBezTo>
                  <a:pt x="36" y="12"/>
                  <a:pt x="37" y="17"/>
                  <a:pt x="37" y="21"/>
                </a:cubicBezTo>
                <a:cubicBezTo>
                  <a:pt x="37" y="25"/>
                  <a:pt x="36" y="29"/>
                  <a:pt x="32" y="33"/>
                </a:cubicBezTo>
                <a:cubicBezTo>
                  <a:pt x="29" y="36"/>
                  <a:pt x="25" y="38"/>
                  <a:pt x="21" y="38"/>
                </a:cubicBezTo>
                <a:cubicBezTo>
                  <a:pt x="16" y="38"/>
                  <a:pt x="12" y="36"/>
                  <a:pt x="9" y="33"/>
                </a:cubicBezTo>
                <a:cubicBezTo>
                  <a:pt x="6" y="29"/>
                  <a:pt x="4" y="25"/>
                  <a:pt x="4" y="21"/>
                </a:cubicBezTo>
                <a:cubicBezTo>
                  <a:pt x="4" y="17"/>
                  <a:pt x="6" y="12"/>
                  <a:pt x="9" y="9"/>
                </a:cubicBezTo>
                <a:cubicBezTo>
                  <a:pt x="9" y="9"/>
                  <a:pt x="9" y="9"/>
                  <a:pt x="9" y="9"/>
                </a:cubicBezTo>
                <a:moveTo>
                  <a:pt x="21" y="0"/>
                </a:moveTo>
                <a:cubicBezTo>
                  <a:pt x="21" y="0"/>
                  <a:pt x="21" y="0"/>
                  <a:pt x="21" y="0"/>
                </a:cubicBezTo>
                <a:cubicBezTo>
                  <a:pt x="15" y="0"/>
                  <a:pt x="10" y="2"/>
                  <a:pt x="6" y="6"/>
                </a:cubicBezTo>
                <a:cubicBezTo>
                  <a:pt x="6" y="6"/>
                  <a:pt x="6" y="6"/>
                  <a:pt x="6" y="6"/>
                </a:cubicBezTo>
                <a:cubicBezTo>
                  <a:pt x="2" y="10"/>
                  <a:pt x="0" y="16"/>
                  <a:pt x="0" y="21"/>
                </a:cubicBezTo>
                <a:cubicBezTo>
                  <a:pt x="0" y="26"/>
                  <a:pt x="2" y="32"/>
                  <a:pt x="6" y="36"/>
                </a:cubicBezTo>
                <a:cubicBezTo>
                  <a:pt x="10" y="40"/>
                  <a:pt x="15" y="42"/>
                  <a:pt x="21" y="42"/>
                </a:cubicBezTo>
                <a:cubicBezTo>
                  <a:pt x="21" y="42"/>
                  <a:pt x="21" y="42"/>
                  <a:pt x="21" y="42"/>
                </a:cubicBezTo>
                <a:cubicBezTo>
                  <a:pt x="26" y="42"/>
                  <a:pt x="31" y="40"/>
                  <a:pt x="35" y="36"/>
                </a:cubicBezTo>
                <a:cubicBezTo>
                  <a:pt x="39" y="32"/>
                  <a:pt x="41" y="26"/>
                  <a:pt x="41" y="21"/>
                </a:cubicBezTo>
                <a:cubicBezTo>
                  <a:pt x="41" y="16"/>
                  <a:pt x="40" y="11"/>
                  <a:pt x="36" y="7"/>
                </a:cubicBezTo>
                <a:cubicBezTo>
                  <a:pt x="36" y="7"/>
                  <a:pt x="36" y="7"/>
                  <a:pt x="35" y="6"/>
                </a:cubicBezTo>
                <a:cubicBezTo>
                  <a:pt x="35" y="6"/>
                  <a:pt x="34" y="5"/>
                  <a:pt x="33" y="5"/>
                </a:cubicBezTo>
                <a:cubicBezTo>
                  <a:pt x="30" y="2"/>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00" name="Freeform 857"/>
          <p:cNvSpPr>
            <a:spLocks/>
          </p:cNvSpPr>
          <p:nvPr/>
        </p:nvSpPr>
        <p:spPr bwMode="auto">
          <a:xfrm>
            <a:off x="12175355" y="4070350"/>
            <a:ext cx="136525" cy="141288"/>
          </a:xfrm>
          <a:custGeom>
            <a:avLst/>
            <a:gdLst>
              <a:gd name="T0" fmla="*/ 16 w 33"/>
              <a:gd name="T1" fmla="*/ 0 h 34"/>
              <a:gd name="T2" fmla="*/ 5 w 33"/>
              <a:gd name="T3" fmla="*/ 5 h 34"/>
              <a:gd name="T4" fmla="*/ 5 w 33"/>
              <a:gd name="T5" fmla="*/ 5 h 34"/>
              <a:gd name="T6" fmla="*/ 0 w 33"/>
              <a:gd name="T7" fmla="*/ 17 h 34"/>
              <a:gd name="T8" fmla="*/ 5 w 33"/>
              <a:gd name="T9" fmla="*/ 29 h 34"/>
              <a:gd name="T10" fmla="*/ 16 w 33"/>
              <a:gd name="T11" fmla="*/ 34 h 34"/>
              <a:gd name="T12" fmla="*/ 28 w 33"/>
              <a:gd name="T13" fmla="*/ 29 h 34"/>
              <a:gd name="T14" fmla="*/ 33 w 33"/>
              <a:gd name="T15" fmla="*/ 17 h 34"/>
              <a:gd name="T16" fmla="*/ 28 w 33"/>
              <a:gd name="T17" fmla="*/ 5 h 34"/>
              <a:gd name="T18" fmla="*/ 16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16" y="0"/>
                </a:moveTo>
                <a:cubicBezTo>
                  <a:pt x="12" y="0"/>
                  <a:pt x="8" y="2"/>
                  <a:pt x="5" y="5"/>
                </a:cubicBezTo>
                <a:cubicBezTo>
                  <a:pt x="5" y="5"/>
                  <a:pt x="5" y="5"/>
                  <a:pt x="5" y="5"/>
                </a:cubicBezTo>
                <a:cubicBezTo>
                  <a:pt x="1" y="8"/>
                  <a:pt x="0" y="13"/>
                  <a:pt x="0" y="17"/>
                </a:cubicBezTo>
                <a:cubicBezTo>
                  <a:pt x="0" y="21"/>
                  <a:pt x="1" y="26"/>
                  <a:pt x="5" y="29"/>
                </a:cubicBezTo>
                <a:cubicBezTo>
                  <a:pt x="8" y="32"/>
                  <a:pt x="12" y="34"/>
                  <a:pt x="16" y="34"/>
                </a:cubicBezTo>
                <a:cubicBezTo>
                  <a:pt x="21" y="34"/>
                  <a:pt x="25" y="32"/>
                  <a:pt x="28" y="29"/>
                </a:cubicBezTo>
                <a:cubicBezTo>
                  <a:pt x="31" y="26"/>
                  <a:pt x="33" y="21"/>
                  <a:pt x="33" y="17"/>
                </a:cubicBezTo>
                <a:cubicBezTo>
                  <a:pt x="33" y="13"/>
                  <a:pt x="31" y="8"/>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01" name="Freeform 858"/>
          <p:cNvSpPr>
            <a:spLocks noEditPoints="1"/>
          </p:cNvSpPr>
          <p:nvPr/>
        </p:nvSpPr>
        <p:spPr bwMode="auto">
          <a:xfrm>
            <a:off x="12157892" y="4054475"/>
            <a:ext cx="171450" cy="173038"/>
          </a:xfrm>
          <a:custGeom>
            <a:avLst/>
            <a:gdLst>
              <a:gd name="T0" fmla="*/ 9 w 41"/>
              <a:gd name="T1" fmla="*/ 9 h 42"/>
              <a:gd name="T2" fmla="*/ 20 w 41"/>
              <a:gd name="T3" fmla="*/ 4 h 42"/>
              <a:gd name="T4" fmla="*/ 32 w 41"/>
              <a:gd name="T5" fmla="*/ 9 h 42"/>
              <a:gd name="T6" fmla="*/ 37 w 41"/>
              <a:gd name="T7" fmla="*/ 21 h 42"/>
              <a:gd name="T8" fmla="*/ 32 w 41"/>
              <a:gd name="T9" fmla="*/ 33 h 42"/>
              <a:gd name="T10" fmla="*/ 20 w 41"/>
              <a:gd name="T11" fmla="*/ 38 h 42"/>
              <a:gd name="T12" fmla="*/ 9 w 41"/>
              <a:gd name="T13" fmla="*/ 33 h 42"/>
              <a:gd name="T14" fmla="*/ 4 w 41"/>
              <a:gd name="T15" fmla="*/ 21 h 42"/>
              <a:gd name="T16" fmla="*/ 9 w 41"/>
              <a:gd name="T17" fmla="*/ 9 h 42"/>
              <a:gd name="T18" fmla="*/ 9 w 41"/>
              <a:gd name="T19" fmla="*/ 9 h 42"/>
              <a:gd name="T20" fmla="*/ 20 w 41"/>
              <a:gd name="T21" fmla="*/ 0 h 42"/>
              <a:gd name="T22" fmla="*/ 20 w 41"/>
              <a:gd name="T23" fmla="*/ 0 h 42"/>
              <a:gd name="T24" fmla="*/ 6 w 41"/>
              <a:gd name="T25" fmla="*/ 6 h 42"/>
              <a:gd name="T26" fmla="*/ 6 w 41"/>
              <a:gd name="T27" fmla="*/ 6 h 42"/>
              <a:gd name="T28" fmla="*/ 0 w 41"/>
              <a:gd name="T29" fmla="*/ 17 h 42"/>
              <a:gd name="T30" fmla="*/ 0 w 41"/>
              <a:gd name="T31" fmla="*/ 21 h 42"/>
              <a:gd name="T32" fmla="*/ 0 w 41"/>
              <a:gd name="T33" fmla="*/ 21 h 42"/>
              <a:gd name="T34" fmla="*/ 6 w 41"/>
              <a:gd name="T35" fmla="*/ 36 h 42"/>
              <a:gd name="T36" fmla="*/ 20 w 41"/>
              <a:gd name="T37" fmla="*/ 42 h 42"/>
              <a:gd name="T38" fmla="*/ 20 w 41"/>
              <a:gd name="T39" fmla="*/ 42 h 42"/>
              <a:gd name="T40" fmla="*/ 35 w 41"/>
              <a:gd name="T41" fmla="*/ 36 h 42"/>
              <a:gd name="T42" fmla="*/ 41 w 41"/>
              <a:gd name="T43" fmla="*/ 21 h 42"/>
              <a:gd name="T44" fmla="*/ 35 w 41"/>
              <a:gd name="T45" fmla="*/ 6 h 42"/>
              <a:gd name="T46" fmla="*/ 20 w 41"/>
              <a:gd name="T4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42">
                <a:moveTo>
                  <a:pt x="9" y="9"/>
                </a:moveTo>
                <a:cubicBezTo>
                  <a:pt x="12" y="6"/>
                  <a:pt x="16" y="4"/>
                  <a:pt x="20" y="4"/>
                </a:cubicBezTo>
                <a:cubicBezTo>
                  <a:pt x="25" y="4"/>
                  <a:pt x="29" y="6"/>
                  <a:pt x="32" y="9"/>
                </a:cubicBezTo>
                <a:cubicBezTo>
                  <a:pt x="35" y="12"/>
                  <a:pt x="37" y="17"/>
                  <a:pt x="37" y="21"/>
                </a:cubicBezTo>
                <a:cubicBezTo>
                  <a:pt x="37" y="25"/>
                  <a:pt x="35" y="30"/>
                  <a:pt x="32" y="33"/>
                </a:cubicBezTo>
                <a:cubicBezTo>
                  <a:pt x="29" y="36"/>
                  <a:pt x="25" y="38"/>
                  <a:pt x="20" y="38"/>
                </a:cubicBezTo>
                <a:cubicBezTo>
                  <a:pt x="16" y="38"/>
                  <a:pt x="12" y="36"/>
                  <a:pt x="9" y="33"/>
                </a:cubicBezTo>
                <a:cubicBezTo>
                  <a:pt x="5" y="30"/>
                  <a:pt x="4" y="25"/>
                  <a:pt x="4" y="21"/>
                </a:cubicBezTo>
                <a:cubicBezTo>
                  <a:pt x="4" y="17"/>
                  <a:pt x="5" y="12"/>
                  <a:pt x="9" y="9"/>
                </a:cubicBezTo>
                <a:cubicBezTo>
                  <a:pt x="9" y="9"/>
                  <a:pt x="9" y="9"/>
                  <a:pt x="9" y="9"/>
                </a:cubicBezTo>
                <a:moveTo>
                  <a:pt x="20" y="0"/>
                </a:moveTo>
                <a:cubicBezTo>
                  <a:pt x="20" y="0"/>
                  <a:pt x="20" y="0"/>
                  <a:pt x="20" y="0"/>
                </a:cubicBezTo>
                <a:cubicBezTo>
                  <a:pt x="15" y="0"/>
                  <a:pt x="10" y="2"/>
                  <a:pt x="6" y="6"/>
                </a:cubicBezTo>
                <a:cubicBezTo>
                  <a:pt x="6" y="6"/>
                  <a:pt x="6" y="6"/>
                  <a:pt x="6" y="6"/>
                </a:cubicBezTo>
                <a:cubicBezTo>
                  <a:pt x="3" y="9"/>
                  <a:pt x="1" y="13"/>
                  <a:pt x="0" y="17"/>
                </a:cubicBezTo>
                <a:cubicBezTo>
                  <a:pt x="0" y="18"/>
                  <a:pt x="0" y="20"/>
                  <a:pt x="0" y="21"/>
                </a:cubicBezTo>
                <a:cubicBezTo>
                  <a:pt x="0" y="21"/>
                  <a:pt x="0" y="21"/>
                  <a:pt x="0" y="21"/>
                </a:cubicBezTo>
                <a:cubicBezTo>
                  <a:pt x="0" y="26"/>
                  <a:pt x="2" y="32"/>
                  <a:pt x="6" y="36"/>
                </a:cubicBezTo>
                <a:cubicBezTo>
                  <a:pt x="10" y="40"/>
                  <a:pt x="15" y="42"/>
                  <a:pt x="20" y="42"/>
                </a:cubicBezTo>
                <a:cubicBezTo>
                  <a:pt x="20" y="42"/>
                  <a:pt x="20" y="42"/>
                  <a:pt x="20" y="42"/>
                </a:cubicBezTo>
                <a:cubicBezTo>
                  <a:pt x="26" y="42"/>
                  <a:pt x="31" y="40"/>
                  <a:pt x="35" y="36"/>
                </a:cubicBezTo>
                <a:cubicBezTo>
                  <a:pt x="39" y="32"/>
                  <a:pt x="41" y="26"/>
                  <a:pt x="41" y="21"/>
                </a:cubicBezTo>
                <a:cubicBezTo>
                  <a:pt x="41" y="16"/>
                  <a:pt x="39" y="10"/>
                  <a:pt x="35" y="6"/>
                </a:cubicBezTo>
                <a:cubicBezTo>
                  <a:pt x="31" y="2"/>
                  <a:pt x="26"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02" name="Freeform 859"/>
          <p:cNvSpPr>
            <a:spLocks/>
          </p:cNvSpPr>
          <p:nvPr/>
        </p:nvSpPr>
        <p:spPr bwMode="auto">
          <a:xfrm>
            <a:off x="11354618" y="3671888"/>
            <a:ext cx="136525" cy="141288"/>
          </a:xfrm>
          <a:custGeom>
            <a:avLst/>
            <a:gdLst>
              <a:gd name="T0" fmla="*/ 16 w 33"/>
              <a:gd name="T1" fmla="*/ 0 h 34"/>
              <a:gd name="T2" fmla="*/ 5 w 33"/>
              <a:gd name="T3" fmla="*/ 5 h 34"/>
              <a:gd name="T4" fmla="*/ 5 w 33"/>
              <a:gd name="T5" fmla="*/ 5 h 34"/>
              <a:gd name="T6" fmla="*/ 0 w 33"/>
              <a:gd name="T7" fmla="*/ 17 h 34"/>
              <a:gd name="T8" fmla="*/ 5 w 33"/>
              <a:gd name="T9" fmla="*/ 29 h 34"/>
              <a:gd name="T10" fmla="*/ 16 w 33"/>
              <a:gd name="T11" fmla="*/ 34 h 34"/>
              <a:gd name="T12" fmla="*/ 28 w 33"/>
              <a:gd name="T13" fmla="*/ 29 h 34"/>
              <a:gd name="T14" fmla="*/ 33 w 33"/>
              <a:gd name="T15" fmla="*/ 17 h 34"/>
              <a:gd name="T16" fmla="*/ 28 w 33"/>
              <a:gd name="T17" fmla="*/ 5 h 34"/>
              <a:gd name="T18" fmla="*/ 16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16" y="0"/>
                </a:moveTo>
                <a:cubicBezTo>
                  <a:pt x="12" y="0"/>
                  <a:pt x="8" y="2"/>
                  <a:pt x="5" y="5"/>
                </a:cubicBezTo>
                <a:cubicBezTo>
                  <a:pt x="5" y="5"/>
                  <a:pt x="5" y="5"/>
                  <a:pt x="5" y="5"/>
                </a:cubicBezTo>
                <a:cubicBezTo>
                  <a:pt x="1" y="8"/>
                  <a:pt x="0" y="13"/>
                  <a:pt x="0" y="17"/>
                </a:cubicBezTo>
                <a:cubicBezTo>
                  <a:pt x="0" y="21"/>
                  <a:pt x="1" y="25"/>
                  <a:pt x="5" y="29"/>
                </a:cubicBezTo>
                <a:cubicBezTo>
                  <a:pt x="8" y="32"/>
                  <a:pt x="12" y="34"/>
                  <a:pt x="16" y="34"/>
                </a:cubicBezTo>
                <a:cubicBezTo>
                  <a:pt x="21" y="34"/>
                  <a:pt x="25" y="32"/>
                  <a:pt x="28" y="29"/>
                </a:cubicBezTo>
                <a:cubicBezTo>
                  <a:pt x="31" y="25"/>
                  <a:pt x="33" y="21"/>
                  <a:pt x="33" y="17"/>
                </a:cubicBezTo>
                <a:cubicBezTo>
                  <a:pt x="33" y="13"/>
                  <a:pt x="31" y="8"/>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03" name="Freeform 860"/>
          <p:cNvSpPr>
            <a:spLocks noEditPoints="1"/>
          </p:cNvSpPr>
          <p:nvPr/>
        </p:nvSpPr>
        <p:spPr bwMode="auto">
          <a:xfrm>
            <a:off x="11337154" y="3656013"/>
            <a:ext cx="171450" cy="174625"/>
          </a:xfrm>
          <a:custGeom>
            <a:avLst/>
            <a:gdLst>
              <a:gd name="T0" fmla="*/ 9 w 41"/>
              <a:gd name="T1" fmla="*/ 9 h 42"/>
              <a:gd name="T2" fmla="*/ 20 w 41"/>
              <a:gd name="T3" fmla="*/ 4 h 42"/>
              <a:gd name="T4" fmla="*/ 32 w 41"/>
              <a:gd name="T5" fmla="*/ 9 h 42"/>
              <a:gd name="T6" fmla="*/ 37 w 41"/>
              <a:gd name="T7" fmla="*/ 21 h 42"/>
              <a:gd name="T8" fmla="*/ 32 w 41"/>
              <a:gd name="T9" fmla="*/ 33 h 42"/>
              <a:gd name="T10" fmla="*/ 20 w 41"/>
              <a:gd name="T11" fmla="*/ 38 h 42"/>
              <a:gd name="T12" fmla="*/ 9 w 41"/>
              <a:gd name="T13" fmla="*/ 33 h 42"/>
              <a:gd name="T14" fmla="*/ 4 w 41"/>
              <a:gd name="T15" fmla="*/ 21 h 42"/>
              <a:gd name="T16" fmla="*/ 9 w 41"/>
              <a:gd name="T17" fmla="*/ 9 h 42"/>
              <a:gd name="T18" fmla="*/ 9 w 41"/>
              <a:gd name="T19" fmla="*/ 9 h 42"/>
              <a:gd name="T20" fmla="*/ 20 w 41"/>
              <a:gd name="T21" fmla="*/ 0 h 42"/>
              <a:gd name="T22" fmla="*/ 20 w 41"/>
              <a:gd name="T23" fmla="*/ 0 h 42"/>
              <a:gd name="T24" fmla="*/ 6 w 41"/>
              <a:gd name="T25" fmla="*/ 6 h 42"/>
              <a:gd name="T26" fmla="*/ 6 w 41"/>
              <a:gd name="T27" fmla="*/ 6 h 42"/>
              <a:gd name="T28" fmla="*/ 0 w 41"/>
              <a:gd name="T29" fmla="*/ 21 h 42"/>
              <a:gd name="T30" fmla="*/ 6 w 41"/>
              <a:gd name="T31" fmla="*/ 35 h 42"/>
              <a:gd name="T32" fmla="*/ 20 w 41"/>
              <a:gd name="T33" fmla="*/ 42 h 42"/>
              <a:gd name="T34" fmla="*/ 20 w 41"/>
              <a:gd name="T35" fmla="*/ 42 h 42"/>
              <a:gd name="T36" fmla="*/ 35 w 41"/>
              <a:gd name="T37" fmla="*/ 35 h 42"/>
              <a:gd name="T38" fmla="*/ 41 w 41"/>
              <a:gd name="T39" fmla="*/ 21 h 42"/>
              <a:gd name="T40" fmla="*/ 36 w 41"/>
              <a:gd name="T41" fmla="*/ 7 h 42"/>
              <a:gd name="T42" fmla="*/ 35 w 41"/>
              <a:gd name="T43" fmla="*/ 6 h 42"/>
              <a:gd name="T44" fmla="*/ 33 w 41"/>
              <a:gd name="T45" fmla="*/ 4 h 42"/>
              <a:gd name="T46" fmla="*/ 20 w 41"/>
              <a:gd name="T4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42">
                <a:moveTo>
                  <a:pt x="9" y="9"/>
                </a:moveTo>
                <a:cubicBezTo>
                  <a:pt x="12" y="6"/>
                  <a:pt x="16" y="4"/>
                  <a:pt x="20" y="4"/>
                </a:cubicBezTo>
                <a:cubicBezTo>
                  <a:pt x="25" y="4"/>
                  <a:pt x="29" y="6"/>
                  <a:pt x="32" y="9"/>
                </a:cubicBezTo>
                <a:cubicBezTo>
                  <a:pt x="35" y="12"/>
                  <a:pt x="37" y="17"/>
                  <a:pt x="37" y="21"/>
                </a:cubicBezTo>
                <a:cubicBezTo>
                  <a:pt x="37" y="25"/>
                  <a:pt x="35" y="29"/>
                  <a:pt x="32" y="33"/>
                </a:cubicBezTo>
                <a:cubicBezTo>
                  <a:pt x="29" y="36"/>
                  <a:pt x="25" y="38"/>
                  <a:pt x="20" y="38"/>
                </a:cubicBezTo>
                <a:cubicBezTo>
                  <a:pt x="16" y="38"/>
                  <a:pt x="12" y="36"/>
                  <a:pt x="9" y="33"/>
                </a:cubicBezTo>
                <a:cubicBezTo>
                  <a:pt x="5" y="29"/>
                  <a:pt x="4" y="25"/>
                  <a:pt x="4" y="21"/>
                </a:cubicBezTo>
                <a:cubicBezTo>
                  <a:pt x="4" y="17"/>
                  <a:pt x="5" y="12"/>
                  <a:pt x="9" y="9"/>
                </a:cubicBezTo>
                <a:cubicBezTo>
                  <a:pt x="9" y="9"/>
                  <a:pt x="9" y="9"/>
                  <a:pt x="9" y="9"/>
                </a:cubicBezTo>
                <a:moveTo>
                  <a:pt x="20" y="0"/>
                </a:moveTo>
                <a:cubicBezTo>
                  <a:pt x="20" y="0"/>
                  <a:pt x="20" y="0"/>
                  <a:pt x="20" y="0"/>
                </a:cubicBezTo>
                <a:cubicBezTo>
                  <a:pt x="15" y="0"/>
                  <a:pt x="10" y="2"/>
                  <a:pt x="6" y="6"/>
                </a:cubicBezTo>
                <a:cubicBezTo>
                  <a:pt x="6" y="6"/>
                  <a:pt x="6" y="6"/>
                  <a:pt x="6" y="6"/>
                </a:cubicBezTo>
                <a:cubicBezTo>
                  <a:pt x="2" y="10"/>
                  <a:pt x="0" y="16"/>
                  <a:pt x="0" y="21"/>
                </a:cubicBezTo>
                <a:cubicBezTo>
                  <a:pt x="0" y="26"/>
                  <a:pt x="2" y="31"/>
                  <a:pt x="6" y="35"/>
                </a:cubicBezTo>
                <a:cubicBezTo>
                  <a:pt x="10" y="39"/>
                  <a:pt x="15" y="42"/>
                  <a:pt x="20" y="42"/>
                </a:cubicBezTo>
                <a:cubicBezTo>
                  <a:pt x="20" y="42"/>
                  <a:pt x="20" y="42"/>
                  <a:pt x="20" y="42"/>
                </a:cubicBezTo>
                <a:cubicBezTo>
                  <a:pt x="26" y="42"/>
                  <a:pt x="31" y="39"/>
                  <a:pt x="35" y="35"/>
                </a:cubicBezTo>
                <a:cubicBezTo>
                  <a:pt x="39" y="31"/>
                  <a:pt x="41" y="26"/>
                  <a:pt x="41" y="21"/>
                </a:cubicBezTo>
                <a:cubicBezTo>
                  <a:pt x="41" y="16"/>
                  <a:pt x="39" y="11"/>
                  <a:pt x="36" y="7"/>
                </a:cubicBezTo>
                <a:cubicBezTo>
                  <a:pt x="36" y="7"/>
                  <a:pt x="35" y="7"/>
                  <a:pt x="35" y="6"/>
                </a:cubicBezTo>
                <a:cubicBezTo>
                  <a:pt x="34" y="6"/>
                  <a:pt x="34" y="5"/>
                  <a:pt x="33" y="4"/>
                </a:cubicBezTo>
                <a:cubicBezTo>
                  <a:pt x="29"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04" name="Freeform 861"/>
          <p:cNvSpPr>
            <a:spLocks/>
          </p:cNvSpPr>
          <p:nvPr/>
        </p:nvSpPr>
        <p:spPr bwMode="auto">
          <a:xfrm>
            <a:off x="11848330" y="4633914"/>
            <a:ext cx="136525" cy="136525"/>
          </a:xfrm>
          <a:custGeom>
            <a:avLst/>
            <a:gdLst>
              <a:gd name="T0" fmla="*/ 16 w 33"/>
              <a:gd name="T1" fmla="*/ 0 h 33"/>
              <a:gd name="T2" fmla="*/ 4 w 33"/>
              <a:gd name="T3" fmla="*/ 5 h 33"/>
              <a:gd name="T4" fmla="*/ 4 w 33"/>
              <a:gd name="T5" fmla="*/ 5 h 33"/>
              <a:gd name="T6" fmla="*/ 0 w 33"/>
              <a:gd name="T7" fmla="*/ 17 h 33"/>
              <a:gd name="T8" fmla="*/ 4 w 33"/>
              <a:gd name="T9" fmla="*/ 29 h 33"/>
              <a:gd name="T10" fmla="*/ 16 w 33"/>
              <a:gd name="T11" fmla="*/ 33 h 33"/>
              <a:gd name="T12" fmla="*/ 28 w 33"/>
              <a:gd name="T13" fmla="*/ 29 h 33"/>
              <a:gd name="T14" fmla="*/ 33 w 33"/>
              <a:gd name="T15" fmla="*/ 17 h 33"/>
              <a:gd name="T16" fmla="*/ 28 w 33"/>
              <a:gd name="T17" fmla="*/ 5 h 33"/>
              <a:gd name="T18" fmla="*/ 16 w 33"/>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3">
                <a:moveTo>
                  <a:pt x="16" y="0"/>
                </a:moveTo>
                <a:cubicBezTo>
                  <a:pt x="12" y="0"/>
                  <a:pt x="8" y="2"/>
                  <a:pt x="4" y="5"/>
                </a:cubicBezTo>
                <a:cubicBezTo>
                  <a:pt x="4" y="5"/>
                  <a:pt x="4" y="5"/>
                  <a:pt x="4" y="5"/>
                </a:cubicBezTo>
                <a:cubicBezTo>
                  <a:pt x="1" y="8"/>
                  <a:pt x="0" y="13"/>
                  <a:pt x="0" y="17"/>
                </a:cubicBezTo>
                <a:cubicBezTo>
                  <a:pt x="0" y="21"/>
                  <a:pt x="1" y="25"/>
                  <a:pt x="4" y="29"/>
                </a:cubicBezTo>
                <a:cubicBezTo>
                  <a:pt x="8" y="32"/>
                  <a:pt x="12" y="33"/>
                  <a:pt x="16" y="33"/>
                </a:cubicBezTo>
                <a:cubicBezTo>
                  <a:pt x="20" y="33"/>
                  <a:pt x="25" y="32"/>
                  <a:pt x="28" y="29"/>
                </a:cubicBezTo>
                <a:cubicBezTo>
                  <a:pt x="31" y="25"/>
                  <a:pt x="33" y="21"/>
                  <a:pt x="33" y="17"/>
                </a:cubicBezTo>
                <a:cubicBezTo>
                  <a:pt x="33" y="13"/>
                  <a:pt x="31" y="8"/>
                  <a:pt x="28" y="5"/>
                </a:cubicBezTo>
                <a:cubicBezTo>
                  <a:pt x="25" y="2"/>
                  <a:pt x="20"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05" name="Freeform 862"/>
          <p:cNvSpPr>
            <a:spLocks noEditPoints="1"/>
          </p:cNvSpPr>
          <p:nvPr/>
        </p:nvSpPr>
        <p:spPr bwMode="auto">
          <a:xfrm>
            <a:off x="11830868" y="4618039"/>
            <a:ext cx="169863" cy="169863"/>
          </a:xfrm>
          <a:custGeom>
            <a:avLst/>
            <a:gdLst>
              <a:gd name="T0" fmla="*/ 8 w 41"/>
              <a:gd name="T1" fmla="*/ 9 h 41"/>
              <a:gd name="T2" fmla="*/ 20 w 41"/>
              <a:gd name="T3" fmla="*/ 4 h 41"/>
              <a:gd name="T4" fmla="*/ 32 w 41"/>
              <a:gd name="T5" fmla="*/ 9 h 41"/>
              <a:gd name="T6" fmla="*/ 37 w 41"/>
              <a:gd name="T7" fmla="*/ 21 h 41"/>
              <a:gd name="T8" fmla="*/ 32 w 41"/>
              <a:gd name="T9" fmla="*/ 33 h 41"/>
              <a:gd name="T10" fmla="*/ 20 w 41"/>
              <a:gd name="T11" fmla="*/ 37 h 41"/>
              <a:gd name="T12" fmla="*/ 8 w 41"/>
              <a:gd name="T13" fmla="*/ 33 h 41"/>
              <a:gd name="T14" fmla="*/ 4 w 41"/>
              <a:gd name="T15" fmla="*/ 21 h 41"/>
              <a:gd name="T16" fmla="*/ 8 w 41"/>
              <a:gd name="T17" fmla="*/ 9 h 41"/>
              <a:gd name="T18" fmla="*/ 8 w 41"/>
              <a:gd name="T19" fmla="*/ 9 h 41"/>
              <a:gd name="T20" fmla="*/ 20 w 41"/>
              <a:gd name="T21" fmla="*/ 0 h 41"/>
              <a:gd name="T22" fmla="*/ 20 w 41"/>
              <a:gd name="T23" fmla="*/ 0 h 41"/>
              <a:gd name="T24" fmla="*/ 6 w 41"/>
              <a:gd name="T25" fmla="*/ 6 h 41"/>
              <a:gd name="T26" fmla="*/ 6 w 41"/>
              <a:gd name="T27" fmla="*/ 6 h 41"/>
              <a:gd name="T28" fmla="*/ 0 w 41"/>
              <a:gd name="T29" fmla="*/ 21 h 41"/>
              <a:gd name="T30" fmla="*/ 4 w 41"/>
              <a:gd name="T31" fmla="*/ 33 h 41"/>
              <a:gd name="T32" fmla="*/ 6 w 41"/>
              <a:gd name="T33" fmla="*/ 35 h 41"/>
              <a:gd name="T34" fmla="*/ 7 w 41"/>
              <a:gd name="T35" fmla="*/ 36 h 41"/>
              <a:gd name="T36" fmla="*/ 20 w 41"/>
              <a:gd name="T37" fmla="*/ 41 h 41"/>
              <a:gd name="T38" fmla="*/ 20 w 41"/>
              <a:gd name="T39" fmla="*/ 41 h 41"/>
              <a:gd name="T40" fmla="*/ 35 w 41"/>
              <a:gd name="T41" fmla="*/ 35 h 41"/>
              <a:gd name="T42" fmla="*/ 41 w 41"/>
              <a:gd name="T43" fmla="*/ 21 h 41"/>
              <a:gd name="T44" fmla="*/ 35 w 41"/>
              <a:gd name="T45" fmla="*/ 6 h 41"/>
              <a:gd name="T46" fmla="*/ 20 w 41"/>
              <a:gd name="T4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41">
                <a:moveTo>
                  <a:pt x="8" y="9"/>
                </a:moveTo>
                <a:cubicBezTo>
                  <a:pt x="12" y="6"/>
                  <a:pt x="16" y="4"/>
                  <a:pt x="20" y="4"/>
                </a:cubicBezTo>
                <a:cubicBezTo>
                  <a:pt x="24" y="4"/>
                  <a:pt x="29" y="6"/>
                  <a:pt x="32" y="9"/>
                </a:cubicBezTo>
                <a:cubicBezTo>
                  <a:pt x="35" y="12"/>
                  <a:pt x="37" y="17"/>
                  <a:pt x="37" y="21"/>
                </a:cubicBezTo>
                <a:cubicBezTo>
                  <a:pt x="37" y="25"/>
                  <a:pt x="35" y="29"/>
                  <a:pt x="32" y="33"/>
                </a:cubicBezTo>
                <a:cubicBezTo>
                  <a:pt x="29" y="36"/>
                  <a:pt x="24" y="37"/>
                  <a:pt x="20" y="37"/>
                </a:cubicBezTo>
                <a:cubicBezTo>
                  <a:pt x="16" y="37"/>
                  <a:pt x="12" y="36"/>
                  <a:pt x="8" y="33"/>
                </a:cubicBezTo>
                <a:cubicBezTo>
                  <a:pt x="5" y="29"/>
                  <a:pt x="4" y="25"/>
                  <a:pt x="4" y="21"/>
                </a:cubicBezTo>
                <a:cubicBezTo>
                  <a:pt x="4" y="17"/>
                  <a:pt x="5" y="12"/>
                  <a:pt x="8" y="9"/>
                </a:cubicBezTo>
                <a:cubicBezTo>
                  <a:pt x="8" y="9"/>
                  <a:pt x="8" y="9"/>
                  <a:pt x="8" y="9"/>
                </a:cubicBezTo>
                <a:moveTo>
                  <a:pt x="20" y="0"/>
                </a:moveTo>
                <a:cubicBezTo>
                  <a:pt x="20" y="0"/>
                  <a:pt x="20" y="0"/>
                  <a:pt x="20" y="0"/>
                </a:cubicBezTo>
                <a:cubicBezTo>
                  <a:pt x="15" y="0"/>
                  <a:pt x="10" y="2"/>
                  <a:pt x="6" y="6"/>
                </a:cubicBezTo>
                <a:cubicBezTo>
                  <a:pt x="6" y="6"/>
                  <a:pt x="6" y="6"/>
                  <a:pt x="6" y="6"/>
                </a:cubicBezTo>
                <a:cubicBezTo>
                  <a:pt x="2" y="10"/>
                  <a:pt x="0" y="15"/>
                  <a:pt x="0" y="21"/>
                </a:cubicBezTo>
                <a:cubicBezTo>
                  <a:pt x="0" y="25"/>
                  <a:pt x="1" y="30"/>
                  <a:pt x="4" y="33"/>
                </a:cubicBezTo>
                <a:cubicBezTo>
                  <a:pt x="4" y="34"/>
                  <a:pt x="5" y="35"/>
                  <a:pt x="6" y="35"/>
                </a:cubicBezTo>
                <a:cubicBezTo>
                  <a:pt x="6" y="36"/>
                  <a:pt x="6" y="36"/>
                  <a:pt x="7" y="36"/>
                </a:cubicBezTo>
                <a:cubicBezTo>
                  <a:pt x="10" y="40"/>
                  <a:pt x="15" y="41"/>
                  <a:pt x="20" y="41"/>
                </a:cubicBezTo>
                <a:cubicBezTo>
                  <a:pt x="20" y="41"/>
                  <a:pt x="20" y="41"/>
                  <a:pt x="20" y="41"/>
                </a:cubicBezTo>
                <a:cubicBezTo>
                  <a:pt x="25" y="41"/>
                  <a:pt x="31" y="39"/>
                  <a:pt x="35" y="35"/>
                </a:cubicBezTo>
                <a:cubicBezTo>
                  <a:pt x="39" y="31"/>
                  <a:pt x="41" y="26"/>
                  <a:pt x="41" y="21"/>
                </a:cubicBezTo>
                <a:cubicBezTo>
                  <a:pt x="41" y="15"/>
                  <a:pt x="39" y="10"/>
                  <a:pt x="35" y="6"/>
                </a:cubicBezTo>
                <a:cubicBezTo>
                  <a:pt x="31"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06" name="Freeform 863"/>
          <p:cNvSpPr>
            <a:spLocks/>
          </p:cNvSpPr>
          <p:nvPr/>
        </p:nvSpPr>
        <p:spPr bwMode="auto">
          <a:xfrm>
            <a:off x="11657829" y="4845051"/>
            <a:ext cx="139700" cy="138113"/>
          </a:xfrm>
          <a:custGeom>
            <a:avLst/>
            <a:gdLst>
              <a:gd name="T0" fmla="*/ 17 w 34"/>
              <a:gd name="T1" fmla="*/ 0 h 33"/>
              <a:gd name="T2" fmla="*/ 5 w 34"/>
              <a:gd name="T3" fmla="*/ 5 h 33"/>
              <a:gd name="T4" fmla="*/ 5 w 34"/>
              <a:gd name="T5" fmla="*/ 5 h 33"/>
              <a:gd name="T6" fmla="*/ 0 w 34"/>
              <a:gd name="T7" fmla="*/ 17 h 33"/>
              <a:gd name="T8" fmla="*/ 5 w 34"/>
              <a:gd name="T9" fmla="*/ 28 h 33"/>
              <a:gd name="T10" fmla="*/ 17 w 34"/>
              <a:gd name="T11" fmla="*/ 33 h 33"/>
              <a:gd name="T12" fmla="*/ 29 w 34"/>
              <a:gd name="T13" fmla="*/ 28 h 33"/>
              <a:gd name="T14" fmla="*/ 34 w 34"/>
              <a:gd name="T15" fmla="*/ 17 h 33"/>
              <a:gd name="T16" fmla="*/ 29 w 34"/>
              <a:gd name="T17" fmla="*/ 5 h 33"/>
              <a:gd name="T18" fmla="*/ 17 w 34"/>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33">
                <a:moveTo>
                  <a:pt x="17" y="0"/>
                </a:moveTo>
                <a:cubicBezTo>
                  <a:pt x="13" y="0"/>
                  <a:pt x="8" y="2"/>
                  <a:pt x="5" y="5"/>
                </a:cubicBezTo>
                <a:cubicBezTo>
                  <a:pt x="5" y="5"/>
                  <a:pt x="5" y="5"/>
                  <a:pt x="5" y="5"/>
                </a:cubicBezTo>
                <a:cubicBezTo>
                  <a:pt x="2" y="8"/>
                  <a:pt x="0" y="12"/>
                  <a:pt x="0" y="17"/>
                </a:cubicBezTo>
                <a:cubicBezTo>
                  <a:pt x="0" y="21"/>
                  <a:pt x="2" y="25"/>
                  <a:pt x="5" y="28"/>
                </a:cubicBezTo>
                <a:cubicBezTo>
                  <a:pt x="8" y="32"/>
                  <a:pt x="13" y="33"/>
                  <a:pt x="17" y="33"/>
                </a:cubicBezTo>
                <a:cubicBezTo>
                  <a:pt x="21" y="33"/>
                  <a:pt x="25" y="32"/>
                  <a:pt x="29" y="28"/>
                </a:cubicBezTo>
                <a:cubicBezTo>
                  <a:pt x="32" y="25"/>
                  <a:pt x="34" y="21"/>
                  <a:pt x="34" y="17"/>
                </a:cubicBezTo>
                <a:cubicBezTo>
                  <a:pt x="34" y="12"/>
                  <a:pt x="32" y="8"/>
                  <a:pt x="29"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07" name="Freeform 864"/>
          <p:cNvSpPr>
            <a:spLocks noEditPoints="1"/>
          </p:cNvSpPr>
          <p:nvPr/>
        </p:nvSpPr>
        <p:spPr bwMode="auto">
          <a:xfrm>
            <a:off x="11640368" y="4829175"/>
            <a:ext cx="174625" cy="169863"/>
          </a:xfrm>
          <a:custGeom>
            <a:avLst/>
            <a:gdLst>
              <a:gd name="T0" fmla="*/ 9 w 42"/>
              <a:gd name="T1" fmla="*/ 9 h 41"/>
              <a:gd name="T2" fmla="*/ 21 w 42"/>
              <a:gd name="T3" fmla="*/ 4 h 41"/>
              <a:gd name="T4" fmla="*/ 33 w 42"/>
              <a:gd name="T5" fmla="*/ 9 h 41"/>
              <a:gd name="T6" fmla="*/ 38 w 42"/>
              <a:gd name="T7" fmla="*/ 21 h 41"/>
              <a:gd name="T8" fmla="*/ 33 w 42"/>
              <a:gd name="T9" fmla="*/ 32 h 41"/>
              <a:gd name="T10" fmla="*/ 21 w 42"/>
              <a:gd name="T11" fmla="*/ 37 h 41"/>
              <a:gd name="T12" fmla="*/ 9 w 42"/>
              <a:gd name="T13" fmla="*/ 32 h 41"/>
              <a:gd name="T14" fmla="*/ 4 w 42"/>
              <a:gd name="T15" fmla="*/ 21 h 41"/>
              <a:gd name="T16" fmla="*/ 9 w 42"/>
              <a:gd name="T17" fmla="*/ 9 h 41"/>
              <a:gd name="T18" fmla="*/ 9 w 42"/>
              <a:gd name="T19" fmla="*/ 9 h 41"/>
              <a:gd name="T20" fmla="*/ 21 w 42"/>
              <a:gd name="T21" fmla="*/ 0 h 41"/>
              <a:gd name="T22" fmla="*/ 21 w 42"/>
              <a:gd name="T23" fmla="*/ 0 h 41"/>
              <a:gd name="T24" fmla="*/ 6 w 42"/>
              <a:gd name="T25" fmla="*/ 6 h 41"/>
              <a:gd name="T26" fmla="*/ 6 w 42"/>
              <a:gd name="T27" fmla="*/ 6 h 41"/>
              <a:gd name="T28" fmla="*/ 0 w 42"/>
              <a:gd name="T29" fmla="*/ 21 h 41"/>
              <a:gd name="T30" fmla="*/ 6 w 42"/>
              <a:gd name="T31" fmla="*/ 35 h 41"/>
              <a:gd name="T32" fmla="*/ 13 w 42"/>
              <a:gd name="T33" fmla="*/ 40 h 41"/>
              <a:gd name="T34" fmla="*/ 17 w 42"/>
              <a:gd name="T35" fmla="*/ 41 h 41"/>
              <a:gd name="T36" fmla="*/ 21 w 42"/>
              <a:gd name="T37" fmla="*/ 41 h 41"/>
              <a:gd name="T38" fmla="*/ 21 w 42"/>
              <a:gd name="T39" fmla="*/ 41 h 41"/>
              <a:gd name="T40" fmla="*/ 36 w 42"/>
              <a:gd name="T41" fmla="*/ 35 h 41"/>
              <a:gd name="T42" fmla="*/ 42 w 42"/>
              <a:gd name="T43" fmla="*/ 21 h 41"/>
              <a:gd name="T44" fmla="*/ 36 w 42"/>
              <a:gd name="T45" fmla="*/ 6 h 41"/>
              <a:gd name="T46" fmla="*/ 34 w 42"/>
              <a:gd name="T47" fmla="*/ 4 h 41"/>
              <a:gd name="T48" fmla="*/ 30 w 42"/>
              <a:gd name="T49" fmla="*/ 2 h 41"/>
              <a:gd name="T50" fmla="*/ 21 w 42"/>
              <a:gd name="T5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2" h="41">
                <a:moveTo>
                  <a:pt x="9" y="9"/>
                </a:moveTo>
                <a:cubicBezTo>
                  <a:pt x="12" y="6"/>
                  <a:pt x="17" y="4"/>
                  <a:pt x="21" y="4"/>
                </a:cubicBezTo>
                <a:cubicBezTo>
                  <a:pt x="25" y="4"/>
                  <a:pt x="29" y="6"/>
                  <a:pt x="33" y="9"/>
                </a:cubicBezTo>
                <a:cubicBezTo>
                  <a:pt x="36" y="12"/>
                  <a:pt x="38" y="16"/>
                  <a:pt x="38" y="21"/>
                </a:cubicBezTo>
                <a:cubicBezTo>
                  <a:pt x="38" y="25"/>
                  <a:pt x="36" y="29"/>
                  <a:pt x="33" y="32"/>
                </a:cubicBezTo>
                <a:cubicBezTo>
                  <a:pt x="29" y="36"/>
                  <a:pt x="25" y="37"/>
                  <a:pt x="21" y="37"/>
                </a:cubicBezTo>
                <a:cubicBezTo>
                  <a:pt x="17" y="37"/>
                  <a:pt x="12" y="36"/>
                  <a:pt x="9" y="32"/>
                </a:cubicBezTo>
                <a:cubicBezTo>
                  <a:pt x="6" y="29"/>
                  <a:pt x="4" y="25"/>
                  <a:pt x="4" y="21"/>
                </a:cubicBezTo>
                <a:cubicBezTo>
                  <a:pt x="4" y="16"/>
                  <a:pt x="6" y="12"/>
                  <a:pt x="9" y="9"/>
                </a:cubicBezTo>
                <a:cubicBezTo>
                  <a:pt x="9" y="9"/>
                  <a:pt x="9" y="9"/>
                  <a:pt x="9" y="9"/>
                </a:cubicBezTo>
                <a:moveTo>
                  <a:pt x="21" y="0"/>
                </a:moveTo>
                <a:cubicBezTo>
                  <a:pt x="21" y="0"/>
                  <a:pt x="21" y="0"/>
                  <a:pt x="21" y="0"/>
                </a:cubicBezTo>
                <a:cubicBezTo>
                  <a:pt x="16" y="0"/>
                  <a:pt x="10" y="2"/>
                  <a:pt x="6" y="6"/>
                </a:cubicBezTo>
                <a:cubicBezTo>
                  <a:pt x="6" y="6"/>
                  <a:pt x="6" y="6"/>
                  <a:pt x="6" y="6"/>
                </a:cubicBezTo>
                <a:cubicBezTo>
                  <a:pt x="2" y="10"/>
                  <a:pt x="0" y="15"/>
                  <a:pt x="0" y="21"/>
                </a:cubicBezTo>
                <a:cubicBezTo>
                  <a:pt x="0" y="26"/>
                  <a:pt x="2" y="31"/>
                  <a:pt x="6" y="35"/>
                </a:cubicBezTo>
                <a:cubicBezTo>
                  <a:pt x="8" y="37"/>
                  <a:pt x="11" y="39"/>
                  <a:pt x="13" y="40"/>
                </a:cubicBezTo>
                <a:cubicBezTo>
                  <a:pt x="14" y="40"/>
                  <a:pt x="16" y="41"/>
                  <a:pt x="17" y="41"/>
                </a:cubicBezTo>
                <a:cubicBezTo>
                  <a:pt x="18" y="41"/>
                  <a:pt x="20" y="41"/>
                  <a:pt x="21" y="41"/>
                </a:cubicBezTo>
                <a:cubicBezTo>
                  <a:pt x="21" y="41"/>
                  <a:pt x="21" y="41"/>
                  <a:pt x="21" y="41"/>
                </a:cubicBezTo>
                <a:cubicBezTo>
                  <a:pt x="26" y="41"/>
                  <a:pt x="31" y="39"/>
                  <a:pt x="36" y="35"/>
                </a:cubicBezTo>
                <a:cubicBezTo>
                  <a:pt x="40" y="31"/>
                  <a:pt x="42" y="26"/>
                  <a:pt x="42" y="21"/>
                </a:cubicBezTo>
                <a:cubicBezTo>
                  <a:pt x="42" y="15"/>
                  <a:pt x="40" y="10"/>
                  <a:pt x="36" y="6"/>
                </a:cubicBezTo>
                <a:cubicBezTo>
                  <a:pt x="35" y="5"/>
                  <a:pt x="34" y="5"/>
                  <a:pt x="34" y="4"/>
                </a:cubicBezTo>
                <a:cubicBezTo>
                  <a:pt x="32" y="3"/>
                  <a:pt x="31" y="3"/>
                  <a:pt x="30" y="2"/>
                </a:cubicBezTo>
                <a:cubicBezTo>
                  <a:pt x="27" y="1"/>
                  <a:pt x="24"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08" name="Freeform 865"/>
          <p:cNvSpPr>
            <a:spLocks/>
          </p:cNvSpPr>
          <p:nvPr/>
        </p:nvSpPr>
        <p:spPr bwMode="auto">
          <a:xfrm>
            <a:off x="12316642" y="4775200"/>
            <a:ext cx="136525" cy="136525"/>
          </a:xfrm>
          <a:custGeom>
            <a:avLst/>
            <a:gdLst>
              <a:gd name="T0" fmla="*/ 16 w 33"/>
              <a:gd name="T1" fmla="*/ 0 h 33"/>
              <a:gd name="T2" fmla="*/ 5 w 33"/>
              <a:gd name="T3" fmla="*/ 5 h 33"/>
              <a:gd name="T4" fmla="*/ 5 w 33"/>
              <a:gd name="T5" fmla="*/ 5 h 33"/>
              <a:gd name="T6" fmla="*/ 0 w 33"/>
              <a:gd name="T7" fmla="*/ 17 h 33"/>
              <a:gd name="T8" fmla="*/ 5 w 33"/>
              <a:gd name="T9" fmla="*/ 29 h 33"/>
              <a:gd name="T10" fmla="*/ 16 w 33"/>
              <a:gd name="T11" fmla="*/ 33 h 33"/>
              <a:gd name="T12" fmla="*/ 28 w 33"/>
              <a:gd name="T13" fmla="*/ 29 h 33"/>
              <a:gd name="T14" fmla="*/ 33 w 33"/>
              <a:gd name="T15" fmla="*/ 17 h 33"/>
              <a:gd name="T16" fmla="*/ 28 w 33"/>
              <a:gd name="T17" fmla="*/ 5 h 33"/>
              <a:gd name="T18" fmla="*/ 16 w 33"/>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3">
                <a:moveTo>
                  <a:pt x="16" y="0"/>
                </a:moveTo>
                <a:cubicBezTo>
                  <a:pt x="12" y="0"/>
                  <a:pt x="8" y="2"/>
                  <a:pt x="5" y="5"/>
                </a:cubicBezTo>
                <a:cubicBezTo>
                  <a:pt x="5" y="5"/>
                  <a:pt x="5" y="5"/>
                  <a:pt x="5" y="5"/>
                </a:cubicBezTo>
                <a:cubicBezTo>
                  <a:pt x="1" y="8"/>
                  <a:pt x="0" y="12"/>
                  <a:pt x="0" y="17"/>
                </a:cubicBezTo>
                <a:cubicBezTo>
                  <a:pt x="0" y="21"/>
                  <a:pt x="1" y="25"/>
                  <a:pt x="5" y="29"/>
                </a:cubicBezTo>
                <a:cubicBezTo>
                  <a:pt x="8" y="32"/>
                  <a:pt x="12" y="33"/>
                  <a:pt x="16" y="33"/>
                </a:cubicBezTo>
                <a:cubicBezTo>
                  <a:pt x="21" y="33"/>
                  <a:pt x="25" y="32"/>
                  <a:pt x="28" y="29"/>
                </a:cubicBezTo>
                <a:cubicBezTo>
                  <a:pt x="31" y="25"/>
                  <a:pt x="33" y="21"/>
                  <a:pt x="33" y="17"/>
                </a:cubicBezTo>
                <a:cubicBezTo>
                  <a:pt x="33" y="12"/>
                  <a:pt x="31" y="8"/>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09" name="Freeform 866"/>
          <p:cNvSpPr>
            <a:spLocks noEditPoints="1"/>
          </p:cNvSpPr>
          <p:nvPr/>
        </p:nvSpPr>
        <p:spPr bwMode="auto">
          <a:xfrm>
            <a:off x="12299179" y="4759325"/>
            <a:ext cx="169863" cy="169863"/>
          </a:xfrm>
          <a:custGeom>
            <a:avLst/>
            <a:gdLst>
              <a:gd name="T0" fmla="*/ 9 w 41"/>
              <a:gd name="T1" fmla="*/ 9 h 41"/>
              <a:gd name="T2" fmla="*/ 20 w 41"/>
              <a:gd name="T3" fmla="*/ 4 h 41"/>
              <a:gd name="T4" fmla="*/ 32 w 41"/>
              <a:gd name="T5" fmla="*/ 9 h 41"/>
              <a:gd name="T6" fmla="*/ 37 w 41"/>
              <a:gd name="T7" fmla="*/ 21 h 41"/>
              <a:gd name="T8" fmla="*/ 32 w 41"/>
              <a:gd name="T9" fmla="*/ 33 h 41"/>
              <a:gd name="T10" fmla="*/ 20 w 41"/>
              <a:gd name="T11" fmla="*/ 37 h 41"/>
              <a:gd name="T12" fmla="*/ 9 w 41"/>
              <a:gd name="T13" fmla="*/ 33 h 41"/>
              <a:gd name="T14" fmla="*/ 4 w 41"/>
              <a:gd name="T15" fmla="*/ 21 h 41"/>
              <a:gd name="T16" fmla="*/ 9 w 41"/>
              <a:gd name="T17" fmla="*/ 9 h 41"/>
              <a:gd name="T18" fmla="*/ 9 w 41"/>
              <a:gd name="T19" fmla="*/ 9 h 41"/>
              <a:gd name="T20" fmla="*/ 20 w 41"/>
              <a:gd name="T21" fmla="*/ 0 h 41"/>
              <a:gd name="T22" fmla="*/ 20 w 41"/>
              <a:gd name="T23" fmla="*/ 0 h 41"/>
              <a:gd name="T24" fmla="*/ 6 w 41"/>
              <a:gd name="T25" fmla="*/ 6 h 41"/>
              <a:gd name="T26" fmla="*/ 6 w 41"/>
              <a:gd name="T27" fmla="*/ 6 h 41"/>
              <a:gd name="T28" fmla="*/ 0 w 41"/>
              <a:gd name="T29" fmla="*/ 21 h 41"/>
              <a:gd name="T30" fmla="*/ 6 w 41"/>
              <a:gd name="T31" fmla="*/ 35 h 41"/>
              <a:gd name="T32" fmla="*/ 20 w 41"/>
              <a:gd name="T33" fmla="*/ 41 h 41"/>
              <a:gd name="T34" fmla="*/ 20 w 41"/>
              <a:gd name="T35" fmla="*/ 41 h 41"/>
              <a:gd name="T36" fmla="*/ 35 w 41"/>
              <a:gd name="T37" fmla="*/ 35 h 41"/>
              <a:gd name="T38" fmla="*/ 41 w 41"/>
              <a:gd name="T39" fmla="*/ 21 h 41"/>
              <a:gd name="T40" fmla="*/ 38 w 41"/>
              <a:gd name="T41" fmla="*/ 10 h 41"/>
              <a:gd name="T42" fmla="*/ 36 w 41"/>
              <a:gd name="T43" fmla="*/ 7 h 41"/>
              <a:gd name="T44" fmla="*/ 35 w 41"/>
              <a:gd name="T45" fmla="*/ 6 h 41"/>
              <a:gd name="T46" fmla="*/ 20 w 41"/>
              <a:gd name="T4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41">
                <a:moveTo>
                  <a:pt x="9" y="9"/>
                </a:moveTo>
                <a:cubicBezTo>
                  <a:pt x="12" y="6"/>
                  <a:pt x="16" y="4"/>
                  <a:pt x="20" y="4"/>
                </a:cubicBezTo>
                <a:cubicBezTo>
                  <a:pt x="25" y="4"/>
                  <a:pt x="29" y="6"/>
                  <a:pt x="32" y="9"/>
                </a:cubicBezTo>
                <a:cubicBezTo>
                  <a:pt x="35" y="12"/>
                  <a:pt x="37" y="16"/>
                  <a:pt x="37" y="21"/>
                </a:cubicBezTo>
                <a:cubicBezTo>
                  <a:pt x="37" y="25"/>
                  <a:pt x="35" y="29"/>
                  <a:pt x="32" y="33"/>
                </a:cubicBezTo>
                <a:cubicBezTo>
                  <a:pt x="29" y="36"/>
                  <a:pt x="25" y="37"/>
                  <a:pt x="20" y="37"/>
                </a:cubicBezTo>
                <a:cubicBezTo>
                  <a:pt x="16" y="37"/>
                  <a:pt x="12" y="36"/>
                  <a:pt x="9" y="33"/>
                </a:cubicBezTo>
                <a:cubicBezTo>
                  <a:pt x="5" y="29"/>
                  <a:pt x="4" y="25"/>
                  <a:pt x="4" y="21"/>
                </a:cubicBezTo>
                <a:cubicBezTo>
                  <a:pt x="4" y="16"/>
                  <a:pt x="5" y="12"/>
                  <a:pt x="9" y="9"/>
                </a:cubicBezTo>
                <a:cubicBezTo>
                  <a:pt x="9" y="9"/>
                  <a:pt x="9" y="9"/>
                  <a:pt x="9" y="9"/>
                </a:cubicBezTo>
                <a:moveTo>
                  <a:pt x="20" y="0"/>
                </a:moveTo>
                <a:cubicBezTo>
                  <a:pt x="20" y="0"/>
                  <a:pt x="20" y="0"/>
                  <a:pt x="20" y="0"/>
                </a:cubicBezTo>
                <a:cubicBezTo>
                  <a:pt x="15" y="0"/>
                  <a:pt x="10" y="2"/>
                  <a:pt x="6" y="6"/>
                </a:cubicBezTo>
                <a:cubicBezTo>
                  <a:pt x="6" y="6"/>
                  <a:pt x="6" y="6"/>
                  <a:pt x="6" y="6"/>
                </a:cubicBezTo>
                <a:cubicBezTo>
                  <a:pt x="2" y="10"/>
                  <a:pt x="0" y="15"/>
                  <a:pt x="0" y="21"/>
                </a:cubicBezTo>
                <a:cubicBezTo>
                  <a:pt x="0" y="26"/>
                  <a:pt x="2" y="31"/>
                  <a:pt x="6" y="35"/>
                </a:cubicBezTo>
                <a:cubicBezTo>
                  <a:pt x="10" y="39"/>
                  <a:pt x="15" y="41"/>
                  <a:pt x="20" y="41"/>
                </a:cubicBezTo>
                <a:cubicBezTo>
                  <a:pt x="20" y="41"/>
                  <a:pt x="20" y="41"/>
                  <a:pt x="20" y="41"/>
                </a:cubicBezTo>
                <a:cubicBezTo>
                  <a:pt x="26" y="41"/>
                  <a:pt x="31" y="39"/>
                  <a:pt x="35" y="35"/>
                </a:cubicBezTo>
                <a:cubicBezTo>
                  <a:pt x="39" y="31"/>
                  <a:pt x="41" y="26"/>
                  <a:pt x="41" y="21"/>
                </a:cubicBezTo>
                <a:cubicBezTo>
                  <a:pt x="41" y="17"/>
                  <a:pt x="40" y="14"/>
                  <a:pt x="38" y="10"/>
                </a:cubicBezTo>
                <a:cubicBezTo>
                  <a:pt x="38" y="9"/>
                  <a:pt x="37" y="8"/>
                  <a:pt x="36" y="7"/>
                </a:cubicBezTo>
                <a:cubicBezTo>
                  <a:pt x="36" y="7"/>
                  <a:pt x="35" y="6"/>
                  <a:pt x="35" y="6"/>
                </a:cubicBezTo>
                <a:cubicBezTo>
                  <a:pt x="31" y="2"/>
                  <a:pt x="26"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10" name="Freeform 867"/>
          <p:cNvSpPr>
            <a:spLocks/>
          </p:cNvSpPr>
          <p:nvPr/>
        </p:nvSpPr>
        <p:spPr bwMode="auto">
          <a:xfrm>
            <a:off x="12067404" y="2465389"/>
            <a:ext cx="141288" cy="136525"/>
          </a:xfrm>
          <a:custGeom>
            <a:avLst/>
            <a:gdLst>
              <a:gd name="T0" fmla="*/ 17 w 34"/>
              <a:gd name="T1" fmla="*/ 0 h 33"/>
              <a:gd name="T2" fmla="*/ 5 w 34"/>
              <a:gd name="T3" fmla="*/ 5 h 33"/>
              <a:gd name="T4" fmla="*/ 4 w 34"/>
              <a:gd name="T5" fmla="*/ 3 h 33"/>
              <a:gd name="T6" fmla="*/ 5 w 34"/>
              <a:gd name="T7" fmla="*/ 5 h 33"/>
              <a:gd name="T8" fmla="*/ 0 w 34"/>
              <a:gd name="T9" fmla="*/ 17 h 33"/>
              <a:gd name="T10" fmla="*/ 5 w 34"/>
              <a:gd name="T11" fmla="*/ 28 h 33"/>
              <a:gd name="T12" fmla="*/ 17 w 34"/>
              <a:gd name="T13" fmla="*/ 33 h 33"/>
              <a:gd name="T14" fmla="*/ 29 w 34"/>
              <a:gd name="T15" fmla="*/ 28 h 33"/>
              <a:gd name="T16" fmla="*/ 34 w 34"/>
              <a:gd name="T17" fmla="*/ 17 h 33"/>
              <a:gd name="T18" fmla="*/ 29 w 34"/>
              <a:gd name="T19" fmla="*/ 5 h 33"/>
              <a:gd name="T20" fmla="*/ 17 w 34"/>
              <a:gd name="T21"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 h="33">
                <a:moveTo>
                  <a:pt x="17" y="0"/>
                </a:moveTo>
                <a:cubicBezTo>
                  <a:pt x="13" y="0"/>
                  <a:pt x="8" y="1"/>
                  <a:pt x="5" y="5"/>
                </a:cubicBezTo>
                <a:cubicBezTo>
                  <a:pt x="4" y="3"/>
                  <a:pt x="4" y="3"/>
                  <a:pt x="4" y="3"/>
                </a:cubicBezTo>
                <a:cubicBezTo>
                  <a:pt x="5" y="5"/>
                  <a:pt x="5" y="5"/>
                  <a:pt x="5" y="5"/>
                </a:cubicBezTo>
                <a:cubicBezTo>
                  <a:pt x="2" y="8"/>
                  <a:pt x="0" y="12"/>
                  <a:pt x="0" y="17"/>
                </a:cubicBezTo>
                <a:cubicBezTo>
                  <a:pt x="0" y="21"/>
                  <a:pt x="2" y="25"/>
                  <a:pt x="5" y="28"/>
                </a:cubicBezTo>
                <a:cubicBezTo>
                  <a:pt x="8" y="32"/>
                  <a:pt x="13" y="33"/>
                  <a:pt x="17" y="33"/>
                </a:cubicBezTo>
                <a:cubicBezTo>
                  <a:pt x="21" y="33"/>
                  <a:pt x="25" y="32"/>
                  <a:pt x="29" y="28"/>
                </a:cubicBezTo>
                <a:cubicBezTo>
                  <a:pt x="32" y="25"/>
                  <a:pt x="34" y="21"/>
                  <a:pt x="34" y="17"/>
                </a:cubicBezTo>
                <a:cubicBezTo>
                  <a:pt x="34" y="12"/>
                  <a:pt x="32" y="8"/>
                  <a:pt x="29" y="5"/>
                </a:cubicBezTo>
                <a:cubicBezTo>
                  <a:pt x="25" y="1"/>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11" name="Freeform 868"/>
          <p:cNvSpPr>
            <a:spLocks noEditPoints="1"/>
          </p:cNvSpPr>
          <p:nvPr/>
        </p:nvSpPr>
        <p:spPr bwMode="auto">
          <a:xfrm>
            <a:off x="12051529" y="2449513"/>
            <a:ext cx="173038" cy="169863"/>
          </a:xfrm>
          <a:custGeom>
            <a:avLst/>
            <a:gdLst>
              <a:gd name="T0" fmla="*/ 9 w 42"/>
              <a:gd name="T1" fmla="*/ 9 h 41"/>
              <a:gd name="T2" fmla="*/ 21 w 42"/>
              <a:gd name="T3" fmla="*/ 4 h 41"/>
              <a:gd name="T4" fmla="*/ 33 w 42"/>
              <a:gd name="T5" fmla="*/ 9 h 41"/>
              <a:gd name="T6" fmla="*/ 38 w 42"/>
              <a:gd name="T7" fmla="*/ 21 h 41"/>
              <a:gd name="T8" fmla="*/ 33 w 42"/>
              <a:gd name="T9" fmla="*/ 32 h 41"/>
              <a:gd name="T10" fmla="*/ 21 w 42"/>
              <a:gd name="T11" fmla="*/ 37 h 41"/>
              <a:gd name="T12" fmla="*/ 9 w 42"/>
              <a:gd name="T13" fmla="*/ 32 h 41"/>
              <a:gd name="T14" fmla="*/ 4 w 42"/>
              <a:gd name="T15" fmla="*/ 21 h 41"/>
              <a:gd name="T16" fmla="*/ 9 w 42"/>
              <a:gd name="T17" fmla="*/ 9 h 41"/>
              <a:gd name="T18" fmla="*/ 8 w 42"/>
              <a:gd name="T19" fmla="*/ 7 h 41"/>
              <a:gd name="T20" fmla="*/ 9 w 42"/>
              <a:gd name="T21" fmla="*/ 9 h 41"/>
              <a:gd name="T22" fmla="*/ 21 w 42"/>
              <a:gd name="T23" fmla="*/ 0 h 41"/>
              <a:gd name="T24" fmla="*/ 21 w 42"/>
              <a:gd name="T25" fmla="*/ 0 h 41"/>
              <a:gd name="T26" fmla="*/ 6 w 42"/>
              <a:gd name="T27" fmla="*/ 6 h 41"/>
              <a:gd name="T28" fmla="*/ 6 w 42"/>
              <a:gd name="T29" fmla="*/ 6 h 41"/>
              <a:gd name="T30" fmla="*/ 0 w 42"/>
              <a:gd name="T31" fmla="*/ 21 h 41"/>
              <a:gd name="T32" fmla="*/ 6 w 42"/>
              <a:gd name="T33" fmla="*/ 35 h 41"/>
              <a:gd name="T34" fmla="*/ 7 w 42"/>
              <a:gd name="T35" fmla="*/ 36 h 41"/>
              <a:gd name="T36" fmla="*/ 11 w 42"/>
              <a:gd name="T37" fmla="*/ 38 h 41"/>
              <a:gd name="T38" fmla="*/ 21 w 42"/>
              <a:gd name="T39" fmla="*/ 41 h 41"/>
              <a:gd name="T40" fmla="*/ 21 w 42"/>
              <a:gd name="T41" fmla="*/ 41 h 41"/>
              <a:gd name="T42" fmla="*/ 36 w 42"/>
              <a:gd name="T43" fmla="*/ 35 h 41"/>
              <a:gd name="T44" fmla="*/ 42 w 42"/>
              <a:gd name="T45" fmla="*/ 21 h 41"/>
              <a:gd name="T46" fmla="*/ 39 w 42"/>
              <a:gd name="T47" fmla="*/ 10 h 41"/>
              <a:gd name="T48" fmla="*/ 36 w 42"/>
              <a:gd name="T49" fmla="*/ 7 h 41"/>
              <a:gd name="T50" fmla="*/ 36 w 42"/>
              <a:gd name="T51" fmla="*/ 6 h 41"/>
              <a:gd name="T52" fmla="*/ 21 w 42"/>
              <a:gd name="T5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2" h="41">
                <a:moveTo>
                  <a:pt x="9" y="9"/>
                </a:moveTo>
                <a:cubicBezTo>
                  <a:pt x="12" y="5"/>
                  <a:pt x="17" y="4"/>
                  <a:pt x="21" y="4"/>
                </a:cubicBezTo>
                <a:cubicBezTo>
                  <a:pt x="25" y="4"/>
                  <a:pt x="29" y="5"/>
                  <a:pt x="33" y="9"/>
                </a:cubicBezTo>
                <a:cubicBezTo>
                  <a:pt x="36" y="12"/>
                  <a:pt x="38" y="16"/>
                  <a:pt x="38" y="21"/>
                </a:cubicBezTo>
                <a:cubicBezTo>
                  <a:pt x="38" y="25"/>
                  <a:pt x="36" y="29"/>
                  <a:pt x="33" y="32"/>
                </a:cubicBezTo>
                <a:cubicBezTo>
                  <a:pt x="29" y="36"/>
                  <a:pt x="25" y="37"/>
                  <a:pt x="21" y="37"/>
                </a:cubicBezTo>
                <a:cubicBezTo>
                  <a:pt x="17" y="37"/>
                  <a:pt x="12" y="36"/>
                  <a:pt x="9" y="32"/>
                </a:cubicBezTo>
                <a:cubicBezTo>
                  <a:pt x="6" y="29"/>
                  <a:pt x="4" y="25"/>
                  <a:pt x="4" y="21"/>
                </a:cubicBezTo>
                <a:cubicBezTo>
                  <a:pt x="4" y="16"/>
                  <a:pt x="6" y="12"/>
                  <a:pt x="9" y="9"/>
                </a:cubicBezTo>
                <a:cubicBezTo>
                  <a:pt x="8" y="7"/>
                  <a:pt x="8" y="7"/>
                  <a:pt x="8" y="7"/>
                </a:cubicBezTo>
                <a:cubicBezTo>
                  <a:pt x="9" y="9"/>
                  <a:pt x="9" y="9"/>
                  <a:pt x="9" y="9"/>
                </a:cubicBezTo>
                <a:moveTo>
                  <a:pt x="21" y="0"/>
                </a:moveTo>
                <a:cubicBezTo>
                  <a:pt x="21" y="0"/>
                  <a:pt x="21" y="0"/>
                  <a:pt x="21" y="0"/>
                </a:cubicBezTo>
                <a:cubicBezTo>
                  <a:pt x="16" y="0"/>
                  <a:pt x="10" y="2"/>
                  <a:pt x="6" y="6"/>
                </a:cubicBezTo>
                <a:cubicBezTo>
                  <a:pt x="6" y="6"/>
                  <a:pt x="6" y="6"/>
                  <a:pt x="6" y="6"/>
                </a:cubicBezTo>
                <a:cubicBezTo>
                  <a:pt x="2" y="10"/>
                  <a:pt x="0" y="15"/>
                  <a:pt x="0" y="21"/>
                </a:cubicBezTo>
                <a:cubicBezTo>
                  <a:pt x="0" y="26"/>
                  <a:pt x="2" y="31"/>
                  <a:pt x="6" y="35"/>
                </a:cubicBezTo>
                <a:cubicBezTo>
                  <a:pt x="7" y="35"/>
                  <a:pt x="7" y="36"/>
                  <a:pt x="7" y="36"/>
                </a:cubicBezTo>
                <a:cubicBezTo>
                  <a:pt x="8" y="37"/>
                  <a:pt x="9" y="38"/>
                  <a:pt x="11" y="38"/>
                </a:cubicBezTo>
                <a:cubicBezTo>
                  <a:pt x="14" y="40"/>
                  <a:pt x="17" y="41"/>
                  <a:pt x="21" y="41"/>
                </a:cubicBezTo>
                <a:cubicBezTo>
                  <a:pt x="21" y="41"/>
                  <a:pt x="21" y="41"/>
                  <a:pt x="21" y="41"/>
                </a:cubicBezTo>
                <a:cubicBezTo>
                  <a:pt x="26" y="41"/>
                  <a:pt x="31" y="39"/>
                  <a:pt x="36" y="35"/>
                </a:cubicBezTo>
                <a:cubicBezTo>
                  <a:pt x="40" y="31"/>
                  <a:pt x="42" y="26"/>
                  <a:pt x="42" y="21"/>
                </a:cubicBezTo>
                <a:cubicBezTo>
                  <a:pt x="42" y="17"/>
                  <a:pt x="41" y="13"/>
                  <a:pt x="39" y="10"/>
                </a:cubicBezTo>
                <a:cubicBezTo>
                  <a:pt x="38" y="9"/>
                  <a:pt x="37" y="8"/>
                  <a:pt x="36" y="7"/>
                </a:cubicBezTo>
                <a:cubicBezTo>
                  <a:pt x="36" y="7"/>
                  <a:pt x="36" y="6"/>
                  <a:pt x="36"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12" name="Freeform 869"/>
          <p:cNvSpPr>
            <a:spLocks/>
          </p:cNvSpPr>
          <p:nvPr/>
        </p:nvSpPr>
        <p:spPr bwMode="auto">
          <a:xfrm>
            <a:off x="13696179" y="36513"/>
            <a:ext cx="141288" cy="141288"/>
          </a:xfrm>
          <a:custGeom>
            <a:avLst/>
            <a:gdLst>
              <a:gd name="T0" fmla="*/ 17 w 34"/>
              <a:gd name="T1" fmla="*/ 0 h 34"/>
              <a:gd name="T2" fmla="*/ 5 w 34"/>
              <a:gd name="T3" fmla="*/ 5 h 34"/>
              <a:gd name="T4" fmla="*/ 5 w 34"/>
              <a:gd name="T5" fmla="*/ 5 h 34"/>
              <a:gd name="T6" fmla="*/ 0 w 34"/>
              <a:gd name="T7" fmla="*/ 17 h 34"/>
              <a:gd name="T8" fmla="*/ 5 w 34"/>
              <a:gd name="T9" fmla="*/ 29 h 34"/>
              <a:gd name="T10" fmla="*/ 17 w 34"/>
              <a:gd name="T11" fmla="*/ 34 h 34"/>
              <a:gd name="T12" fmla="*/ 29 w 34"/>
              <a:gd name="T13" fmla="*/ 29 h 34"/>
              <a:gd name="T14" fmla="*/ 34 w 34"/>
              <a:gd name="T15" fmla="*/ 17 h 34"/>
              <a:gd name="T16" fmla="*/ 29 w 34"/>
              <a:gd name="T17" fmla="*/ 5 h 34"/>
              <a:gd name="T18" fmla="*/ 17 w 34"/>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34">
                <a:moveTo>
                  <a:pt x="17" y="0"/>
                </a:moveTo>
                <a:cubicBezTo>
                  <a:pt x="13" y="0"/>
                  <a:pt x="9" y="2"/>
                  <a:pt x="5" y="5"/>
                </a:cubicBezTo>
                <a:cubicBezTo>
                  <a:pt x="5" y="5"/>
                  <a:pt x="5" y="5"/>
                  <a:pt x="5" y="5"/>
                </a:cubicBezTo>
                <a:cubicBezTo>
                  <a:pt x="2" y="9"/>
                  <a:pt x="0" y="13"/>
                  <a:pt x="0" y="17"/>
                </a:cubicBezTo>
                <a:cubicBezTo>
                  <a:pt x="0" y="21"/>
                  <a:pt x="2" y="26"/>
                  <a:pt x="5" y="29"/>
                </a:cubicBezTo>
                <a:cubicBezTo>
                  <a:pt x="9" y="32"/>
                  <a:pt x="13" y="34"/>
                  <a:pt x="17" y="34"/>
                </a:cubicBezTo>
                <a:cubicBezTo>
                  <a:pt x="21" y="34"/>
                  <a:pt x="26" y="32"/>
                  <a:pt x="29" y="29"/>
                </a:cubicBezTo>
                <a:cubicBezTo>
                  <a:pt x="32" y="26"/>
                  <a:pt x="34" y="21"/>
                  <a:pt x="34" y="17"/>
                </a:cubicBezTo>
                <a:cubicBezTo>
                  <a:pt x="34" y="13"/>
                  <a:pt x="32" y="9"/>
                  <a:pt x="29" y="5"/>
                </a:cubicBezTo>
                <a:cubicBezTo>
                  <a:pt x="26"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13" name="Freeform 870"/>
          <p:cNvSpPr>
            <a:spLocks noEditPoints="1"/>
          </p:cNvSpPr>
          <p:nvPr/>
        </p:nvSpPr>
        <p:spPr bwMode="auto">
          <a:xfrm>
            <a:off x="13680304" y="19050"/>
            <a:ext cx="173038" cy="174625"/>
          </a:xfrm>
          <a:custGeom>
            <a:avLst/>
            <a:gdLst>
              <a:gd name="T0" fmla="*/ 9 w 42"/>
              <a:gd name="T1" fmla="*/ 9 h 42"/>
              <a:gd name="T2" fmla="*/ 21 w 42"/>
              <a:gd name="T3" fmla="*/ 4 h 42"/>
              <a:gd name="T4" fmla="*/ 33 w 42"/>
              <a:gd name="T5" fmla="*/ 9 h 42"/>
              <a:gd name="T6" fmla="*/ 38 w 42"/>
              <a:gd name="T7" fmla="*/ 21 h 42"/>
              <a:gd name="T8" fmla="*/ 33 w 42"/>
              <a:gd name="T9" fmla="*/ 33 h 42"/>
              <a:gd name="T10" fmla="*/ 21 w 42"/>
              <a:gd name="T11" fmla="*/ 38 h 42"/>
              <a:gd name="T12" fmla="*/ 9 w 42"/>
              <a:gd name="T13" fmla="*/ 33 h 42"/>
              <a:gd name="T14" fmla="*/ 4 w 42"/>
              <a:gd name="T15" fmla="*/ 21 h 42"/>
              <a:gd name="T16" fmla="*/ 9 w 42"/>
              <a:gd name="T17" fmla="*/ 9 h 42"/>
              <a:gd name="T18" fmla="*/ 9 w 42"/>
              <a:gd name="T19" fmla="*/ 9 h 42"/>
              <a:gd name="T20" fmla="*/ 21 w 42"/>
              <a:gd name="T21" fmla="*/ 0 h 42"/>
              <a:gd name="T22" fmla="*/ 21 w 42"/>
              <a:gd name="T23" fmla="*/ 0 h 42"/>
              <a:gd name="T24" fmla="*/ 6 w 42"/>
              <a:gd name="T25" fmla="*/ 6 h 42"/>
              <a:gd name="T26" fmla="*/ 6 w 42"/>
              <a:gd name="T27" fmla="*/ 6 h 42"/>
              <a:gd name="T28" fmla="*/ 0 w 42"/>
              <a:gd name="T29" fmla="*/ 21 h 42"/>
              <a:gd name="T30" fmla="*/ 5 w 42"/>
              <a:gd name="T31" fmla="*/ 34 h 42"/>
              <a:gd name="T32" fmla="*/ 6 w 42"/>
              <a:gd name="T33" fmla="*/ 36 h 42"/>
              <a:gd name="T34" fmla="*/ 7 w 42"/>
              <a:gd name="T35" fmla="*/ 37 h 42"/>
              <a:gd name="T36" fmla="*/ 21 w 42"/>
              <a:gd name="T37" fmla="*/ 42 h 42"/>
              <a:gd name="T38" fmla="*/ 21 w 42"/>
              <a:gd name="T39" fmla="*/ 42 h 42"/>
              <a:gd name="T40" fmla="*/ 36 w 42"/>
              <a:gd name="T41" fmla="*/ 36 h 42"/>
              <a:gd name="T42" fmla="*/ 42 w 42"/>
              <a:gd name="T43" fmla="*/ 21 h 42"/>
              <a:gd name="T44" fmla="*/ 37 w 42"/>
              <a:gd name="T45" fmla="*/ 7 h 42"/>
              <a:gd name="T46" fmla="*/ 36 w 42"/>
              <a:gd name="T47" fmla="*/ 6 h 42"/>
              <a:gd name="T48" fmla="*/ 34 w 42"/>
              <a:gd name="T49" fmla="*/ 5 h 42"/>
              <a:gd name="T50" fmla="*/ 21 w 42"/>
              <a:gd name="T5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2" h="42">
                <a:moveTo>
                  <a:pt x="9" y="9"/>
                </a:moveTo>
                <a:cubicBezTo>
                  <a:pt x="13" y="6"/>
                  <a:pt x="17" y="4"/>
                  <a:pt x="21" y="4"/>
                </a:cubicBezTo>
                <a:cubicBezTo>
                  <a:pt x="25" y="4"/>
                  <a:pt x="30" y="6"/>
                  <a:pt x="33" y="9"/>
                </a:cubicBezTo>
                <a:cubicBezTo>
                  <a:pt x="36" y="13"/>
                  <a:pt x="38" y="17"/>
                  <a:pt x="38" y="21"/>
                </a:cubicBezTo>
                <a:cubicBezTo>
                  <a:pt x="38" y="25"/>
                  <a:pt x="36" y="30"/>
                  <a:pt x="33" y="33"/>
                </a:cubicBezTo>
                <a:cubicBezTo>
                  <a:pt x="30" y="36"/>
                  <a:pt x="25" y="38"/>
                  <a:pt x="21" y="38"/>
                </a:cubicBezTo>
                <a:cubicBezTo>
                  <a:pt x="17" y="38"/>
                  <a:pt x="13" y="36"/>
                  <a:pt x="9" y="33"/>
                </a:cubicBezTo>
                <a:cubicBezTo>
                  <a:pt x="6" y="30"/>
                  <a:pt x="4" y="25"/>
                  <a:pt x="4" y="21"/>
                </a:cubicBezTo>
                <a:cubicBezTo>
                  <a:pt x="4" y="17"/>
                  <a:pt x="6" y="13"/>
                  <a:pt x="9" y="9"/>
                </a:cubicBezTo>
                <a:cubicBezTo>
                  <a:pt x="9" y="9"/>
                  <a:pt x="9" y="9"/>
                  <a:pt x="9" y="9"/>
                </a:cubicBezTo>
                <a:moveTo>
                  <a:pt x="21" y="0"/>
                </a:moveTo>
                <a:cubicBezTo>
                  <a:pt x="21" y="0"/>
                  <a:pt x="21" y="0"/>
                  <a:pt x="21" y="0"/>
                </a:cubicBezTo>
                <a:cubicBezTo>
                  <a:pt x="16" y="0"/>
                  <a:pt x="10" y="2"/>
                  <a:pt x="6" y="6"/>
                </a:cubicBezTo>
                <a:cubicBezTo>
                  <a:pt x="6" y="6"/>
                  <a:pt x="6" y="6"/>
                  <a:pt x="6" y="6"/>
                </a:cubicBezTo>
                <a:cubicBezTo>
                  <a:pt x="2" y="10"/>
                  <a:pt x="0" y="16"/>
                  <a:pt x="0" y="21"/>
                </a:cubicBezTo>
                <a:cubicBezTo>
                  <a:pt x="0" y="25"/>
                  <a:pt x="2" y="30"/>
                  <a:pt x="5" y="34"/>
                </a:cubicBezTo>
                <a:cubicBezTo>
                  <a:pt x="5" y="34"/>
                  <a:pt x="6" y="35"/>
                  <a:pt x="6" y="36"/>
                </a:cubicBezTo>
                <a:cubicBezTo>
                  <a:pt x="7" y="36"/>
                  <a:pt x="7" y="36"/>
                  <a:pt x="7" y="37"/>
                </a:cubicBezTo>
                <a:cubicBezTo>
                  <a:pt x="11" y="40"/>
                  <a:pt x="16" y="42"/>
                  <a:pt x="21" y="42"/>
                </a:cubicBezTo>
                <a:cubicBezTo>
                  <a:pt x="21" y="42"/>
                  <a:pt x="21" y="42"/>
                  <a:pt x="21" y="42"/>
                </a:cubicBezTo>
                <a:cubicBezTo>
                  <a:pt x="26" y="42"/>
                  <a:pt x="32" y="40"/>
                  <a:pt x="36" y="36"/>
                </a:cubicBezTo>
                <a:cubicBezTo>
                  <a:pt x="40" y="32"/>
                  <a:pt x="42" y="26"/>
                  <a:pt x="42" y="21"/>
                </a:cubicBezTo>
                <a:cubicBezTo>
                  <a:pt x="42" y="16"/>
                  <a:pt x="40" y="11"/>
                  <a:pt x="37" y="7"/>
                </a:cubicBezTo>
                <a:cubicBezTo>
                  <a:pt x="36" y="7"/>
                  <a:pt x="36" y="7"/>
                  <a:pt x="36" y="6"/>
                </a:cubicBezTo>
                <a:cubicBezTo>
                  <a:pt x="35" y="6"/>
                  <a:pt x="34" y="5"/>
                  <a:pt x="34" y="5"/>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14" name="Freeform 871"/>
          <p:cNvSpPr>
            <a:spLocks/>
          </p:cNvSpPr>
          <p:nvPr/>
        </p:nvSpPr>
        <p:spPr bwMode="auto">
          <a:xfrm>
            <a:off x="14799492" y="-220662"/>
            <a:ext cx="141288" cy="136525"/>
          </a:xfrm>
          <a:custGeom>
            <a:avLst/>
            <a:gdLst>
              <a:gd name="T0" fmla="*/ 17 w 34"/>
              <a:gd name="T1" fmla="*/ 0 h 33"/>
              <a:gd name="T2" fmla="*/ 5 w 34"/>
              <a:gd name="T3" fmla="*/ 5 h 33"/>
              <a:gd name="T4" fmla="*/ 5 w 34"/>
              <a:gd name="T5" fmla="*/ 5 h 33"/>
              <a:gd name="T6" fmla="*/ 0 w 34"/>
              <a:gd name="T7" fmla="*/ 17 h 33"/>
              <a:gd name="T8" fmla="*/ 5 w 34"/>
              <a:gd name="T9" fmla="*/ 29 h 33"/>
              <a:gd name="T10" fmla="*/ 17 w 34"/>
              <a:gd name="T11" fmla="*/ 33 h 33"/>
              <a:gd name="T12" fmla="*/ 29 w 34"/>
              <a:gd name="T13" fmla="*/ 29 h 33"/>
              <a:gd name="T14" fmla="*/ 34 w 34"/>
              <a:gd name="T15" fmla="*/ 17 h 33"/>
              <a:gd name="T16" fmla="*/ 29 w 34"/>
              <a:gd name="T17" fmla="*/ 5 h 33"/>
              <a:gd name="T18" fmla="*/ 17 w 34"/>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33">
                <a:moveTo>
                  <a:pt x="17" y="0"/>
                </a:moveTo>
                <a:cubicBezTo>
                  <a:pt x="13" y="0"/>
                  <a:pt x="8" y="2"/>
                  <a:pt x="5" y="5"/>
                </a:cubicBezTo>
                <a:cubicBezTo>
                  <a:pt x="5" y="5"/>
                  <a:pt x="5" y="5"/>
                  <a:pt x="5" y="5"/>
                </a:cubicBezTo>
                <a:cubicBezTo>
                  <a:pt x="2" y="8"/>
                  <a:pt x="0" y="13"/>
                  <a:pt x="0" y="17"/>
                </a:cubicBezTo>
                <a:cubicBezTo>
                  <a:pt x="0" y="21"/>
                  <a:pt x="2" y="25"/>
                  <a:pt x="5" y="29"/>
                </a:cubicBezTo>
                <a:cubicBezTo>
                  <a:pt x="8" y="32"/>
                  <a:pt x="13" y="33"/>
                  <a:pt x="17" y="33"/>
                </a:cubicBezTo>
                <a:cubicBezTo>
                  <a:pt x="21" y="33"/>
                  <a:pt x="25" y="32"/>
                  <a:pt x="29" y="29"/>
                </a:cubicBezTo>
                <a:cubicBezTo>
                  <a:pt x="32" y="25"/>
                  <a:pt x="34" y="21"/>
                  <a:pt x="34" y="17"/>
                </a:cubicBezTo>
                <a:cubicBezTo>
                  <a:pt x="34" y="13"/>
                  <a:pt x="32" y="8"/>
                  <a:pt x="29"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15" name="Freeform 872"/>
          <p:cNvSpPr>
            <a:spLocks noEditPoints="1"/>
          </p:cNvSpPr>
          <p:nvPr/>
        </p:nvSpPr>
        <p:spPr bwMode="auto">
          <a:xfrm>
            <a:off x="14782029" y="-236537"/>
            <a:ext cx="174625" cy="169863"/>
          </a:xfrm>
          <a:custGeom>
            <a:avLst/>
            <a:gdLst>
              <a:gd name="T0" fmla="*/ 9 w 42"/>
              <a:gd name="T1" fmla="*/ 9 h 41"/>
              <a:gd name="T2" fmla="*/ 21 w 42"/>
              <a:gd name="T3" fmla="*/ 4 h 41"/>
              <a:gd name="T4" fmla="*/ 33 w 42"/>
              <a:gd name="T5" fmla="*/ 9 h 41"/>
              <a:gd name="T6" fmla="*/ 38 w 42"/>
              <a:gd name="T7" fmla="*/ 21 h 41"/>
              <a:gd name="T8" fmla="*/ 33 w 42"/>
              <a:gd name="T9" fmla="*/ 33 h 41"/>
              <a:gd name="T10" fmla="*/ 21 w 42"/>
              <a:gd name="T11" fmla="*/ 37 h 41"/>
              <a:gd name="T12" fmla="*/ 9 w 42"/>
              <a:gd name="T13" fmla="*/ 33 h 41"/>
              <a:gd name="T14" fmla="*/ 4 w 42"/>
              <a:gd name="T15" fmla="*/ 21 h 41"/>
              <a:gd name="T16" fmla="*/ 9 w 42"/>
              <a:gd name="T17" fmla="*/ 9 h 41"/>
              <a:gd name="T18" fmla="*/ 9 w 42"/>
              <a:gd name="T19" fmla="*/ 9 h 41"/>
              <a:gd name="T20" fmla="*/ 21 w 42"/>
              <a:gd name="T21" fmla="*/ 0 h 41"/>
              <a:gd name="T22" fmla="*/ 21 w 42"/>
              <a:gd name="T23" fmla="*/ 0 h 41"/>
              <a:gd name="T24" fmla="*/ 6 w 42"/>
              <a:gd name="T25" fmla="*/ 6 h 41"/>
              <a:gd name="T26" fmla="*/ 6 w 42"/>
              <a:gd name="T27" fmla="*/ 6 h 41"/>
              <a:gd name="T28" fmla="*/ 0 w 42"/>
              <a:gd name="T29" fmla="*/ 21 h 41"/>
              <a:gd name="T30" fmla="*/ 5 w 42"/>
              <a:gd name="T31" fmla="*/ 33 h 41"/>
              <a:gd name="T32" fmla="*/ 6 w 42"/>
              <a:gd name="T33" fmla="*/ 35 h 41"/>
              <a:gd name="T34" fmla="*/ 7 w 42"/>
              <a:gd name="T35" fmla="*/ 36 h 41"/>
              <a:gd name="T36" fmla="*/ 21 w 42"/>
              <a:gd name="T37" fmla="*/ 41 h 41"/>
              <a:gd name="T38" fmla="*/ 21 w 42"/>
              <a:gd name="T39" fmla="*/ 41 h 41"/>
              <a:gd name="T40" fmla="*/ 36 w 42"/>
              <a:gd name="T41" fmla="*/ 35 h 41"/>
              <a:gd name="T42" fmla="*/ 42 w 42"/>
              <a:gd name="T43" fmla="*/ 21 h 41"/>
              <a:gd name="T44" fmla="*/ 36 w 42"/>
              <a:gd name="T45" fmla="*/ 6 h 41"/>
              <a:gd name="T46" fmla="*/ 21 w 42"/>
              <a:gd name="T4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2" h="41">
                <a:moveTo>
                  <a:pt x="9" y="9"/>
                </a:moveTo>
                <a:cubicBezTo>
                  <a:pt x="12" y="6"/>
                  <a:pt x="17" y="4"/>
                  <a:pt x="21" y="4"/>
                </a:cubicBezTo>
                <a:cubicBezTo>
                  <a:pt x="25" y="4"/>
                  <a:pt x="29" y="6"/>
                  <a:pt x="33" y="9"/>
                </a:cubicBezTo>
                <a:cubicBezTo>
                  <a:pt x="36" y="12"/>
                  <a:pt x="38" y="17"/>
                  <a:pt x="38" y="21"/>
                </a:cubicBezTo>
                <a:cubicBezTo>
                  <a:pt x="38" y="25"/>
                  <a:pt x="36" y="29"/>
                  <a:pt x="33" y="33"/>
                </a:cubicBezTo>
                <a:cubicBezTo>
                  <a:pt x="29" y="36"/>
                  <a:pt x="25" y="37"/>
                  <a:pt x="21" y="37"/>
                </a:cubicBezTo>
                <a:cubicBezTo>
                  <a:pt x="17" y="37"/>
                  <a:pt x="12" y="36"/>
                  <a:pt x="9" y="33"/>
                </a:cubicBezTo>
                <a:cubicBezTo>
                  <a:pt x="6" y="29"/>
                  <a:pt x="4" y="25"/>
                  <a:pt x="4" y="21"/>
                </a:cubicBezTo>
                <a:cubicBezTo>
                  <a:pt x="4" y="17"/>
                  <a:pt x="6" y="12"/>
                  <a:pt x="9" y="9"/>
                </a:cubicBezTo>
                <a:cubicBezTo>
                  <a:pt x="9" y="9"/>
                  <a:pt x="9" y="9"/>
                  <a:pt x="9" y="9"/>
                </a:cubicBezTo>
                <a:moveTo>
                  <a:pt x="21" y="0"/>
                </a:moveTo>
                <a:cubicBezTo>
                  <a:pt x="21" y="0"/>
                  <a:pt x="21" y="0"/>
                  <a:pt x="21" y="0"/>
                </a:cubicBezTo>
                <a:cubicBezTo>
                  <a:pt x="16" y="0"/>
                  <a:pt x="10" y="2"/>
                  <a:pt x="6" y="6"/>
                </a:cubicBezTo>
                <a:cubicBezTo>
                  <a:pt x="6" y="6"/>
                  <a:pt x="6" y="6"/>
                  <a:pt x="6" y="6"/>
                </a:cubicBezTo>
                <a:cubicBezTo>
                  <a:pt x="2" y="10"/>
                  <a:pt x="0" y="16"/>
                  <a:pt x="0" y="21"/>
                </a:cubicBezTo>
                <a:cubicBezTo>
                  <a:pt x="0" y="25"/>
                  <a:pt x="2" y="30"/>
                  <a:pt x="5" y="33"/>
                </a:cubicBezTo>
                <a:cubicBezTo>
                  <a:pt x="5" y="34"/>
                  <a:pt x="6" y="35"/>
                  <a:pt x="6" y="35"/>
                </a:cubicBezTo>
                <a:cubicBezTo>
                  <a:pt x="7" y="36"/>
                  <a:pt x="7" y="36"/>
                  <a:pt x="7" y="36"/>
                </a:cubicBezTo>
                <a:cubicBezTo>
                  <a:pt x="11" y="40"/>
                  <a:pt x="16" y="41"/>
                  <a:pt x="21" y="41"/>
                </a:cubicBezTo>
                <a:cubicBezTo>
                  <a:pt x="21" y="41"/>
                  <a:pt x="21" y="41"/>
                  <a:pt x="21" y="41"/>
                </a:cubicBezTo>
                <a:cubicBezTo>
                  <a:pt x="26" y="41"/>
                  <a:pt x="32" y="39"/>
                  <a:pt x="36" y="35"/>
                </a:cubicBezTo>
                <a:cubicBezTo>
                  <a:pt x="40" y="31"/>
                  <a:pt x="42" y="26"/>
                  <a:pt x="42" y="21"/>
                </a:cubicBezTo>
                <a:cubicBezTo>
                  <a:pt x="42" y="16"/>
                  <a:pt x="40" y="10"/>
                  <a:pt x="36" y="6"/>
                </a:cubicBezTo>
                <a:cubicBezTo>
                  <a:pt x="32"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16" name="Freeform 873"/>
          <p:cNvSpPr>
            <a:spLocks/>
          </p:cNvSpPr>
          <p:nvPr/>
        </p:nvSpPr>
        <p:spPr bwMode="auto">
          <a:xfrm>
            <a:off x="13639029" y="6130925"/>
            <a:ext cx="139700" cy="136525"/>
          </a:xfrm>
          <a:custGeom>
            <a:avLst/>
            <a:gdLst>
              <a:gd name="T0" fmla="*/ 17 w 34"/>
              <a:gd name="T1" fmla="*/ 0 h 33"/>
              <a:gd name="T2" fmla="*/ 5 w 34"/>
              <a:gd name="T3" fmla="*/ 5 h 33"/>
              <a:gd name="T4" fmla="*/ 4 w 34"/>
              <a:gd name="T5" fmla="*/ 4 h 33"/>
              <a:gd name="T6" fmla="*/ 5 w 34"/>
              <a:gd name="T7" fmla="*/ 5 h 33"/>
              <a:gd name="T8" fmla="*/ 0 w 34"/>
              <a:gd name="T9" fmla="*/ 17 h 33"/>
              <a:gd name="T10" fmla="*/ 5 w 34"/>
              <a:gd name="T11" fmla="*/ 29 h 33"/>
              <a:gd name="T12" fmla="*/ 17 w 34"/>
              <a:gd name="T13" fmla="*/ 33 h 33"/>
              <a:gd name="T14" fmla="*/ 29 w 34"/>
              <a:gd name="T15" fmla="*/ 29 h 33"/>
              <a:gd name="T16" fmla="*/ 34 w 34"/>
              <a:gd name="T17" fmla="*/ 17 h 33"/>
              <a:gd name="T18" fmla="*/ 29 w 34"/>
              <a:gd name="T19" fmla="*/ 5 h 33"/>
              <a:gd name="T20" fmla="*/ 17 w 34"/>
              <a:gd name="T21"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 h="33">
                <a:moveTo>
                  <a:pt x="17" y="0"/>
                </a:moveTo>
                <a:cubicBezTo>
                  <a:pt x="13" y="0"/>
                  <a:pt x="8" y="2"/>
                  <a:pt x="5" y="5"/>
                </a:cubicBezTo>
                <a:cubicBezTo>
                  <a:pt x="4" y="4"/>
                  <a:pt x="4" y="4"/>
                  <a:pt x="4" y="4"/>
                </a:cubicBezTo>
                <a:cubicBezTo>
                  <a:pt x="5" y="5"/>
                  <a:pt x="5" y="5"/>
                  <a:pt x="5" y="5"/>
                </a:cubicBezTo>
                <a:cubicBezTo>
                  <a:pt x="2" y="8"/>
                  <a:pt x="0" y="13"/>
                  <a:pt x="0" y="17"/>
                </a:cubicBezTo>
                <a:cubicBezTo>
                  <a:pt x="0" y="21"/>
                  <a:pt x="2" y="25"/>
                  <a:pt x="5" y="29"/>
                </a:cubicBezTo>
                <a:cubicBezTo>
                  <a:pt x="8" y="32"/>
                  <a:pt x="13" y="33"/>
                  <a:pt x="17" y="33"/>
                </a:cubicBezTo>
                <a:cubicBezTo>
                  <a:pt x="21" y="33"/>
                  <a:pt x="25" y="32"/>
                  <a:pt x="29" y="29"/>
                </a:cubicBezTo>
                <a:cubicBezTo>
                  <a:pt x="32" y="25"/>
                  <a:pt x="34" y="21"/>
                  <a:pt x="34" y="17"/>
                </a:cubicBezTo>
                <a:cubicBezTo>
                  <a:pt x="34" y="13"/>
                  <a:pt x="32" y="8"/>
                  <a:pt x="29"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17" name="Freeform 874"/>
          <p:cNvSpPr>
            <a:spLocks noEditPoints="1"/>
          </p:cNvSpPr>
          <p:nvPr/>
        </p:nvSpPr>
        <p:spPr bwMode="auto">
          <a:xfrm>
            <a:off x="13621567" y="6113463"/>
            <a:ext cx="174625" cy="171450"/>
          </a:xfrm>
          <a:custGeom>
            <a:avLst/>
            <a:gdLst>
              <a:gd name="T0" fmla="*/ 9 w 42"/>
              <a:gd name="T1" fmla="*/ 9 h 41"/>
              <a:gd name="T2" fmla="*/ 21 w 42"/>
              <a:gd name="T3" fmla="*/ 4 h 41"/>
              <a:gd name="T4" fmla="*/ 33 w 42"/>
              <a:gd name="T5" fmla="*/ 9 h 41"/>
              <a:gd name="T6" fmla="*/ 38 w 42"/>
              <a:gd name="T7" fmla="*/ 21 h 41"/>
              <a:gd name="T8" fmla="*/ 33 w 42"/>
              <a:gd name="T9" fmla="*/ 33 h 41"/>
              <a:gd name="T10" fmla="*/ 21 w 42"/>
              <a:gd name="T11" fmla="*/ 37 h 41"/>
              <a:gd name="T12" fmla="*/ 9 w 42"/>
              <a:gd name="T13" fmla="*/ 33 h 41"/>
              <a:gd name="T14" fmla="*/ 4 w 42"/>
              <a:gd name="T15" fmla="*/ 21 h 41"/>
              <a:gd name="T16" fmla="*/ 9 w 42"/>
              <a:gd name="T17" fmla="*/ 9 h 41"/>
              <a:gd name="T18" fmla="*/ 8 w 42"/>
              <a:gd name="T19" fmla="*/ 8 h 41"/>
              <a:gd name="T20" fmla="*/ 9 w 42"/>
              <a:gd name="T21" fmla="*/ 9 h 41"/>
              <a:gd name="T22" fmla="*/ 21 w 42"/>
              <a:gd name="T23" fmla="*/ 0 h 41"/>
              <a:gd name="T24" fmla="*/ 21 w 42"/>
              <a:gd name="T25" fmla="*/ 0 h 41"/>
              <a:gd name="T26" fmla="*/ 6 w 42"/>
              <a:gd name="T27" fmla="*/ 6 h 41"/>
              <a:gd name="T28" fmla="*/ 6 w 42"/>
              <a:gd name="T29" fmla="*/ 6 h 41"/>
              <a:gd name="T30" fmla="*/ 0 w 42"/>
              <a:gd name="T31" fmla="*/ 21 h 41"/>
              <a:gd name="T32" fmla="*/ 6 w 42"/>
              <a:gd name="T33" fmla="*/ 35 h 41"/>
              <a:gd name="T34" fmla="*/ 20 w 42"/>
              <a:gd name="T35" fmla="*/ 41 h 41"/>
              <a:gd name="T36" fmla="*/ 21 w 42"/>
              <a:gd name="T37" fmla="*/ 41 h 41"/>
              <a:gd name="T38" fmla="*/ 21 w 42"/>
              <a:gd name="T39" fmla="*/ 41 h 41"/>
              <a:gd name="T40" fmla="*/ 24 w 42"/>
              <a:gd name="T41" fmla="*/ 41 h 41"/>
              <a:gd name="T42" fmla="*/ 36 w 42"/>
              <a:gd name="T43" fmla="*/ 35 h 41"/>
              <a:gd name="T44" fmla="*/ 42 w 42"/>
              <a:gd name="T45" fmla="*/ 21 h 41"/>
              <a:gd name="T46" fmla="*/ 36 w 42"/>
              <a:gd name="T47" fmla="*/ 6 h 41"/>
              <a:gd name="T48" fmla="*/ 21 w 42"/>
              <a:gd name="T49"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41">
                <a:moveTo>
                  <a:pt x="9" y="9"/>
                </a:moveTo>
                <a:cubicBezTo>
                  <a:pt x="12" y="6"/>
                  <a:pt x="17" y="4"/>
                  <a:pt x="21" y="4"/>
                </a:cubicBezTo>
                <a:cubicBezTo>
                  <a:pt x="25" y="4"/>
                  <a:pt x="29" y="6"/>
                  <a:pt x="33" y="9"/>
                </a:cubicBezTo>
                <a:cubicBezTo>
                  <a:pt x="36" y="12"/>
                  <a:pt x="38" y="17"/>
                  <a:pt x="38" y="21"/>
                </a:cubicBezTo>
                <a:cubicBezTo>
                  <a:pt x="38" y="25"/>
                  <a:pt x="36" y="29"/>
                  <a:pt x="33" y="33"/>
                </a:cubicBezTo>
                <a:cubicBezTo>
                  <a:pt x="29" y="36"/>
                  <a:pt x="25" y="37"/>
                  <a:pt x="21" y="37"/>
                </a:cubicBezTo>
                <a:cubicBezTo>
                  <a:pt x="17" y="37"/>
                  <a:pt x="12" y="36"/>
                  <a:pt x="9" y="33"/>
                </a:cubicBezTo>
                <a:cubicBezTo>
                  <a:pt x="6" y="29"/>
                  <a:pt x="4" y="25"/>
                  <a:pt x="4" y="21"/>
                </a:cubicBezTo>
                <a:cubicBezTo>
                  <a:pt x="4" y="17"/>
                  <a:pt x="6" y="12"/>
                  <a:pt x="9" y="9"/>
                </a:cubicBezTo>
                <a:cubicBezTo>
                  <a:pt x="8" y="8"/>
                  <a:pt x="8" y="8"/>
                  <a:pt x="8" y="8"/>
                </a:cubicBezTo>
                <a:cubicBezTo>
                  <a:pt x="9" y="9"/>
                  <a:pt x="9" y="9"/>
                  <a:pt x="9" y="9"/>
                </a:cubicBezTo>
                <a:moveTo>
                  <a:pt x="21" y="0"/>
                </a:moveTo>
                <a:cubicBezTo>
                  <a:pt x="21" y="0"/>
                  <a:pt x="21" y="0"/>
                  <a:pt x="21" y="0"/>
                </a:cubicBezTo>
                <a:cubicBezTo>
                  <a:pt x="16" y="0"/>
                  <a:pt x="10" y="2"/>
                  <a:pt x="6" y="6"/>
                </a:cubicBezTo>
                <a:cubicBezTo>
                  <a:pt x="6" y="6"/>
                  <a:pt x="6" y="6"/>
                  <a:pt x="6" y="6"/>
                </a:cubicBezTo>
                <a:cubicBezTo>
                  <a:pt x="2" y="10"/>
                  <a:pt x="0" y="16"/>
                  <a:pt x="0" y="21"/>
                </a:cubicBezTo>
                <a:cubicBezTo>
                  <a:pt x="0" y="26"/>
                  <a:pt x="2" y="31"/>
                  <a:pt x="6" y="35"/>
                </a:cubicBezTo>
                <a:cubicBezTo>
                  <a:pt x="10" y="39"/>
                  <a:pt x="15" y="41"/>
                  <a:pt x="20" y="41"/>
                </a:cubicBezTo>
                <a:cubicBezTo>
                  <a:pt x="20" y="41"/>
                  <a:pt x="21" y="41"/>
                  <a:pt x="21" y="41"/>
                </a:cubicBezTo>
                <a:cubicBezTo>
                  <a:pt x="21" y="41"/>
                  <a:pt x="21" y="41"/>
                  <a:pt x="21" y="41"/>
                </a:cubicBezTo>
                <a:cubicBezTo>
                  <a:pt x="22" y="41"/>
                  <a:pt x="23" y="41"/>
                  <a:pt x="24" y="41"/>
                </a:cubicBezTo>
                <a:cubicBezTo>
                  <a:pt x="28" y="41"/>
                  <a:pt x="32" y="39"/>
                  <a:pt x="36" y="35"/>
                </a:cubicBezTo>
                <a:cubicBezTo>
                  <a:pt x="40" y="31"/>
                  <a:pt x="42" y="26"/>
                  <a:pt x="42" y="21"/>
                </a:cubicBezTo>
                <a:cubicBezTo>
                  <a:pt x="42" y="16"/>
                  <a:pt x="40" y="10"/>
                  <a:pt x="36" y="6"/>
                </a:cubicBezTo>
                <a:cubicBezTo>
                  <a:pt x="32"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18" name="Freeform 875"/>
          <p:cNvSpPr>
            <a:spLocks/>
          </p:cNvSpPr>
          <p:nvPr/>
        </p:nvSpPr>
        <p:spPr bwMode="auto">
          <a:xfrm>
            <a:off x="14616929" y="5500688"/>
            <a:ext cx="141288" cy="136525"/>
          </a:xfrm>
          <a:custGeom>
            <a:avLst/>
            <a:gdLst>
              <a:gd name="T0" fmla="*/ 17 w 34"/>
              <a:gd name="T1" fmla="*/ 0 h 33"/>
              <a:gd name="T2" fmla="*/ 5 w 34"/>
              <a:gd name="T3" fmla="*/ 5 h 33"/>
              <a:gd name="T4" fmla="*/ 4 w 34"/>
              <a:gd name="T5" fmla="*/ 4 h 33"/>
              <a:gd name="T6" fmla="*/ 5 w 34"/>
              <a:gd name="T7" fmla="*/ 5 h 33"/>
              <a:gd name="T8" fmla="*/ 0 w 34"/>
              <a:gd name="T9" fmla="*/ 17 h 33"/>
              <a:gd name="T10" fmla="*/ 5 w 34"/>
              <a:gd name="T11" fmla="*/ 29 h 33"/>
              <a:gd name="T12" fmla="*/ 17 w 34"/>
              <a:gd name="T13" fmla="*/ 33 h 33"/>
              <a:gd name="T14" fmla="*/ 29 w 34"/>
              <a:gd name="T15" fmla="*/ 29 h 33"/>
              <a:gd name="T16" fmla="*/ 34 w 34"/>
              <a:gd name="T17" fmla="*/ 17 h 33"/>
              <a:gd name="T18" fmla="*/ 29 w 34"/>
              <a:gd name="T19" fmla="*/ 5 h 33"/>
              <a:gd name="T20" fmla="*/ 17 w 34"/>
              <a:gd name="T21"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 h="33">
                <a:moveTo>
                  <a:pt x="17" y="0"/>
                </a:moveTo>
                <a:cubicBezTo>
                  <a:pt x="13" y="0"/>
                  <a:pt x="8" y="2"/>
                  <a:pt x="5" y="5"/>
                </a:cubicBezTo>
                <a:cubicBezTo>
                  <a:pt x="4" y="4"/>
                  <a:pt x="4" y="4"/>
                  <a:pt x="4" y="4"/>
                </a:cubicBezTo>
                <a:cubicBezTo>
                  <a:pt x="5" y="5"/>
                  <a:pt x="5" y="5"/>
                  <a:pt x="5" y="5"/>
                </a:cubicBezTo>
                <a:cubicBezTo>
                  <a:pt x="2" y="8"/>
                  <a:pt x="0" y="13"/>
                  <a:pt x="0" y="17"/>
                </a:cubicBezTo>
                <a:cubicBezTo>
                  <a:pt x="0" y="21"/>
                  <a:pt x="2" y="25"/>
                  <a:pt x="5" y="29"/>
                </a:cubicBezTo>
                <a:cubicBezTo>
                  <a:pt x="8" y="32"/>
                  <a:pt x="13" y="33"/>
                  <a:pt x="17" y="33"/>
                </a:cubicBezTo>
                <a:cubicBezTo>
                  <a:pt x="21" y="33"/>
                  <a:pt x="25" y="32"/>
                  <a:pt x="29" y="29"/>
                </a:cubicBezTo>
                <a:cubicBezTo>
                  <a:pt x="32" y="25"/>
                  <a:pt x="34" y="21"/>
                  <a:pt x="34" y="17"/>
                </a:cubicBezTo>
                <a:cubicBezTo>
                  <a:pt x="34" y="13"/>
                  <a:pt x="32" y="8"/>
                  <a:pt x="29"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19" name="Freeform 876"/>
          <p:cNvSpPr>
            <a:spLocks noEditPoints="1"/>
          </p:cNvSpPr>
          <p:nvPr/>
        </p:nvSpPr>
        <p:spPr bwMode="auto">
          <a:xfrm>
            <a:off x="14599467" y="5484813"/>
            <a:ext cx="174625" cy="169863"/>
          </a:xfrm>
          <a:custGeom>
            <a:avLst/>
            <a:gdLst>
              <a:gd name="T0" fmla="*/ 9 w 42"/>
              <a:gd name="T1" fmla="*/ 9 h 41"/>
              <a:gd name="T2" fmla="*/ 21 w 42"/>
              <a:gd name="T3" fmla="*/ 4 h 41"/>
              <a:gd name="T4" fmla="*/ 33 w 42"/>
              <a:gd name="T5" fmla="*/ 9 h 41"/>
              <a:gd name="T6" fmla="*/ 38 w 42"/>
              <a:gd name="T7" fmla="*/ 21 h 41"/>
              <a:gd name="T8" fmla="*/ 33 w 42"/>
              <a:gd name="T9" fmla="*/ 33 h 41"/>
              <a:gd name="T10" fmla="*/ 21 w 42"/>
              <a:gd name="T11" fmla="*/ 37 h 41"/>
              <a:gd name="T12" fmla="*/ 9 w 42"/>
              <a:gd name="T13" fmla="*/ 33 h 41"/>
              <a:gd name="T14" fmla="*/ 4 w 42"/>
              <a:gd name="T15" fmla="*/ 21 h 41"/>
              <a:gd name="T16" fmla="*/ 9 w 42"/>
              <a:gd name="T17" fmla="*/ 9 h 41"/>
              <a:gd name="T18" fmla="*/ 8 w 42"/>
              <a:gd name="T19" fmla="*/ 8 h 41"/>
              <a:gd name="T20" fmla="*/ 9 w 42"/>
              <a:gd name="T21" fmla="*/ 9 h 41"/>
              <a:gd name="T22" fmla="*/ 21 w 42"/>
              <a:gd name="T23" fmla="*/ 0 h 41"/>
              <a:gd name="T24" fmla="*/ 21 w 42"/>
              <a:gd name="T25" fmla="*/ 0 h 41"/>
              <a:gd name="T26" fmla="*/ 6 w 42"/>
              <a:gd name="T27" fmla="*/ 6 h 41"/>
              <a:gd name="T28" fmla="*/ 6 w 42"/>
              <a:gd name="T29" fmla="*/ 6 h 41"/>
              <a:gd name="T30" fmla="*/ 0 w 42"/>
              <a:gd name="T31" fmla="*/ 21 h 41"/>
              <a:gd name="T32" fmla="*/ 6 w 42"/>
              <a:gd name="T33" fmla="*/ 35 h 41"/>
              <a:gd name="T34" fmla="*/ 7 w 42"/>
              <a:gd name="T35" fmla="*/ 37 h 41"/>
              <a:gd name="T36" fmla="*/ 11 w 42"/>
              <a:gd name="T37" fmla="*/ 39 h 41"/>
              <a:gd name="T38" fmla="*/ 21 w 42"/>
              <a:gd name="T39" fmla="*/ 41 h 41"/>
              <a:gd name="T40" fmla="*/ 21 w 42"/>
              <a:gd name="T41" fmla="*/ 41 h 41"/>
              <a:gd name="T42" fmla="*/ 36 w 42"/>
              <a:gd name="T43" fmla="*/ 35 h 41"/>
              <a:gd name="T44" fmla="*/ 42 w 42"/>
              <a:gd name="T45" fmla="*/ 21 h 41"/>
              <a:gd name="T46" fmla="*/ 36 w 42"/>
              <a:gd name="T47" fmla="*/ 6 h 41"/>
              <a:gd name="T48" fmla="*/ 21 w 42"/>
              <a:gd name="T49"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41">
                <a:moveTo>
                  <a:pt x="9" y="9"/>
                </a:moveTo>
                <a:cubicBezTo>
                  <a:pt x="12" y="6"/>
                  <a:pt x="17" y="4"/>
                  <a:pt x="21" y="4"/>
                </a:cubicBezTo>
                <a:cubicBezTo>
                  <a:pt x="25" y="4"/>
                  <a:pt x="29" y="6"/>
                  <a:pt x="33" y="9"/>
                </a:cubicBezTo>
                <a:cubicBezTo>
                  <a:pt x="36" y="12"/>
                  <a:pt x="38" y="17"/>
                  <a:pt x="38" y="21"/>
                </a:cubicBezTo>
                <a:cubicBezTo>
                  <a:pt x="38" y="25"/>
                  <a:pt x="36" y="29"/>
                  <a:pt x="33" y="33"/>
                </a:cubicBezTo>
                <a:cubicBezTo>
                  <a:pt x="29" y="36"/>
                  <a:pt x="25" y="37"/>
                  <a:pt x="21" y="37"/>
                </a:cubicBezTo>
                <a:cubicBezTo>
                  <a:pt x="17" y="37"/>
                  <a:pt x="12" y="36"/>
                  <a:pt x="9" y="33"/>
                </a:cubicBezTo>
                <a:cubicBezTo>
                  <a:pt x="6" y="29"/>
                  <a:pt x="4" y="25"/>
                  <a:pt x="4" y="21"/>
                </a:cubicBezTo>
                <a:cubicBezTo>
                  <a:pt x="4" y="17"/>
                  <a:pt x="6" y="12"/>
                  <a:pt x="9" y="9"/>
                </a:cubicBezTo>
                <a:cubicBezTo>
                  <a:pt x="8" y="8"/>
                  <a:pt x="8" y="8"/>
                  <a:pt x="8" y="8"/>
                </a:cubicBezTo>
                <a:cubicBezTo>
                  <a:pt x="9" y="9"/>
                  <a:pt x="9" y="9"/>
                  <a:pt x="9" y="9"/>
                </a:cubicBezTo>
                <a:moveTo>
                  <a:pt x="21" y="0"/>
                </a:moveTo>
                <a:cubicBezTo>
                  <a:pt x="21" y="0"/>
                  <a:pt x="21" y="0"/>
                  <a:pt x="21" y="0"/>
                </a:cubicBezTo>
                <a:cubicBezTo>
                  <a:pt x="16" y="0"/>
                  <a:pt x="10" y="2"/>
                  <a:pt x="6" y="6"/>
                </a:cubicBezTo>
                <a:cubicBezTo>
                  <a:pt x="6" y="6"/>
                  <a:pt x="6" y="6"/>
                  <a:pt x="6" y="6"/>
                </a:cubicBezTo>
                <a:cubicBezTo>
                  <a:pt x="2" y="10"/>
                  <a:pt x="0" y="16"/>
                  <a:pt x="0" y="21"/>
                </a:cubicBezTo>
                <a:cubicBezTo>
                  <a:pt x="0" y="26"/>
                  <a:pt x="2" y="31"/>
                  <a:pt x="6" y="35"/>
                </a:cubicBezTo>
                <a:cubicBezTo>
                  <a:pt x="7" y="36"/>
                  <a:pt x="7" y="36"/>
                  <a:pt x="7" y="37"/>
                </a:cubicBezTo>
                <a:cubicBezTo>
                  <a:pt x="9" y="37"/>
                  <a:pt x="10" y="38"/>
                  <a:pt x="11" y="39"/>
                </a:cubicBezTo>
                <a:cubicBezTo>
                  <a:pt x="14" y="41"/>
                  <a:pt x="17" y="41"/>
                  <a:pt x="21" y="41"/>
                </a:cubicBezTo>
                <a:cubicBezTo>
                  <a:pt x="21" y="41"/>
                  <a:pt x="21" y="41"/>
                  <a:pt x="21" y="41"/>
                </a:cubicBezTo>
                <a:cubicBezTo>
                  <a:pt x="26" y="41"/>
                  <a:pt x="32" y="39"/>
                  <a:pt x="36" y="35"/>
                </a:cubicBezTo>
                <a:cubicBezTo>
                  <a:pt x="40" y="31"/>
                  <a:pt x="42" y="26"/>
                  <a:pt x="42" y="21"/>
                </a:cubicBezTo>
                <a:cubicBezTo>
                  <a:pt x="42" y="16"/>
                  <a:pt x="40" y="10"/>
                  <a:pt x="36" y="6"/>
                </a:cubicBezTo>
                <a:cubicBezTo>
                  <a:pt x="32"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20" name="Freeform 877"/>
          <p:cNvSpPr>
            <a:spLocks/>
          </p:cNvSpPr>
          <p:nvPr/>
        </p:nvSpPr>
        <p:spPr bwMode="auto">
          <a:xfrm>
            <a:off x="14882042" y="5318125"/>
            <a:ext cx="141288" cy="136525"/>
          </a:xfrm>
          <a:custGeom>
            <a:avLst/>
            <a:gdLst>
              <a:gd name="T0" fmla="*/ 17 w 34"/>
              <a:gd name="T1" fmla="*/ 0 h 33"/>
              <a:gd name="T2" fmla="*/ 5 w 34"/>
              <a:gd name="T3" fmla="*/ 5 h 33"/>
              <a:gd name="T4" fmla="*/ 5 w 34"/>
              <a:gd name="T5" fmla="*/ 5 h 33"/>
              <a:gd name="T6" fmla="*/ 0 w 34"/>
              <a:gd name="T7" fmla="*/ 17 h 33"/>
              <a:gd name="T8" fmla="*/ 5 w 34"/>
              <a:gd name="T9" fmla="*/ 29 h 33"/>
              <a:gd name="T10" fmla="*/ 17 w 34"/>
              <a:gd name="T11" fmla="*/ 33 h 33"/>
              <a:gd name="T12" fmla="*/ 29 w 34"/>
              <a:gd name="T13" fmla="*/ 29 h 33"/>
              <a:gd name="T14" fmla="*/ 34 w 34"/>
              <a:gd name="T15" fmla="*/ 17 h 33"/>
              <a:gd name="T16" fmla="*/ 29 w 34"/>
              <a:gd name="T17" fmla="*/ 5 h 33"/>
              <a:gd name="T18" fmla="*/ 17 w 34"/>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33">
                <a:moveTo>
                  <a:pt x="17" y="0"/>
                </a:moveTo>
                <a:cubicBezTo>
                  <a:pt x="13" y="0"/>
                  <a:pt x="8" y="2"/>
                  <a:pt x="5" y="5"/>
                </a:cubicBezTo>
                <a:cubicBezTo>
                  <a:pt x="5" y="5"/>
                  <a:pt x="5" y="5"/>
                  <a:pt x="5" y="5"/>
                </a:cubicBezTo>
                <a:cubicBezTo>
                  <a:pt x="2" y="8"/>
                  <a:pt x="0" y="13"/>
                  <a:pt x="0" y="17"/>
                </a:cubicBezTo>
                <a:cubicBezTo>
                  <a:pt x="0" y="21"/>
                  <a:pt x="2" y="25"/>
                  <a:pt x="5" y="29"/>
                </a:cubicBezTo>
                <a:cubicBezTo>
                  <a:pt x="8" y="32"/>
                  <a:pt x="13" y="33"/>
                  <a:pt x="17" y="33"/>
                </a:cubicBezTo>
                <a:cubicBezTo>
                  <a:pt x="21" y="33"/>
                  <a:pt x="25" y="32"/>
                  <a:pt x="29" y="29"/>
                </a:cubicBezTo>
                <a:cubicBezTo>
                  <a:pt x="32" y="25"/>
                  <a:pt x="34" y="21"/>
                  <a:pt x="34" y="17"/>
                </a:cubicBezTo>
                <a:cubicBezTo>
                  <a:pt x="34" y="13"/>
                  <a:pt x="32" y="8"/>
                  <a:pt x="29"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21" name="Freeform 878"/>
          <p:cNvSpPr>
            <a:spLocks noEditPoints="1"/>
          </p:cNvSpPr>
          <p:nvPr/>
        </p:nvSpPr>
        <p:spPr bwMode="auto">
          <a:xfrm>
            <a:off x="14866167" y="5302250"/>
            <a:ext cx="173038" cy="169863"/>
          </a:xfrm>
          <a:custGeom>
            <a:avLst/>
            <a:gdLst>
              <a:gd name="T0" fmla="*/ 9 w 42"/>
              <a:gd name="T1" fmla="*/ 9 h 41"/>
              <a:gd name="T2" fmla="*/ 21 w 42"/>
              <a:gd name="T3" fmla="*/ 4 h 41"/>
              <a:gd name="T4" fmla="*/ 33 w 42"/>
              <a:gd name="T5" fmla="*/ 9 h 41"/>
              <a:gd name="T6" fmla="*/ 38 w 42"/>
              <a:gd name="T7" fmla="*/ 21 h 41"/>
              <a:gd name="T8" fmla="*/ 33 w 42"/>
              <a:gd name="T9" fmla="*/ 33 h 41"/>
              <a:gd name="T10" fmla="*/ 21 w 42"/>
              <a:gd name="T11" fmla="*/ 37 h 41"/>
              <a:gd name="T12" fmla="*/ 9 w 42"/>
              <a:gd name="T13" fmla="*/ 33 h 41"/>
              <a:gd name="T14" fmla="*/ 4 w 42"/>
              <a:gd name="T15" fmla="*/ 21 h 41"/>
              <a:gd name="T16" fmla="*/ 9 w 42"/>
              <a:gd name="T17" fmla="*/ 9 h 41"/>
              <a:gd name="T18" fmla="*/ 9 w 42"/>
              <a:gd name="T19" fmla="*/ 9 h 41"/>
              <a:gd name="T20" fmla="*/ 21 w 42"/>
              <a:gd name="T21" fmla="*/ 0 h 41"/>
              <a:gd name="T22" fmla="*/ 21 w 42"/>
              <a:gd name="T23" fmla="*/ 0 h 41"/>
              <a:gd name="T24" fmla="*/ 6 w 42"/>
              <a:gd name="T25" fmla="*/ 6 h 41"/>
              <a:gd name="T26" fmla="*/ 6 w 42"/>
              <a:gd name="T27" fmla="*/ 6 h 41"/>
              <a:gd name="T28" fmla="*/ 0 w 42"/>
              <a:gd name="T29" fmla="*/ 21 h 41"/>
              <a:gd name="T30" fmla="*/ 6 w 42"/>
              <a:gd name="T31" fmla="*/ 35 h 41"/>
              <a:gd name="T32" fmla="*/ 13 w 42"/>
              <a:gd name="T33" fmla="*/ 40 h 41"/>
              <a:gd name="T34" fmla="*/ 17 w 42"/>
              <a:gd name="T35" fmla="*/ 41 h 41"/>
              <a:gd name="T36" fmla="*/ 21 w 42"/>
              <a:gd name="T37" fmla="*/ 41 h 41"/>
              <a:gd name="T38" fmla="*/ 21 w 42"/>
              <a:gd name="T39" fmla="*/ 41 h 41"/>
              <a:gd name="T40" fmla="*/ 36 w 42"/>
              <a:gd name="T41" fmla="*/ 35 h 41"/>
              <a:gd name="T42" fmla="*/ 42 w 42"/>
              <a:gd name="T43" fmla="*/ 21 h 41"/>
              <a:gd name="T44" fmla="*/ 36 w 42"/>
              <a:gd name="T45" fmla="*/ 6 h 41"/>
              <a:gd name="T46" fmla="*/ 21 w 42"/>
              <a:gd name="T4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2" h="41">
                <a:moveTo>
                  <a:pt x="9" y="9"/>
                </a:moveTo>
                <a:cubicBezTo>
                  <a:pt x="12" y="6"/>
                  <a:pt x="17" y="4"/>
                  <a:pt x="21" y="4"/>
                </a:cubicBezTo>
                <a:cubicBezTo>
                  <a:pt x="25" y="4"/>
                  <a:pt x="29" y="6"/>
                  <a:pt x="33" y="9"/>
                </a:cubicBezTo>
                <a:cubicBezTo>
                  <a:pt x="36" y="12"/>
                  <a:pt x="38" y="17"/>
                  <a:pt x="38" y="21"/>
                </a:cubicBezTo>
                <a:cubicBezTo>
                  <a:pt x="38" y="25"/>
                  <a:pt x="36" y="29"/>
                  <a:pt x="33" y="33"/>
                </a:cubicBezTo>
                <a:cubicBezTo>
                  <a:pt x="29" y="36"/>
                  <a:pt x="25" y="37"/>
                  <a:pt x="21" y="37"/>
                </a:cubicBezTo>
                <a:cubicBezTo>
                  <a:pt x="17" y="37"/>
                  <a:pt x="12" y="36"/>
                  <a:pt x="9" y="33"/>
                </a:cubicBezTo>
                <a:cubicBezTo>
                  <a:pt x="6" y="29"/>
                  <a:pt x="4" y="25"/>
                  <a:pt x="4" y="21"/>
                </a:cubicBezTo>
                <a:cubicBezTo>
                  <a:pt x="4" y="17"/>
                  <a:pt x="6" y="12"/>
                  <a:pt x="9" y="9"/>
                </a:cubicBezTo>
                <a:cubicBezTo>
                  <a:pt x="9" y="9"/>
                  <a:pt x="9" y="9"/>
                  <a:pt x="9" y="9"/>
                </a:cubicBezTo>
                <a:moveTo>
                  <a:pt x="21" y="0"/>
                </a:moveTo>
                <a:cubicBezTo>
                  <a:pt x="21" y="0"/>
                  <a:pt x="21" y="0"/>
                  <a:pt x="21" y="0"/>
                </a:cubicBezTo>
                <a:cubicBezTo>
                  <a:pt x="16" y="0"/>
                  <a:pt x="10" y="2"/>
                  <a:pt x="6" y="6"/>
                </a:cubicBezTo>
                <a:cubicBezTo>
                  <a:pt x="6" y="6"/>
                  <a:pt x="6" y="6"/>
                  <a:pt x="6" y="6"/>
                </a:cubicBezTo>
                <a:cubicBezTo>
                  <a:pt x="2" y="10"/>
                  <a:pt x="0" y="16"/>
                  <a:pt x="0" y="21"/>
                </a:cubicBezTo>
                <a:cubicBezTo>
                  <a:pt x="0" y="26"/>
                  <a:pt x="2" y="31"/>
                  <a:pt x="6" y="35"/>
                </a:cubicBezTo>
                <a:cubicBezTo>
                  <a:pt x="8" y="37"/>
                  <a:pt x="10" y="39"/>
                  <a:pt x="13" y="40"/>
                </a:cubicBezTo>
                <a:cubicBezTo>
                  <a:pt x="14" y="40"/>
                  <a:pt x="16" y="41"/>
                  <a:pt x="17" y="41"/>
                </a:cubicBezTo>
                <a:cubicBezTo>
                  <a:pt x="18" y="41"/>
                  <a:pt x="20" y="41"/>
                  <a:pt x="21" y="41"/>
                </a:cubicBezTo>
                <a:cubicBezTo>
                  <a:pt x="21" y="41"/>
                  <a:pt x="21" y="41"/>
                  <a:pt x="21" y="41"/>
                </a:cubicBezTo>
                <a:cubicBezTo>
                  <a:pt x="26" y="41"/>
                  <a:pt x="32" y="39"/>
                  <a:pt x="36" y="35"/>
                </a:cubicBezTo>
                <a:cubicBezTo>
                  <a:pt x="40" y="31"/>
                  <a:pt x="42" y="26"/>
                  <a:pt x="42" y="21"/>
                </a:cubicBezTo>
                <a:cubicBezTo>
                  <a:pt x="42" y="16"/>
                  <a:pt x="40" y="10"/>
                  <a:pt x="36" y="6"/>
                </a:cubicBezTo>
                <a:cubicBezTo>
                  <a:pt x="32"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22" name="Freeform 879"/>
          <p:cNvSpPr>
            <a:spLocks/>
          </p:cNvSpPr>
          <p:nvPr/>
        </p:nvSpPr>
        <p:spPr bwMode="auto">
          <a:xfrm>
            <a:off x="13207229" y="6437313"/>
            <a:ext cx="169863" cy="153988"/>
          </a:xfrm>
          <a:custGeom>
            <a:avLst/>
            <a:gdLst>
              <a:gd name="T0" fmla="*/ 21 w 41"/>
              <a:gd name="T1" fmla="*/ 0 h 37"/>
              <a:gd name="T2" fmla="*/ 9 w 41"/>
              <a:gd name="T3" fmla="*/ 4 h 37"/>
              <a:gd name="T4" fmla="*/ 8 w 41"/>
              <a:gd name="T5" fmla="*/ 6 h 37"/>
              <a:gd name="T6" fmla="*/ 6 w 41"/>
              <a:gd name="T7" fmla="*/ 7 h 37"/>
              <a:gd name="T8" fmla="*/ 8 w 41"/>
              <a:gd name="T9" fmla="*/ 32 h 37"/>
              <a:gd name="T10" fmla="*/ 21 w 41"/>
              <a:gd name="T11" fmla="*/ 37 h 37"/>
              <a:gd name="T12" fmla="*/ 34 w 41"/>
              <a:gd name="T13" fmla="*/ 32 h 37"/>
              <a:gd name="T14" fmla="*/ 34 w 41"/>
              <a:gd name="T15" fmla="*/ 6 h 37"/>
              <a:gd name="T16" fmla="*/ 21 w 41"/>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7">
                <a:moveTo>
                  <a:pt x="21" y="0"/>
                </a:moveTo>
                <a:cubicBezTo>
                  <a:pt x="17" y="0"/>
                  <a:pt x="12" y="2"/>
                  <a:pt x="9" y="4"/>
                </a:cubicBezTo>
                <a:cubicBezTo>
                  <a:pt x="9" y="5"/>
                  <a:pt x="8" y="5"/>
                  <a:pt x="8" y="6"/>
                </a:cubicBezTo>
                <a:cubicBezTo>
                  <a:pt x="7" y="6"/>
                  <a:pt x="7" y="7"/>
                  <a:pt x="6" y="7"/>
                </a:cubicBezTo>
                <a:cubicBezTo>
                  <a:pt x="0" y="15"/>
                  <a:pt x="1" y="25"/>
                  <a:pt x="8" y="32"/>
                </a:cubicBezTo>
                <a:cubicBezTo>
                  <a:pt x="11" y="36"/>
                  <a:pt x="16" y="37"/>
                  <a:pt x="21" y="37"/>
                </a:cubicBezTo>
                <a:cubicBezTo>
                  <a:pt x="26" y="37"/>
                  <a:pt x="30" y="36"/>
                  <a:pt x="34" y="32"/>
                </a:cubicBezTo>
                <a:cubicBezTo>
                  <a:pt x="41" y="25"/>
                  <a:pt x="41" y="13"/>
                  <a:pt x="34" y="6"/>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23" name="Freeform 880"/>
          <p:cNvSpPr>
            <a:spLocks/>
          </p:cNvSpPr>
          <p:nvPr/>
        </p:nvSpPr>
        <p:spPr bwMode="auto">
          <a:xfrm>
            <a:off x="14185129" y="6072188"/>
            <a:ext cx="169863" cy="153988"/>
          </a:xfrm>
          <a:custGeom>
            <a:avLst/>
            <a:gdLst>
              <a:gd name="T0" fmla="*/ 21 w 41"/>
              <a:gd name="T1" fmla="*/ 0 h 37"/>
              <a:gd name="T2" fmla="*/ 8 w 41"/>
              <a:gd name="T3" fmla="*/ 6 h 37"/>
              <a:gd name="T4" fmla="*/ 8 w 41"/>
              <a:gd name="T5" fmla="*/ 32 h 37"/>
              <a:gd name="T6" fmla="*/ 18 w 41"/>
              <a:gd name="T7" fmla="*/ 37 h 37"/>
              <a:gd name="T8" fmla="*/ 21 w 41"/>
              <a:gd name="T9" fmla="*/ 37 h 37"/>
              <a:gd name="T10" fmla="*/ 22 w 41"/>
              <a:gd name="T11" fmla="*/ 37 h 37"/>
              <a:gd name="T12" fmla="*/ 34 w 41"/>
              <a:gd name="T13" fmla="*/ 32 h 37"/>
              <a:gd name="T14" fmla="*/ 34 w 41"/>
              <a:gd name="T15" fmla="*/ 6 h 37"/>
              <a:gd name="T16" fmla="*/ 21 w 41"/>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7">
                <a:moveTo>
                  <a:pt x="21" y="0"/>
                </a:moveTo>
                <a:cubicBezTo>
                  <a:pt x="16" y="0"/>
                  <a:pt x="11" y="2"/>
                  <a:pt x="8" y="6"/>
                </a:cubicBezTo>
                <a:cubicBezTo>
                  <a:pt x="0" y="13"/>
                  <a:pt x="0" y="25"/>
                  <a:pt x="8" y="32"/>
                </a:cubicBezTo>
                <a:cubicBezTo>
                  <a:pt x="11" y="35"/>
                  <a:pt x="14" y="37"/>
                  <a:pt x="18" y="37"/>
                </a:cubicBezTo>
                <a:cubicBezTo>
                  <a:pt x="19" y="37"/>
                  <a:pt x="20" y="37"/>
                  <a:pt x="21" y="37"/>
                </a:cubicBezTo>
                <a:cubicBezTo>
                  <a:pt x="21" y="37"/>
                  <a:pt x="22" y="37"/>
                  <a:pt x="22" y="37"/>
                </a:cubicBezTo>
                <a:cubicBezTo>
                  <a:pt x="26" y="37"/>
                  <a:pt x="31" y="35"/>
                  <a:pt x="34" y="32"/>
                </a:cubicBezTo>
                <a:cubicBezTo>
                  <a:pt x="41" y="25"/>
                  <a:pt x="41" y="13"/>
                  <a:pt x="34" y="6"/>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24" name="Freeform 881"/>
          <p:cNvSpPr>
            <a:spLocks/>
          </p:cNvSpPr>
          <p:nvPr/>
        </p:nvSpPr>
        <p:spPr bwMode="auto">
          <a:xfrm>
            <a:off x="13140554" y="6619875"/>
            <a:ext cx="169863" cy="153988"/>
          </a:xfrm>
          <a:custGeom>
            <a:avLst/>
            <a:gdLst>
              <a:gd name="T0" fmla="*/ 21 w 41"/>
              <a:gd name="T1" fmla="*/ 0 h 37"/>
              <a:gd name="T2" fmla="*/ 8 w 41"/>
              <a:gd name="T3" fmla="*/ 6 h 37"/>
              <a:gd name="T4" fmla="*/ 7 w 41"/>
              <a:gd name="T5" fmla="*/ 31 h 37"/>
              <a:gd name="T6" fmla="*/ 8 w 41"/>
              <a:gd name="T7" fmla="*/ 32 h 37"/>
              <a:gd name="T8" fmla="*/ 10 w 41"/>
              <a:gd name="T9" fmla="*/ 34 h 37"/>
              <a:gd name="T10" fmla="*/ 21 w 41"/>
              <a:gd name="T11" fmla="*/ 37 h 37"/>
              <a:gd name="T12" fmla="*/ 34 w 41"/>
              <a:gd name="T13" fmla="*/ 32 h 37"/>
              <a:gd name="T14" fmla="*/ 34 w 41"/>
              <a:gd name="T15" fmla="*/ 6 h 37"/>
              <a:gd name="T16" fmla="*/ 21 w 41"/>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7">
                <a:moveTo>
                  <a:pt x="21" y="0"/>
                </a:moveTo>
                <a:cubicBezTo>
                  <a:pt x="16" y="0"/>
                  <a:pt x="11" y="2"/>
                  <a:pt x="8" y="6"/>
                </a:cubicBezTo>
                <a:cubicBezTo>
                  <a:pt x="1" y="13"/>
                  <a:pt x="0" y="24"/>
                  <a:pt x="7" y="31"/>
                </a:cubicBezTo>
                <a:cubicBezTo>
                  <a:pt x="7" y="31"/>
                  <a:pt x="7" y="32"/>
                  <a:pt x="8" y="32"/>
                </a:cubicBezTo>
                <a:cubicBezTo>
                  <a:pt x="8" y="33"/>
                  <a:pt x="9" y="33"/>
                  <a:pt x="10" y="34"/>
                </a:cubicBezTo>
                <a:cubicBezTo>
                  <a:pt x="13" y="36"/>
                  <a:pt x="17" y="37"/>
                  <a:pt x="21" y="37"/>
                </a:cubicBezTo>
                <a:cubicBezTo>
                  <a:pt x="26" y="37"/>
                  <a:pt x="30" y="36"/>
                  <a:pt x="34" y="32"/>
                </a:cubicBezTo>
                <a:cubicBezTo>
                  <a:pt x="41" y="25"/>
                  <a:pt x="41" y="13"/>
                  <a:pt x="34" y="6"/>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25" name="Freeform 882"/>
          <p:cNvSpPr>
            <a:spLocks/>
          </p:cNvSpPr>
          <p:nvPr/>
        </p:nvSpPr>
        <p:spPr bwMode="auto">
          <a:xfrm>
            <a:off x="15093179" y="919163"/>
            <a:ext cx="136525" cy="136525"/>
          </a:xfrm>
          <a:custGeom>
            <a:avLst/>
            <a:gdLst>
              <a:gd name="T0" fmla="*/ 17 w 33"/>
              <a:gd name="T1" fmla="*/ 0 h 33"/>
              <a:gd name="T2" fmla="*/ 5 w 33"/>
              <a:gd name="T3" fmla="*/ 4 h 33"/>
              <a:gd name="T4" fmla="*/ 5 w 33"/>
              <a:gd name="T5" fmla="*/ 4 h 33"/>
              <a:gd name="T6" fmla="*/ 0 w 33"/>
              <a:gd name="T7" fmla="*/ 16 h 33"/>
              <a:gd name="T8" fmla="*/ 5 w 33"/>
              <a:gd name="T9" fmla="*/ 28 h 33"/>
              <a:gd name="T10" fmla="*/ 17 w 33"/>
              <a:gd name="T11" fmla="*/ 33 h 33"/>
              <a:gd name="T12" fmla="*/ 28 w 33"/>
              <a:gd name="T13" fmla="*/ 28 h 33"/>
              <a:gd name="T14" fmla="*/ 33 w 33"/>
              <a:gd name="T15" fmla="*/ 16 h 33"/>
              <a:gd name="T16" fmla="*/ 28 w 33"/>
              <a:gd name="T17" fmla="*/ 4 h 33"/>
              <a:gd name="T18" fmla="*/ 17 w 33"/>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3">
                <a:moveTo>
                  <a:pt x="17" y="0"/>
                </a:moveTo>
                <a:cubicBezTo>
                  <a:pt x="12" y="0"/>
                  <a:pt x="8" y="1"/>
                  <a:pt x="5" y="4"/>
                </a:cubicBezTo>
                <a:cubicBezTo>
                  <a:pt x="5" y="4"/>
                  <a:pt x="5" y="4"/>
                  <a:pt x="5" y="4"/>
                </a:cubicBezTo>
                <a:cubicBezTo>
                  <a:pt x="2" y="8"/>
                  <a:pt x="0" y="12"/>
                  <a:pt x="0" y="16"/>
                </a:cubicBezTo>
                <a:cubicBezTo>
                  <a:pt x="0" y="20"/>
                  <a:pt x="2" y="25"/>
                  <a:pt x="5" y="28"/>
                </a:cubicBezTo>
                <a:cubicBezTo>
                  <a:pt x="8" y="31"/>
                  <a:pt x="12" y="33"/>
                  <a:pt x="17" y="33"/>
                </a:cubicBezTo>
                <a:cubicBezTo>
                  <a:pt x="21" y="33"/>
                  <a:pt x="25" y="31"/>
                  <a:pt x="28" y="28"/>
                </a:cubicBezTo>
                <a:cubicBezTo>
                  <a:pt x="32" y="25"/>
                  <a:pt x="33" y="20"/>
                  <a:pt x="33" y="16"/>
                </a:cubicBezTo>
                <a:cubicBezTo>
                  <a:pt x="33" y="12"/>
                  <a:pt x="32" y="8"/>
                  <a:pt x="28" y="4"/>
                </a:cubicBezTo>
                <a:cubicBezTo>
                  <a:pt x="25" y="1"/>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26" name="Freeform 883"/>
          <p:cNvSpPr>
            <a:spLocks noEditPoints="1"/>
          </p:cNvSpPr>
          <p:nvPr/>
        </p:nvSpPr>
        <p:spPr bwMode="auto">
          <a:xfrm>
            <a:off x="15077304" y="903288"/>
            <a:ext cx="169863" cy="169863"/>
          </a:xfrm>
          <a:custGeom>
            <a:avLst/>
            <a:gdLst>
              <a:gd name="T0" fmla="*/ 9 w 41"/>
              <a:gd name="T1" fmla="*/ 8 h 41"/>
              <a:gd name="T2" fmla="*/ 21 w 41"/>
              <a:gd name="T3" fmla="*/ 4 h 41"/>
              <a:gd name="T4" fmla="*/ 32 w 41"/>
              <a:gd name="T5" fmla="*/ 8 h 41"/>
              <a:gd name="T6" fmla="*/ 37 w 41"/>
              <a:gd name="T7" fmla="*/ 20 h 41"/>
              <a:gd name="T8" fmla="*/ 32 w 41"/>
              <a:gd name="T9" fmla="*/ 32 h 41"/>
              <a:gd name="T10" fmla="*/ 21 w 41"/>
              <a:gd name="T11" fmla="*/ 37 h 41"/>
              <a:gd name="T12" fmla="*/ 9 w 41"/>
              <a:gd name="T13" fmla="*/ 32 h 41"/>
              <a:gd name="T14" fmla="*/ 4 w 41"/>
              <a:gd name="T15" fmla="*/ 20 h 41"/>
              <a:gd name="T16" fmla="*/ 9 w 41"/>
              <a:gd name="T17" fmla="*/ 8 h 41"/>
              <a:gd name="T18" fmla="*/ 9 w 41"/>
              <a:gd name="T19" fmla="*/ 8 h 41"/>
              <a:gd name="T20" fmla="*/ 21 w 41"/>
              <a:gd name="T21" fmla="*/ 0 h 41"/>
              <a:gd name="T22" fmla="*/ 21 w 41"/>
              <a:gd name="T23" fmla="*/ 0 h 41"/>
              <a:gd name="T24" fmla="*/ 6 w 41"/>
              <a:gd name="T25" fmla="*/ 6 h 41"/>
              <a:gd name="T26" fmla="*/ 6 w 41"/>
              <a:gd name="T27" fmla="*/ 6 h 41"/>
              <a:gd name="T28" fmla="*/ 0 w 41"/>
              <a:gd name="T29" fmla="*/ 20 h 41"/>
              <a:gd name="T30" fmla="*/ 4 w 41"/>
              <a:gd name="T31" fmla="*/ 33 h 41"/>
              <a:gd name="T32" fmla="*/ 6 w 41"/>
              <a:gd name="T33" fmla="*/ 35 h 41"/>
              <a:gd name="T34" fmla="*/ 7 w 41"/>
              <a:gd name="T35" fmla="*/ 36 h 41"/>
              <a:gd name="T36" fmla="*/ 21 w 41"/>
              <a:gd name="T37" fmla="*/ 41 h 41"/>
              <a:gd name="T38" fmla="*/ 21 w 41"/>
              <a:gd name="T39" fmla="*/ 41 h 41"/>
              <a:gd name="T40" fmla="*/ 35 w 41"/>
              <a:gd name="T41" fmla="*/ 35 h 41"/>
              <a:gd name="T42" fmla="*/ 41 w 41"/>
              <a:gd name="T43" fmla="*/ 20 h 41"/>
              <a:gd name="T44" fmla="*/ 36 w 41"/>
              <a:gd name="T45" fmla="*/ 7 h 41"/>
              <a:gd name="T46" fmla="*/ 35 w 41"/>
              <a:gd name="T47" fmla="*/ 6 h 41"/>
              <a:gd name="T48" fmla="*/ 33 w 41"/>
              <a:gd name="T49" fmla="*/ 4 h 41"/>
              <a:gd name="T50" fmla="*/ 21 w 41"/>
              <a:gd name="T5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1" h="41">
                <a:moveTo>
                  <a:pt x="9" y="8"/>
                </a:moveTo>
                <a:cubicBezTo>
                  <a:pt x="12" y="5"/>
                  <a:pt x="16" y="4"/>
                  <a:pt x="21" y="4"/>
                </a:cubicBezTo>
                <a:cubicBezTo>
                  <a:pt x="25" y="4"/>
                  <a:pt x="29" y="5"/>
                  <a:pt x="32" y="8"/>
                </a:cubicBezTo>
                <a:cubicBezTo>
                  <a:pt x="36" y="12"/>
                  <a:pt x="37" y="16"/>
                  <a:pt x="37" y="20"/>
                </a:cubicBezTo>
                <a:cubicBezTo>
                  <a:pt x="37" y="24"/>
                  <a:pt x="36" y="29"/>
                  <a:pt x="32" y="32"/>
                </a:cubicBezTo>
                <a:cubicBezTo>
                  <a:pt x="29" y="35"/>
                  <a:pt x="25" y="37"/>
                  <a:pt x="21" y="37"/>
                </a:cubicBezTo>
                <a:cubicBezTo>
                  <a:pt x="16" y="37"/>
                  <a:pt x="12" y="35"/>
                  <a:pt x="9" y="32"/>
                </a:cubicBezTo>
                <a:cubicBezTo>
                  <a:pt x="6" y="29"/>
                  <a:pt x="4" y="24"/>
                  <a:pt x="4" y="20"/>
                </a:cubicBezTo>
                <a:cubicBezTo>
                  <a:pt x="4" y="16"/>
                  <a:pt x="6" y="12"/>
                  <a:pt x="9" y="8"/>
                </a:cubicBezTo>
                <a:cubicBezTo>
                  <a:pt x="9" y="8"/>
                  <a:pt x="9" y="8"/>
                  <a:pt x="9" y="8"/>
                </a:cubicBezTo>
                <a:moveTo>
                  <a:pt x="21" y="0"/>
                </a:moveTo>
                <a:cubicBezTo>
                  <a:pt x="21" y="0"/>
                  <a:pt x="21" y="0"/>
                  <a:pt x="21" y="0"/>
                </a:cubicBezTo>
                <a:cubicBezTo>
                  <a:pt x="15" y="0"/>
                  <a:pt x="10" y="2"/>
                  <a:pt x="6" y="6"/>
                </a:cubicBezTo>
                <a:cubicBezTo>
                  <a:pt x="6" y="6"/>
                  <a:pt x="6" y="6"/>
                  <a:pt x="6" y="6"/>
                </a:cubicBezTo>
                <a:cubicBezTo>
                  <a:pt x="2" y="10"/>
                  <a:pt x="0" y="15"/>
                  <a:pt x="0" y="20"/>
                </a:cubicBezTo>
                <a:cubicBezTo>
                  <a:pt x="0" y="25"/>
                  <a:pt x="1" y="29"/>
                  <a:pt x="4" y="33"/>
                </a:cubicBezTo>
                <a:cubicBezTo>
                  <a:pt x="5" y="33"/>
                  <a:pt x="5" y="34"/>
                  <a:pt x="6" y="35"/>
                </a:cubicBezTo>
                <a:cubicBezTo>
                  <a:pt x="6" y="35"/>
                  <a:pt x="7" y="35"/>
                  <a:pt x="7" y="36"/>
                </a:cubicBezTo>
                <a:cubicBezTo>
                  <a:pt x="11" y="39"/>
                  <a:pt x="16" y="41"/>
                  <a:pt x="21" y="41"/>
                </a:cubicBezTo>
                <a:cubicBezTo>
                  <a:pt x="21" y="41"/>
                  <a:pt x="21" y="41"/>
                  <a:pt x="21" y="41"/>
                </a:cubicBezTo>
                <a:cubicBezTo>
                  <a:pt x="26" y="41"/>
                  <a:pt x="31" y="39"/>
                  <a:pt x="35" y="35"/>
                </a:cubicBezTo>
                <a:cubicBezTo>
                  <a:pt x="39" y="31"/>
                  <a:pt x="41" y="25"/>
                  <a:pt x="41" y="20"/>
                </a:cubicBezTo>
                <a:cubicBezTo>
                  <a:pt x="41" y="15"/>
                  <a:pt x="40" y="10"/>
                  <a:pt x="36" y="7"/>
                </a:cubicBezTo>
                <a:cubicBezTo>
                  <a:pt x="36" y="6"/>
                  <a:pt x="36" y="6"/>
                  <a:pt x="35" y="6"/>
                </a:cubicBezTo>
                <a:cubicBezTo>
                  <a:pt x="35" y="5"/>
                  <a:pt x="34" y="4"/>
                  <a:pt x="33" y="4"/>
                </a:cubicBezTo>
                <a:cubicBezTo>
                  <a:pt x="30" y="1"/>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27" name="Freeform 884"/>
          <p:cNvSpPr>
            <a:spLocks/>
          </p:cNvSpPr>
          <p:nvPr/>
        </p:nvSpPr>
        <p:spPr bwMode="auto">
          <a:xfrm>
            <a:off x="12937354" y="2627313"/>
            <a:ext cx="138113" cy="141288"/>
          </a:xfrm>
          <a:custGeom>
            <a:avLst/>
            <a:gdLst>
              <a:gd name="T0" fmla="*/ 16 w 33"/>
              <a:gd name="T1" fmla="*/ 0 h 34"/>
              <a:gd name="T2" fmla="*/ 4 w 33"/>
              <a:gd name="T3" fmla="*/ 5 h 34"/>
              <a:gd name="T4" fmla="*/ 4 w 33"/>
              <a:gd name="T5" fmla="*/ 5 h 34"/>
              <a:gd name="T6" fmla="*/ 0 w 33"/>
              <a:gd name="T7" fmla="*/ 17 h 34"/>
              <a:gd name="T8" fmla="*/ 4 w 33"/>
              <a:gd name="T9" fmla="*/ 29 h 34"/>
              <a:gd name="T10" fmla="*/ 16 w 33"/>
              <a:gd name="T11" fmla="*/ 34 h 34"/>
              <a:gd name="T12" fmla="*/ 28 w 33"/>
              <a:gd name="T13" fmla="*/ 29 h 34"/>
              <a:gd name="T14" fmla="*/ 33 w 33"/>
              <a:gd name="T15" fmla="*/ 17 h 34"/>
              <a:gd name="T16" fmla="*/ 28 w 33"/>
              <a:gd name="T17" fmla="*/ 5 h 34"/>
              <a:gd name="T18" fmla="*/ 16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16" y="0"/>
                </a:moveTo>
                <a:cubicBezTo>
                  <a:pt x="12" y="0"/>
                  <a:pt x="8" y="2"/>
                  <a:pt x="4" y="5"/>
                </a:cubicBezTo>
                <a:cubicBezTo>
                  <a:pt x="4" y="5"/>
                  <a:pt x="4" y="5"/>
                  <a:pt x="4" y="5"/>
                </a:cubicBezTo>
                <a:cubicBezTo>
                  <a:pt x="1" y="9"/>
                  <a:pt x="0" y="13"/>
                  <a:pt x="0" y="17"/>
                </a:cubicBezTo>
                <a:cubicBezTo>
                  <a:pt x="0" y="21"/>
                  <a:pt x="1" y="26"/>
                  <a:pt x="4" y="29"/>
                </a:cubicBezTo>
                <a:cubicBezTo>
                  <a:pt x="8" y="32"/>
                  <a:pt x="12" y="34"/>
                  <a:pt x="16" y="34"/>
                </a:cubicBezTo>
                <a:cubicBezTo>
                  <a:pt x="20" y="34"/>
                  <a:pt x="25" y="32"/>
                  <a:pt x="28" y="29"/>
                </a:cubicBezTo>
                <a:cubicBezTo>
                  <a:pt x="31" y="26"/>
                  <a:pt x="33" y="21"/>
                  <a:pt x="33" y="17"/>
                </a:cubicBezTo>
                <a:cubicBezTo>
                  <a:pt x="33" y="13"/>
                  <a:pt x="31" y="9"/>
                  <a:pt x="28" y="5"/>
                </a:cubicBezTo>
                <a:cubicBezTo>
                  <a:pt x="25" y="2"/>
                  <a:pt x="20"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28" name="Freeform 885"/>
          <p:cNvSpPr>
            <a:spLocks noEditPoints="1"/>
          </p:cNvSpPr>
          <p:nvPr/>
        </p:nvSpPr>
        <p:spPr bwMode="auto">
          <a:xfrm>
            <a:off x="12921479" y="2611438"/>
            <a:ext cx="169863" cy="173038"/>
          </a:xfrm>
          <a:custGeom>
            <a:avLst/>
            <a:gdLst>
              <a:gd name="T0" fmla="*/ 8 w 41"/>
              <a:gd name="T1" fmla="*/ 9 h 42"/>
              <a:gd name="T2" fmla="*/ 20 w 41"/>
              <a:gd name="T3" fmla="*/ 4 h 42"/>
              <a:gd name="T4" fmla="*/ 32 w 41"/>
              <a:gd name="T5" fmla="*/ 9 h 42"/>
              <a:gd name="T6" fmla="*/ 37 w 41"/>
              <a:gd name="T7" fmla="*/ 21 h 42"/>
              <a:gd name="T8" fmla="*/ 32 w 41"/>
              <a:gd name="T9" fmla="*/ 33 h 42"/>
              <a:gd name="T10" fmla="*/ 20 w 41"/>
              <a:gd name="T11" fmla="*/ 38 h 42"/>
              <a:gd name="T12" fmla="*/ 8 w 41"/>
              <a:gd name="T13" fmla="*/ 33 h 42"/>
              <a:gd name="T14" fmla="*/ 4 w 41"/>
              <a:gd name="T15" fmla="*/ 21 h 42"/>
              <a:gd name="T16" fmla="*/ 8 w 41"/>
              <a:gd name="T17" fmla="*/ 9 h 42"/>
              <a:gd name="T18" fmla="*/ 8 w 41"/>
              <a:gd name="T19" fmla="*/ 9 h 42"/>
              <a:gd name="T20" fmla="*/ 20 w 41"/>
              <a:gd name="T21" fmla="*/ 0 h 42"/>
              <a:gd name="T22" fmla="*/ 20 w 41"/>
              <a:gd name="T23" fmla="*/ 0 h 42"/>
              <a:gd name="T24" fmla="*/ 6 w 41"/>
              <a:gd name="T25" fmla="*/ 7 h 42"/>
              <a:gd name="T26" fmla="*/ 6 w 41"/>
              <a:gd name="T27" fmla="*/ 7 h 42"/>
              <a:gd name="T28" fmla="*/ 6 w 41"/>
              <a:gd name="T29" fmla="*/ 7 h 42"/>
              <a:gd name="T30" fmla="*/ 3 w 41"/>
              <a:gd name="T31" fmla="*/ 10 h 42"/>
              <a:gd name="T32" fmla="*/ 0 w 41"/>
              <a:gd name="T33" fmla="*/ 21 h 42"/>
              <a:gd name="T34" fmla="*/ 6 w 41"/>
              <a:gd name="T35" fmla="*/ 36 h 42"/>
              <a:gd name="T36" fmla="*/ 20 w 41"/>
              <a:gd name="T37" fmla="*/ 42 h 42"/>
              <a:gd name="T38" fmla="*/ 20 w 41"/>
              <a:gd name="T39" fmla="*/ 42 h 42"/>
              <a:gd name="T40" fmla="*/ 32 w 41"/>
              <a:gd name="T41" fmla="*/ 38 h 42"/>
              <a:gd name="T42" fmla="*/ 35 w 41"/>
              <a:gd name="T43" fmla="*/ 36 h 42"/>
              <a:gd name="T44" fmla="*/ 35 w 41"/>
              <a:gd name="T45" fmla="*/ 36 h 42"/>
              <a:gd name="T46" fmla="*/ 41 w 41"/>
              <a:gd name="T47" fmla="*/ 21 h 42"/>
              <a:gd name="T48" fmla="*/ 35 w 41"/>
              <a:gd name="T49" fmla="*/ 7 h 42"/>
              <a:gd name="T50" fmla="*/ 20 w 41"/>
              <a:gd name="T5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1" h="42">
                <a:moveTo>
                  <a:pt x="8" y="9"/>
                </a:moveTo>
                <a:cubicBezTo>
                  <a:pt x="12" y="6"/>
                  <a:pt x="16" y="4"/>
                  <a:pt x="20" y="4"/>
                </a:cubicBezTo>
                <a:cubicBezTo>
                  <a:pt x="24" y="4"/>
                  <a:pt x="29" y="6"/>
                  <a:pt x="32" y="9"/>
                </a:cubicBezTo>
                <a:cubicBezTo>
                  <a:pt x="35" y="13"/>
                  <a:pt x="37" y="17"/>
                  <a:pt x="37" y="21"/>
                </a:cubicBezTo>
                <a:cubicBezTo>
                  <a:pt x="37" y="25"/>
                  <a:pt x="35" y="30"/>
                  <a:pt x="32" y="33"/>
                </a:cubicBezTo>
                <a:cubicBezTo>
                  <a:pt x="29" y="36"/>
                  <a:pt x="24" y="38"/>
                  <a:pt x="20" y="38"/>
                </a:cubicBezTo>
                <a:cubicBezTo>
                  <a:pt x="16" y="38"/>
                  <a:pt x="12" y="36"/>
                  <a:pt x="8" y="33"/>
                </a:cubicBezTo>
                <a:cubicBezTo>
                  <a:pt x="5" y="30"/>
                  <a:pt x="4" y="25"/>
                  <a:pt x="4" y="21"/>
                </a:cubicBezTo>
                <a:cubicBezTo>
                  <a:pt x="4" y="17"/>
                  <a:pt x="5" y="13"/>
                  <a:pt x="8" y="9"/>
                </a:cubicBezTo>
                <a:cubicBezTo>
                  <a:pt x="8" y="9"/>
                  <a:pt x="8" y="9"/>
                  <a:pt x="8" y="9"/>
                </a:cubicBezTo>
                <a:moveTo>
                  <a:pt x="20" y="0"/>
                </a:moveTo>
                <a:cubicBezTo>
                  <a:pt x="20" y="0"/>
                  <a:pt x="20" y="0"/>
                  <a:pt x="20" y="0"/>
                </a:cubicBezTo>
                <a:cubicBezTo>
                  <a:pt x="15" y="0"/>
                  <a:pt x="10" y="2"/>
                  <a:pt x="6" y="7"/>
                </a:cubicBezTo>
                <a:cubicBezTo>
                  <a:pt x="6" y="7"/>
                  <a:pt x="6" y="7"/>
                  <a:pt x="6" y="7"/>
                </a:cubicBezTo>
                <a:cubicBezTo>
                  <a:pt x="6" y="7"/>
                  <a:pt x="6" y="7"/>
                  <a:pt x="6" y="7"/>
                </a:cubicBezTo>
                <a:cubicBezTo>
                  <a:pt x="5" y="8"/>
                  <a:pt x="4" y="9"/>
                  <a:pt x="3" y="10"/>
                </a:cubicBezTo>
                <a:cubicBezTo>
                  <a:pt x="1" y="13"/>
                  <a:pt x="0" y="17"/>
                  <a:pt x="0" y="21"/>
                </a:cubicBezTo>
                <a:cubicBezTo>
                  <a:pt x="0" y="26"/>
                  <a:pt x="2" y="32"/>
                  <a:pt x="6" y="36"/>
                </a:cubicBezTo>
                <a:cubicBezTo>
                  <a:pt x="10" y="40"/>
                  <a:pt x="15" y="42"/>
                  <a:pt x="20" y="42"/>
                </a:cubicBezTo>
                <a:cubicBezTo>
                  <a:pt x="20" y="42"/>
                  <a:pt x="20" y="42"/>
                  <a:pt x="20" y="42"/>
                </a:cubicBezTo>
                <a:cubicBezTo>
                  <a:pt x="24" y="42"/>
                  <a:pt x="28" y="41"/>
                  <a:pt x="32" y="38"/>
                </a:cubicBezTo>
                <a:cubicBezTo>
                  <a:pt x="33" y="38"/>
                  <a:pt x="34" y="37"/>
                  <a:pt x="35" y="36"/>
                </a:cubicBezTo>
                <a:cubicBezTo>
                  <a:pt x="35" y="36"/>
                  <a:pt x="35" y="36"/>
                  <a:pt x="35" y="36"/>
                </a:cubicBezTo>
                <a:cubicBezTo>
                  <a:pt x="39" y="32"/>
                  <a:pt x="41" y="26"/>
                  <a:pt x="41" y="21"/>
                </a:cubicBezTo>
                <a:cubicBezTo>
                  <a:pt x="41" y="16"/>
                  <a:pt x="39" y="11"/>
                  <a:pt x="35" y="7"/>
                </a:cubicBezTo>
                <a:cubicBezTo>
                  <a:pt x="31"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29" name="Freeform 886"/>
          <p:cNvSpPr>
            <a:spLocks/>
          </p:cNvSpPr>
          <p:nvPr/>
        </p:nvSpPr>
        <p:spPr bwMode="auto">
          <a:xfrm>
            <a:off x="12502379" y="2735263"/>
            <a:ext cx="136525" cy="136525"/>
          </a:xfrm>
          <a:custGeom>
            <a:avLst/>
            <a:gdLst>
              <a:gd name="T0" fmla="*/ 17 w 33"/>
              <a:gd name="T1" fmla="*/ 0 h 33"/>
              <a:gd name="T2" fmla="*/ 5 w 33"/>
              <a:gd name="T3" fmla="*/ 5 h 33"/>
              <a:gd name="T4" fmla="*/ 5 w 33"/>
              <a:gd name="T5" fmla="*/ 5 h 33"/>
              <a:gd name="T6" fmla="*/ 0 w 33"/>
              <a:gd name="T7" fmla="*/ 17 h 33"/>
              <a:gd name="T8" fmla="*/ 5 w 33"/>
              <a:gd name="T9" fmla="*/ 28 h 33"/>
              <a:gd name="T10" fmla="*/ 17 w 33"/>
              <a:gd name="T11" fmla="*/ 33 h 33"/>
              <a:gd name="T12" fmla="*/ 28 w 33"/>
              <a:gd name="T13" fmla="*/ 28 h 33"/>
              <a:gd name="T14" fmla="*/ 33 w 33"/>
              <a:gd name="T15" fmla="*/ 17 h 33"/>
              <a:gd name="T16" fmla="*/ 28 w 33"/>
              <a:gd name="T17" fmla="*/ 5 h 33"/>
              <a:gd name="T18" fmla="*/ 17 w 33"/>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3">
                <a:moveTo>
                  <a:pt x="17" y="0"/>
                </a:moveTo>
                <a:cubicBezTo>
                  <a:pt x="12" y="0"/>
                  <a:pt x="8" y="2"/>
                  <a:pt x="5" y="5"/>
                </a:cubicBezTo>
                <a:cubicBezTo>
                  <a:pt x="5" y="5"/>
                  <a:pt x="5" y="5"/>
                  <a:pt x="5" y="5"/>
                </a:cubicBezTo>
                <a:cubicBezTo>
                  <a:pt x="2" y="8"/>
                  <a:pt x="0" y="12"/>
                  <a:pt x="0" y="17"/>
                </a:cubicBezTo>
                <a:cubicBezTo>
                  <a:pt x="0" y="21"/>
                  <a:pt x="2" y="25"/>
                  <a:pt x="5" y="28"/>
                </a:cubicBezTo>
                <a:cubicBezTo>
                  <a:pt x="8" y="32"/>
                  <a:pt x="12" y="33"/>
                  <a:pt x="17" y="33"/>
                </a:cubicBezTo>
                <a:cubicBezTo>
                  <a:pt x="21" y="33"/>
                  <a:pt x="25" y="32"/>
                  <a:pt x="28" y="28"/>
                </a:cubicBezTo>
                <a:cubicBezTo>
                  <a:pt x="32" y="25"/>
                  <a:pt x="33" y="21"/>
                  <a:pt x="33" y="17"/>
                </a:cubicBezTo>
                <a:cubicBezTo>
                  <a:pt x="33" y="12"/>
                  <a:pt x="32" y="8"/>
                  <a:pt x="28"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30" name="Freeform 887"/>
          <p:cNvSpPr>
            <a:spLocks noEditPoints="1"/>
          </p:cNvSpPr>
          <p:nvPr/>
        </p:nvSpPr>
        <p:spPr bwMode="auto">
          <a:xfrm>
            <a:off x="12486504" y="2719388"/>
            <a:ext cx="169863" cy="169863"/>
          </a:xfrm>
          <a:custGeom>
            <a:avLst/>
            <a:gdLst>
              <a:gd name="T0" fmla="*/ 9 w 41"/>
              <a:gd name="T1" fmla="*/ 9 h 41"/>
              <a:gd name="T2" fmla="*/ 21 w 41"/>
              <a:gd name="T3" fmla="*/ 4 h 41"/>
              <a:gd name="T4" fmla="*/ 32 w 41"/>
              <a:gd name="T5" fmla="*/ 9 h 41"/>
              <a:gd name="T6" fmla="*/ 37 w 41"/>
              <a:gd name="T7" fmla="*/ 21 h 41"/>
              <a:gd name="T8" fmla="*/ 32 w 41"/>
              <a:gd name="T9" fmla="*/ 32 h 41"/>
              <a:gd name="T10" fmla="*/ 21 w 41"/>
              <a:gd name="T11" fmla="*/ 37 h 41"/>
              <a:gd name="T12" fmla="*/ 9 w 41"/>
              <a:gd name="T13" fmla="*/ 32 h 41"/>
              <a:gd name="T14" fmla="*/ 4 w 41"/>
              <a:gd name="T15" fmla="*/ 21 h 41"/>
              <a:gd name="T16" fmla="*/ 9 w 41"/>
              <a:gd name="T17" fmla="*/ 9 h 41"/>
              <a:gd name="T18" fmla="*/ 9 w 41"/>
              <a:gd name="T19" fmla="*/ 9 h 41"/>
              <a:gd name="T20" fmla="*/ 21 w 41"/>
              <a:gd name="T21" fmla="*/ 0 h 41"/>
              <a:gd name="T22" fmla="*/ 21 w 41"/>
              <a:gd name="T23" fmla="*/ 0 h 41"/>
              <a:gd name="T24" fmla="*/ 6 w 41"/>
              <a:gd name="T25" fmla="*/ 6 h 41"/>
              <a:gd name="T26" fmla="*/ 6 w 41"/>
              <a:gd name="T27" fmla="*/ 6 h 41"/>
              <a:gd name="T28" fmla="*/ 0 w 41"/>
              <a:gd name="T29" fmla="*/ 21 h 41"/>
              <a:gd name="T30" fmla="*/ 6 w 41"/>
              <a:gd name="T31" fmla="*/ 35 h 41"/>
              <a:gd name="T32" fmla="*/ 21 w 41"/>
              <a:gd name="T33" fmla="*/ 41 h 41"/>
              <a:gd name="T34" fmla="*/ 21 w 41"/>
              <a:gd name="T35" fmla="*/ 41 h 41"/>
              <a:gd name="T36" fmla="*/ 32 w 41"/>
              <a:gd name="T37" fmla="*/ 38 h 41"/>
              <a:gd name="T38" fmla="*/ 35 w 41"/>
              <a:gd name="T39" fmla="*/ 35 h 41"/>
              <a:gd name="T40" fmla="*/ 35 w 41"/>
              <a:gd name="T41" fmla="*/ 35 h 41"/>
              <a:gd name="T42" fmla="*/ 41 w 41"/>
              <a:gd name="T43" fmla="*/ 21 h 41"/>
              <a:gd name="T44" fmla="*/ 35 w 41"/>
              <a:gd name="T45" fmla="*/ 6 h 41"/>
              <a:gd name="T46" fmla="*/ 21 w 41"/>
              <a:gd name="T4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41">
                <a:moveTo>
                  <a:pt x="9" y="9"/>
                </a:moveTo>
                <a:cubicBezTo>
                  <a:pt x="12" y="6"/>
                  <a:pt x="16" y="4"/>
                  <a:pt x="21" y="4"/>
                </a:cubicBezTo>
                <a:cubicBezTo>
                  <a:pt x="25" y="4"/>
                  <a:pt x="29" y="6"/>
                  <a:pt x="32" y="9"/>
                </a:cubicBezTo>
                <a:cubicBezTo>
                  <a:pt x="36" y="12"/>
                  <a:pt x="37" y="16"/>
                  <a:pt x="37" y="21"/>
                </a:cubicBezTo>
                <a:cubicBezTo>
                  <a:pt x="37" y="25"/>
                  <a:pt x="36" y="29"/>
                  <a:pt x="32" y="32"/>
                </a:cubicBezTo>
                <a:cubicBezTo>
                  <a:pt x="29" y="36"/>
                  <a:pt x="25" y="37"/>
                  <a:pt x="21" y="37"/>
                </a:cubicBezTo>
                <a:cubicBezTo>
                  <a:pt x="16" y="37"/>
                  <a:pt x="12" y="36"/>
                  <a:pt x="9" y="32"/>
                </a:cubicBezTo>
                <a:cubicBezTo>
                  <a:pt x="6" y="29"/>
                  <a:pt x="4" y="25"/>
                  <a:pt x="4" y="21"/>
                </a:cubicBezTo>
                <a:cubicBezTo>
                  <a:pt x="4" y="16"/>
                  <a:pt x="6" y="12"/>
                  <a:pt x="9" y="9"/>
                </a:cubicBezTo>
                <a:cubicBezTo>
                  <a:pt x="9" y="9"/>
                  <a:pt x="9" y="9"/>
                  <a:pt x="9" y="9"/>
                </a:cubicBezTo>
                <a:moveTo>
                  <a:pt x="21" y="0"/>
                </a:moveTo>
                <a:cubicBezTo>
                  <a:pt x="21" y="0"/>
                  <a:pt x="21" y="0"/>
                  <a:pt x="21" y="0"/>
                </a:cubicBezTo>
                <a:cubicBezTo>
                  <a:pt x="15" y="0"/>
                  <a:pt x="10" y="2"/>
                  <a:pt x="6" y="6"/>
                </a:cubicBezTo>
                <a:cubicBezTo>
                  <a:pt x="6" y="6"/>
                  <a:pt x="6" y="6"/>
                  <a:pt x="6" y="6"/>
                </a:cubicBezTo>
                <a:cubicBezTo>
                  <a:pt x="2" y="10"/>
                  <a:pt x="0" y="15"/>
                  <a:pt x="0" y="21"/>
                </a:cubicBezTo>
                <a:cubicBezTo>
                  <a:pt x="0" y="26"/>
                  <a:pt x="2" y="31"/>
                  <a:pt x="6" y="35"/>
                </a:cubicBezTo>
                <a:cubicBezTo>
                  <a:pt x="10" y="39"/>
                  <a:pt x="15" y="41"/>
                  <a:pt x="21" y="41"/>
                </a:cubicBezTo>
                <a:cubicBezTo>
                  <a:pt x="21" y="41"/>
                  <a:pt x="21" y="41"/>
                  <a:pt x="21" y="41"/>
                </a:cubicBezTo>
                <a:cubicBezTo>
                  <a:pt x="25" y="41"/>
                  <a:pt x="29" y="40"/>
                  <a:pt x="32" y="38"/>
                </a:cubicBezTo>
                <a:cubicBezTo>
                  <a:pt x="33" y="37"/>
                  <a:pt x="34" y="36"/>
                  <a:pt x="35" y="35"/>
                </a:cubicBezTo>
                <a:cubicBezTo>
                  <a:pt x="35" y="35"/>
                  <a:pt x="35" y="35"/>
                  <a:pt x="35" y="35"/>
                </a:cubicBezTo>
                <a:cubicBezTo>
                  <a:pt x="39" y="31"/>
                  <a:pt x="41" y="26"/>
                  <a:pt x="41" y="21"/>
                </a:cubicBezTo>
                <a:cubicBezTo>
                  <a:pt x="41" y="15"/>
                  <a:pt x="39" y="10"/>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31" name="Freeform 888"/>
          <p:cNvSpPr>
            <a:spLocks/>
          </p:cNvSpPr>
          <p:nvPr/>
        </p:nvSpPr>
        <p:spPr bwMode="auto">
          <a:xfrm>
            <a:off x="12245204" y="3062288"/>
            <a:ext cx="136525" cy="138113"/>
          </a:xfrm>
          <a:custGeom>
            <a:avLst/>
            <a:gdLst>
              <a:gd name="T0" fmla="*/ 16 w 33"/>
              <a:gd name="T1" fmla="*/ 0 h 33"/>
              <a:gd name="T2" fmla="*/ 5 w 33"/>
              <a:gd name="T3" fmla="*/ 5 h 33"/>
              <a:gd name="T4" fmla="*/ 3 w 33"/>
              <a:gd name="T5" fmla="*/ 4 h 33"/>
              <a:gd name="T6" fmla="*/ 5 w 33"/>
              <a:gd name="T7" fmla="*/ 5 h 33"/>
              <a:gd name="T8" fmla="*/ 0 w 33"/>
              <a:gd name="T9" fmla="*/ 17 h 33"/>
              <a:gd name="T10" fmla="*/ 5 w 33"/>
              <a:gd name="T11" fmla="*/ 29 h 33"/>
              <a:gd name="T12" fmla="*/ 16 w 33"/>
              <a:gd name="T13" fmla="*/ 33 h 33"/>
              <a:gd name="T14" fmla="*/ 28 w 33"/>
              <a:gd name="T15" fmla="*/ 29 h 33"/>
              <a:gd name="T16" fmla="*/ 33 w 33"/>
              <a:gd name="T17" fmla="*/ 17 h 33"/>
              <a:gd name="T18" fmla="*/ 28 w 33"/>
              <a:gd name="T19" fmla="*/ 5 h 33"/>
              <a:gd name="T20" fmla="*/ 16 w 33"/>
              <a:gd name="T21"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33">
                <a:moveTo>
                  <a:pt x="16" y="0"/>
                </a:moveTo>
                <a:cubicBezTo>
                  <a:pt x="12" y="0"/>
                  <a:pt x="8" y="2"/>
                  <a:pt x="5" y="5"/>
                </a:cubicBezTo>
                <a:cubicBezTo>
                  <a:pt x="3" y="4"/>
                  <a:pt x="3" y="4"/>
                  <a:pt x="3" y="4"/>
                </a:cubicBezTo>
                <a:cubicBezTo>
                  <a:pt x="5" y="5"/>
                  <a:pt x="5" y="5"/>
                  <a:pt x="5" y="5"/>
                </a:cubicBezTo>
                <a:cubicBezTo>
                  <a:pt x="1" y="8"/>
                  <a:pt x="0" y="12"/>
                  <a:pt x="0" y="17"/>
                </a:cubicBezTo>
                <a:cubicBezTo>
                  <a:pt x="0" y="21"/>
                  <a:pt x="1" y="25"/>
                  <a:pt x="5" y="29"/>
                </a:cubicBezTo>
                <a:cubicBezTo>
                  <a:pt x="8" y="32"/>
                  <a:pt x="12" y="33"/>
                  <a:pt x="16" y="33"/>
                </a:cubicBezTo>
                <a:cubicBezTo>
                  <a:pt x="21" y="33"/>
                  <a:pt x="25" y="32"/>
                  <a:pt x="28" y="29"/>
                </a:cubicBezTo>
                <a:cubicBezTo>
                  <a:pt x="31" y="25"/>
                  <a:pt x="33" y="21"/>
                  <a:pt x="33" y="17"/>
                </a:cubicBezTo>
                <a:cubicBezTo>
                  <a:pt x="33" y="12"/>
                  <a:pt x="31" y="8"/>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32" name="Freeform 889"/>
          <p:cNvSpPr>
            <a:spLocks noEditPoints="1"/>
          </p:cNvSpPr>
          <p:nvPr/>
        </p:nvSpPr>
        <p:spPr bwMode="auto">
          <a:xfrm>
            <a:off x="12229329" y="3046413"/>
            <a:ext cx="169863" cy="169863"/>
          </a:xfrm>
          <a:custGeom>
            <a:avLst/>
            <a:gdLst>
              <a:gd name="T0" fmla="*/ 9 w 41"/>
              <a:gd name="T1" fmla="*/ 9 h 41"/>
              <a:gd name="T2" fmla="*/ 20 w 41"/>
              <a:gd name="T3" fmla="*/ 4 h 41"/>
              <a:gd name="T4" fmla="*/ 32 w 41"/>
              <a:gd name="T5" fmla="*/ 9 h 41"/>
              <a:gd name="T6" fmla="*/ 37 w 41"/>
              <a:gd name="T7" fmla="*/ 21 h 41"/>
              <a:gd name="T8" fmla="*/ 32 w 41"/>
              <a:gd name="T9" fmla="*/ 33 h 41"/>
              <a:gd name="T10" fmla="*/ 20 w 41"/>
              <a:gd name="T11" fmla="*/ 37 h 41"/>
              <a:gd name="T12" fmla="*/ 9 w 41"/>
              <a:gd name="T13" fmla="*/ 33 h 41"/>
              <a:gd name="T14" fmla="*/ 4 w 41"/>
              <a:gd name="T15" fmla="*/ 21 h 41"/>
              <a:gd name="T16" fmla="*/ 9 w 41"/>
              <a:gd name="T17" fmla="*/ 9 h 41"/>
              <a:gd name="T18" fmla="*/ 7 w 41"/>
              <a:gd name="T19" fmla="*/ 8 h 41"/>
              <a:gd name="T20" fmla="*/ 9 w 41"/>
              <a:gd name="T21" fmla="*/ 9 h 41"/>
              <a:gd name="T22" fmla="*/ 20 w 41"/>
              <a:gd name="T23" fmla="*/ 0 h 41"/>
              <a:gd name="T24" fmla="*/ 20 w 41"/>
              <a:gd name="T25" fmla="*/ 0 h 41"/>
              <a:gd name="T26" fmla="*/ 6 w 41"/>
              <a:gd name="T27" fmla="*/ 6 h 41"/>
              <a:gd name="T28" fmla="*/ 6 w 41"/>
              <a:gd name="T29" fmla="*/ 6 h 41"/>
              <a:gd name="T30" fmla="*/ 0 w 41"/>
              <a:gd name="T31" fmla="*/ 21 h 41"/>
              <a:gd name="T32" fmla="*/ 6 w 41"/>
              <a:gd name="T33" fmla="*/ 35 h 41"/>
              <a:gd name="T34" fmla="*/ 20 w 41"/>
              <a:gd name="T35" fmla="*/ 41 h 41"/>
              <a:gd name="T36" fmla="*/ 20 w 41"/>
              <a:gd name="T37" fmla="*/ 41 h 41"/>
              <a:gd name="T38" fmla="*/ 35 w 41"/>
              <a:gd name="T39" fmla="*/ 35 h 41"/>
              <a:gd name="T40" fmla="*/ 41 w 41"/>
              <a:gd name="T41" fmla="*/ 21 h 41"/>
              <a:gd name="T42" fmla="*/ 36 w 41"/>
              <a:gd name="T43" fmla="*/ 7 h 41"/>
              <a:gd name="T44" fmla="*/ 35 w 41"/>
              <a:gd name="T45" fmla="*/ 6 h 41"/>
              <a:gd name="T46" fmla="*/ 33 w 41"/>
              <a:gd name="T47" fmla="*/ 4 h 41"/>
              <a:gd name="T48" fmla="*/ 20 w 41"/>
              <a:gd name="T49"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 h="41">
                <a:moveTo>
                  <a:pt x="9" y="9"/>
                </a:moveTo>
                <a:cubicBezTo>
                  <a:pt x="12" y="6"/>
                  <a:pt x="16" y="4"/>
                  <a:pt x="20" y="4"/>
                </a:cubicBezTo>
                <a:cubicBezTo>
                  <a:pt x="25" y="4"/>
                  <a:pt x="29" y="6"/>
                  <a:pt x="32" y="9"/>
                </a:cubicBezTo>
                <a:cubicBezTo>
                  <a:pt x="35" y="12"/>
                  <a:pt x="37" y="16"/>
                  <a:pt x="37" y="21"/>
                </a:cubicBezTo>
                <a:cubicBezTo>
                  <a:pt x="37" y="25"/>
                  <a:pt x="35" y="29"/>
                  <a:pt x="32" y="33"/>
                </a:cubicBezTo>
                <a:cubicBezTo>
                  <a:pt x="29" y="36"/>
                  <a:pt x="25" y="37"/>
                  <a:pt x="20" y="37"/>
                </a:cubicBezTo>
                <a:cubicBezTo>
                  <a:pt x="16" y="37"/>
                  <a:pt x="12" y="36"/>
                  <a:pt x="9" y="33"/>
                </a:cubicBezTo>
                <a:cubicBezTo>
                  <a:pt x="5" y="29"/>
                  <a:pt x="4" y="25"/>
                  <a:pt x="4" y="21"/>
                </a:cubicBezTo>
                <a:cubicBezTo>
                  <a:pt x="4" y="16"/>
                  <a:pt x="5" y="12"/>
                  <a:pt x="9" y="9"/>
                </a:cubicBezTo>
                <a:cubicBezTo>
                  <a:pt x="7" y="8"/>
                  <a:pt x="7" y="8"/>
                  <a:pt x="7" y="8"/>
                </a:cubicBezTo>
                <a:cubicBezTo>
                  <a:pt x="9" y="9"/>
                  <a:pt x="9" y="9"/>
                  <a:pt x="9" y="9"/>
                </a:cubicBezTo>
                <a:moveTo>
                  <a:pt x="20" y="0"/>
                </a:moveTo>
                <a:cubicBezTo>
                  <a:pt x="20" y="0"/>
                  <a:pt x="20" y="0"/>
                  <a:pt x="20" y="0"/>
                </a:cubicBezTo>
                <a:cubicBezTo>
                  <a:pt x="15" y="0"/>
                  <a:pt x="10" y="2"/>
                  <a:pt x="6" y="6"/>
                </a:cubicBezTo>
                <a:cubicBezTo>
                  <a:pt x="6" y="6"/>
                  <a:pt x="6" y="6"/>
                  <a:pt x="6" y="6"/>
                </a:cubicBezTo>
                <a:cubicBezTo>
                  <a:pt x="2" y="10"/>
                  <a:pt x="0" y="15"/>
                  <a:pt x="0" y="21"/>
                </a:cubicBezTo>
                <a:cubicBezTo>
                  <a:pt x="0" y="26"/>
                  <a:pt x="2" y="31"/>
                  <a:pt x="6" y="35"/>
                </a:cubicBezTo>
                <a:cubicBezTo>
                  <a:pt x="10" y="39"/>
                  <a:pt x="15" y="41"/>
                  <a:pt x="20" y="41"/>
                </a:cubicBezTo>
                <a:cubicBezTo>
                  <a:pt x="20" y="41"/>
                  <a:pt x="20" y="41"/>
                  <a:pt x="20" y="41"/>
                </a:cubicBezTo>
                <a:cubicBezTo>
                  <a:pt x="26" y="41"/>
                  <a:pt x="31" y="39"/>
                  <a:pt x="35" y="35"/>
                </a:cubicBezTo>
                <a:cubicBezTo>
                  <a:pt x="39" y="31"/>
                  <a:pt x="41" y="26"/>
                  <a:pt x="41" y="21"/>
                </a:cubicBezTo>
                <a:cubicBezTo>
                  <a:pt x="41" y="16"/>
                  <a:pt x="39" y="11"/>
                  <a:pt x="36" y="7"/>
                </a:cubicBezTo>
                <a:cubicBezTo>
                  <a:pt x="36" y="7"/>
                  <a:pt x="35" y="6"/>
                  <a:pt x="35" y="6"/>
                </a:cubicBezTo>
                <a:cubicBezTo>
                  <a:pt x="34" y="6"/>
                  <a:pt x="34" y="5"/>
                  <a:pt x="33" y="4"/>
                </a:cubicBezTo>
                <a:cubicBezTo>
                  <a:pt x="29"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33" name="Freeform 890"/>
          <p:cNvSpPr>
            <a:spLocks/>
          </p:cNvSpPr>
          <p:nvPr/>
        </p:nvSpPr>
        <p:spPr bwMode="auto">
          <a:xfrm>
            <a:off x="14120042" y="3344863"/>
            <a:ext cx="139700" cy="136525"/>
          </a:xfrm>
          <a:custGeom>
            <a:avLst/>
            <a:gdLst>
              <a:gd name="T0" fmla="*/ 17 w 34"/>
              <a:gd name="T1" fmla="*/ 0 h 33"/>
              <a:gd name="T2" fmla="*/ 5 w 34"/>
              <a:gd name="T3" fmla="*/ 5 h 33"/>
              <a:gd name="T4" fmla="*/ 4 w 34"/>
              <a:gd name="T5" fmla="*/ 3 h 33"/>
              <a:gd name="T6" fmla="*/ 5 w 34"/>
              <a:gd name="T7" fmla="*/ 5 h 33"/>
              <a:gd name="T8" fmla="*/ 0 w 34"/>
              <a:gd name="T9" fmla="*/ 17 h 33"/>
              <a:gd name="T10" fmla="*/ 5 w 34"/>
              <a:gd name="T11" fmla="*/ 28 h 33"/>
              <a:gd name="T12" fmla="*/ 17 w 34"/>
              <a:gd name="T13" fmla="*/ 33 h 33"/>
              <a:gd name="T14" fmla="*/ 29 w 34"/>
              <a:gd name="T15" fmla="*/ 28 h 33"/>
              <a:gd name="T16" fmla="*/ 34 w 34"/>
              <a:gd name="T17" fmla="*/ 17 h 33"/>
              <a:gd name="T18" fmla="*/ 29 w 34"/>
              <a:gd name="T19" fmla="*/ 5 h 33"/>
              <a:gd name="T20" fmla="*/ 17 w 34"/>
              <a:gd name="T21"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 h="33">
                <a:moveTo>
                  <a:pt x="17" y="0"/>
                </a:moveTo>
                <a:cubicBezTo>
                  <a:pt x="13" y="0"/>
                  <a:pt x="8" y="2"/>
                  <a:pt x="5" y="5"/>
                </a:cubicBezTo>
                <a:cubicBezTo>
                  <a:pt x="4" y="3"/>
                  <a:pt x="4" y="3"/>
                  <a:pt x="4" y="3"/>
                </a:cubicBezTo>
                <a:cubicBezTo>
                  <a:pt x="5" y="5"/>
                  <a:pt x="5" y="5"/>
                  <a:pt x="5" y="5"/>
                </a:cubicBezTo>
                <a:cubicBezTo>
                  <a:pt x="2" y="8"/>
                  <a:pt x="0" y="12"/>
                  <a:pt x="0" y="17"/>
                </a:cubicBezTo>
                <a:cubicBezTo>
                  <a:pt x="0" y="21"/>
                  <a:pt x="2" y="25"/>
                  <a:pt x="5" y="28"/>
                </a:cubicBezTo>
                <a:cubicBezTo>
                  <a:pt x="8" y="32"/>
                  <a:pt x="13" y="33"/>
                  <a:pt x="17" y="33"/>
                </a:cubicBezTo>
                <a:cubicBezTo>
                  <a:pt x="21" y="33"/>
                  <a:pt x="25" y="32"/>
                  <a:pt x="29" y="28"/>
                </a:cubicBezTo>
                <a:cubicBezTo>
                  <a:pt x="32" y="25"/>
                  <a:pt x="34" y="21"/>
                  <a:pt x="34" y="17"/>
                </a:cubicBezTo>
                <a:cubicBezTo>
                  <a:pt x="34" y="12"/>
                  <a:pt x="32" y="8"/>
                  <a:pt x="29"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34" name="Freeform 891"/>
          <p:cNvSpPr>
            <a:spLocks noEditPoints="1"/>
          </p:cNvSpPr>
          <p:nvPr/>
        </p:nvSpPr>
        <p:spPr bwMode="auto">
          <a:xfrm>
            <a:off x="14102579" y="3328988"/>
            <a:ext cx="174625" cy="169863"/>
          </a:xfrm>
          <a:custGeom>
            <a:avLst/>
            <a:gdLst>
              <a:gd name="T0" fmla="*/ 9 w 42"/>
              <a:gd name="T1" fmla="*/ 9 h 41"/>
              <a:gd name="T2" fmla="*/ 21 w 42"/>
              <a:gd name="T3" fmla="*/ 4 h 41"/>
              <a:gd name="T4" fmla="*/ 33 w 42"/>
              <a:gd name="T5" fmla="*/ 9 h 41"/>
              <a:gd name="T6" fmla="*/ 38 w 42"/>
              <a:gd name="T7" fmla="*/ 21 h 41"/>
              <a:gd name="T8" fmla="*/ 33 w 42"/>
              <a:gd name="T9" fmla="*/ 32 h 41"/>
              <a:gd name="T10" fmla="*/ 21 w 42"/>
              <a:gd name="T11" fmla="*/ 37 h 41"/>
              <a:gd name="T12" fmla="*/ 9 w 42"/>
              <a:gd name="T13" fmla="*/ 32 h 41"/>
              <a:gd name="T14" fmla="*/ 4 w 42"/>
              <a:gd name="T15" fmla="*/ 21 h 41"/>
              <a:gd name="T16" fmla="*/ 9 w 42"/>
              <a:gd name="T17" fmla="*/ 9 h 41"/>
              <a:gd name="T18" fmla="*/ 8 w 42"/>
              <a:gd name="T19" fmla="*/ 7 h 41"/>
              <a:gd name="T20" fmla="*/ 9 w 42"/>
              <a:gd name="T21" fmla="*/ 9 h 41"/>
              <a:gd name="T22" fmla="*/ 21 w 42"/>
              <a:gd name="T23" fmla="*/ 0 h 41"/>
              <a:gd name="T24" fmla="*/ 21 w 42"/>
              <a:gd name="T25" fmla="*/ 0 h 41"/>
              <a:gd name="T26" fmla="*/ 6 w 42"/>
              <a:gd name="T27" fmla="*/ 6 h 41"/>
              <a:gd name="T28" fmla="*/ 6 w 42"/>
              <a:gd name="T29" fmla="*/ 6 h 41"/>
              <a:gd name="T30" fmla="*/ 0 w 42"/>
              <a:gd name="T31" fmla="*/ 20 h 41"/>
              <a:gd name="T32" fmla="*/ 0 w 42"/>
              <a:gd name="T33" fmla="*/ 21 h 41"/>
              <a:gd name="T34" fmla="*/ 0 w 42"/>
              <a:gd name="T35" fmla="*/ 24 h 41"/>
              <a:gd name="T36" fmla="*/ 6 w 42"/>
              <a:gd name="T37" fmla="*/ 35 h 41"/>
              <a:gd name="T38" fmla="*/ 21 w 42"/>
              <a:gd name="T39" fmla="*/ 41 h 41"/>
              <a:gd name="T40" fmla="*/ 21 w 42"/>
              <a:gd name="T41" fmla="*/ 41 h 41"/>
              <a:gd name="T42" fmla="*/ 35 w 42"/>
              <a:gd name="T43" fmla="*/ 35 h 41"/>
              <a:gd name="T44" fmla="*/ 42 w 42"/>
              <a:gd name="T45" fmla="*/ 21 h 41"/>
              <a:gd name="T46" fmla="*/ 35 w 42"/>
              <a:gd name="T47" fmla="*/ 6 h 41"/>
              <a:gd name="T48" fmla="*/ 21 w 42"/>
              <a:gd name="T49"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41">
                <a:moveTo>
                  <a:pt x="9" y="9"/>
                </a:moveTo>
                <a:cubicBezTo>
                  <a:pt x="12" y="6"/>
                  <a:pt x="17" y="4"/>
                  <a:pt x="21" y="4"/>
                </a:cubicBezTo>
                <a:cubicBezTo>
                  <a:pt x="25" y="4"/>
                  <a:pt x="29" y="6"/>
                  <a:pt x="33" y="9"/>
                </a:cubicBezTo>
                <a:cubicBezTo>
                  <a:pt x="36" y="12"/>
                  <a:pt x="38" y="16"/>
                  <a:pt x="38" y="21"/>
                </a:cubicBezTo>
                <a:cubicBezTo>
                  <a:pt x="38" y="25"/>
                  <a:pt x="36" y="29"/>
                  <a:pt x="33" y="32"/>
                </a:cubicBezTo>
                <a:cubicBezTo>
                  <a:pt x="29" y="36"/>
                  <a:pt x="25" y="37"/>
                  <a:pt x="21" y="37"/>
                </a:cubicBezTo>
                <a:cubicBezTo>
                  <a:pt x="17" y="37"/>
                  <a:pt x="12" y="36"/>
                  <a:pt x="9" y="32"/>
                </a:cubicBezTo>
                <a:cubicBezTo>
                  <a:pt x="6" y="29"/>
                  <a:pt x="4" y="25"/>
                  <a:pt x="4" y="21"/>
                </a:cubicBezTo>
                <a:cubicBezTo>
                  <a:pt x="4" y="16"/>
                  <a:pt x="6" y="12"/>
                  <a:pt x="9" y="9"/>
                </a:cubicBezTo>
                <a:cubicBezTo>
                  <a:pt x="8" y="7"/>
                  <a:pt x="8" y="7"/>
                  <a:pt x="8" y="7"/>
                </a:cubicBezTo>
                <a:cubicBezTo>
                  <a:pt x="9" y="9"/>
                  <a:pt x="9" y="9"/>
                  <a:pt x="9" y="9"/>
                </a:cubicBezTo>
                <a:moveTo>
                  <a:pt x="21" y="0"/>
                </a:moveTo>
                <a:cubicBezTo>
                  <a:pt x="21" y="0"/>
                  <a:pt x="21" y="0"/>
                  <a:pt x="21" y="0"/>
                </a:cubicBezTo>
                <a:cubicBezTo>
                  <a:pt x="16" y="0"/>
                  <a:pt x="10" y="2"/>
                  <a:pt x="6" y="6"/>
                </a:cubicBezTo>
                <a:cubicBezTo>
                  <a:pt x="6" y="6"/>
                  <a:pt x="6" y="6"/>
                  <a:pt x="6" y="6"/>
                </a:cubicBezTo>
                <a:cubicBezTo>
                  <a:pt x="2" y="10"/>
                  <a:pt x="0" y="15"/>
                  <a:pt x="0" y="20"/>
                </a:cubicBezTo>
                <a:cubicBezTo>
                  <a:pt x="0" y="20"/>
                  <a:pt x="0" y="20"/>
                  <a:pt x="0" y="21"/>
                </a:cubicBezTo>
                <a:cubicBezTo>
                  <a:pt x="0" y="22"/>
                  <a:pt x="0" y="23"/>
                  <a:pt x="0" y="24"/>
                </a:cubicBezTo>
                <a:cubicBezTo>
                  <a:pt x="1" y="28"/>
                  <a:pt x="3" y="32"/>
                  <a:pt x="6" y="35"/>
                </a:cubicBezTo>
                <a:cubicBezTo>
                  <a:pt x="10" y="39"/>
                  <a:pt x="16" y="41"/>
                  <a:pt x="21" y="41"/>
                </a:cubicBezTo>
                <a:cubicBezTo>
                  <a:pt x="21" y="41"/>
                  <a:pt x="21" y="41"/>
                  <a:pt x="21" y="41"/>
                </a:cubicBezTo>
                <a:cubicBezTo>
                  <a:pt x="26" y="41"/>
                  <a:pt x="31" y="39"/>
                  <a:pt x="35" y="35"/>
                </a:cubicBezTo>
                <a:cubicBezTo>
                  <a:pt x="40" y="31"/>
                  <a:pt x="42" y="26"/>
                  <a:pt x="42" y="21"/>
                </a:cubicBezTo>
                <a:cubicBezTo>
                  <a:pt x="42" y="15"/>
                  <a:pt x="40" y="10"/>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35" name="Freeform 892"/>
          <p:cNvSpPr>
            <a:spLocks/>
          </p:cNvSpPr>
          <p:nvPr/>
        </p:nvSpPr>
        <p:spPr bwMode="auto">
          <a:xfrm>
            <a:off x="14385154" y="4322763"/>
            <a:ext cx="139700" cy="136525"/>
          </a:xfrm>
          <a:custGeom>
            <a:avLst/>
            <a:gdLst>
              <a:gd name="T0" fmla="*/ 17 w 34"/>
              <a:gd name="T1" fmla="*/ 0 h 33"/>
              <a:gd name="T2" fmla="*/ 5 w 34"/>
              <a:gd name="T3" fmla="*/ 5 h 33"/>
              <a:gd name="T4" fmla="*/ 5 w 34"/>
              <a:gd name="T5" fmla="*/ 5 h 33"/>
              <a:gd name="T6" fmla="*/ 0 w 34"/>
              <a:gd name="T7" fmla="*/ 17 h 33"/>
              <a:gd name="T8" fmla="*/ 5 w 34"/>
              <a:gd name="T9" fmla="*/ 28 h 33"/>
              <a:gd name="T10" fmla="*/ 17 w 34"/>
              <a:gd name="T11" fmla="*/ 33 h 33"/>
              <a:gd name="T12" fmla="*/ 29 w 34"/>
              <a:gd name="T13" fmla="*/ 28 h 33"/>
              <a:gd name="T14" fmla="*/ 34 w 34"/>
              <a:gd name="T15" fmla="*/ 17 h 33"/>
              <a:gd name="T16" fmla="*/ 29 w 34"/>
              <a:gd name="T17" fmla="*/ 5 h 33"/>
              <a:gd name="T18" fmla="*/ 17 w 34"/>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33">
                <a:moveTo>
                  <a:pt x="17" y="0"/>
                </a:moveTo>
                <a:cubicBezTo>
                  <a:pt x="13" y="0"/>
                  <a:pt x="8" y="2"/>
                  <a:pt x="5" y="5"/>
                </a:cubicBezTo>
                <a:cubicBezTo>
                  <a:pt x="5" y="5"/>
                  <a:pt x="5" y="5"/>
                  <a:pt x="5" y="5"/>
                </a:cubicBezTo>
                <a:cubicBezTo>
                  <a:pt x="2" y="8"/>
                  <a:pt x="0" y="12"/>
                  <a:pt x="0" y="17"/>
                </a:cubicBezTo>
                <a:cubicBezTo>
                  <a:pt x="0" y="21"/>
                  <a:pt x="2" y="25"/>
                  <a:pt x="5" y="28"/>
                </a:cubicBezTo>
                <a:cubicBezTo>
                  <a:pt x="8" y="32"/>
                  <a:pt x="13" y="33"/>
                  <a:pt x="17" y="33"/>
                </a:cubicBezTo>
                <a:cubicBezTo>
                  <a:pt x="21" y="33"/>
                  <a:pt x="25" y="32"/>
                  <a:pt x="29" y="28"/>
                </a:cubicBezTo>
                <a:cubicBezTo>
                  <a:pt x="32" y="25"/>
                  <a:pt x="34" y="21"/>
                  <a:pt x="34" y="17"/>
                </a:cubicBezTo>
                <a:cubicBezTo>
                  <a:pt x="34" y="12"/>
                  <a:pt x="32" y="8"/>
                  <a:pt x="29"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36" name="Freeform 893"/>
          <p:cNvSpPr>
            <a:spLocks noEditPoints="1"/>
          </p:cNvSpPr>
          <p:nvPr/>
        </p:nvSpPr>
        <p:spPr bwMode="auto">
          <a:xfrm>
            <a:off x="14367692" y="4306888"/>
            <a:ext cx="174625" cy="169863"/>
          </a:xfrm>
          <a:custGeom>
            <a:avLst/>
            <a:gdLst>
              <a:gd name="T0" fmla="*/ 9 w 42"/>
              <a:gd name="T1" fmla="*/ 9 h 41"/>
              <a:gd name="T2" fmla="*/ 21 w 42"/>
              <a:gd name="T3" fmla="*/ 4 h 41"/>
              <a:gd name="T4" fmla="*/ 33 w 42"/>
              <a:gd name="T5" fmla="*/ 9 h 41"/>
              <a:gd name="T6" fmla="*/ 38 w 42"/>
              <a:gd name="T7" fmla="*/ 21 h 41"/>
              <a:gd name="T8" fmla="*/ 33 w 42"/>
              <a:gd name="T9" fmla="*/ 32 h 41"/>
              <a:gd name="T10" fmla="*/ 21 w 42"/>
              <a:gd name="T11" fmla="*/ 37 h 41"/>
              <a:gd name="T12" fmla="*/ 9 w 42"/>
              <a:gd name="T13" fmla="*/ 32 h 41"/>
              <a:gd name="T14" fmla="*/ 4 w 42"/>
              <a:gd name="T15" fmla="*/ 21 h 41"/>
              <a:gd name="T16" fmla="*/ 9 w 42"/>
              <a:gd name="T17" fmla="*/ 9 h 41"/>
              <a:gd name="T18" fmla="*/ 9 w 42"/>
              <a:gd name="T19" fmla="*/ 9 h 41"/>
              <a:gd name="T20" fmla="*/ 21 w 42"/>
              <a:gd name="T21" fmla="*/ 0 h 41"/>
              <a:gd name="T22" fmla="*/ 21 w 42"/>
              <a:gd name="T23" fmla="*/ 0 h 41"/>
              <a:gd name="T24" fmla="*/ 6 w 42"/>
              <a:gd name="T25" fmla="*/ 6 h 41"/>
              <a:gd name="T26" fmla="*/ 6 w 42"/>
              <a:gd name="T27" fmla="*/ 6 h 41"/>
              <a:gd name="T28" fmla="*/ 0 w 42"/>
              <a:gd name="T29" fmla="*/ 21 h 41"/>
              <a:gd name="T30" fmla="*/ 6 w 42"/>
              <a:gd name="T31" fmla="*/ 35 h 41"/>
              <a:gd name="T32" fmla="*/ 21 w 42"/>
              <a:gd name="T33" fmla="*/ 41 h 41"/>
              <a:gd name="T34" fmla="*/ 21 w 42"/>
              <a:gd name="T35" fmla="*/ 41 h 41"/>
              <a:gd name="T36" fmla="*/ 35 w 42"/>
              <a:gd name="T37" fmla="*/ 35 h 41"/>
              <a:gd name="T38" fmla="*/ 42 w 42"/>
              <a:gd name="T39" fmla="*/ 21 h 41"/>
              <a:gd name="T40" fmla="*/ 40 w 42"/>
              <a:gd name="T41" fmla="*/ 14 h 41"/>
              <a:gd name="T42" fmla="*/ 39 w 42"/>
              <a:gd name="T43" fmla="*/ 10 h 41"/>
              <a:gd name="T44" fmla="*/ 35 w 42"/>
              <a:gd name="T45" fmla="*/ 6 h 41"/>
              <a:gd name="T46" fmla="*/ 21 w 42"/>
              <a:gd name="T4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2" h="41">
                <a:moveTo>
                  <a:pt x="9" y="9"/>
                </a:moveTo>
                <a:cubicBezTo>
                  <a:pt x="12" y="6"/>
                  <a:pt x="17" y="4"/>
                  <a:pt x="21" y="4"/>
                </a:cubicBezTo>
                <a:cubicBezTo>
                  <a:pt x="25" y="4"/>
                  <a:pt x="29" y="6"/>
                  <a:pt x="33" y="9"/>
                </a:cubicBezTo>
                <a:cubicBezTo>
                  <a:pt x="36" y="12"/>
                  <a:pt x="38" y="16"/>
                  <a:pt x="38" y="21"/>
                </a:cubicBezTo>
                <a:cubicBezTo>
                  <a:pt x="38" y="25"/>
                  <a:pt x="36" y="29"/>
                  <a:pt x="33" y="32"/>
                </a:cubicBezTo>
                <a:cubicBezTo>
                  <a:pt x="29" y="36"/>
                  <a:pt x="25" y="37"/>
                  <a:pt x="21" y="37"/>
                </a:cubicBezTo>
                <a:cubicBezTo>
                  <a:pt x="17" y="37"/>
                  <a:pt x="12" y="36"/>
                  <a:pt x="9" y="32"/>
                </a:cubicBezTo>
                <a:cubicBezTo>
                  <a:pt x="6" y="29"/>
                  <a:pt x="4" y="25"/>
                  <a:pt x="4" y="21"/>
                </a:cubicBezTo>
                <a:cubicBezTo>
                  <a:pt x="4" y="16"/>
                  <a:pt x="6" y="12"/>
                  <a:pt x="9" y="9"/>
                </a:cubicBezTo>
                <a:cubicBezTo>
                  <a:pt x="9" y="9"/>
                  <a:pt x="9" y="9"/>
                  <a:pt x="9" y="9"/>
                </a:cubicBezTo>
                <a:moveTo>
                  <a:pt x="21" y="0"/>
                </a:moveTo>
                <a:cubicBezTo>
                  <a:pt x="21" y="0"/>
                  <a:pt x="21" y="0"/>
                  <a:pt x="21" y="0"/>
                </a:cubicBezTo>
                <a:cubicBezTo>
                  <a:pt x="16" y="0"/>
                  <a:pt x="10" y="2"/>
                  <a:pt x="6" y="6"/>
                </a:cubicBezTo>
                <a:cubicBezTo>
                  <a:pt x="6" y="6"/>
                  <a:pt x="6" y="6"/>
                  <a:pt x="6" y="6"/>
                </a:cubicBezTo>
                <a:cubicBezTo>
                  <a:pt x="2" y="10"/>
                  <a:pt x="0" y="15"/>
                  <a:pt x="0" y="21"/>
                </a:cubicBezTo>
                <a:cubicBezTo>
                  <a:pt x="0" y="26"/>
                  <a:pt x="2" y="31"/>
                  <a:pt x="6" y="35"/>
                </a:cubicBezTo>
                <a:cubicBezTo>
                  <a:pt x="10" y="39"/>
                  <a:pt x="16" y="41"/>
                  <a:pt x="21" y="41"/>
                </a:cubicBezTo>
                <a:cubicBezTo>
                  <a:pt x="21" y="41"/>
                  <a:pt x="21" y="41"/>
                  <a:pt x="21" y="41"/>
                </a:cubicBezTo>
                <a:cubicBezTo>
                  <a:pt x="26" y="41"/>
                  <a:pt x="31" y="39"/>
                  <a:pt x="35" y="35"/>
                </a:cubicBezTo>
                <a:cubicBezTo>
                  <a:pt x="40" y="31"/>
                  <a:pt x="42" y="26"/>
                  <a:pt x="42" y="21"/>
                </a:cubicBezTo>
                <a:cubicBezTo>
                  <a:pt x="42" y="18"/>
                  <a:pt x="41" y="16"/>
                  <a:pt x="40" y="14"/>
                </a:cubicBezTo>
                <a:cubicBezTo>
                  <a:pt x="40" y="13"/>
                  <a:pt x="39" y="11"/>
                  <a:pt x="39" y="10"/>
                </a:cubicBezTo>
                <a:cubicBezTo>
                  <a:pt x="38" y="9"/>
                  <a:pt x="37" y="7"/>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37" name="Freeform 894"/>
          <p:cNvSpPr>
            <a:spLocks/>
          </p:cNvSpPr>
          <p:nvPr/>
        </p:nvSpPr>
        <p:spPr bwMode="auto">
          <a:xfrm>
            <a:off x="16325079" y="2581275"/>
            <a:ext cx="139700" cy="138113"/>
          </a:xfrm>
          <a:custGeom>
            <a:avLst/>
            <a:gdLst>
              <a:gd name="T0" fmla="*/ 17 w 34"/>
              <a:gd name="T1" fmla="*/ 0 h 33"/>
              <a:gd name="T2" fmla="*/ 5 w 34"/>
              <a:gd name="T3" fmla="*/ 5 h 33"/>
              <a:gd name="T4" fmla="*/ 5 w 34"/>
              <a:gd name="T5" fmla="*/ 5 h 33"/>
              <a:gd name="T6" fmla="*/ 0 w 34"/>
              <a:gd name="T7" fmla="*/ 17 h 33"/>
              <a:gd name="T8" fmla="*/ 5 w 34"/>
              <a:gd name="T9" fmla="*/ 28 h 33"/>
              <a:gd name="T10" fmla="*/ 17 w 34"/>
              <a:gd name="T11" fmla="*/ 33 h 33"/>
              <a:gd name="T12" fmla="*/ 29 w 34"/>
              <a:gd name="T13" fmla="*/ 28 h 33"/>
              <a:gd name="T14" fmla="*/ 34 w 34"/>
              <a:gd name="T15" fmla="*/ 17 h 33"/>
              <a:gd name="T16" fmla="*/ 29 w 34"/>
              <a:gd name="T17" fmla="*/ 5 h 33"/>
              <a:gd name="T18" fmla="*/ 17 w 34"/>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33">
                <a:moveTo>
                  <a:pt x="17" y="0"/>
                </a:moveTo>
                <a:cubicBezTo>
                  <a:pt x="13" y="0"/>
                  <a:pt x="8" y="2"/>
                  <a:pt x="5" y="5"/>
                </a:cubicBezTo>
                <a:cubicBezTo>
                  <a:pt x="5" y="5"/>
                  <a:pt x="5" y="5"/>
                  <a:pt x="5" y="5"/>
                </a:cubicBezTo>
                <a:cubicBezTo>
                  <a:pt x="2" y="8"/>
                  <a:pt x="0" y="12"/>
                  <a:pt x="0" y="17"/>
                </a:cubicBezTo>
                <a:cubicBezTo>
                  <a:pt x="0" y="21"/>
                  <a:pt x="2" y="25"/>
                  <a:pt x="5" y="28"/>
                </a:cubicBezTo>
                <a:cubicBezTo>
                  <a:pt x="8" y="32"/>
                  <a:pt x="13" y="33"/>
                  <a:pt x="17" y="33"/>
                </a:cubicBezTo>
                <a:cubicBezTo>
                  <a:pt x="21" y="33"/>
                  <a:pt x="25" y="32"/>
                  <a:pt x="29" y="28"/>
                </a:cubicBezTo>
                <a:cubicBezTo>
                  <a:pt x="32" y="25"/>
                  <a:pt x="34" y="21"/>
                  <a:pt x="34" y="17"/>
                </a:cubicBezTo>
                <a:cubicBezTo>
                  <a:pt x="34" y="12"/>
                  <a:pt x="32" y="8"/>
                  <a:pt x="29"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38" name="Freeform 895"/>
          <p:cNvSpPr>
            <a:spLocks noEditPoints="1"/>
          </p:cNvSpPr>
          <p:nvPr/>
        </p:nvSpPr>
        <p:spPr bwMode="auto">
          <a:xfrm>
            <a:off x="16307617" y="2565400"/>
            <a:ext cx="174625" cy="169863"/>
          </a:xfrm>
          <a:custGeom>
            <a:avLst/>
            <a:gdLst>
              <a:gd name="T0" fmla="*/ 9 w 42"/>
              <a:gd name="T1" fmla="*/ 9 h 41"/>
              <a:gd name="T2" fmla="*/ 21 w 42"/>
              <a:gd name="T3" fmla="*/ 4 h 41"/>
              <a:gd name="T4" fmla="*/ 33 w 42"/>
              <a:gd name="T5" fmla="*/ 9 h 41"/>
              <a:gd name="T6" fmla="*/ 38 w 42"/>
              <a:gd name="T7" fmla="*/ 21 h 41"/>
              <a:gd name="T8" fmla="*/ 33 w 42"/>
              <a:gd name="T9" fmla="*/ 32 h 41"/>
              <a:gd name="T10" fmla="*/ 21 w 42"/>
              <a:gd name="T11" fmla="*/ 37 h 41"/>
              <a:gd name="T12" fmla="*/ 9 w 42"/>
              <a:gd name="T13" fmla="*/ 32 h 41"/>
              <a:gd name="T14" fmla="*/ 4 w 42"/>
              <a:gd name="T15" fmla="*/ 21 h 41"/>
              <a:gd name="T16" fmla="*/ 9 w 42"/>
              <a:gd name="T17" fmla="*/ 9 h 41"/>
              <a:gd name="T18" fmla="*/ 9 w 42"/>
              <a:gd name="T19" fmla="*/ 9 h 41"/>
              <a:gd name="T20" fmla="*/ 21 w 42"/>
              <a:gd name="T21" fmla="*/ 0 h 41"/>
              <a:gd name="T22" fmla="*/ 21 w 42"/>
              <a:gd name="T23" fmla="*/ 0 h 41"/>
              <a:gd name="T24" fmla="*/ 6 w 42"/>
              <a:gd name="T25" fmla="*/ 6 h 41"/>
              <a:gd name="T26" fmla="*/ 6 w 42"/>
              <a:gd name="T27" fmla="*/ 6 h 41"/>
              <a:gd name="T28" fmla="*/ 0 w 42"/>
              <a:gd name="T29" fmla="*/ 21 h 41"/>
              <a:gd name="T30" fmla="*/ 6 w 42"/>
              <a:gd name="T31" fmla="*/ 35 h 41"/>
              <a:gd name="T32" fmla="*/ 20 w 42"/>
              <a:gd name="T33" fmla="*/ 41 h 41"/>
              <a:gd name="T34" fmla="*/ 21 w 42"/>
              <a:gd name="T35" fmla="*/ 41 h 41"/>
              <a:gd name="T36" fmla="*/ 21 w 42"/>
              <a:gd name="T37" fmla="*/ 41 h 41"/>
              <a:gd name="T38" fmla="*/ 24 w 42"/>
              <a:gd name="T39" fmla="*/ 41 h 41"/>
              <a:gd name="T40" fmla="*/ 35 w 42"/>
              <a:gd name="T41" fmla="*/ 35 h 41"/>
              <a:gd name="T42" fmla="*/ 42 w 42"/>
              <a:gd name="T43" fmla="*/ 21 h 41"/>
              <a:gd name="T44" fmla="*/ 35 w 42"/>
              <a:gd name="T45" fmla="*/ 6 h 41"/>
              <a:gd name="T46" fmla="*/ 21 w 42"/>
              <a:gd name="T4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2" h="41">
                <a:moveTo>
                  <a:pt x="9" y="9"/>
                </a:moveTo>
                <a:cubicBezTo>
                  <a:pt x="12" y="6"/>
                  <a:pt x="17" y="4"/>
                  <a:pt x="21" y="4"/>
                </a:cubicBezTo>
                <a:cubicBezTo>
                  <a:pt x="25" y="4"/>
                  <a:pt x="29" y="6"/>
                  <a:pt x="33" y="9"/>
                </a:cubicBezTo>
                <a:cubicBezTo>
                  <a:pt x="36" y="12"/>
                  <a:pt x="38" y="16"/>
                  <a:pt x="38" y="21"/>
                </a:cubicBezTo>
                <a:cubicBezTo>
                  <a:pt x="38" y="25"/>
                  <a:pt x="36" y="29"/>
                  <a:pt x="33" y="32"/>
                </a:cubicBezTo>
                <a:cubicBezTo>
                  <a:pt x="29" y="36"/>
                  <a:pt x="25" y="37"/>
                  <a:pt x="21" y="37"/>
                </a:cubicBezTo>
                <a:cubicBezTo>
                  <a:pt x="17" y="37"/>
                  <a:pt x="12" y="36"/>
                  <a:pt x="9" y="32"/>
                </a:cubicBezTo>
                <a:cubicBezTo>
                  <a:pt x="6" y="29"/>
                  <a:pt x="4" y="25"/>
                  <a:pt x="4" y="21"/>
                </a:cubicBezTo>
                <a:cubicBezTo>
                  <a:pt x="4" y="16"/>
                  <a:pt x="6" y="12"/>
                  <a:pt x="9" y="9"/>
                </a:cubicBezTo>
                <a:cubicBezTo>
                  <a:pt x="9" y="9"/>
                  <a:pt x="9" y="9"/>
                  <a:pt x="9" y="9"/>
                </a:cubicBezTo>
                <a:moveTo>
                  <a:pt x="21" y="0"/>
                </a:moveTo>
                <a:cubicBezTo>
                  <a:pt x="21" y="0"/>
                  <a:pt x="21" y="0"/>
                  <a:pt x="21" y="0"/>
                </a:cubicBezTo>
                <a:cubicBezTo>
                  <a:pt x="16" y="0"/>
                  <a:pt x="10" y="2"/>
                  <a:pt x="6" y="6"/>
                </a:cubicBezTo>
                <a:cubicBezTo>
                  <a:pt x="6" y="6"/>
                  <a:pt x="6" y="6"/>
                  <a:pt x="6" y="6"/>
                </a:cubicBezTo>
                <a:cubicBezTo>
                  <a:pt x="2" y="10"/>
                  <a:pt x="0" y="15"/>
                  <a:pt x="0" y="21"/>
                </a:cubicBezTo>
                <a:cubicBezTo>
                  <a:pt x="0" y="26"/>
                  <a:pt x="2" y="31"/>
                  <a:pt x="6" y="35"/>
                </a:cubicBezTo>
                <a:cubicBezTo>
                  <a:pt x="10" y="39"/>
                  <a:pt x="15" y="41"/>
                  <a:pt x="20" y="41"/>
                </a:cubicBezTo>
                <a:cubicBezTo>
                  <a:pt x="20" y="41"/>
                  <a:pt x="21" y="41"/>
                  <a:pt x="21" y="41"/>
                </a:cubicBezTo>
                <a:cubicBezTo>
                  <a:pt x="21" y="41"/>
                  <a:pt x="21" y="41"/>
                  <a:pt x="21" y="41"/>
                </a:cubicBezTo>
                <a:cubicBezTo>
                  <a:pt x="22" y="41"/>
                  <a:pt x="23" y="41"/>
                  <a:pt x="24" y="41"/>
                </a:cubicBezTo>
                <a:cubicBezTo>
                  <a:pt x="28" y="40"/>
                  <a:pt x="32" y="39"/>
                  <a:pt x="35" y="35"/>
                </a:cubicBezTo>
                <a:cubicBezTo>
                  <a:pt x="40" y="31"/>
                  <a:pt x="42" y="26"/>
                  <a:pt x="42" y="21"/>
                </a:cubicBezTo>
                <a:cubicBezTo>
                  <a:pt x="42" y="15"/>
                  <a:pt x="40" y="10"/>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39" name="Freeform 896"/>
          <p:cNvSpPr>
            <a:spLocks/>
          </p:cNvSpPr>
          <p:nvPr/>
        </p:nvSpPr>
        <p:spPr bwMode="auto">
          <a:xfrm>
            <a:off x="15105879" y="61913"/>
            <a:ext cx="136525" cy="136525"/>
          </a:xfrm>
          <a:custGeom>
            <a:avLst/>
            <a:gdLst>
              <a:gd name="T0" fmla="*/ 16 w 33"/>
              <a:gd name="T1" fmla="*/ 0 h 33"/>
              <a:gd name="T2" fmla="*/ 5 w 33"/>
              <a:gd name="T3" fmla="*/ 5 h 33"/>
              <a:gd name="T4" fmla="*/ 5 w 33"/>
              <a:gd name="T5" fmla="*/ 5 h 33"/>
              <a:gd name="T6" fmla="*/ 0 w 33"/>
              <a:gd name="T7" fmla="*/ 17 h 33"/>
              <a:gd name="T8" fmla="*/ 5 w 33"/>
              <a:gd name="T9" fmla="*/ 28 h 33"/>
              <a:gd name="T10" fmla="*/ 16 w 33"/>
              <a:gd name="T11" fmla="*/ 33 h 33"/>
              <a:gd name="T12" fmla="*/ 28 w 33"/>
              <a:gd name="T13" fmla="*/ 28 h 33"/>
              <a:gd name="T14" fmla="*/ 33 w 33"/>
              <a:gd name="T15" fmla="*/ 17 h 33"/>
              <a:gd name="T16" fmla="*/ 28 w 33"/>
              <a:gd name="T17" fmla="*/ 5 h 33"/>
              <a:gd name="T18" fmla="*/ 16 w 33"/>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3">
                <a:moveTo>
                  <a:pt x="16" y="0"/>
                </a:moveTo>
                <a:cubicBezTo>
                  <a:pt x="12" y="0"/>
                  <a:pt x="8" y="2"/>
                  <a:pt x="5" y="5"/>
                </a:cubicBezTo>
                <a:cubicBezTo>
                  <a:pt x="5" y="5"/>
                  <a:pt x="5" y="5"/>
                  <a:pt x="5" y="5"/>
                </a:cubicBezTo>
                <a:cubicBezTo>
                  <a:pt x="1" y="8"/>
                  <a:pt x="0" y="12"/>
                  <a:pt x="0" y="17"/>
                </a:cubicBezTo>
                <a:cubicBezTo>
                  <a:pt x="0" y="21"/>
                  <a:pt x="1" y="25"/>
                  <a:pt x="5" y="28"/>
                </a:cubicBezTo>
                <a:cubicBezTo>
                  <a:pt x="8" y="32"/>
                  <a:pt x="12" y="33"/>
                  <a:pt x="16" y="33"/>
                </a:cubicBezTo>
                <a:cubicBezTo>
                  <a:pt x="21" y="33"/>
                  <a:pt x="25" y="32"/>
                  <a:pt x="28" y="28"/>
                </a:cubicBezTo>
                <a:cubicBezTo>
                  <a:pt x="32" y="25"/>
                  <a:pt x="33" y="21"/>
                  <a:pt x="33" y="17"/>
                </a:cubicBezTo>
                <a:cubicBezTo>
                  <a:pt x="33" y="12"/>
                  <a:pt x="32" y="8"/>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40" name="Freeform 897"/>
          <p:cNvSpPr>
            <a:spLocks noEditPoints="1"/>
          </p:cNvSpPr>
          <p:nvPr/>
        </p:nvSpPr>
        <p:spPr bwMode="auto">
          <a:xfrm>
            <a:off x="15090004" y="44450"/>
            <a:ext cx="169863" cy="169863"/>
          </a:xfrm>
          <a:custGeom>
            <a:avLst/>
            <a:gdLst>
              <a:gd name="T0" fmla="*/ 9 w 41"/>
              <a:gd name="T1" fmla="*/ 9 h 41"/>
              <a:gd name="T2" fmla="*/ 20 w 41"/>
              <a:gd name="T3" fmla="*/ 4 h 41"/>
              <a:gd name="T4" fmla="*/ 32 w 41"/>
              <a:gd name="T5" fmla="*/ 9 h 41"/>
              <a:gd name="T6" fmla="*/ 37 w 41"/>
              <a:gd name="T7" fmla="*/ 21 h 41"/>
              <a:gd name="T8" fmla="*/ 32 w 41"/>
              <a:gd name="T9" fmla="*/ 32 h 41"/>
              <a:gd name="T10" fmla="*/ 20 w 41"/>
              <a:gd name="T11" fmla="*/ 37 h 41"/>
              <a:gd name="T12" fmla="*/ 9 w 41"/>
              <a:gd name="T13" fmla="*/ 32 h 41"/>
              <a:gd name="T14" fmla="*/ 4 w 41"/>
              <a:gd name="T15" fmla="*/ 21 h 41"/>
              <a:gd name="T16" fmla="*/ 9 w 41"/>
              <a:gd name="T17" fmla="*/ 9 h 41"/>
              <a:gd name="T18" fmla="*/ 9 w 41"/>
              <a:gd name="T19" fmla="*/ 9 h 41"/>
              <a:gd name="T20" fmla="*/ 20 w 41"/>
              <a:gd name="T21" fmla="*/ 0 h 41"/>
              <a:gd name="T22" fmla="*/ 20 w 41"/>
              <a:gd name="T23" fmla="*/ 0 h 41"/>
              <a:gd name="T24" fmla="*/ 6 w 41"/>
              <a:gd name="T25" fmla="*/ 6 h 41"/>
              <a:gd name="T26" fmla="*/ 6 w 41"/>
              <a:gd name="T27" fmla="*/ 6 h 41"/>
              <a:gd name="T28" fmla="*/ 0 w 41"/>
              <a:gd name="T29" fmla="*/ 21 h 41"/>
              <a:gd name="T30" fmla="*/ 4 w 41"/>
              <a:gd name="T31" fmla="*/ 33 h 41"/>
              <a:gd name="T32" fmla="*/ 6 w 41"/>
              <a:gd name="T33" fmla="*/ 35 h 41"/>
              <a:gd name="T34" fmla="*/ 7 w 41"/>
              <a:gd name="T35" fmla="*/ 36 h 41"/>
              <a:gd name="T36" fmla="*/ 20 w 41"/>
              <a:gd name="T37" fmla="*/ 41 h 41"/>
              <a:gd name="T38" fmla="*/ 20 w 41"/>
              <a:gd name="T39" fmla="*/ 41 h 41"/>
              <a:gd name="T40" fmla="*/ 35 w 41"/>
              <a:gd name="T41" fmla="*/ 35 h 41"/>
              <a:gd name="T42" fmla="*/ 41 w 41"/>
              <a:gd name="T43" fmla="*/ 21 h 41"/>
              <a:gd name="T44" fmla="*/ 36 w 41"/>
              <a:gd name="T45" fmla="*/ 7 h 41"/>
              <a:gd name="T46" fmla="*/ 35 w 41"/>
              <a:gd name="T47" fmla="*/ 6 h 41"/>
              <a:gd name="T48" fmla="*/ 33 w 41"/>
              <a:gd name="T49" fmla="*/ 4 h 41"/>
              <a:gd name="T50" fmla="*/ 20 w 41"/>
              <a:gd name="T5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1" h="41">
                <a:moveTo>
                  <a:pt x="9" y="9"/>
                </a:moveTo>
                <a:cubicBezTo>
                  <a:pt x="12" y="6"/>
                  <a:pt x="16" y="4"/>
                  <a:pt x="20" y="4"/>
                </a:cubicBezTo>
                <a:cubicBezTo>
                  <a:pt x="25" y="4"/>
                  <a:pt x="29" y="6"/>
                  <a:pt x="32" y="9"/>
                </a:cubicBezTo>
                <a:cubicBezTo>
                  <a:pt x="36" y="12"/>
                  <a:pt x="37" y="16"/>
                  <a:pt x="37" y="21"/>
                </a:cubicBezTo>
                <a:cubicBezTo>
                  <a:pt x="37" y="25"/>
                  <a:pt x="36" y="29"/>
                  <a:pt x="32" y="32"/>
                </a:cubicBezTo>
                <a:cubicBezTo>
                  <a:pt x="29" y="36"/>
                  <a:pt x="25" y="37"/>
                  <a:pt x="20" y="37"/>
                </a:cubicBezTo>
                <a:cubicBezTo>
                  <a:pt x="16" y="37"/>
                  <a:pt x="12" y="36"/>
                  <a:pt x="9" y="32"/>
                </a:cubicBezTo>
                <a:cubicBezTo>
                  <a:pt x="5" y="29"/>
                  <a:pt x="4" y="25"/>
                  <a:pt x="4" y="21"/>
                </a:cubicBezTo>
                <a:cubicBezTo>
                  <a:pt x="4" y="16"/>
                  <a:pt x="5" y="12"/>
                  <a:pt x="9" y="9"/>
                </a:cubicBezTo>
                <a:cubicBezTo>
                  <a:pt x="9" y="9"/>
                  <a:pt x="9" y="9"/>
                  <a:pt x="9" y="9"/>
                </a:cubicBezTo>
                <a:moveTo>
                  <a:pt x="20" y="0"/>
                </a:moveTo>
                <a:cubicBezTo>
                  <a:pt x="20" y="0"/>
                  <a:pt x="20" y="0"/>
                  <a:pt x="20" y="0"/>
                </a:cubicBezTo>
                <a:cubicBezTo>
                  <a:pt x="15" y="0"/>
                  <a:pt x="10" y="2"/>
                  <a:pt x="6" y="6"/>
                </a:cubicBezTo>
                <a:cubicBezTo>
                  <a:pt x="6" y="6"/>
                  <a:pt x="6" y="6"/>
                  <a:pt x="6" y="6"/>
                </a:cubicBezTo>
                <a:cubicBezTo>
                  <a:pt x="2" y="10"/>
                  <a:pt x="0" y="15"/>
                  <a:pt x="0" y="21"/>
                </a:cubicBezTo>
                <a:cubicBezTo>
                  <a:pt x="0" y="25"/>
                  <a:pt x="1" y="30"/>
                  <a:pt x="4" y="33"/>
                </a:cubicBezTo>
                <a:cubicBezTo>
                  <a:pt x="5" y="34"/>
                  <a:pt x="5" y="35"/>
                  <a:pt x="6" y="35"/>
                </a:cubicBezTo>
                <a:cubicBezTo>
                  <a:pt x="6" y="36"/>
                  <a:pt x="7" y="36"/>
                  <a:pt x="7" y="36"/>
                </a:cubicBezTo>
                <a:cubicBezTo>
                  <a:pt x="11" y="40"/>
                  <a:pt x="16" y="41"/>
                  <a:pt x="20" y="41"/>
                </a:cubicBezTo>
                <a:cubicBezTo>
                  <a:pt x="20" y="41"/>
                  <a:pt x="20" y="41"/>
                  <a:pt x="20" y="41"/>
                </a:cubicBezTo>
                <a:cubicBezTo>
                  <a:pt x="26" y="41"/>
                  <a:pt x="31" y="39"/>
                  <a:pt x="35" y="35"/>
                </a:cubicBezTo>
                <a:cubicBezTo>
                  <a:pt x="39" y="31"/>
                  <a:pt x="41" y="26"/>
                  <a:pt x="41" y="21"/>
                </a:cubicBezTo>
                <a:cubicBezTo>
                  <a:pt x="41" y="16"/>
                  <a:pt x="39" y="11"/>
                  <a:pt x="36" y="7"/>
                </a:cubicBezTo>
                <a:cubicBezTo>
                  <a:pt x="36" y="7"/>
                  <a:pt x="35" y="6"/>
                  <a:pt x="35" y="6"/>
                </a:cubicBezTo>
                <a:cubicBezTo>
                  <a:pt x="34" y="5"/>
                  <a:pt x="34" y="5"/>
                  <a:pt x="33" y="4"/>
                </a:cubicBezTo>
                <a:cubicBezTo>
                  <a:pt x="29" y="1"/>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41" name="Freeform 898"/>
          <p:cNvSpPr>
            <a:spLocks/>
          </p:cNvSpPr>
          <p:nvPr/>
        </p:nvSpPr>
        <p:spPr bwMode="auto">
          <a:xfrm>
            <a:off x="10824393" y="2068514"/>
            <a:ext cx="139700" cy="136525"/>
          </a:xfrm>
          <a:custGeom>
            <a:avLst/>
            <a:gdLst>
              <a:gd name="T0" fmla="*/ 17 w 34"/>
              <a:gd name="T1" fmla="*/ 0 h 33"/>
              <a:gd name="T2" fmla="*/ 5 w 34"/>
              <a:gd name="T3" fmla="*/ 5 h 33"/>
              <a:gd name="T4" fmla="*/ 5 w 34"/>
              <a:gd name="T5" fmla="*/ 5 h 33"/>
              <a:gd name="T6" fmla="*/ 0 w 34"/>
              <a:gd name="T7" fmla="*/ 16 h 33"/>
              <a:gd name="T8" fmla="*/ 5 w 34"/>
              <a:gd name="T9" fmla="*/ 28 h 33"/>
              <a:gd name="T10" fmla="*/ 17 w 34"/>
              <a:gd name="T11" fmla="*/ 33 h 33"/>
              <a:gd name="T12" fmla="*/ 29 w 34"/>
              <a:gd name="T13" fmla="*/ 28 h 33"/>
              <a:gd name="T14" fmla="*/ 34 w 34"/>
              <a:gd name="T15" fmla="*/ 16 h 33"/>
              <a:gd name="T16" fmla="*/ 29 w 34"/>
              <a:gd name="T17" fmla="*/ 5 h 33"/>
              <a:gd name="T18" fmla="*/ 17 w 34"/>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33">
                <a:moveTo>
                  <a:pt x="17" y="0"/>
                </a:moveTo>
                <a:cubicBezTo>
                  <a:pt x="13" y="0"/>
                  <a:pt x="9" y="1"/>
                  <a:pt x="5" y="5"/>
                </a:cubicBezTo>
                <a:cubicBezTo>
                  <a:pt x="5" y="5"/>
                  <a:pt x="5" y="5"/>
                  <a:pt x="5" y="5"/>
                </a:cubicBezTo>
                <a:cubicBezTo>
                  <a:pt x="2" y="8"/>
                  <a:pt x="0" y="12"/>
                  <a:pt x="0" y="16"/>
                </a:cubicBezTo>
                <a:cubicBezTo>
                  <a:pt x="0" y="21"/>
                  <a:pt x="2" y="25"/>
                  <a:pt x="5" y="28"/>
                </a:cubicBezTo>
                <a:cubicBezTo>
                  <a:pt x="9" y="31"/>
                  <a:pt x="13" y="33"/>
                  <a:pt x="17" y="33"/>
                </a:cubicBezTo>
                <a:cubicBezTo>
                  <a:pt x="21" y="33"/>
                  <a:pt x="26" y="31"/>
                  <a:pt x="29" y="28"/>
                </a:cubicBezTo>
                <a:cubicBezTo>
                  <a:pt x="32" y="25"/>
                  <a:pt x="34" y="21"/>
                  <a:pt x="34" y="16"/>
                </a:cubicBezTo>
                <a:cubicBezTo>
                  <a:pt x="34" y="12"/>
                  <a:pt x="32" y="8"/>
                  <a:pt x="29" y="5"/>
                </a:cubicBezTo>
                <a:cubicBezTo>
                  <a:pt x="26" y="1"/>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42" name="Freeform 899"/>
          <p:cNvSpPr>
            <a:spLocks noEditPoints="1"/>
          </p:cNvSpPr>
          <p:nvPr/>
        </p:nvSpPr>
        <p:spPr bwMode="auto">
          <a:xfrm>
            <a:off x="10806929" y="2051050"/>
            <a:ext cx="174625" cy="169863"/>
          </a:xfrm>
          <a:custGeom>
            <a:avLst/>
            <a:gdLst>
              <a:gd name="T0" fmla="*/ 9 w 42"/>
              <a:gd name="T1" fmla="*/ 9 h 41"/>
              <a:gd name="T2" fmla="*/ 21 w 42"/>
              <a:gd name="T3" fmla="*/ 4 h 41"/>
              <a:gd name="T4" fmla="*/ 33 w 42"/>
              <a:gd name="T5" fmla="*/ 9 h 41"/>
              <a:gd name="T6" fmla="*/ 38 w 42"/>
              <a:gd name="T7" fmla="*/ 20 h 41"/>
              <a:gd name="T8" fmla="*/ 33 w 42"/>
              <a:gd name="T9" fmla="*/ 32 h 41"/>
              <a:gd name="T10" fmla="*/ 21 w 42"/>
              <a:gd name="T11" fmla="*/ 37 h 41"/>
              <a:gd name="T12" fmla="*/ 9 w 42"/>
              <a:gd name="T13" fmla="*/ 32 h 41"/>
              <a:gd name="T14" fmla="*/ 4 w 42"/>
              <a:gd name="T15" fmla="*/ 20 h 41"/>
              <a:gd name="T16" fmla="*/ 9 w 42"/>
              <a:gd name="T17" fmla="*/ 9 h 41"/>
              <a:gd name="T18" fmla="*/ 9 w 42"/>
              <a:gd name="T19" fmla="*/ 9 h 41"/>
              <a:gd name="T20" fmla="*/ 21 w 42"/>
              <a:gd name="T21" fmla="*/ 0 h 41"/>
              <a:gd name="T22" fmla="*/ 21 w 42"/>
              <a:gd name="T23" fmla="*/ 0 h 41"/>
              <a:gd name="T24" fmla="*/ 6 w 42"/>
              <a:gd name="T25" fmla="*/ 6 h 41"/>
              <a:gd name="T26" fmla="*/ 6 w 42"/>
              <a:gd name="T27" fmla="*/ 6 h 41"/>
              <a:gd name="T28" fmla="*/ 0 w 42"/>
              <a:gd name="T29" fmla="*/ 20 h 41"/>
              <a:gd name="T30" fmla="*/ 6 w 42"/>
              <a:gd name="T31" fmla="*/ 35 h 41"/>
              <a:gd name="T32" fmla="*/ 21 w 42"/>
              <a:gd name="T33" fmla="*/ 41 h 41"/>
              <a:gd name="T34" fmla="*/ 21 w 42"/>
              <a:gd name="T35" fmla="*/ 41 h 41"/>
              <a:gd name="T36" fmla="*/ 36 w 42"/>
              <a:gd name="T37" fmla="*/ 35 h 41"/>
              <a:gd name="T38" fmla="*/ 42 w 42"/>
              <a:gd name="T39" fmla="*/ 20 h 41"/>
              <a:gd name="T40" fmla="*/ 36 w 42"/>
              <a:gd name="T41" fmla="*/ 6 h 41"/>
              <a:gd name="T42" fmla="*/ 34 w 42"/>
              <a:gd name="T43" fmla="*/ 4 h 41"/>
              <a:gd name="T44" fmla="*/ 30 w 42"/>
              <a:gd name="T45" fmla="*/ 2 h 41"/>
              <a:gd name="T46" fmla="*/ 21 w 42"/>
              <a:gd name="T4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2" h="41">
                <a:moveTo>
                  <a:pt x="9" y="9"/>
                </a:moveTo>
                <a:cubicBezTo>
                  <a:pt x="13" y="5"/>
                  <a:pt x="17" y="4"/>
                  <a:pt x="21" y="4"/>
                </a:cubicBezTo>
                <a:cubicBezTo>
                  <a:pt x="25" y="4"/>
                  <a:pt x="30" y="5"/>
                  <a:pt x="33" y="9"/>
                </a:cubicBezTo>
                <a:cubicBezTo>
                  <a:pt x="36" y="12"/>
                  <a:pt x="38" y="16"/>
                  <a:pt x="38" y="20"/>
                </a:cubicBezTo>
                <a:cubicBezTo>
                  <a:pt x="38" y="25"/>
                  <a:pt x="36" y="29"/>
                  <a:pt x="33" y="32"/>
                </a:cubicBezTo>
                <a:cubicBezTo>
                  <a:pt x="30" y="35"/>
                  <a:pt x="25" y="37"/>
                  <a:pt x="21" y="37"/>
                </a:cubicBezTo>
                <a:cubicBezTo>
                  <a:pt x="17" y="37"/>
                  <a:pt x="13" y="35"/>
                  <a:pt x="9" y="32"/>
                </a:cubicBezTo>
                <a:cubicBezTo>
                  <a:pt x="6" y="29"/>
                  <a:pt x="4" y="25"/>
                  <a:pt x="4" y="20"/>
                </a:cubicBezTo>
                <a:cubicBezTo>
                  <a:pt x="4" y="16"/>
                  <a:pt x="6" y="12"/>
                  <a:pt x="9" y="9"/>
                </a:cubicBezTo>
                <a:cubicBezTo>
                  <a:pt x="9" y="9"/>
                  <a:pt x="9" y="9"/>
                  <a:pt x="9" y="9"/>
                </a:cubicBezTo>
                <a:moveTo>
                  <a:pt x="21" y="0"/>
                </a:moveTo>
                <a:cubicBezTo>
                  <a:pt x="21" y="0"/>
                  <a:pt x="21" y="0"/>
                  <a:pt x="21" y="0"/>
                </a:cubicBezTo>
                <a:cubicBezTo>
                  <a:pt x="16" y="0"/>
                  <a:pt x="11" y="2"/>
                  <a:pt x="6" y="6"/>
                </a:cubicBezTo>
                <a:cubicBezTo>
                  <a:pt x="6" y="6"/>
                  <a:pt x="6" y="6"/>
                  <a:pt x="6" y="6"/>
                </a:cubicBezTo>
                <a:cubicBezTo>
                  <a:pt x="2" y="10"/>
                  <a:pt x="0" y="15"/>
                  <a:pt x="0" y="20"/>
                </a:cubicBezTo>
                <a:cubicBezTo>
                  <a:pt x="0" y="26"/>
                  <a:pt x="2" y="31"/>
                  <a:pt x="6" y="35"/>
                </a:cubicBezTo>
                <a:cubicBezTo>
                  <a:pt x="11" y="39"/>
                  <a:pt x="16" y="41"/>
                  <a:pt x="21" y="41"/>
                </a:cubicBezTo>
                <a:cubicBezTo>
                  <a:pt x="21" y="41"/>
                  <a:pt x="21" y="41"/>
                  <a:pt x="21" y="41"/>
                </a:cubicBezTo>
                <a:cubicBezTo>
                  <a:pt x="26" y="41"/>
                  <a:pt x="32" y="39"/>
                  <a:pt x="36" y="35"/>
                </a:cubicBezTo>
                <a:cubicBezTo>
                  <a:pt x="40" y="31"/>
                  <a:pt x="42" y="26"/>
                  <a:pt x="42" y="20"/>
                </a:cubicBezTo>
                <a:cubicBezTo>
                  <a:pt x="42" y="15"/>
                  <a:pt x="40" y="10"/>
                  <a:pt x="36" y="6"/>
                </a:cubicBezTo>
                <a:cubicBezTo>
                  <a:pt x="35" y="5"/>
                  <a:pt x="34" y="5"/>
                  <a:pt x="34" y="4"/>
                </a:cubicBezTo>
                <a:cubicBezTo>
                  <a:pt x="33" y="3"/>
                  <a:pt x="31" y="2"/>
                  <a:pt x="30" y="2"/>
                </a:cubicBezTo>
                <a:cubicBezTo>
                  <a:pt x="27" y="0"/>
                  <a:pt x="24"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43" name="Freeform 900"/>
          <p:cNvSpPr>
            <a:spLocks noEditPoints="1"/>
          </p:cNvSpPr>
          <p:nvPr/>
        </p:nvSpPr>
        <p:spPr bwMode="auto">
          <a:xfrm>
            <a:off x="12478567" y="-2541587"/>
            <a:ext cx="234950" cy="231775"/>
          </a:xfrm>
          <a:custGeom>
            <a:avLst/>
            <a:gdLst>
              <a:gd name="T0" fmla="*/ 28 w 57"/>
              <a:gd name="T1" fmla="*/ 47 h 56"/>
              <a:gd name="T2" fmla="*/ 15 w 57"/>
              <a:gd name="T3" fmla="*/ 41 h 56"/>
              <a:gd name="T4" fmla="*/ 15 w 57"/>
              <a:gd name="T5" fmla="*/ 15 h 56"/>
              <a:gd name="T6" fmla="*/ 28 w 57"/>
              <a:gd name="T7" fmla="*/ 9 h 56"/>
              <a:gd name="T8" fmla="*/ 41 w 57"/>
              <a:gd name="T9" fmla="*/ 15 h 56"/>
              <a:gd name="T10" fmla="*/ 41 w 57"/>
              <a:gd name="T11" fmla="*/ 41 h 56"/>
              <a:gd name="T12" fmla="*/ 28 w 57"/>
              <a:gd name="T13" fmla="*/ 47 h 56"/>
              <a:gd name="T14" fmla="*/ 28 w 57"/>
              <a:gd name="T15" fmla="*/ 0 h 56"/>
              <a:gd name="T16" fmla="*/ 8 w 57"/>
              <a:gd name="T17" fmla="*/ 8 h 56"/>
              <a:gd name="T18" fmla="*/ 8 w 57"/>
              <a:gd name="T19" fmla="*/ 8 h 56"/>
              <a:gd name="T20" fmla="*/ 0 w 57"/>
              <a:gd name="T21" fmla="*/ 28 h 56"/>
              <a:gd name="T22" fmla="*/ 8 w 57"/>
              <a:gd name="T23" fmla="*/ 48 h 56"/>
              <a:gd name="T24" fmla="*/ 28 w 57"/>
              <a:gd name="T25" fmla="*/ 56 h 56"/>
              <a:gd name="T26" fmla="*/ 48 w 57"/>
              <a:gd name="T27" fmla="*/ 48 h 56"/>
              <a:gd name="T28" fmla="*/ 57 w 57"/>
              <a:gd name="T29" fmla="*/ 28 h 56"/>
              <a:gd name="T30" fmla="*/ 48 w 57"/>
              <a:gd name="T31" fmla="*/ 8 h 56"/>
              <a:gd name="T32" fmla="*/ 28 w 57"/>
              <a:gd name="T3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 h="56">
                <a:moveTo>
                  <a:pt x="28" y="47"/>
                </a:moveTo>
                <a:cubicBezTo>
                  <a:pt x="23" y="47"/>
                  <a:pt x="19" y="45"/>
                  <a:pt x="15" y="41"/>
                </a:cubicBezTo>
                <a:cubicBezTo>
                  <a:pt x="8" y="34"/>
                  <a:pt x="8" y="22"/>
                  <a:pt x="15" y="15"/>
                </a:cubicBezTo>
                <a:cubicBezTo>
                  <a:pt x="19" y="11"/>
                  <a:pt x="23" y="9"/>
                  <a:pt x="28" y="9"/>
                </a:cubicBezTo>
                <a:cubicBezTo>
                  <a:pt x="33" y="9"/>
                  <a:pt x="38" y="11"/>
                  <a:pt x="41" y="15"/>
                </a:cubicBezTo>
                <a:cubicBezTo>
                  <a:pt x="49" y="22"/>
                  <a:pt x="49" y="34"/>
                  <a:pt x="41" y="41"/>
                </a:cubicBezTo>
                <a:cubicBezTo>
                  <a:pt x="38" y="45"/>
                  <a:pt x="33" y="47"/>
                  <a:pt x="28" y="47"/>
                </a:cubicBezTo>
                <a:moveTo>
                  <a:pt x="28" y="0"/>
                </a:moveTo>
                <a:cubicBezTo>
                  <a:pt x="21" y="0"/>
                  <a:pt x="14" y="3"/>
                  <a:pt x="8" y="8"/>
                </a:cubicBezTo>
                <a:cubicBezTo>
                  <a:pt x="8" y="8"/>
                  <a:pt x="8" y="8"/>
                  <a:pt x="8" y="8"/>
                </a:cubicBezTo>
                <a:cubicBezTo>
                  <a:pt x="3" y="14"/>
                  <a:pt x="0" y="21"/>
                  <a:pt x="0" y="28"/>
                </a:cubicBezTo>
                <a:cubicBezTo>
                  <a:pt x="0" y="35"/>
                  <a:pt x="3" y="43"/>
                  <a:pt x="8" y="48"/>
                </a:cubicBezTo>
                <a:cubicBezTo>
                  <a:pt x="14" y="54"/>
                  <a:pt x="21" y="56"/>
                  <a:pt x="28" y="56"/>
                </a:cubicBezTo>
                <a:cubicBezTo>
                  <a:pt x="35" y="56"/>
                  <a:pt x="43" y="54"/>
                  <a:pt x="48" y="48"/>
                </a:cubicBezTo>
                <a:cubicBezTo>
                  <a:pt x="54" y="43"/>
                  <a:pt x="57" y="35"/>
                  <a:pt x="57" y="28"/>
                </a:cubicBezTo>
                <a:cubicBezTo>
                  <a:pt x="57" y="21"/>
                  <a:pt x="54" y="14"/>
                  <a:pt x="48" y="8"/>
                </a:cubicBezTo>
                <a:cubicBezTo>
                  <a:pt x="43" y="3"/>
                  <a:pt x="35"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44" name="Freeform 901"/>
          <p:cNvSpPr>
            <a:spLocks noEditPoints="1"/>
          </p:cNvSpPr>
          <p:nvPr/>
        </p:nvSpPr>
        <p:spPr bwMode="auto">
          <a:xfrm>
            <a:off x="12461104" y="-2559050"/>
            <a:ext cx="269875" cy="265113"/>
          </a:xfrm>
          <a:custGeom>
            <a:avLst/>
            <a:gdLst>
              <a:gd name="T0" fmla="*/ 12 w 65"/>
              <a:gd name="T1" fmla="*/ 12 h 64"/>
              <a:gd name="T2" fmla="*/ 32 w 65"/>
              <a:gd name="T3" fmla="*/ 4 h 64"/>
              <a:gd name="T4" fmla="*/ 52 w 65"/>
              <a:gd name="T5" fmla="*/ 12 h 64"/>
              <a:gd name="T6" fmla="*/ 61 w 65"/>
              <a:gd name="T7" fmla="*/ 32 h 64"/>
              <a:gd name="T8" fmla="*/ 52 w 65"/>
              <a:gd name="T9" fmla="*/ 52 h 64"/>
              <a:gd name="T10" fmla="*/ 32 w 65"/>
              <a:gd name="T11" fmla="*/ 60 h 64"/>
              <a:gd name="T12" fmla="*/ 12 w 65"/>
              <a:gd name="T13" fmla="*/ 52 h 64"/>
              <a:gd name="T14" fmla="*/ 4 w 65"/>
              <a:gd name="T15" fmla="*/ 32 h 64"/>
              <a:gd name="T16" fmla="*/ 12 w 65"/>
              <a:gd name="T17" fmla="*/ 12 h 64"/>
              <a:gd name="T18" fmla="*/ 12 w 65"/>
              <a:gd name="T19" fmla="*/ 12 h 64"/>
              <a:gd name="T20" fmla="*/ 32 w 65"/>
              <a:gd name="T21" fmla="*/ 0 h 64"/>
              <a:gd name="T22" fmla="*/ 32 w 65"/>
              <a:gd name="T23" fmla="*/ 0 h 64"/>
              <a:gd name="T24" fmla="*/ 9 w 65"/>
              <a:gd name="T25" fmla="*/ 9 h 64"/>
              <a:gd name="T26" fmla="*/ 9 w 65"/>
              <a:gd name="T27" fmla="*/ 9 h 64"/>
              <a:gd name="T28" fmla="*/ 0 w 65"/>
              <a:gd name="T29" fmla="*/ 32 h 64"/>
              <a:gd name="T30" fmla="*/ 8 w 65"/>
              <a:gd name="T31" fmla="*/ 53 h 64"/>
              <a:gd name="T32" fmla="*/ 9 w 65"/>
              <a:gd name="T33" fmla="*/ 55 h 64"/>
              <a:gd name="T34" fmla="*/ 10 w 65"/>
              <a:gd name="T35" fmla="*/ 56 h 64"/>
              <a:gd name="T36" fmla="*/ 32 w 65"/>
              <a:gd name="T37" fmla="*/ 64 h 64"/>
              <a:gd name="T38" fmla="*/ 32 w 65"/>
              <a:gd name="T39" fmla="*/ 64 h 64"/>
              <a:gd name="T40" fmla="*/ 55 w 65"/>
              <a:gd name="T41" fmla="*/ 55 h 64"/>
              <a:gd name="T42" fmla="*/ 65 w 65"/>
              <a:gd name="T43" fmla="*/ 32 h 64"/>
              <a:gd name="T44" fmla="*/ 56 w 65"/>
              <a:gd name="T45" fmla="*/ 10 h 64"/>
              <a:gd name="T46" fmla="*/ 55 w 65"/>
              <a:gd name="T47" fmla="*/ 9 h 64"/>
              <a:gd name="T48" fmla="*/ 53 w 65"/>
              <a:gd name="T49" fmla="*/ 7 h 64"/>
              <a:gd name="T50" fmla="*/ 32 w 65"/>
              <a:gd name="T51"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5" h="64">
                <a:moveTo>
                  <a:pt x="12" y="12"/>
                </a:moveTo>
                <a:cubicBezTo>
                  <a:pt x="18" y="7"/>
                  <a:pt x="25" y="4"/>
                  <a:pt x="32" y="4"/>
                </a:cubicBezTo>
                <a:cubicBezTo>
                  <a:pt x="39" y="4"/>
                  <a:pt x="47" y="7"/>
                  <a:pt x="52" y="12"/>
                </a:cubicBezTo>
                <a:cubicBezTo>
                  <a:pt x="58" y="18"/>
                  <a:pt x="61" y="25"/>
                  <a:pt x="61" y="32"/>
                </a:cubicBezTo>
                <a:cubicBezTo>
                  <a:pt x="61" y="39"/>
                  <a:pt x="58" y="47"/>
                  <a:pt x="52" y="52"/>
                </a:cubicBezTo>
                <a:cubicBezTo>
                  <a:pt x="47" y="58"/>
                  <a:pt x="39" y="60"/>
                  <a:pt x="32" y="60"/>
                </a:cubicBezTo>
                <a:cubicBezTo>
                  <a:pt x="25" y="60"/>
                  <a:pt x="18" y="58"/>
                  <a:pt x="12" y="52"/>
                </a:cubicBezTo>
                <a:cubicBezTo>
                  <a:pt x="7" y="47"/>
                  <a:pt x="4" y="39"/>
                  <a:pt x="4" y="32"/>
                </a:cubicBezTo>
                <a:cubicBezTo>
                  <a:pt x="4" y="25"/>
                  <a:pt x="7" y="18"/>
                  <a:pt x="12" y="12"/>
                </a:cubicBezTo>
                <a:cubicBezTo>
                  <a:pt x="12" y="12"/>
                  <a:pt x="12" y="12"/>
                  <a:pt x="12" y="12"/>
                </a:cubicBezTo>
                <a:moveTo>
                  <a:pt x="32" y="0"/>
                </a:moveTo>
                <a:cubicBezTo>
                  <a:pt x="32" y="0"/>
                  <a:pt x="32" y="0"/>
                  <a:pt x="32" y="0"/>
                </a:cubicBezTo>
                <a:cubicBezTo>
                  <a:pt x="24" y="0"/>
                  <a:pt x="16" y="3"/>
                  <a:pt x="9" y="9"/>
                </a:cubicBezTo>
                <a:cubicBezTo>
                  <a:pt x="9" y="9"/>
                  <a:pt x="9" y="9"/>
                  <a:pt x="9" y="9"/>
                </a:cubicBezTo>
                <a:cubicBezTo>
                  <a:pt x="3" y="16"/>
                  <a:pt x="0" y="24"/>
                  <a:pt x="0" y="32"/>
                </a:cubicBezTo>
                <a:cubicBezTo>
                  <a:pt x="0" y="40"/>
                  <a:pt x="2" y="47"/>
                  <a:pt x="8" y="53"/>
                </a:cubicBezTo>
                <a:cubicBezTo>
                  <a:pt x="8" y="54"/>
                  <a:pt x="9" y="54"/>
                  <a:pt x="9" y="55"/>
                </a:cubicBezTo>
                <a:cubicBezTo>
                  <a:pt x="10" y="55"/>
                  <a:pt x="10" y="56"/>
                  <a:pt x="10" y="56"/>
                </a:cubicBezTo>
                <a:cubicBezTo>
                  <a:pt x="17" y="62"/>
                  <a:pt x="24" y="64"/>
                  <a:pt x="32" y="64"/>
                </a:cubicBezTo>
                <a:cubicBezTo>
                  <a:pt x="32" y="64"/>
                  <a:pt x="32" y="64"/>
                  <a:pt x="32" y="64"/>
                </a:cubicBezTo>
                <a:cubicBezTo>
                  <a:pt x="40" y="64"/>
                  <a:pt x="49" y="61"/>
                  <a:pt x="55" y="55"/>
                </a:cubicBezTo>
                <a:cubicBezTo>
                  <a:pt x="61" y="49"/>
                  <a:pt x="65" y="40"/>
                  <a:pt x="65" y="32"/>
                </a:cubicBezTo>
                <a:cubicBezTo>
                  <a:pt x="65" y="24"/>
                  <a:pt x="62" y="16"/>
                  <a:pt x="56" y="10"/>
                </a:cubicBezTo>
                <a:cubicBezTo>
                  <a:pt x="56" y="10"/>
                  <a:pt x="55" y="10"/>
                  <a:pt x="55" y="9"/>
                </a:cubicBezTo>
                <a:cubicBezTo>
                  <a:pt x="54" y="9"/>
                  <a:pt x="54" y="8"/>
                  <a:pt x="53" y="7"/>
                </a:cubicBezTo>
                <a:cubicBezTo>
                  <a:pt x="47" y="2"/>
                  <a:pt x="40"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45" name="Freeform 902"/>
          <p:cNvSpPr>
            <a:spLocks/>
          </p:cNvSpPr>
          <p:nvPr/>
        </p:nvSpPr>
        <p:spPr bwMode="auto">
          <a:xfrm>
            <a:off x="12510317" y="-2505075"/>
            <a:ext cx="169863" cy="157163"/>
          </a:xfrm>
          <a:custGeom>
            <a:avLst/>
            <a:gdLst>
              <a:gd name="T0" fmla="*/ 20 w 41"/>
              <a:gd name="T1" fmla="*/ 0 h 38"/>
              <a:gd name="T2" fmla="*/ 7 w 41"/>
              <a:gd name="T3" fmla="*/ 6 h 38"/>
              <a:gd name="T4" fmla="*/ 7 w 41"/>
              <a:gd name="T5" fmla="*/ 32 h 38"/>
              <a:gd name="T6" fmla="*/ 20 w 41"/>
              <a:gd name="T7" fmla="*/ 38 h 38"/>
              <a:gd name="T8" fmla="*/ 33 w 41"/>
              <a:gd name="T9" fmla="*/ 32 h 38"/>
              <a:gd name="T10" fmla="*/ 33 w 41"/>
              <a:gd name="T11" fmla="*/ 6 h 38"/>
              <a:gd name="T12" fmla="*/ 20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0" y="0"/>
                </a:moveTo>
                <a:cubicBezTo>
                  <a:pt x="15" y="0"/>
                  <a:pt x="11" y="2"/>
                  <a:pt x="7" y="6"/>
                </a:cubicBezTo>
                <a:cubicBezTo>
                  <a:pt x="0" y="13"/>
                  <a:pt x="0" y="25"/>
                  <a:pt x="7" y="32"/>
                </a:cubicBezTo>
                <a:cubicBezTo>
                  <a:pt x="11" y="36"/>
                  <a:pt x="15" y="38"/>
                  <a:pt x="20" y="38"/>
                </a:cubicBezTo>
                <a:cubicBezTo>
                  <a:pt x="25" y="38"/>
                  <a:pt x="30" y="36"/>
                  <a:pt x="33" y="32"/>
                </a:cubicBezTo>
                <a:cubicBezTo>
                  <a:pt x="41" y="25"/>
                  <a:pt x="41" y="13"/>
                  <a:pt x="33"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46" name="Freeform 903"/>
          <p:cNvSpPr>
            <a:spLocks noEditPoints="1"/>
          </p:cNvSpPr>
          <p:nvPr/>
        </p:nvSpPr>
        <p:spPr bwMode="auto">
          <a:xfrm>
            <a:off x="13277079" y="1181100"/>
            <a:ext cx="444500" cy="684213"/>
          </a:xfrm>
          <a:custGeom>
            <a:avLst/>
            <a:gdLst>
              <a:gd name="T0" fmla="*/ 31 w 107"/>
              <a:gd name="T1" fmla="*/ 73 h 165"/>
              <a:gd name="T2" fmla="*/ 0 w 107"/>
              <a:gd name="T3" fmla="*/ 105 h 165"/>
              <a:gd name="T4" fmla="*/ 0 w 107"/>
              <a:gd name="T5" fmla="*/ 165 h 165"/>
              <a:gd name="T6" fmla="*/ 2 w 107"/>
              <a:gd name="T7" fmla="*/ 164 h 165"/>
              <a:gd name="T8" fmla="*/ 2 w 107"/>
              <a:gd name="T9" fmla="*/ 164 h 165"/>
              <a:gd name="T10" fmla="*/ 4 w 107"/>
              <a:gd name="T11" fmla="*/ 165 h 165"/>
              <a:gd name="T12" fmla="*/ 4 w 107"/>
              <a:gd name="T13" fmla="*/ 106 h 165"/>
              <a:gd name="T14" fmla="*/ 34 w 107"/>
              <a:gd name="T15" fmla="*/ 76 h 165"/>
              <a:gd name="T16" fmla="*/ 33 w 107"/>
              <a:gd name="T17" fmla="*/ 75 h 165"/>
              <a:gd name="T18" fmla="*/ 31 w 107"/>
              <a:gd name="T19" fmla="*/ 73 h 165"/>
              <a:gd name="T20" fmla="*/ 105 w 107"/>
              <a:gd name="T21" fmla="*/ 0 h 165"/>
              <a:gd name="T22" fmla="*/ 77 w 107"/>
              <a:gd name="T23" fmla="*/ 28 h 165"/>
              <a:gd name="T24" fmla="*/ 79 w 107"/>
              <a:gd name="T25" fmla="*/ 29 h 165"/>
              <a:gd name="T26" fmla="*/ 80 w 107"/>
              <a:gd name="T27" fmla="*/ 30 h 165"/>
              <a:gd name="T28" fmla="*/ 107 w 107"/>
              <a:gd name="T29" fmla="*/ 3 h 165"/>
              <a:gd name="T30" fmla="*/ 106 w 107"/>
              <a:gd name="T31" fmla="*/ 2 h 165"/>
              <a:gd name="T32" fmla="*/ 105 w 107"/>
              <a:gd name="T33"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7" h="165">
                <a:moveTo>
                  <a:pt x="31" y="73"/>
                </a:moveTo>
                <a:cubicBezTo>
                  <a:pt x="0" y="105"/>
                  <a:pt x="0" y="105"/>
                  <a:pt x="0" y="105"/>
                </a:cubicBezTo>
                <a:cubicBezTo>
                  <a:pt x="0" y="165"/>
                  <a:pt x="0" y="165"/>
                  <a:pt x="0" y="165"/>
                </a:cubicBezTo>
                <a:cubicBezTo>
                  <a:pt x="1" y="164"/>
                  <a:pt x="1" y="164"/>
                  <a:pt x="2" y="164"/>
                </a:cubicBezTo>
                <a:cubicBezTo>
                  <a:pt x="2" y="164"/>
                  <a:pt x="2" y="164"/>
                  <a:pt x="2" y="164"/>
                </a:cubicBezTo>
                <a:cubicBezTo>
                  <a:pt x="3" y="164"/>
                  <a:pt x="3" y="164"/>
                  <a:pt x="4" y="165"/>
                </a:cubicBezTo>
                <a:cubicBezTo>
                  <a:pt x="4" y="106"/>
                  <a:pt x="4" y="106"/>
                  <a:pt x="4" y="106"/>
                </a:cubicBezTo>
                <a:cubicBezTo>
                  <a:pt x="34" y="76"/>
                  <a:pt x="34" y="76"/>
                  <a:pt x="34" y="76"/>
                </a:cubicBezTo>
                <a:cubicBezTo>
                  <a:pt x="34" y="76"/>
                  <a:pt x="33" y="75"/>
                  <a:pt x="33" y="75"/>
                </a:cubicBezTo>
                <a:cubicBezTo>
                  <a:pt x="32" y="74"/>
                  <a:pt x="32" y="74"/>
                  <a:pt x="31" y="73"/>
                </a:cubicBezTo>
                <a:moveTo>
                  <a:pt x="105" y="0"/>
                </a:moveTo>
                <a:cubicBezTo>
                  <a:pt x="77" y="28"/>
                  <a:pt x="77" y="28"/>
                  <a:pt x="77" y="28"/>
                </a:cubicBezTo>
                <a:cubicBezTo>
                  <a:pt x="77" y="28"/>
                  <a:pt x="78" y="29"/>
                  <a:pt x="79" y="29"/>
                </a:cubicBezTo>
                <a:cubicBezTo>
                  <a:pt x="79" y="30"/>
                  <a:pt x="79" y="30"/>
                  <a:pt x="80" y="30"/>
                </a:cubicBezTo>
                <a:cubicBezTo>
                  <a:pt x="107" y="3"/>
                  <a:pt x="107" y="3"/>
                  <a:pt x="107" y="3"/>
                </a:cubicBezTo>
                <a:cubicBezTo>
                  <a:pt x="107" y="2"/>
                  <a:pt x="107" y="2"/>
                  <a:pt x="106" y="2"/>
                </a:cubicBezTo>
                <a:cubicBezTo>
                  <a:pt x="106" y="1"/>
                  <a:pt x="105" y="0"/>
                  <a:pt x="105"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47" name="Freeform 904"/>
          <p:cNvSpPr>
            <a:spLocks/>
          </p:cNvSpPr>
          <p:nvPr/>
        </p:nvSpPr>
        <p:spPr bwMode="auto">
          <a:xfrm>
            <a:off x="13215167" y="1876425"/>
            <a:ext cx="141288" cy="141288"/>
          </a:xfrm>
          <a:custGeom>
            <a:avLst/>
            <a:gdLst>
              <a:gd name="T0" fmla="*/ 17 w 34"/>
              <a:gd name="T1" fmla="*/ 0 h 34"/>
              <a:gd name="T2" fmla="*/ 5 w 34"/>
              <a:gd name="T3" fmla="*/ 5 h 34"/>
              <a:gd name="T4" fmla="*/ 5 w 34"/>
              <a:gd name="T5" fmla="*/ 5 h 34"/>
              <a:gd name="T6" fmla="*/ 0 w 34"/>
              <a:gd name="T7" fmla="*/ 17 h 34"/>
              <a:gd name="T8" fmla="*/ 5 w 34"/>
              <a:gd name="T9" fmla="*/ 29 h 34"/>
              <a:gd name="T10" fmla="*/ 17 w 34"/>
              <a:gd name="T11" fmla="*/ 34 h 34"/>
              <a:gd name="T12" fmla="*/ 29 w 34"/>
              <a:gd name="T13" fmla="*/ 29 h 34"/>
              <a:gd name="T14" fmla="*/ 34 w 34"/>
              <a:gd name="T15" fmla="*/ 17 h 34"/>
              <a:gd name="T16" fmla="*/ 29 w 34"/>
              <a:gd name="T17" fmla="*/ 5 h 34"/>
              <a:gd name="T18" fmla="*/ 17 w 34"/>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34">
                <a:moveTo>
                  <a:pt x="17" y="0"/>
                </a:moveTo>
                <a:cubicBezTo>
                  <a:pt x="13" y="0"/>
                  <a:pt x="9" y="2"/>
                  <a:pt x="5" y="5"/>
                </a:cubicBezTo>
                <a:cubicBezTo>
                  <a:pt x="5" y="5"/>
                  <a:pt x="5" y="5"/>
                  <a:pt x="5" y="5"/>
                </a:cubicBezTo>
                <a:cubicBezTo>
                  <a:pt x="2" y="9"/>
                  <a:pt x="0" y="13"/>
                  <a:pt x="0" y="17"/>
                </a:cubicBezTo>
                <a:cubicBezTo>
                  <a:pt x="0" y="21"/>
                  <a:pt x="2" y="26"/>
                  <a:pt x="5" y="29"/>
                </a:cubicBezTo>
                <a:cubicBezTo>
                  <a:pt x="9" y="32"/>
                  <a:pt x="13" y="34"/>
                  <a:pt x="17" y="34"/>
                </a:cubicBezTo>
                <a:cubicBezTo>
                  <a:pt x="21" y="34"/>
                  <a:pt x="26" y="32"/>
                  <a:pt x="29" y="29"/>
                </a:cubicBezTo>
                <a:cubicBezTo>
                  <a:pt x="32" y="26"/>
                  <a:pt x="34" y="21"/>
                  <a:pt x="34" y="17"/>
                </a:cubicBezTo>
                <a:cubicBezTo>
                  <a:pt x="34" y="13"/>
                  <a:pt x="32" y="9"/>
                  <a:pt x="29" y="5"/>
                </a:cubicBezTo>
                <a:cubicBezTo>
                  <a:pt x="26"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48" name="Freeform 905"/>
          <p:cNvSpPr>
            <a:spLocks noEditPoints="1"/>
          </p:cNvSpPr>
          <p:nvPr/>
        </p:nvSpPr>
        <p:spPr bwMode="auto">
          <a:xfrm>
            <a:off x="13199292" y="1860550"/>
            <a:ext cx="174625" cy="174625"/>
          </a:xfrm>
          <a:custGeom>
            <a:avLst/>
            <a:gdLst>
              <a:gd name="T0" fmla="*/ 9 w 42"/>
              <a:gd name="T1" fmla="*/ 9 h 42"/>
              <a:gd name="T2" fmla="*/ 21 w 42"/>
              <a:gd name="T3" fmla="*/ 4 h 42"/>
              <a:gd name="T4" fmla="*/ 33 w 42"/>
              <a:gd name="T5" fmla="*/ 9 h 42"/>
              <a:gd name="T6" fmla="*/ 38 w 42"/>
              <a:gd name="T7" fmla="*/ 21 h 42"/>
              <a:gd name="T8" fmla="*/ 33 w 42"/>
              <a:gd name="T9" fmla="*/ 33 h 42"/>
              <a:gd name="T10" fmla="*/ 21 w 42"/>
              <a:gd name="T11" fmla="*/ 38 h 42"/>
              <a:gd name="T12" fmla="*/ 9 w 42"/>
              <a:gd name="T13" fmla="*/ 33 h 42"/>
              <a:gd name="T14" fmla="*/ 4 w 42"/>
              <a:gd name="T15" fmla="*/ 21 h 42"/>
              <a:gd name="T16" fmla="*/ 9 w 42"/>
              <a:gd name="T17" fmla="*/ 9 h 42"/>
              <a:gd name="T18" fmla="*/ 9 w 42"/>
              <a:gd name="T19" fmla="*/ 9 h 42"/>
              <a:gd name="T20" fmla="*/ 21 w 42"/>
              <a:gd name="T21" fmla="*/ 0 h 42"/>
              <a:gd name="T22" fmla="*/ 21 w 42"/>
              <a:gd name="T23" fmla="*/ 0 h 42"/>
              <a:gd name="T24" fmla="*/ 19 w 42"/>
              <a:gd name="T25" fmla="*/ 1 h 42"/>
              <a:gd name="T26" fmla="*/ 6 w 42"/>
              <a:gd name="T27" fmla="*/ 6 h 42"/>
              <a:gd name="T28" fmla="*/ 6 w 42"/>
              <a:gd name="T29" fmla="*/ 6 h 42"/>
              <a:gd name="T30" fmla="*/ 0 w 42"/>
              <a:gd name="T31" fmla="*/ 21 h 42"/>
              <a:gd name="T32" fmla="*/ 6 w 42"/>
              <a:gd name="T33" fmla="*/ 36 h 42"/>
              <a:gd name="T34" fmla="*/ 21 w 42"/>
              <a:gd name="T35" fmla="*/ 42 h 42"/>
              <a:gd name="T36" fmla="*/ 21 w 42"/>
              <a:gd name="T37" fmla="*/ 42 h 42"/>
              <a:gd name="T38" fmla="*/ 36 w 42"/>
              <a:gd name="T39" fmla="*/ 36 h 42"/>
              <a:gd name="T40" fmla="*/ 42 w 42"/>
              <a:gd name="T41" fmla="*/ 21 h 42"/>
              <a:gd name="T42" fmla="*/ 36 w 42"/>
              <a:gd name="T43" fmla="*/ 6 h 42"/>
              <a:gd name="T44" fmla="*/ 23 w 42"/>
              <a:gd name="T45" fmla="*/ 1 h 42"/>
              <a:gd name="T46" fmla="*/ 21 w 42"/>
              <a:gd name="T4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2" h="42">
                <a:moveTo>
                  <a:pt x="9" y="9"/>
                </a:moveTo>
                <a:cubicBezTo>
                  <a:pt x="13" y="6"/>
                  <a:pt x="17" y="4"/>
                  <a:pt x="21" y="4"/>
                </a:cubicBezTo>
                <a:cubicBezTo>
                  <a:pt x="25" y="4"/>
                  <a:pt x="30" y="6"/>
                  <a:pt x="33" y="9"/>
                </a:cubicBezTo>
                <a:cubicBezTo>
                  <a:pt x="36" y="13"/>
                  <a:pt x="38" y="17"/>
                  <a:pt x="38" y="21"/>
                </a:cubicBezTo>
                <a:cubicBezTo>
                  <a:pt x="38" y="25"/>
                  <a:pt x="36" y="30"/>
                  <a:pt x="33" y="33"/>
                </a:cubicBezTo>
                <a:cubicBezTo>
                  <a:pt x="30" y="36"/>
                  <a:pt x="25" y="38"/>
                  <a:pt x="21" y="38"/>
                </a:cubicBezTo>
                <a:cubicBezTo>
                  <a:pt x="17" y="38"/>
                  <a:pt x="13" y="36"/>
                  <a:pt x="9" y="33"/>
                </a:cubicBezTo>
                <a:cubicBezTo>
                  <a:pt x="6" y="30"/>
                  <a:pt x="4" y="25"/>
                  <a:pt x="4" y="21"/>
                </a:cubicBezTo>
                <a:cubicBezTo>
                  <a:pt x="4" y="17"/>
                  <a:pt x="6" y="13"/>
                  <a:pt x="9" y="9"/>
                </a:cubicBezTo>
                <a:cubicBezTo>
                  <a:pt x="9" y="9"/>
                  <a:pt x="9" y="9"/>
                  <a:pt x="9" y="9"/>
                </a:cubicBezTo>
                <a:moveTo>
                  <a:pt x="21" y="0"/>
                </a:moveTo>
                <a:cubicBezTo>
                  <a:pt x="21" y="0"/>
                  <a:pt x="21" y="0"/>
                  <a:pt x="21" y="0"/>
                </a:cubicBezTo>
                <a:cubicBezTo>
                  <a:pt x="20" y="0"/>
                  <a:pt x="20" y="0"/>
                  <a:pt x="19" y="1"/>
                </a:cubicBezTo>
                <a:cubicBezTo>
                  <a:pt x="14" y="1"/>
                  <a:pt x="10" y="3"/>
                  <a:pt x="6" y="6"/>
                </a:cubicBezTo>
                <a:cubicBezTo>
                  <a:pt x="6" y="6"/>
                  <a:pt x="6" y="6"/>
                  <a:pt x="6" y="6"/>
                </a:cubicBezTo>
                <a:cubicBezTo>
                  <a:pt x="2" y="11"/>
                  <a:pt x="0" y="16"/>
                  <a:pt x="0" y="21"/>
                </a:cubicBezTo>
                <a:cubicBezTo>
                  <a:pt x="0" y="26"/>
                  <a:pt x="2" y="32"/>
                  <a:pt x="6" y="36"/>
                </a:cubicBezTo>
                <a:cubicBezTo>
                  <a:pt x="11" y="40"/>
                  <a:pt x="16" y="42"/>
                  <a:pt x="21" y="42"/>
                </a:cubicBezTo>
                <a:cubicBezTo>
                  <a:pt x="21" y="42"/>
                  <a:pt x="21" y="42"/>
                  <a:pt x="21" y="42"/>
                </a:cubicBezTo>
                <a:cubicBezTo>
                  <a:pt x="26" y="42"/>
                  <a:pt x="32" y="40"/>
                  <a:pt x="36" y="36"/>
                </a:cubicBezTo>
                <a:cubicBezTo>
                  <a:pt x="40" y="32"/>
                  <a:pt x="42" y="26"/>
                  <a:pt x="42" y="21"/>
                </a:cubicBezTo>
                <a:cubicBezTo>
                  <a:pt x="42" y="16"/>
                  <a:pt x="40" y="11"/>
                  <a:pt x="36" y="6"/>
                </a:cubicBezTo>
                <a:cubicBezTo>
                  <a:pt x="32" y="3"/>
                  <a:pt x="27" y="1"/>
                  <a:pt x="23" y="1"/>
                </a:cubicBezTo>
                <a:cubicBezTo>
                  <a:pt x="22" y="0"/>
                  <a:pt x="22"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49" name="Freeform 906"/>
          <p:cNvSpPr>
            <a:spLocks/>
          </p:cNvSpPr>
          <p:nvPr/>
        </p:nvSpPr>
        <p:spPr bwMode="auto">
          <a:xfrm>
            <a:off x="13708879" y="1055688"/>
            <a:ext cx="141288" cy="141288"/>
          </a:xfrm>
          <a:custGeom>
            <a:avLst/>
            <a:gdLst>
              <a:gd name="T0" fmla="*/ 17 w 34"/>
              <a:gd name="T1" fmla="*/ 0 h 34"/>
              <a:gd name="T2" fmla="*/ 5 w 34"/>
              <a:gd name="T3" fmla="*/ 5 h 34"/>
              <a:gd name="T4" fmla="*/ 5 w 34"/>
              <a:gd name="T5" fmla="*/ 5 h 34"/>
              <a:gd name="T6" fmla="*/ 0 w 34"/>
              <a:gd name="T7" fmla="*/ 17 h 34"/>
              <a:gd name="T8" fmla="*/ 5 w 34"/>
              <a:gd name="T9" fmla="*/ 29 h 34"/>
              <a:gd name="T10" fmla="*/ 17 w 34"/>
              <a:gd name="T11" fmla="*/ 34 h 34"/>
              <a:gd name="T12" fmla="*/ 29 w 34"/>
              <a:gd name="T13" fmla="*/ 29 h 34"/>
              <a:gd name="T14" fmla="*/ 34 w 34"/>
              <a:gd name="T15" fmla="*/ 17 h 34"/>
              <a:gd name="T16" fmla="*/ 29 w 34"/>
              <a:gd name="T17" fmla="*/ 5 h 34"/>
              <a:gd name="T18" fmla="*/ 17 w 34"/>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34">
                <a:moveTo>
                  <a:pt x="17" y="0"/>
                </a:moveTo>
                <a:cubicBezTo>
                  <a:pt x="13" y="0"/>
                  <a:pt x="8" y="2"/>
                  <a:pt x="5" y="5"/>
                </a:cubicBezTo>
                <a:cubicBezTo>
                  <a:pt x="5" y="5"/>
                  <a:pt x="5" y="5"/>
                  <a:pt x="5" y="5"/>
                </a:cubicBezTo>
                <a:cubicBezTo>
                  <a:pt x="2" y="9"/>
                  <a:pt x="0" y="13"/>
                  <a:pt x="0" y="17"/>
                </a:cubicBezTo>
                <a:cubicBezTo>
                  <a:pt x="0" y="21"/>
                  <a:pt x="2" y="26"/>
                  <a:pt x="5" y="29"/>
                </a:cubicBezTo>
                <a:cubicBezTo>
                  <a:pt x="8" y="32"/>
                  <a:pt x="13" y="34"/>
                  <a:pt x="17" y="34"/>
                </a:cubicBezTo>
                <a:cubicBezTo>
                  <a:pt x="21" y="34"/>
                  <a:pt x="25" y="32"/>
                  <a:pt x="29" y="29"/>
                </a:cubicBezTo>
                <a:cubicBezTo>
                  <a:pt x="32" y="26"/>
                  <a:pt x="34" y="21"/>
                  <a:pt x="34" y="17"/>
                </a:cubicBezTo>
                <a:cubicBezTo>
                  <a:pt x="34" y="13"/>
                  <a:pt x="32" y="9"/>
                  <a:pt x="29"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50" name="Freeform 907"/>
          <p:cNvSpPr>
            <a:spLocks noEditPoints="1"/>
          </p:cNvSpPr>
          <p:nvPr/>
        </p:nvSpPr>
        <p:spPr bwMode="auto">
          <a:xfrm>
            <a:off x="13693004" y="1039813"/>
            <a:ext cx="173038" cy="174625"/>
          </a:xfrm>
          <a:custGeom>
            <a:avLst/>
            <a:gdLst>
              <a:gd name="T0" fmla="*/ 9 w 42"/>
              <a:gd name="T1" fmla="*/ 9 h 42"/>
              <a:gd name="T2" fmla="*/ 21 w 42"/>
              <a:gd name="T3" fmla="*/ 4 h 42"/>
              <a:gd name="T4" fmla="*/ 33 w 42"/>
              <a:gd name="T5" fmla="*/ 9 h 42"/>
              <a:gd name="T6" fmla="*/ 38 w 42"/>
              <a:gd name="T7" fmla="*/ 21 h 42"/>
              <a:gd name="T8" fmla="*/ 33 w 42"/>
              <a:gd name="T9" fmla="*/ 33 h 42"/>
              <a:gd name="T10" fmla="*/ 21 w 42"/>
              <a:gd name="T11" fmla="*/ 38 h 42"/>
              <a:gd name="T12" fmla="*/ 9 w 42"/>
              <a:gd name="T13" fmla="*/ 33 h 42"/>
              <a:gd name="T14" fmla="*/ 4 w 42"/>
              <a:gd name="T15" fmla="*/ 21 h 42"/>
              <a:gd name="T16" fmla="*/ 9 w 42"/>
              <a:gd name="T17" fmla="*/ 9 h 42"/>
              <a:gd name="T18" fmla="*/ 9 w 42"/>
              <a:gd name="T19" fmla="*/ 9 h 42"/>
              <a:gd name="T20" fmla="*/ 21 w 42"/>
              <a:gd name="T21" fmla="*/ 0 h 42"/>
              <a:gd name="T22" fmla="*/ 21 w 42"/>
              <a:gd name="T23" fmla="*/ 0 h 42"/>
              <a:gd name="T24" fmla="*/ 6 w 42"/>
              <a:gd name="T25" fmla="*/ 6 h 42"/>
              <a:gd name="T26" fmla="*/ 6 w 42"/>
              <a:gd name="T27" fmla="*/ 6 h 42"/>
              <a:gd name="T28" fmla="*/ 0 w 42"/>
              <a:gd name="T29" fmla="*/ 21 h 42"/>
              <a:gd name="T30" fmla="*/ 5 w 42"/>
              <a:gd name="T31" fmla="*/ 34 h 42"/>
              <a:gd name="T32" fmla="*/ 6 w 42"/>
              <a:gd name="T33" fmla="*/ 36 h 42"/>
              <a:gd name="T34" fmla="*/ 7 w 42"/>
              <a:gd name="T35" fmla="*/ 37 h 42"/>
              <a:gd name="T36" fmla="*/ 21 w 42"/>
              <a:gd name="T37" fmla="*/ 42 h 42"/>
              <a:gd name="T38" fmla="*/ 21 w 42"/>
              <a:gd name="T39" fmla="*/ 42 h 42"/>
              <a:gd name="T40" fmla="*/ 35 w 42"/>
              <a:gd name="T41" fmla="*/ 36 h 42"/>
              <a:gd name="T42" fmla="*/ 42 w 42"/>
              <a:gd name="T43" fmla="*/ 21 h 42"/>
              <a:gd name="T44" fmla="*/ 35 w 42"/>
              <a:gd name="T45" fmla="*/ 6 h 42"/>
              <a:gd name="T46" fmla="*/ 21 w 42"/>
              <a:gd name="T4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2" h="42">
                <a:moveTo>
                  <a:pt x="9" y="9"/>
                </a:moveTo>
                <a:cubicBezTo>
                  <a:pt x="12" y="6"/>
                  <a:pt x="17" y="4"/>
                  <a:pt x="21" y="4"/>
                </a:cubicBezTo>
                <a:cubicBezTo>
                  <a:pt x="25" y="4"/>
                  <a:pt x="29" y="6"/>
                  <a:pt x="33" y="9"/>
                </a:cubicBezTo>
                <a:cubicBezTo>
                  <a:pt x="36" y="13"/>
                  <a:pt x="38" y="17"/>
                  <a:pt x="38" y="21"/>
                </a:cubicBezTo>
                <a:cubicBezTo>
                  <a:pt x="38" y="25"/>
                  <a:pt x="36" y="30"/>
                  <a:pt x="33" y="33"/>
                </a:cubicBezTo>
                <a:cubicBezTo>
                  <a:pt x="29" y="36"/>
                  <a:pt x="25" y="38"/>
                  <a:pt x="21" y="38"/>
                </a:cubicBezTo>
                <a:cubicBezTo>
                  <a:pt x="17" y="38"/>
                  <a:pt x="12" y="36"/>
                  <a:pt x="9" y="33"/>
                </a:cubicBezTo>
                <a:cubicBezTo>
                  <a:pt x="6" y="30"/>
                  <a:pt x="4" y="25"/>
                  <a:pt x="4" y="21"/>
                </a:cubicBezTo>
                <a:cubicBezTo>
                  <a:pt x="4" y="17"/>
                  <a:pt x="6" y="13"/>
                  <a:pt x="9" y="9"/>
                </a:cubicBezTo>
                <a:cubicBezTo>
                  <a:pt x="9" y="9"/>
                  <a:pt x="9" y="9"/>
                  <a:pt x="9" y="9"/>
                </a:cubicBezTo>
                <a:moveTo>
                  <a:pt x="21" y="0"/>
                </a:moveTo>
                <a:cubicBezTo>
                  <a:pt x="21" y="0"/>
                  <a:pt x="21" y="0"/>
                  <a:pt x="21" y="0"/>
                </a:cubicBezTo>
                <a:cubicBezTo>
                  <a:pt x="16" y="0"/>
                  <a:pt x="10" y="2"/>
                  <a:pt x="6" y="6"/>
                </a:cubicBezTo>
                <a:cubicBezTo>
                  <a:pt x="6" y="6"/>
                  <a:pt x="6" y="6"/>
                  <a:pt x="6" y="6"/>
                </a:cubicBezTo>
                <a:cubicBezTo>
                  <a:pt x="2" y="11"/>
                  <a:pt x="0" y="16"/>
                  <a:pt x="0" y="21"/>
                </a:cubicBezTo>
                <a:cubicBezTo>
                  <a:pt x="0" y="26"/>
                  <a:pt x="2" y="30"/>
                  <a:pt x="5" y="34"/>
                </a:cubicBezTo>
                <a:cubicBezTo>
                  <a:pt x="5" y="34"/>
                  <a:pt x="6" y="35"/>
                  <a:pt x="6" y="36"/>
                </a:cubicBezTo>
                <a:cubicBezTo>
                  <a:pt x="7" y="36"/>
                  <a:pt x="7" y="36"/>
                  <a:pt x="7" y="37"/>
                </a:cubicBezTo>
                <a:cubicBezTo>
                  <a:pt x="11" y="40"/>
                  <a:pt x="16" y="42"/>
                  <a:pt x="21" y="42"/>
                </a:cubicBezTo>
                <a:cubicBezTo>
                  <a:pt x="21" y="42"/>
                  <a:pt x="21" y="42"/>
                  <a:pt x="21" y="42"/>
                </a:cubicBezTo>
                <a:cubicBezTo>
                  <a:pt x="26" y="42"/>
                  <a:pt x="31" y="40"/>
                  <a:pt x="35" y="36"/>
                </a:cubicBezTo>
                <a:cubicBezTo>
                  <a:pt x="40" y="32"/>
                  <a:pt x="42" y="26"/>
                  <a:pt x="42" y="21"/>
                </a:cubicBezTo>
                <a:cubicBezTo>
                  <a:pt x="42" y="16"/>
                  <a:pt x="40" y="11"/>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51" name="Freeform 908"/>
          <p:cNvSpPr>
            <a:spLocks noEditPoints="1"/>
          </p:cNvSpPr>
          <p:nvPr/>
        </p:nvSpPr>
        <p:spPr bwMode="auto">
          <a:xfrm>
            <a:off x="13394554" y="1279525"/>
            <a:ext cx="231775" cy="233363"/>
          </a:xfrm>
          <a:custGeom>
            <a:avLst/>
            <a:gdLst>
              <a:gd name="T0" fmla="*/ 28 w 56"/>
              <a:gd name="T1" fmla="*/ 47 h 56"/>
              <a:gd name="T2" fmla="*/ 15 w 56"/>
              <a:gd name="T3" fmla="*/ 41 h 56"/>
              <a:gd name="T4" fmla="*/ 15 w 56"/>
              <a:gd name="T5" fmla="*/ 15 h 56"/>
              <a:gd name="T6" fmla="*/ 28 w 56"/>
              <a:gd name="T7" fmla="*/ 9 h 56"/>
              <a:gd name="T8" fmla="*/ 41 w 56"/>
              <a:gd name="T9" fmla="*/ 15 h 56"/>
              <a:gd name="T10" fmla="*/ 41 w 56"/>
              <a:gd name="T11" fmla="*/ 41 h 56"/>
              <a:gd name="T12" fmla="*/ 28 w 56"/>
              <a:gd name="T13" fmla="*/ 47 h 56"/>
              <a:gd name="T14" fmla="*/ 28 w 56"/>
              <a:gd name="T15" fmla="*/ 0 h 56"/>
              <a:gd name="T16" fmla="*/ 8 w 56"/>
              <a:gd name="T17" fmla="*/ 8 h 56"/>
              <a:gd name="T18" fmla="*/ 8 w 56"/>
              <a:gd name="T19" fmla="*/ 8 h 56"/>
              <a:gd name="T20" fmla="*/ 0 w 56"/>
              <a:gd name="T21" fmla="*/ 28 h 56"/>
              <a:gd name="T22" fmla="*/ 8 w 56"/>
              <a:gd name="T23" fmla="*/ 48 h 56"/>
              <a:gd name="T24" fmla="*/ 28 w 56"/>
              <a:gd name="T25" fmla="*/ 56 h 56"/>
              <a:gd name="T26" fmla="*/ 48 w 56"/>
              <a:gd name="T27" fmla="*/ 48 h 56"/>
              <a:gd name="T28" fmla="*/ 56 w 56"/>
              <a:gd name="T29" fmla="*/ 28 h 56"/>
              <a:gd name="T30" fmla="*/ 48 w 56"/>
              <a:gd name="T31" fmla="*/ 8 h 56"/>
              <a:gd name="T32" fmla="*/ 28 w 56"/>
              <a:gd name="T3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 h="56">
                <a:moveTo>
                  <a:pt x="28" y="47"/>
                </a:moveTo>
                <a:cubicBezTo>
                  <a:pt x="23" y="47"/>
                  <a:pt x="18" y="45"/>
                  <a:pt x="15" y="41"/>
                </a:cubicBezTo>
                <a:cubicBezTo>
                  <a:pt x="7" y="34"/>
                  <a:pt x="7" y="22"/>
                  <a:pt x="15" y="15"/>
                </a:cubicBezTo>
                <a:cubicBezTo>
                  <a:pt x="18" y="11"/>
                  <a:pt x="23" y="9"/>
                  <a:pt x="28" y="9"/>
                </a:cubicBezTo>
                <a:cubicBezTo>
                  <a:pt x="33" y="9"/>
                  <a:pt x="37" y="11"/>
                  <a:pt x="41" y="15"/>
                </a:cubicBezTo>
                <a:cubicBezTo>
                  <a:pt x="48" y="22"/>
                  <a:pt x="48" y="34"/>
                  <a:pt x="41" y="41"/>
                </a:cubicBezTo>
                <a:cubicBezTo>
                  <a:pt x="37" y="45"/>
                  <a:pt x="33" y="47"/>
                  <a:pt x="28" y="47"/>
                </a:cubicBezTo>
                <a:moveTo>
                  <a:pt x="28" y="0"/>
                </a:moveTo>
                <a:cubicBezTo>
                  <a:pt x="21" y="0"/>
                  <a:pt x="13" y="3"/>
                  <a:pt x="8" y="8"/>
                </a:cubicBezTo>
                <a:cubicBezTo>
                  <a:pt x="8" y="8"/>
                  <a:pt x="8" y="8"/>
                  <a:pt x="8" y="8"/>
                </a:cubicBezTo>
                <a:cubicBezTo>
                  <a:pt x="2" y="14"/>
                  <a:pt x="0" y="21"/>
                  <a:pt x="0" y="28"/>
                </a:cubicBezTo>
                <a:cubicBezTo>
                  <a:pt x="0" y="35"/>
                  <a:pt x="2" y="43"/>
                  <a:pt x="8" y="48"/>
                </a:cubicBezTo>
                <a:cubicBezTo>
                  <a:pt x="13" y="54"/>
                  <a:pt x="21" y="56"/>
                  <a:pt x="28" y="56"/>
                </a:cubicBezTo>
                <a:cubicBezTo>
                  <a:pt x="35" y="56"/>
                  <a:pt x="42" y="54"/>
                  <a:pt x="48" y="48"/>
                </a:cubicBezTo>
                <a:cubicBezTo>
                  <a:pt x="53" y="43"/>
                  <a:pt x="56" y="35"/>
                  <a:pt x="56" y="28"/>
                </a:cubicBezTo>
                <a:cubicBezTo>
                  <a:pt x="56" y="21"/>
                  <a:pt x="53" y="14"/>
                  <a:pt x="48" y="8"/>
                </a:cubicBezTo>
                <a:cubicBezTo>
                  <a:pt x="42" y="3"/>
                  <a:pt x="35"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52" name="Freeform 909"/>
          <p:cNvSpPr>
            <a:spLocks noEditPoints="1"/>
          </p:cNvSpPr>
          <p:nvPr/>
        </p:nvSpPr>
        <p:spPr bwMode="auto">
          <a:xfrm>
            <a:off x="13373917" y="1263650"/>
            <a:ext cx="268288" cy="265113"/>
          </a:xfrm>
          <a:custGeom>
            <a:avLst/>
            <a:gdLst>
              <a:gd name="T0" fmla="*/ 13 w 65"/>
              <a:gd name="T1" fmla="*/ 12 h 64"/>
              <a:gd name="T2" fmla="*/ 33 w 65"/>
              <a:gd name="T3" fmla="*/ 4 h 64"/>
              <a:gd name="T4" fmla="*/ 53 w 65"/>
              <a:gd name="T5" fmla="*/ 12 h 64"/>
              <a:gd name="T6" fmla="*/ 61 w 65"/>
              <a:gd name="T7" fmla="*/ 32 h 64"/>
              <a:gd name="T8" fmla="*/ 53 w 65"/>
              <a:gd name="T9" fmla="*/ 52 h 64"/>
              <a:gd name="T10" fmla="*/ 33 w 65"/>
              <a:gd name="T11" fmla="*/ 60 h 64"/>
              <a:gd name="T12" fmla="*/ 13 w 65"/>
              <a:gd name="T13" fmla="*/ 52 h 64"/>
              <a:gd name="T14" fmla="*/ 5 w 65"/>
              <a:gd name="T15" fmla="*/ 32 h 64"/>
              <a:gd name="T16" fmla="*/ 13 w 65"/>
              <a:gd name="T17" fmla="*/ 12 h 64"/>
              <a:gd name="T18" fmla="*/ 13 w 65"/>
              <a:gd name="T19" fmla="*/ 12 h 64"/>
              <a:gd name="T20" fmla="*/ 33 w 65"/>
              <a:gd name="T21" fmla="*/ 0 h 64"/>
              <a:gd name="T22" fmla="*/ 33 w 65"/>
              <a:gd name="T23" fmla="*/ 0 h 64"/>
              <a:gd name="T24" fmla="*/ 10 w 65"/>
              <a:gd name="T25" fmla="*/ 9 h 64"/>
              <a:gd name="T26" fmla="*/ 10 w 65"/>
              <a:gd name="T27" fmla="*/ 9 h 64"/>
              <a:gd name="T28" fmla="*/ 1 w 65"/>
              <a:gd name="T29" fmla="*/ 32 h 64"/>
              <a:gd name="T30" fmla="*/ 8 w 65"/>
              <a:gd name="T31" fmla="*/ 53 h 64"/>
              <a:gd name="T32" fmla="*/ 10 w 65"/>
              <a:gd name="T33" fmla="*/ 55 h 64"/>
              <a:gd name="T34" fmla="*/ 11 w 65"/>
              <a:gd name="T35" fmla="*/ 56 h 64"/>
              <a:gd name="T36" fmla="*/ 33 w 65"/>
              <a:gd name="T37" fmla="*/ 64 h 64"/>
              <a:gd name="T38" fmla="*/ 33 w 65"/>
              <a:gd name="T39" fmla="*/ 64 h 64"/>
              <a:gd name="T40" fmla="*/ 56 w 65"/>
              <a:gd name="T41" fmla="*/ 55 h 64"/>
              <a:gd name="T42" fmla="*/ 65 w 65"/>
              <a:gd name="T43" fmla="*/ 32 h 64"/>
              <a:gd name="T44" fmla="*/ 57 w 65"/>
              <a:gd name="T45" fmla="*/ 10 h 64"/>
              <a:gd name="T46" fmla="*/ 56 w 65"/>
              <a:gd name="T47" fmla="*/ 9 h 64"/>
              <a:gd name="T48" fmla="*/ 54 w 65"/>
              <a:gd name="T49" fmla="*/ 8 h 64"/>
              <a:gd name="T50" fmla="*/ 33 w 65"/>
              <a:gd name="T51"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5" h="64">
                <a:moveTo>
                  <a:pt x="13" y="12"/>
                </a:moveTo>
                <a:cubicBezTo>
                  <a:pt x="18" y="7"/>
                  <a:pt x="26" y="4"/>
                  <a:pt x="33" y="4"/>
                </a:cubicBezTo>
                <a:cubicBezTo>
                  <a:pt x="40" y="4"/>
                  <a:pt x="47" y="7"/>
                  <a:pt x="53" y="12"/>
                </a:cubicBezTo>
                <a:cubicBezTo>
                  <a:pt x="58" y="18"/>
                  <a:pt x="61" y="25"/>
                  <a:pt x="61" y="32"/>
                </a:cubicBezTo>
                <a:cubicBezTo>
                  <a:pt x="61" y="39"/>
                  <a:pt x="58" y="47"/>
                  <a:pt x="53" y="52"/>
                </a:cubicBezTo>
                <a:cubicBezTo>
                  <a:pt x="47" y="58"/>
                  <a:pt x="40" y="60"/>
                  <a:pt x="33" y="60"/>
                </a:cubicBezTo>
                <a:cubicBezTo>
                  <a:pt x="26" y="60"/>
                  <a:pt x="18" y="58"/>
                  <a:pt x="13" y="52"/>
                </a:cubicBezTo>
                <a:cubicBezTo>
                  <a:pt x="7" y="47"/>
                  <a:pt x="5" y="39"/>
                  <a:pt x="5" y="32"/>
                </a:cubicBezTo>
                <a:cubicBezTo>
                  <a:pt x="5" y="25"/>
                  <a:pt x="7" y="18"/>
                  <a:pt x="13" y="12"/>
                </a:cubicBezTo>
                <a:cubicBezTo>
                  <a:pt x="13" y="12"/>
                  <a:pt x="13" y="12"/>
                  <a:pt x="13" y="12"/>
                </a:cubicBezTo>
                <a:moveTo>
                  <a:pt x="33" y="0"/>
                </a:moveTo>
                <a:cubicBezTo>
                  <a:pt x="33" y="0"/>
                  <a:pt x="33" y="0"/>
                  <a:pt x="33" y="0"/>
                </a:cubicBezTo>
                <a:cubicBezTo>
                  <a:pt x="25" y="0"/>
                  <a:pt x="16" y="3"/>
                  <a:pt x="10" y="9"/>
                </a:cubicBezTo>
                <a:cubicBezTo>
                  <a:pt x="10" y="9"/>
                  <a:pt x="10" y="9"/>
                  <a:pt x="10" y="9"/>
                </a:cubicBezTo>
                <a:cubicBezTo>
                  <a:pt x="4" y="16"/>
                  <a:pt x="0" y="24"/>
                  <a:pt x="1" y="32"/>
                </a:cubicBezTo>
                <a:cubicBezTo>
                  <a:pt x="0" y="40"/>
                  <a:pt x="3" y="47"/>
                  <a:pt x="8" y="53"/>
                </a:cubicBezTo>
                <a:cubicBezTo>
                  <a:pt x="9" y="54"/>
                  <a:pt x="9" y="54"/>
                  <a:pt x="10" y="55"/>
                </a:cubicBezTo>
                <a:cubicBezTo>
                  <a:pt x="10" y="55"/>
                  <a:pt x="11" y="56"/>
                  <a:pt x="11" y="56"/>
                </a:cubicBezTo>
                <a:cubicBezTo>
                  <a:pt x="17" y="62"/>
                  <a:pt x="25" y="64"/>
                  <a:pt x="33" y="64"/>
                </a:cubicBezTo>
                <a:cubicBezTo>
                  <a:pt x="33" y="64"/>
                  <a:pt x="33" y="64"/>
                  <a:pt x="33" y="64"/>
                </a:cubicBezTo>
                <a:cubicBezTo>
                  <a:pt x="41" y="64"/>
                  <a:pt x="49" y="61"/>
                  <a:pt x="56" y="55"/>
                </a:cubicBezTo>
                <a:cubicBezTo>
                  <a:pt x="62" y="49"/>
                  <a:pt x="65" y="40"/>
                  <a:pt x="65" y="32"/>
                </a:cubicBezTo>
                <a:cubicBezTo>
                  <a:pt x="65" y="24"/>
                  <a:pt x="62" y="16"/>
                  <a:pt x="57" y="10"/>
                </a:cubicBezTo>
                <a:cubicBezTo>
                  <a:pt x="56" y="10"/>
                  <a:pt x="56" y="10"/>
                  <a:pt x="56" y="9"/>
                </a:cubicBezTo>
                <a:cubicBezTo>
                  <a:pt x="55" y="9"/>
                  <a:pt x="54" y="8"/>
                  <a:pt x="54" y="8"/>
                </a:cubicBezTo>
                <a:cubicBezTo>
                  <a:pt x="48" y="2"/>
                  <a:pt x="40" y="0"/>
                  <a:pt x="3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53" name="Freeform 910"/>
          <p:cNvSpPr>
            <a:spLocks/>
          </p:cNvSpPr>
          <p:nvPr/>
        </p:nvSpPr>
        <p:spPr bwMode="auto">
          <a:xfrm>
            <a:off x="13423129" y="1317625"/>
            <a:ext cx="169863" cy="157163"/>
          </a:xfrm>
          <a:custGeom>
            <a:avLst/>
            <a:gdLst>
              <a:gd name="T0" fmla="*/ 21 w 41"/>
              <a:gd name="T1" fmla="*/ 0 h 38"/>
              <a:gd name="T2" fmla="*/ 8 w 41"/>
              <a:gd name="T3" fmla="*/ 6 h 38"/>
              <a:gd name="T4" fmla="*/ 8 w 41"/>
              <a:gd name="T5" fmla="*/ 32 h 38"/>
              <a:gd name="T6" fmla="*/ 21 w 41"/>
              <a:gd name="T7" fmla="*/ 38 h 38"/>
              <a:gd name="T8" fmla="*/ 34 w 41"/>
              <a:gd name="T9" fmla="*/ 32 h 38"/>
              <a:gd name="T10" fmla="*/ 34 w 41"/>
              <a:gd name="T11" fmla="*/ 6 h 38"/>
              <a:gd name="T12" fmla="*/ 21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1" y="0"/>
                </a:moveTo>
                <a:cubicBezTo>
                  <a:pt x="16" y="0"/>
                  <a:pt x="11" y="2"/>
                  <a:pt x="8" y="6"/>
                </a:cubicBezTo>
                <a:cubicBezTo>
                  <a:pt x="0" y="13"/>
                  <a:pt x="0" y="25"/>
                  <a:pt x="8" y="32"/>
                </a:cubicBezTo>
                <a:cubicBezTo>
                  <a:pt x="11" y="36"/>
                  <a:pt x="16" y="38"/>
                  <a:pt x="21" y="38"/>
                </a:cubicBezTo>
                <a:cubicBezTo>
                  <a:pt x="26" y="38"/>
                  <a:pt x="30" y="36"/>
                  <a:pt x="34" y="32"/>
                </a:cubicBezTo>
                <a:cubicBezTo>
                  <a:pt x="41" y="25"/>
                  <a:pt x="41" y="13"/>
                  <a:pt x="34" y="6"/>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61" name="Freeform 918"/>
          <p:cNvSpPr>
            <a:spLocks/>
          </p:cNvSpPr>
          <p:nvPr/>
        </p:nvSpPr>
        <p:spPr bwMode="auto">
          <a:xfrm>
            <a:off x="9144820" y="5397501"/>
            <a:ext cx="1376363" cy="3702050"/>
          </a:xfrm>
          <a:custGeom>
            <a:avLst/>
            <a:gdLst>
              <a:gd name="T0" fmla="*/ 327 w 332"/>
              <a:gd name="T1" fmla="*/ 0 h 893"/>
              <a:gd name="T2" fmla="*/ 328 w 332"/>
              <a:gd name="T3" fmla="*/ 56 h 893"/>
              <a:gd name="T4" fmla="*/ 228 w 332"/>
              <a:gd name="T5" fmla="*/ 153 h 893"/>
              <a:gd name="T6" fmla="*/ 31 w 332"/>
              <a:gd name="T7" fmla="*/ 153 h 893"/>
              <a:gd name="T8" fmla="*/ 0 w 332"/>
              <a:gd name="T9" fmla="*/ 185 h 893"/>
              <a:gd name="T10" fmla="*/ 0 w 332"/>
              <a:gd name="T11" fmla="*/ 893 h 893"/>
              <a:gd name="T12" fmla="*/ 4 w 332"/>
              <a:gd name="T13" fmla="*/ 893 h 893"/>
              <a:gd name="T14" fmla="*/ 4 w 332"/>
              <a:gd name="T15" fmla="*/ 187 h 893"/>
              <a:gd name="T16" fmla="*/ 33 w 332"/>
              <a:gd name="T17" fmla="*/ 157 h 893"/>
              <a:gd name="T18" fmla="*/ 230 w 332"/>
              <a:gd name="T19" fmla="*/ 157 h 893"/>
              <a:gd name="T20" fmla="*/ 332 w 332"/>
              <a:gd name="T21" fmla="*/ 57 h 893"/>
              <a:gd name="T22" fmla="*/ 331 w 332"/>
              <a:gd name="T23" fmla="*/ 0 h 893"/>
              <a:gd name="T24" fmla="*/ 330 w 332"/>
              <a:gd name="T25" fmla="*/ 0 h 893"/>
              <a:gd name="T26" fmla="*/ 330 w 332"/>
              <a:gd name="T27" fmla="*/ 0 h 893"/>
              <a:gd name="T28" fmla="*/ 327 w 332"/>
              <a:gd name="T29" fmla="*/ 0 h 8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2" h="893">
                <a:moveTo>
                  <a:pt x="327" y="0"/>
                </a:moveTo>
                <a:cubicBezTo>
                  <a:pt x="328" y="56"/>
                  <a:pt x="328" y="56"/>
                  <a:pt x="328" y="56"/>
                </a:cubicBezTo>
                <a:cubicBezTo>
                  <a:pt x="228" y="153"/>
                  <a:pt x="228" y="153"/>
                  <a:pt x="228" y="153"/>
                </a:cubicBezTo>
                <a:cubicBezTo>
                  <a:pt x="31" y="153"/>
                  <a:pt x="31" y="153"/>
                  <a:pt x="31" y="153"/>
                </a:cubicBezTo>
                <a:cubicBezTo>
                  <a:pt x="0" y="185"/>
                  <a:pt x="0" y="185"/>
                  <a:pt x="0" y="185"/>
                </a:cubicBezTo>
                <a:cubicBezTo>
                  <a:pt x="0" y="893"/>
                  <a:pt x="0" y="893"/>
                  <a:pt x="0" y="893"/>
                </a:cubicBezTo>
                <a:cubicBezTo>
                  <a:pt x="4" y="893"/>
                  <a:pt x="4" y="893"/>
                  <a:pt x="4" y="893"/>
                </a:cubicBezTo>
                <a:cubicBezTo>
                  <a:pt x="4" y="187"/>
                  <a:pt x="4" y="187"/>
                  <a:pt x="4" y="187"/>
                </a:cubicBezTo>
                <a:cubicBezTo>
                  <a:pt x="33" y="157"/>
                  <a:pt x="33" y="157"/>
                  <a:pt x="33" y="157"/>
                </a:cubicBezTo>
                <a:cubicBezTo>
                  <a:pt x="230" y="157"/>
                  <a:pt x="230" y="157"/>
                  <a:pt x="230" y="157"/>
                </a:cubicBezTo>
                <a:cubicBezTo>
                  <a:pt x="332" y="57"/>
                  <a:pt x="332" y="57"/>
                  <a:pt x="332" y="57"/>
                </a:cubicBezTo>
                <a:cubicBezTo>
                  <a:pt x="331" y="0"/>
                  <a:pt x="331" y="0"/>
                  <a:pt x="331" y="0"/>
                </a:cubicBezTo>
                <a:cubicBezTo>
                  <a:pt x="331" y="0"/>
                  <a:pt x="330" y="0"/>
                  <a:pt x="330" y="0"/>
                </a:cubicBezTo>
                <a:cubicBezTo>
                  <a:pt x="330" y="0"/>
                  <a:pt x="330" y="0"/>
                  <a:pt x="330" y="0"/>
                </a:cubicBezTo>
                <a:cubicBezTo>
                  <a:pt x="329" y="0"/>
                  <a:pt x="328" y="0"/>
                  <a:pt x="327"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62" name="Freeform 919"/>
          <p:cNvSpPr>
            <a:spLocks/>
          </p:cNvSpPr>
          <p:nvPr/>
        </p:nvSpPr>
        <p:spPr bwMode="auto">
          <a:xfrm>
            <a:off x="10443393" y="5243516"/>
            <a:ext cx="139700" cy="136525"/>
          </a:xfrm>
          <a:custGeom>
            <a:avLst/>
            <a:gdLst>
              <a:gd name="T0" fmla="*/ 17 w 34"/>
              <a:gd name="T1" fmla="*/ 0 h 33"/>
              <a:gd name="T2" fmla="*/ 5 w 34"/>
              <a:gd name="T3" fmla="*/ 4 h 33"/>
              <a:gd name="T4" fmla="*/ 0 w 34"/>
              <a:gd name="T5" fmla="*/ 16 h 33"/>
              <a:gd name="T6" fmla="*/ 5 w 34"/>
              <a:gd name="T7" fmla="*/ 28 h 33"/>
              <a:gd name="T8" fmla="*/ 17 w 34"/>
              <a:gd name="T9" fmla="*/ 33 h 33"/>
              <a:gd name="T10" fmla="*/ 29 w 34"/>
              <a:gd name="T11" fmla="*/ 28 h 33"/>
              <a:gd name="T12" fmla="*/ 29 w 34"/>
              <a:gd name="T13" fmla="*/ 28 h 33"/>
              <a:gd name="T14" fmla="*/ 34 w 34"/>
              <a:gd name="T15" fmla="*/ 16 h 33"/>
              <a:gd name="T16" fmla="*/ 29 w 34"/>
              <a:gd name="T17" fmla="*/ 4 h 33"/>
              <a:gd name="T18" fmla="*/ 17 w 34"/>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33">
                <a:moveTo>
                  <a:pt x="17" y="0"/>
                </a:moveTo>
                <a:cubicBezTo>
                  <a:pt x="13" y="0"/>
                  <a:pt x="8" y="1"/>
                  <a:pt x="5" y="4"/>
                </a:cubicBezTo>
                <a:cubicBezTo>
                  <a:pt x="2" y="8"/>
                  <a:pt x="0" y="12"/>
                  <a:pt x="0" y="16"/>
                </a:cubicBezTo>
                <a:cubicBezTo>
                  <a:pt x="0" y="20"/>
                  <a:pt x="2" y="25"/>
                  <a:pt x="5" y="28"/>
                </a:cubicBezTo>
                <a:cubicBezTo>
                  <a:pt x="8" y="31"/>
                  <a:pt x="13" y="33"/>
                  <a:pt x="17" y="33"/>
                </a:cubicBezTo>
                <a:cubicBezTo>
                  <a:pt x="21" y="33"/>
                  <a:pt x="25" y="31"/>
                  <a:pt x="29" y="28"/>
                </a:cubicBezTo>
                <a:cubicBezTo>
                  <a:pt x="29" y="28"/>
                  <a:pt x="29" y="28"/>
                  <a:pt x="29" y="28"/>
                </a:cubicBezTo>
                <a:cubicBezTo>
                  <a:pt x="32" y="25"/>
                  <a:pt x="34" y="20"/>
                  <a:pt x="34" y="16"/>
                </a:cubicBezTo>
                <a:cubicBezTo>
                  <a:pt x="34" y="12"/>
                  <a:pt x="32" y="8"/>
                  <a:pt x="29" y="4"/>
                </a:cubicBezTo>
                <a:cubicBezTo>
                  <a:pt x="25" y="1"/>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63" name="Freeform 920"/>
          <p:cNvSpPr>
            <a:spLocks noEditPoints="1"/>
          </p:cNvSpPr>
          <p:nvPr/>
        </p:nvSpPr>
        <p:spPr bwMode="auto">
          <a:xfrm>
            <a:off x="10425931" y="5227641"/>
            <a:ext cx="174625" cy="169863"/>
          </a:xfrm>
          <a:custGeom>
            <a:avLst/>
            <a:gdLst>
              <a:gd name="T0" fmla="*/ 21 w 42"/>
              <a:gd name="T1" fmla="*/ 37 h 41"/>
              <a:gd name="T2" fmla="*/ 9 w 42"/>
              <a:gd name="T3" fmla="*/ 32 h 41"/>
              <a:gd name="T4" fmla="*/ 4 w 42"/>
              <a:gd name="T5" fmla="*/ 20 h 41"/>
              <a:gd name="T6" fmla="*/ 9 w 42"/>
              <a:gd name="T7" fmla="*/ 8 h 41"/>
              <a:gd name="T8" fmla="*/ 21 w 42"/>
              <a:gd name="T9" fmla="*/ 4 h 41"/>
              <a:gd name="T10" fmla="*/ 33 w 42"/>
              <a:gd name="T11" fmla="*/ 8 h 41"/>
              <a:gd name="T12" fmla="*/ 38 w 42"/>
              <a:gd name="T13" fmla="*/ 20 h 41"/>
              <a:gd name="T14" fmla="*/ 33 w 42"/>
              <a:gd name="T15" fmla="*/ 32 h 41"/>
              <a:gd name="T16" fmla="*/ 33 w 42"/>
              <a:gd name="T17" fmla="*/ 32 h 41"/>
              <a:gd name="T18" fmla="*/ 21 w 42"/>
              <a:gd name="T19" fmla="*/ 37 h 41"/>
              <a:gd name="T20" fmla="*/ 21 w 42"/>
              <a:gd name="T21" fmla="*/ 0 h 41"/>
              <a:gd name="T22" fmla="*/ 21 w 42"/>
              <a:gd name="T23" fmla="*/ 0 h 41"/>
              <a:gd name="T24" fmla="*/ 6 w 42"/>
              <a:gd name="T25" fmla="*/ 6 h 41"/>
              <a:gd name="T26" fmla="*/ 0 w 42"/>
              <a:gd name="T27" fmla="*/ 20 h 41"/>
              <a:gd name="T28" fmla="*/ 6 w 42"/>
              <a:gd name="T29" fmla="*/ 35 h 41"/>
              <a:gd name="T30" fmla="*/ 18 w 42"/>
              <a:gd name="T31" fmla="*/ 41 h 41"/>
              <a:gd name="T32" fmla="*/ 21 w 42"/>
              <a:gd name="T33" fmla="*/ 41 h 41"/>
              <a:gd name="T34" fmla="*/ 21 w 42"/>
              <a:gd name="T35" fmla="*/ 41 h 41"/>
              <a:gd name="T36" fmla="*/ 22 w 42"/>
              <a:gd name="T37" fmla="*/ 41 h 41"/>
              <a:gd name="T38" fmla="*/ 36 w 42"/>
              <a:gd name="T39" fmla="*/ 35 h 41"/>
              <a:gd name="T40" fmla="*/ 34 w 42"/>
              <a:gd name="T41" fmla="*/ 33 h 41"/>
              <a:gd name="T42" fmla="*/ 36 w 42"/>
              <a:gd name="T43" fmla="*/ 35 h 41"/>
              <a:gd name="T44" fmla="*/ 42 w 42"/>
              <a:gd name="T45" fmla="*/ 20 h 41"/>
              <a:gd name="T46" fmla="*/ 36 w 42"/>
              <a:gd name="T47" fmla="*/ 6 h 41"/>
              <a:gd name="T48" fmla="*/ 21 w 42"/>
              <a:gd name="T49"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41">
                <a:moveTo>
                  <a:pt x="21" y="37"/>
                </a:moveTo>
                <a:cubicBezTo>
                  <a:pt x="17" y="37"/>
                  <a:pt x="12" y="35"/>
                  <a:pt x="9" y="32"/>
                </a:cubicBezTo>
                <a:cubicBezTo>
                  <a:pt x="6" y="29"/>
                  <a:pt x="4" y="24"/>
                  <a:pt x="4" y="20"/>
                </a:cubicBezTo>
                <a:cubicBezTo>
                  <a:pt x="4" y="16"/>
                  <a:pt x="6" y="12"/>
                  <a:pt x="9" y="8"/>
                </a:cubicBezTo>
                <a:cubicBezTo>
                  <a:pt x="12" y="5"/>
                  <a:pt x="17" y="4"/>
                  <a:pt x="21" y="4"/>
                </a:cubicBezTo>
                <a:cubicBezTo>
                  <a:pt x="25" y="4"/>
                  <a:pt x="29" y="5"/>
                  <a:pt x="33" y="8"/>
                </a:cubicBezTo>
                <a:cubicBezTo>
                  <a:pt x="36" y="12"/>
                  <a:pt x="38" y="16"/>
                  <a:pt x="38" y="20"/>
                </a:cubicBezTo>
                <a:cubicBezTo>
                  <a:pt x="38" y="24"/>
                  <a:pt x="36" y="29"/>
                  <a:pt x="33" y="32"/>
                </a:cubicBezTo>
                <a:cubicBezTo>
                  <a:pt x="33" y="32"/>
                  <a:pt x="33" y="32"/>
                  <a:pt x="33" y="32"/>
                </a:cubicBezTo>
                <a:cubicBezTo>
                  <a:pt x="29" y="35"/>
                  <a:pt x="25" y="37"/>
                  <a:pt x="21" y="37"/>
                </a:cubicBezTo>
                <a:moveTo>
                  <a:pt x="21" y="0"/>
                </a:moveTo>
                <a:cubicBezTo>
                  <a:pt x="21" y="0"/>
                  <a:pt x="21" y="0"/>
                  <a:pt x="21" y="0"/>
                </a:cubicBezTo>
                <a:cubicBezTo>
                  <a:pt x="16" y="0"/>
                  <a:pt x="10" y="2"/>
                  <a:pt x="6" y="6"/>
                </a:cubicBezTo>
                <a:cubicBezTo>
                  <a:pt x="2" y="10"/>
                  <a:pt x="0" y="15"/>
                  <a:pt x="0" y="20"/>
                </a:cubicBezTo>
                <a:cubicBezTo>
                  <a:pt x="0" y="25"/>
                  <a:pt x="2" y="31"/>
                  <a:pt x="6" y="35"/>
                </a:cubicBezTo>
                <a:cubicBezTo>
                  <a:pt x="10" y="38"/>
                  <a:pt x="14" y="40"/>
                  <a:pt x="18" y="41"/>
                </a:cubicBezTo>
                <a:cubicBezTo>
                  <a:pt x="19" y="41"/>
                  <a:pt x="20" y="41"/>
                  <a:pt x="21" y="41"/>
                </a:cubicBezTo>
                <a:cubicBezTo>
                  <a:pt x="21" y="41"/>
                  <a:pt x="21" y="41"/>
                  <a:pt x="21" y="41"/>
                </a:cubicBezTo>
                <a:cubicBezTo>
                  <a:pt x="21" y="41"/>
                  <a:pt x="22" y="41"/>
                  <a:pt x="22" y="41"/>
                </a:cubicBezTo>
                <a:cubicBezTo>
                  <a:pt x="27" y="41"/>
                  <a:pt x="32" y="39"/>
                  <a:pt x="36" y="35"/>
                </a:cubicBezTo>
                <a:cubicBezTo>
                  <a:pt x="34" y="33"/>
                  <a:pt x="34" y="33"/>
                  <a:pt x="34" y="33"/>
                </a:cubicBezTo>
                <a:cubicBezTo>
                  <a:pt x="36" y="35"/>
                  <a:pt x="36" y="35"/>
                  <a:pt x="36" y="35"/>
                </a:cubicBezTo>
                <a:cubicBezTo>
                  <a:pt x="40" y="31"/>
                  <a:pt x="42" y="25"/>
                  <a:pt x="42" y="20"/>
                </a:cubicBezTo>
                <a:cubicBezTo>
                  <a:pt x="42" y="15"/>
                  <a:pt x="40" y="10"/>
                  <a:pt x="36"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64" name="Freeform 921"/>
          <p:cNvSpPr>
            <a:spLocks noEditPoints="1"/>
          </p:cNvSpPr>
          <p:nvPr/>
        </p:nvSpPr>
        <p:spPr bwMode="auto">
          <a:xfrm>
            <a:off x="9013054" y="4584700"/>
            <a:ext cx="1631950" cy="4597400"/>
          </a:xfrm>
          <a:custGeom>
            <a:avLst/>
            <a:gdLst>
              <a:gd name="T0" fmla="*/ 314 w 394"/>
              <a:gd name="T1" fmla="*/ 133 h 1109"/>
              <a:gd name="T2" fmla="*/ 273 w 394"/>
              <a:gd name="T3" fmla="*/ 175 h 1109"/>
              <a:gd name="T4" fmla="*/ 275 w 394"/>
              <a:gd name="T5" fmla="*/ 234 h 1109"/>
              <a:gd name="T6" fmla="*/ 190 w 394"/>
              <a:gd name="T7" fmla="*/ 317 h 1109"/>
              <a:gd name="T8" fmla="*/ 35 w 394"/>
              <a:gd name="T9" fmla="*/ 317 h 1109"/>
              <a:gd name="T10" fmla="*/ 0 w 394"/>
              <a:gd name="T11" fmla="*/ 353 h 1109"/>
              <a:gd name="T12" fmla="*/ 0 w 394"/>
              <a:gd name="T13" fmla="*/ 1109 h 1109"/>
              <a:gd name="T14" fmla="*/ 4 w 394"/>
              <a:gd name="T15" fmla="*/ 1109 h 1109"/>
              <a:gd name="T16" fmla="*/ 4 w 394"/>
              <a:gd name="T17" fmla="*/ 355 h 1109"/>
              <a:gd name="T18" fmla="*/ 37 w 394"/>
              <a:gd name="T19" fmla="*/ 321 h 1109"/>
              <a:gd name="T20" fmla="*/ 191 w 394"/>
              <a:gd name="T21" fmla="*/ 321 h 1109"/>
              <a:gd name="T22" fmla="*/ 279 w 394"/>
              <a:gd name="T23" fmla="*/ 235 h 1109"/>
              <a:gd name="T24" fmla="*/ 277 w 394"/>
              <a:gd name="T25" fmla="*/ 176 h 1109"/>
              <a:gd name="T26" fmla="*/ 317 w 394"/>
              <a:gd name="T27" fmla="*/ 136 h 1109"/>
              <a:gd name="T28" fmla="*/ 316 w 394"/>
              <a:gd name="T29" fmla="*/ 136 h 1109"/>
              <a:gd name="T30" fmla="*/ 314 w 394"/>
              <a:gd name="T31" fmla="*/ 133 h 1109"/>
              <a:gd name="T32" fmla="*/ 389 w 394"/>
              <a:gd name="T33" fmla="*/ 0 h 1109"/>
              <a:gd name="T34" fmla="*/ 390 w 394"/>
              <a:gd name="T35" fmla="*/ 57 h 1109"/>
              <a:gd name="T36" fmla="*/ 360 w 394"/>
              <a:gd name="T37" fmla="*/ 88 h 1109"/>
              <a:gd name="T38" fmla="*/ 362 w 394"/>
              <a:gd name="T39" fmla="*/ 90 h 1109"/>
              <a:gd name="T40" fmla="*/ 363 w 394"/>
              <a:gd name="T41" fmla="*/ 91 h 1109"/>
              <a:gd name="T42" fmla="*/ 394 w 394"/>
              <a:gd name="T43" fmla="*/ 59 h 1109"/>
              <a:gd name="T44" fmla="*/ 393 w 394"/>
              <a:gd name="T45" fmla="*/ 1 h 1109"/>
              <a:gd name="T46" fmla="*/ 393 w 394"/>
              <a:gd name="T47" fmla="*/ 1 h 1109"/>
              <a:gd name="T48" fmla="*/ 393 w 394"/>
              <a:gd name="T49" fmla="*/ 1 h 1109"/>
              <a:gd name="T50" fmla="*/ 389 w 394"/>
              <a:gd name="T51" fmla="*/ 0 h 1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94" h="1109">
                <a:moveTo>
                  <a:pt x="314" y="133"/>
                </a:moveTo>
                <a:cubicBezTo>
                  <a:pt x="273" y="175"/>
                  <a:pt x="273" y="175"/>
                  <a:pt x="273" y="175"/>
                </a:cubicBezTo>
                <a:cubicBezTo>
                  <a:pt x="275" y="234"/>
                  <a:pt x="275" y="234"/>
                  <a:pt x="275" y="234"/>
                </a:cubicBezTo>
                <a:cubicBezTo>
                  <a:pt x="190" y="317"/>
                  <a:pt x="190" y="317"/>
                  <a:pt x="190" y="317"/>
                </a:cubicBezTo>
                <a:cubicBezTo>
                  <a:pt x="35" y="317"/>
                  <a:pt x="35" y="317"/>
                  <a:pt x="35" y="317"/>
                </a:cubicBezTo>
                <a:cubicBezTo>
                  <a:pt x="0" y="353"/>
                  <a:pt x="0" y="353"/>
                  <a:pt x="0" y="353"/>
                </a:cubicBezTo>
                <a:cubicBezTo>
                  <a:pt x="0" y="1109"/>
                  <a:pt x="0" y="1109"/>
                  <a:pt x="0" y="1109"/>
                </a:cubicBezTo>
                <a:cubicBezTo>
                  <a:pt x="4" y="1109"/>
                  <a:pt x="4" y="1109"/>
                  <a:pt x="4" y="1109"/>
                </a:cubicBezTo>
                <a:cubicBezTo>
                  <a:pt x="4" y="355"/>
                  <a:pt x="4" y="355"/>
                  <a:pt x="4" y="355"/>
                </a:cubicBezTo>
                <a:cubicBezTo>
                  <a:pt x="37" y="321"/>
                  <a:pt x="37" y="321"/>
                  <a:pt x="37" y="321"/>
                </a:cubicBezTo>
                <a:cubicBezTo>
                  <a:pt x="191" y="321"/>
                  <a:pt x="191" y="321"/>
                  <a:pt x="191" y="321"/>
                </a:cubicBezTo>
                <a:cubicBezTo>
                  <a:pt x="279" y="235"/>
                  <a:pt x="279" y="235"/>
                  <a:pt x="279" y="235"/>
                </a:cubicBezTo>
                <a:cubicBezTo>
                  <a:pt x="277" y="176"/>
                  <a:pt x="277" y="176"/>
                  <a:pt x="277" y="176"/>
                </a:cubicBezTo>
                <a:cubicBezTo>
                  <a:pt x="317" y="136"/>
                  <a:pt x="317" y="136"/>
                  <a:pt x="317" y="136"/>
                </a:cubicBezTo>
                <a:cubicBezTo>
                  <a:pt x="317" y="136"/>
                  <a:pt x="317" y="136"/>
                  <a:pt x="316" y="136"/>
                </a:cubicBezTo>
                <a:cubicBezTo>
                  <a:pt x="316" y="135"/>
                  <a:pt x="315" y="134"/>
                  <a:pt x="314" y="133"/>
                </a:cubicBezTo>
                <a:moveTo>
                  <a:pt x="389" y="0"/>
                </a:moveTo>
                <a:cubicBezTo>
                  <a:pt x="390" y="57"/>
                  <a:pt x="390" y="57"/>
                  <a:pt x="390" y="57"/>
                </a:cubicBezTo>
                <a:cubicBezTo>
                  <a:pt x="360" y="88"/>
                  <a:pt x="360" y="88"/>
                  <a:pt x="360" y="88"/>
                </a:cubicBezTo>
                <a:cubicBezTo>
                  <a:pt x="361" y="89"/>
                  <a:pt x="361" y="89"/>
                  <a:pt x="362" y="90"/>
                </a:cubicBezTo>
                <a:cubicBezTo>
                  <a:pt x="362" y="90"/>
                  <a:pt x="362" y="90"/>
                  <a:pt x="363" y="91"/>
                </a:cubicBezTo>
                <a:cubicBezTo>
                  <a:pt x="394" y="59"/>
                  <a:pt x="394" y="59"/>
                  <a:pt x="394" y="59"/>
                </a:cubicBezTo>
                <a:cubicBezTo>
                  <a:pt x="393" y="1"/>
                  <a:pt x="393" y="1"/>
                  <a:pt x="393" y="1"/>
                </a:cubicBezTo>
                <a:cubicBezTo>
                  <a:pt x="393" y="1"/>
                  <a:pt x="393" y="1"/>
                  <a:pt x="393" y="1"/>
                </a:cubicBezTo>
                <a:cubicBezTo>
                  <a:pt x="393" y="1"/>
                  <a:pt x="393" y="1"/>
                  <a:pt x="393" y="1"/>
                </a:cubicBezTo>
                <a:cubicBezTo>
                  <a:pt x="392" y="1"/>
                  <a:pt x="390" y="1"/>
                  <a:pt x="389"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65" name="Freeform 922"/>
          <p:cNvSpPr>
            <a:spLocks/>
          </p:cNvSpPr>
          <p:nvPr/>
        </p:nvSpPr>
        <p:spPr bwMode="auto">
          <a:xfrm>
            <a:off x="10570392" y="4430713"/>
            <a:ext cx="141288" cy="141288"/>
          </a:xfrm>
          <a:custGeom>
            <a:avLst/>
            <a:gdLst>
              <a:gd name="T0" fmla="*/ 17 w 34"/>
              <a:gd name="T1" fmla="*/ 0 h 34"/>
              <a:gd name="T2" fmla="*/ 5 w 34"/>
              <a:gd name="T3" fmla="*/ 5 h 34"/>
              <a:gd name="T4" fmla="*/ 0 w 34"/>
              <a:gd name="T5" fmla="*/ 17 h 34"/>
              <a:gd name="T6" fmla="*/ 5 w 34"/>
              <a:gd name="T7" fmla="*/ 29 h 34"/>
              <a:gd name="T8" fmla="*/ 17 w 34"/>
              <a:gd name="T9" fmla="*/ 34 h 34"/>
              <a:gd name="T10" fmla="*/ 29 w 34"/>
              <a:gd name="T11" fmla="*/ 29 h 34"/>
              <a:gd name="T12" fmla="*/ 29 w 34"/>
              <a:gd name="T13" fmla="*/ 29 h 34"/>
              <a:gd name="T14" fmla="*/ 34 w 34"/>
              <a:gd name="T15" fmla="*/ 17 h 34"/>
              <a:gd name="T16" fmla="*/ 29 w 34"/>
              <a:gd name="T17" fmla="*/ 5 h 34"/>
              <a:gd name="T18" fmla="*/ 17 w 34"/>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34">
                <a:moveTo>
                  <a:pt x="17" y="0"/>
                </a:moveTo>
                <a:cubicBezTo>
                  <a:pt x="13" y="0"/>
                  <a:pt x="8" y="2"/>
                  <a:pt x="5" y="5"/>
                </a:cubicBezTo>
                <a:cubicBezTo>
                  <a:pt x="2" y="8"/>
                  <a:pt x="0" y="13"/>
                  <a:pt x="0" y="17"/>
                </a:cubicBezTo>
                <a:cubicBezTo>
                  <a:pt x="0" y="21"/>
                  <a:pt x="2" y="26"/>
                  <a:pt x="5" y="29"/>
                </a:cubicBezTo>
                <a:cubicBezTo>
                  <a:pt x="8" y="32"/>
                  <a:pt x="13" y="34"/>
                  <a:pt x="17" y="34"/>
                </a:cubicBezTo>
                <a:cubicBezTo>
                  <a:pt x="21" y="34"/>
                  <a:pt x="26" y="32"/>
                  <a:pt x="29" y="29"/>
                </a:cubicBezTo>
                <a:cubicBezTo>
                  <a:pt x="29" y="29"/>
                  <a:pt x="29" y="29"/>
                  <a:pt x="29" y="29"/>
                </a:cubicBezTo>
                <a:cubicBezTo>
                  <a:pt x="32" y="26"/>
                  <a:pt x="34" y="21"/>
                  <a:pt x="34" y="17"/>
                </a:cubicBezTo>
                <a:cubicBezTo>
                  <a:pt x="34" y="13"/>
                  <a:pt x="32" y="8"/>
                  <a:pt x="29" y="5"/>
                </a:cubicBezTo>
                <a:cubicBezTo>
                  <a:pt x="26"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66" name="Freeform 923"/>
          <p:cNvSpPr>
            <a:spLocks noEditPoints="1"/>
          </p:cNvSpPr>
          <p:nvPr/>
        </p:nvSpPr>
        <p:spPr bwMode="auto">
          <a:xfrm>
            <a:off x="10554520" y="4414838"/>
            <a:ext cx="174625" cy="173038"/>
          </a:xfrm>
          <a:custGeom>
            <a:avLst/>
            <a:gdLst>
              <a:gd name="T0" fmla="*/ 21 w 42"/>
              <a:gd name="T1" fmla="*/ 38 h 42"/>
              <a:gd name="T2" fmla="*/ 9 w 42"/>
              <a:gd name="T3" fmla="*/ 33 h 42"/>
              <a:gd name="T4" fmla="*/ 4 w 42"/>
              <a:gd name="T5" fmla="*/ 21 h 42"/>
              <a:gd name="T6" fmla="*/ 9 w 42"/>
              <a:gd name="T7" fmla="*/ 9 h 42"/>
              <a:gd name="T8" fmla="*/ 21 w 42"/>
              <a:gd name="T9" fmla="*/ 4 h 42"/>
              <a:gd name="T10" fmla="*/ 33 w 42"/>
              <a:gd name="T11" fmla="*/ 9 h 42"/>
              <a:gd name="T12" fmla="*/ 38 w 42"/>
              <a:gd name="T13" fmla="*/ 21 h 42"/>
              <a:gd name="T14" fmla="*/ 33 w 42"/>
              <a:gd name="T15" fmla="*/ 33 h 42"/>
              <a:gd name="T16" fmla="*/ 33 w 42"/>
              <a:gd name="T17" fmla="*/ 33 h 42"/>
              <a:gd name="T18" fmla="*/ 21 w 42"/>
              <a:gd name="T19" fmla="*/ 38 h 42"/>
              <a:gd name="T20" fmla="*/ 21 w 42"/>
              <a:gd name="T21" fmla="*/ 0 h 42"/>
              <a:gd name="T22" fmla="*/ 21 w 42"/>
              <a:gd name="T23" fmla="*/ 0 h 42"/>
              <a:gd name="T24" fmla="*/ 6 w 42"/>
              <a:gd name="T25" fmla="*/ 6 h 42"/>
              <a:gd name="T26" fmla="*/ 0 w 42"/>
              <a:gd name="T27" fmla="*/ 21 h 42"/>
              <a:gd name="T28" fmla="*/ 6 w 42"/>
              <a:gd name="T29" fmla="*/ 36 h 42"/>
              <a:gd name="T30" fmla="*/ 17 w 42"/>
              <a:gd name="T31" fmla="*/ 41 h 42"/>
              <a:gd name="T32" fmla="*/ 21 w 42"/>
              <a:gd name="T33" fmla="*/ 42 h 42"/>
              <a:gd name="T34" fmla="*/ 21 w 42"/>
              <a:gd name="T35" fmla="*/ 42 h 42"/>
              <a:gd name="T36" fmla="*/ 21 w 42"/>
              <a:gd name="T37" fmla="*/ 42 h 42"/>
              <a:gd name="T38" fmla="*/ 36 w 42"/>
              <a:gd name="T39" fmla="*/ 36 h 42"/>
              <a:gd name="T40" fmla="*/ 36 w 42"/>
              <a:gd name="T41" fmla="*/ 36 h 42"/>
              <a:gd name="T42" fmla="*/ 42 w 42"/>
              <a:gd name="T43" fmla="*/ 21 h 42"/>
              <a:gd name="T44" fmla="*/ 36 w 42"/>
              <a:gd name="T45" fmla="*/ 6 h 42"/>
              <a:gd name="T46" fmla="*/ 21 w 42"/>
              <a:gd name="T4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2" h="42">
                <a:moveTo>
                  <a:pt x="21" y="38"/>
                </a:moveTo>
                <a:cubicBezTo>
                  <a:pt x="17" y="38"/>
                  <a:pt x="12" y="36"/>
                  <a:pt x="9" y="33"/>
                </a:cubicBezTo>
                <a:cubicBezTo>
                  <a:pt x="6" y="30"/>
                  <a:pt x="4" y="25"/>
                  <a:pt x="4" y="21"/>
                </a:cubicBezTo>
                <a:cubicBezTo>
                  <a:pt x="4" y="17"/>
                  <a:pt x="6" y="12"/>
                  <a:pt x="9" y="9"/>
                </a:cubicBezTo>
                <a:cubicBezTo>
                  <a:pt x="12" y="6"/>
                  <a:pt x="17" y="4"/>
                  <a:pt x="21" y="4"/>
                </a:cubicBezTo>
                <a:cubicBezTo>
                  <a:pt x="25" y="4"/>
                  <a:pt x="30" y="6"/>
                  <a:pt x="33" y="9"/>
                </a:cubicBezTo>
                <a:cubicBezTo>
                  <a:pt x="36" y="12"/>
                  <a:pt x="38" y="17"/>
                  <a:pt x="38" y="21"/>
                </a:cubicBezTo>
                <a:cubicBezTo>
                  <a:pt x="38" y="25"/>
                  <a:pt x="36" y="30"/>
                  <a:pt x="33" y="33"/>
                </a:cubicBezTo>
                <a:cubicBezTo>
                  <a:pt x="33" y="33"/>
                  <a:pt x="33" y="33"/>
                  <a:pt x="33" y="33"/>
                </a:cubicBezTo>
                <a:cubicBezTo>
                  <a:pt x="30" y="36"/>
                  <a:pt x="25" y="38"/>
                  <a:pt x="21" y="38"/>
                </a:cubicBezTo>
                <a:moveTo>
                  <a:pt x="21" y="0"/>
                </a:moveTo>
                <a:cubicBezTo>
                  <a:pt x="21" y="0"/>
                  <a:pt x="21" y="0"/>
                  <a:pt x="21" y="0"/>
                </a:cubicBezTo>
                <a:cubicBezTo>
                  <a:pt x="16" y="0"/>
                  <a:pt x="10" y="2"/>
                  <a:pt x="6" y="6"/>
                </a:cubicBezTo>
                <a:cubicBezTo>
                  <a:pt x="2" y="10"/>
                  <a:pt x="0" y="16"/>
                  <a:pt x="0" y="21"/>
                </a:cubicBezTo>
                <a:cubicBezTo>
                  <a:pt x="0" y="26"/>
                  <a:pt x="2" y="32"/>
                  <a:pt x="6" y="36"/>
                </a:cubicBezTo>
                <a:cubicBezTo>
                  <a:pt x="9" y="39"/>
                  <a:pt x="13" y="41"/>
                  <a:pt x="17" y="41"/>
                </a:cubicBezTo>
                <a:cubicBezTo>
                  <a:pt x="18" y="42"/>
                  <a:pt x="20" y="42"/>
                  <a:pt x="21" y="42"/>
                </a:cubicBezTo>
                <a:cubicBezTo>
                  <a:pt x="21" y="42"/>
                  <a:pt x="21" y="42"/>
                  <a:pt x="21" y="42"/>
                </a:cubicBezTo>
                <a:cubicBezTo>
                  <a:pt x="21" y="42"/>
                  <a:pt x="21" y="42"/>
                  <a:pt x="21" y="42"/>
                </a:cubicBezTo>
                <a:cubicBezTo>
                  <a:pt x="26" y="42"/>
                  <a:pt x="32" y="40"/>
                  <a:pt x="36" y="36"/>
                </a:cubicBezTo>
                <a:cubicBezTo>
                  <a:pt x="36" y="36"/>
                  <a:pt x="36" y="36"/>
                  <a:pt x="36" y="36"/>
                </a:cubicBezTo>
                <a:cubicBezTo>
                  <a:pt x="40" y="32"/>
                  <a:pt x="42" y="26"/>
                  <a:pt x="42" y="21"/>
                </a:cubicBezTo>
                <a:cubicBezTo>
                  <a:pt x="42" y="16"/>
                  <a:pt x="40" y="10"/>
                  <a:pt x="36" y="6"/>
                </a:cubicBezTo>
                <a:cubicBezTo>
                  <a:pt x="32"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67" name="Freeform 924"/>
          <p:cNvSpPr>
            <a:spLocks noEditPoints="1"/>
          </p:cNvSpPr>
          <p:nvPr/>
        </p:nvSpPr>
        <p:spPr bwMode="auto">
          <a:xfrm>
            <a:off x="10302104" y="4937128"/>
            <a:ext cx="236538" cy="231775"/>
          </a:xfrm>
          <a:custGeom>
            <a:avLst/>
            <a:gdLst>
              <a:gd name="T0" fmla="*/ 28 w 57"/>
              <a:gd name="T1" fmla="*/ 47 h 56"/>
              <a:gd name="T2" fmla="*/ 15 w 57"/>
              <a:gd name="T3" fmla="*/ 41 h 56"/>
              <a:gd name="T4" fmla="*/ 15 w 57"/>
              <a:gd name="T5" fmla="*/ 15 h 56"/>
              <a:gd name="T6" fmla="*/ 28 w 57"/>
              <a:gd name="T7" fmla="*/ 9 h 56"/>
              <a:gd name="T8" fmla="*/ 41 w 57"/>
              <a:gd name="T9" fmla="*/ 15 h 56"/>
              <a:gd name="T10" fmla="*/ 41 w 57"/>
              <a:gd name="T11" fmla="*/ 41 h 56"/>
              <a:gd name="T12" fmla="*/ 28 w 57"/>
              <a:gd name="T13" fmla="*/ 47 h 56"/>
              <a:gd name="T14" fmla="*/ 28 w 57"/>
              <a:gd name="T15" fmla="*/ 0 h 56"/>
              <a:gd name="T16" fmla="*/ 8 w 57"/>
              <a:gd name="T17" fmla="*/ 8 h 56"/>
              <a:gd name="T18" fmla="*/ 0 w 57"/>
              <a:gd name="T19" fmla="*/ 28 h 56"/>
              <a:gd name="T20" fmla="*/ 8 w 57"/>
              <a:gd name="T21" fmla="*/ 48 h 56"/>
              <a:gd name="T22" fmla="*/ 28 w 57"/>
              <a:gd name="T23" fmla="*/ 56 h 56"/>
              <a:gd name="T24" fmla="*/ 48 w 57"/>
              <a:gd name="T25" fmla="*/ 48 h 56"/>
              <a:gd name="T26" fmla="*/ 48 w 57"/>
              <a:gd name="T27" fmla="*/ 48 h 56"/>
              <a:gd name="T28" fmla="*/ 57 w 57"/>
              <a:gd name="T29" fmla="*/ 28 h 56"/>
              <a:gd name="T30" fmla="*/ 48 w 57"/>
              <a:gd name="T31" fmla="*/ 8 h 56"/>
              <a:gd name="T32" fmla="*/ 28 w 57"/>
              <a:gd name="T3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 h="56">
                <a:moveTo>
                  <a:pt x="28" y="47"/>
                </a:moveTo>
                <a:cubicBezTo>
                  <a:pt x="24" y="47"/>
                  <a:pt x="19" y="45"/>
                  <a:pt x="15" y="41"/>
                </a:cubicBezTo>
                <a:cubicBezTo>
                  <a:pt x="8" y="34"/>
                  <a:pt x="8" y="22"/>
                  <a:pt x="15" y="15"/>
                </a:cubicBezTo>
                <a:cubicBezTo>
                  <a:pt x="19" y="11"/>
                  <a:pt x="23" y="9"/>
                  <a:pt x="28" y="9"/>
                </a:cubicBezTo>
                <a:cubicBezTo>
                  <a:pt x="33" y="9"/>
                  <a:pt x="38" y="11"/>
                  <a:pt x="41" y="15"/>
                </a:cubicBezTo>
                <a:cubicBezTo>
                  <a:pt x="49" y="22"/>
                  <a:pt x="49" y="34"/>
                  <a:pt x="41" y="41"/>
                </a:cubicBezTo>
                <a:cubicBezTo>
                  <a:pt x="38" y="45"/>
                  <a:pt x="33" y="47"/>
                  <a:pt x="28" y="47"/>
                </a:cubicBezTo>
                <a:moveTo>
                  <a:pt x="28" y="0"/>
                </a:moveTo>
                <a:cubicBezTo>
                  <a:pt x="21" y="0"/>
                  <a:pt x="14" y="2"/>
                  <a:pt x="8" y="8"/>
                </a:cubicBezTo>
                <a:cubicBezTo>
                  <a:pt x="3" y="13"/>
                  <a:pt x="0" y="21"/>
                  <a:pt x="0" y="28"/>
                </a:cubicBezTo>
                <a:cubicBezTo>
                  <a:pt x="0" y="35"/>
                  <a:pt x="3" y="42"/>
                  <a:pt x="8" y="48"/>
                </a:cubicBezTo>
                <a:cubicBezTo>
                  <a:pt x="14" y="54"/>
                  <a:pt x="21" y="56"/>
                  <a:pt x="28" y="56"/>
                </a:cubicBezTo>
                <a:cubicBezTo>
                  <a:pt x="36" y="56"/>
                  <a:pt x="43" y="54"/>
                  <a:pt x="48" y="48"/>
                </a:cubicBezTo>
                <a:cubicBezTo>
                  <a:pt x="48" y="48"/>
                  <a:pt x="48" y="48"/>
                  <a:pt x="48" y="48"/>
                </a:cubicBezTo>
                <a:cubicBezTo>
                  <a:pt x="54" y="42"/>
                  <a:pt x="57" y="35"/>
                  <a:pt x="57" y="28"/>
                </a:cubicBezTo>
                <a:cubicBezTo>
                  <a:pt x="57" y="21"/>
                  <a:pt x="54" y="13"/>
                  <a:pt x="48" y="8"/>
                </a:cubicBezTo>
                <a:cubicBezTo>
                  <a:pt x="43" y="2"/>
                  <a:pt x="36"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68" name="Freeform 925"/>
          <p:cNvSpPr>
            <a:spLocks noEditPoints="1"/>
          </p:cNvSpPr>
          <p:nvPr/>
        </p:nvSpPr>
        <p:spPr bwMode="auto">
          <a:xfrm>
            <a:off x="10284645" y="4919666"/>
            <a:ext cx="269875" cy="265113"/>
          </a:xfrm>
          <a:custGeom>
            <a:avLst/>
            <a:gdLst>
              <a:gd name="T0" fmla="*/ 32 w 65"/>
              <a:gd name="T1" fmla="*/ 60 h 64"/>
              <a:gd name="T2" fmla="*/ 12 w 65"/>
              <a:gd name="T3" fmla="*/ 52 h 64"/>
              <a:gd name="T4" fmla="*/ 4 w 65"/>
              <a:gd name="T5" fmla="*/ 32 h 64"/>
              <a:gd name="T6" fmla="*/ 12 w 65"/>
              <a:gd name="T7" fmla="*/ 12 h 64"/>
              <a:gd name="T8" fmla="*/ 32 w 65"/>
              <a:gd name="T9" fmla="*/ 4 h 64"/>
              <a:gd name="T10" fmla="*/ 52 w 65"/>
              <a:gd name="T11" fmla="*/ 12 h 64"/>
              <a:gd name="T12" fmla="*/ 61 w 65"/>
              <a:gd name="T13" fmla="*/ 32 h 64"/>
              <a:gd name="T14" fmla="*/ 52 w 65"/>
              <a:gd name="T15" fmla="*/ 52 h 64"/>
              <a:gd name="T16" fmla="*/ 52 w 65"/>
              <a:gd name="T17" fmla="*/ 52 h 64"/>
              <a:gd name="T18" fmla="*/ 32 w 65"/>
              <a:gd name="T19" fmla="*/ 60 h 64"/>
              <a:gd name="T20" fmla="*/ 32 w 65"/>
              <a:gd name="T21" fmla="*/ 0 h 64"/>
              <a:gd name="T22" fmla="*/ 32 w 65"/>
              <a:gd name="T23" fmla="*/ 0 h 64"/>
              <a:gd name="T24" fmla="*/ 9 w 65"/>
              <a:gd name="T25" fmla="*/ 9 h 64"/>
              <a:gd name="T26" fmla="*/ 0 w 65"/>
              <a:gd name="T27" fmla="*/ 32 h 64"/>
              <a:gd name="T28" fmla="*/ 7 w 65"/>
              <a:gd name="T29" fmla="*/ 52 h 64"/>
              <a:gd name="T30" fmla="*/ 9 w 65"/>
              <a:gd name="T31" fmla="*/ 55 h 64"/>
              <a:gd name="T32" fmla="*/ 10 w 65"/>
              <a:gd name="T33" fmla="*/ 55 h 64"/>
              <a:gd name="T34" fmla="*/ 32 w 65"/>
              <a:gd name="T35" fmla="*/ 64 h 64"/>
              <a:gd name="T36" fmla="*/ 32 w 65"/>
              <a:gd name="T37" fmla="*/ 64 h 64"/>
              <a:gd name="T38" fmla="*/ 55 w 65"/>
              <a:gd name="T39" fmla="*/ 55 h 64"/>
              <a:gd name="T40" fmla="*/ 55 w 65"/>
              <a:gd name="T41" fmla="*/ 55 h 64"/>
              <a:gd name="T42" fmla="*/ 65 w 65"/>
              <a:gd name="T43" fmla="*/ 32 h 64"/>
              <a:gd name="T44" fmla="*/ 56 w 65"/>
              <a:gd name="T45" fmla="*/ 10 h 64"/>
              <a:gd name="T46" fmla="*/ 55 w 65"/>
              <a:gd name="T47" fmla="*/ 9 h 64"/>
              <a:gd name="T48" fmla="*/ 53 w 65"/>
              <a:gd name="T49" fmla="*/ 7 h 64"/>
              <a:gd name="T50" fmla="*/ 32 w 65"/>
              <a:gd name="T51"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5" h="64">
                <a:moveTo>
                  <a:pt x="32" y="60"/>
                </a:moveTo>
                <a:cubicBezTo>
                  <a:pt x="25" y="60"/>
                  <a:pt x="18" y="58"/>
                  <a:pt x="12" y="52"/>
                </a:cubicBezTo>
                <a:cubicBezTo>
                  <a:pt x="7" y="46"/>
                  <a:pt x="4" y="39"/>
                  <a:pt x="4" y="32"/>
                </a:cubicBezTo>
                <a:cubicBezTo>
                  <a:pt x="4" y="25"/>
                  <a:pt x="7" y="17"/>
                  <a:pt x="12" y="12"/>
                </a:cubicBezTo>
                <a:cubicBezTo>
                  <a:pt x="18" y="6"/>
                  <a:pt x="25" y="4"/>
                  <a:pt x="32" y="4"/>
                </a:cubicBezTo>
                <a:cubicBezTo>
                  <a:pt x="40" y="4"/>
                  <a:pt x="47" y="6"/>
                  <a:pt x="52" y="12"/>
                </a:cubicBezTo>
                <a:cubicBezTo>
                  <a:pt x="58" y="17"/>
                  <a:pt x="61" y="25"/>
                  <a:pt x="61" y="32"/>
                </a:cubicBezTo>
                <a:cubicBezTo>
                  <a:pt x="61" y="39"/>
                  <a:pt x="58" y="46"/>
                  <a:pt x="52" y="52"/>
                </a:cubicBezTo>
                <a:cubicBezTo>
                  <a:pt x="52" y="52"/>
                  <a:pt x="52" y="52"/>
                  <a:pt x="52" y="52"/>
                </a:cubicBezTo>
                <a:cubicBezTo>
                  <a:pt x="47" y="58"/>
                  <a:pt x="40" y="60"/>
                  <a:pt x="32" y="60"/>
                </a:cubicBezTo>
                <a:moveTo>
                  <a:pt x="32" y="0"/>
                </a:moveTo>
                <a:cubicBezTo>
                  <a:pt x="32" y="0"/>
                  <a:pt x="32" y="0"/>
                  <a:pt x="32" y="0"/>
                </a:cubicBezTo>
                <a:cubicBezTo>
                  <a:pt x="24" y="0"/>
                  <a:pt x="16" y="3"/>
                  <a:pt x="9" y="9"/>
                </a:cubicBezTo>
                <a:cubicBezTo>
                  <a:pt x="3" y="15"/>
                  <a:pt x="0" y="24"/>
                  <a:pt x="0" y="32"/>
                </a:cubicBezTo>
                <a:cubicBezTo>
                  <a:pt x="0" y="39"/>
                  <a:pt x="2" y="46"/>
                  <a:pt x="7" y="52"/>
                </a:cubicBezTo>
                <a:cubicBezTo>
                  <a:pt x="8" y="53"/>
                  <a:pt x="9" y="54"/>
                  <a:pt x="9" y="55"/>
                </a:cubicBezTo>
                <a:cubicBezTo>
                  <a:pt x="10" y="55"/>
                  <a:pt x="10" y="55"/>
                  <a:pt x="10" y="55"/>
                </a:cubicBezTo>
                <a:cubicBezTo>
                  <a:pt x="16" y="61"/>
                  <a:pt x="24" y="64"/>
                  <a:pt x="32" y="64"/>
                </a:cubicBezTo>
                <a:cubicBezTo>
                  <a:pt x="32" y="64"/>
                  <a:pt x="32" y="64"/>
                  <a:pt x="32" y="64"/>
                </a:cubicBezTo>
                <a:cubicBezTo>
                  <a:pt x="41" y="64"/>
                  <a:pt x="49" y="61"/>
                  <a:pt x="55" y="55"/>
                </a:cubicBezTo>
                <a:cubicBezTo>
                  <a:pt x="55" y="55"/>
                  <a:pt x="55" y="55"/>
                  <a:pt x="55" y="55"/>
                </a:cubicBezTo>
                <a:cubicBezTo>
                  <a:pt x="61" y="49"/>
                  <a:pt x="65" y="40"/>
                  <a:pt x="65" y="32"/>
                </a:cubicBezTo>
                <a:cubicBezTo>
                  <a:pt x="65" y="24"/>
                  <a:pt x="62" y="16"/>
                  <a:pt x="56" y="10"/>
                </a:cubicBezTo>
                <a:cubicBezTo>
                  <a:pt x="55" y="9"/>
                  <a:pt x="55" y="9"/>
                  <a:pt x="55" y="9"/>
                </a:cubicBezTo>
                <a:cubicBezTo>
                  <a:pt x="54" y="8"/>
                  <a:pt x="54" y="8"/>
                  <a:pt x="53" y="7"/>
                </a:cubicBezTo>
                <a:cubicBezTo>
                  <a:pt x="47" y="2"/>
                  <a:pt x="39"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69" name="Freeform 926"/>
          <p:cNvSpPr>
            <a:spLocks/>
          </p:cNvSpPr>
          <p:nvPr/>
        </p:nvSpPr>
        <p:spPr bwMode="auto">
          <a:xfrm>
            <a:off x="10335445" y="4973638"/>
            <a:ext cx="169863" cy="158750"/>
          </a:xfrm>
          <a:custGeom>
            <a:avLst/>
            <a:gdLst>
              <a:gd name="T0" fmla="*/ 20 w 41"/>
              <a:gd name="T1" fmla="*/ 0 h 38"/>
              <a:gd name="T2" fmla="*/ 7 w 41"/>
              <a:gd name="T3" fmla="*/ 6 h 38"/>
              <a:gd name="T4" fmla="*/ 7 w 41"/>
              <a:gd name="T5" fmla="*/ 32 h 38"/>
              <a:gd name="T6" fmla="*/ 20 w 41"/>
              <a:gd name="T7" fmla="*/ 38 h 38"/>
              <a:gd name="T8" fmla="*/ 33 w 41"/>
              <a:gd name="T9" fmla="*/ 32 h 38"/>
              <a:gd name="T10" fmla="*/ 33 w 41"/>
              <a:gd name="T11" fmla="*/ 6 h 38"/>
              <a:gd name="T12" fmla="*/ 20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0" y="0"/>
                </a:moveTo>
                <a:cubicBezTo>
                  <a:pt x="15" y="0"/>
                  <a:pt x="11" y="2"/>
                  <a:pt x="7" y="6"/>
                </a:cubicBezTo>
                <a:cubicBezTo>
                  <a:pt x="0" y="13"/>
                  <a:pt x="0" y="25"/>
                  <a:pt x="7" y="32"/>
                </a:cubicBezTo>
                <a:cubicBezTo>
                  <a:pt x="11" y="36"/>
                  <a:pt x="16" y="38"/>
                  <a:pt x="20" y="38"/>
                </a:cubicBezTo>
                <a:cubicBezTo>
                  <a:pt x="25" y="38"/>
                  <a:pt x="30" y="36"/>
                  <a:pt x="33" y="32"/>
                </a:cubicBezTo>
                <a:cubicBezTo>
                  <a:pt x="41" y="25"/>
                  <a:pt x="41" y="13"/>
                  <a:pt x="33"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70" name="Freeform 927"/>
          <p:cNvSpPr>
            <a:spLocks noEditPoints="1"/>
          </p:cNvSpPr>
          <p:nvPr/>
        </p:nvSpPr>
        <p:spPr bwMode="auto">
          <a:xfrm>
            <a:off x="13369154" y="6164263"/>
            <a:ext cx="236538" cy="231775"/>
          </a:xfrm>
          <a:custGeom>
            <a:avLst/>
            <a:gdLst>
              <a:gd name="T0" fmla="*/ 28 w 57"/>
              <a:gd name="T1" fmla="*/ 47 h 56"/>
              <a:gd name="T2" fmla="*/ 15 w 57"/>
              <a:gd name="T3" fmla="*/ 41 h 56"/>
              <a:gd name="T4" fmla="*/ 15 w 57"/>
              <a:gd name="T5" fmla="*/ 15 h 56"/>
              <a:gd name="T6" fmla="*/ 28 w 57"/>
              <a:gd name="T7" fmla="*/ 9 h 56"/>
              <a:gd name="T8" fmla="*/ 41 w 57"/>
              <a:gd name="T9" fmla="*/ 15 h 56"/>
              <a:gd name="T10" fmla="*/ 41 w 57"/>
              <a:gd name="T11" fmla="*/ 41 h 56"/>
              <a:gd name="T12" fmla="*/ 28 w 57"/>
              <a:gd name="T13" fmla="*/ 47 h 56"/>
              <a:gd name="T14" fmla="*/ 28 w 57"/>
              <a:gd name="T15" fmla="*/ 0 h 56"/>
              <a:gd name="T16" fmla="*/ 8 w 57"/>
              <a:gd name="T17" fmla="*/ 8 h 56"/>
              <a:gd name="T18" fmla="*/ 0 w 57"/>
              <a:gd name="T19" fmla="*/ 28 h 56"/>
              <a:gd name="T20" fmla="*/ 8 w 57"/>
              <a:gd name="T21" fmla="*/ 48 h 56"/>
              <a:gd name="T22" fmla="*/ 28 w 57"/>
              <a:gd name="T23" fmla="*/ 56 h 56"/>
              <a:gd name="T24" fmla="*/ 48 w 57"/>
              <a:gd name="T25" fmla="*/ 48 h 56"/>
              <a:gd name="T26" fmla="*/ 48 w 57"/>
              <a:gd name="T27" fmla="*/ 48 h 56"/>
              <a:gd name="T28" fmla="*/ 57 w 57"/>
              <a:gd name="T29" fmla="*/ 28 h 56"/>
              <a:gd name="T30" fmla="*/ 48 w 57"/>
              <a:gd name="T31" fmla="*/ 8 h 56"/>
              <a:gd name="T32" fmla="*/ 28 w 57"/>
              <a:gd name="T3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 h="56">
                <a:moveTo>
                  <a:pt x="28" y="47"/>
                </a:moveTo>
                <a:cubicBezTo>
                  <a:pt x="23" y="47"/>
                  <a:pt x="19" y="45"/>
                  <a:pt x="15" y="41"/>
                </a:cubicBezTo>
                <a:cubicBezTo>
                  <a:pt x="8" y="34"/>
                  <a:pt x="8" y="22"/>
                  <a:pt x="15" y="15"/>
                </a:cubicBezTo>
                <a:cubicBezTo>
                  <a:pt x="19" y="11"/>
                  <a:pt x="23" y="9"/>
                  <a:pt x="28" y="9"/>
                </a:cubicBezTo>
                <a:cubicBezTo>
                  <a:pt x="33" y="9"/>
                  <a:pt x="38" y="11"/>
                  <a:pt x="41" y="15"/>
                </a:cubicBezTo>
                <a:cubicBezTo>
                  <a:pt x="49" y="22"/>
                  <a:pt x="49" y="34"/>
                  <a:pt x="41" y="41"/>
                </a:cubicBezTo>
                <a:cubicBezTo>
                  <a:pt x="38" y="45"/>
                  <a:pt x="33" y="47"/>
                  <a:pt x="28" y="47"/>
                </a:cubicBezTo>
                <a:moveTo>
                  <a:pt x="28" y="0"/>
                </a:moveTo>
                <a:cubicBezTo>
                  <a:pt x="21" y="0"/>
                  <a:pt x="14" y="2"/>
                  <a:pt x="8" y="8"/>
                </a:cubicBezTo>
                <a:cubicBezTo>
                  <a:pt x="3" y="13"/>
                  <a:pt x="0" y="21"/>
                  <a:pt x="0" y="28"/>
                </a:cubicBezTo>
                <a:cubicBezTo>
                  <a:pt x="0" y="35"/>
                  <a:pt x="3" y="42"/>
                  <a:pt x="8" y="48"/>
                </a:cubicBezTo>
                <a:cubicBezTo>
                  <a:pt x="14" y="54"/>
                  <a:pt x="21" y="56"/>
                  <a:pt x="28" y="56"/>
                </a:cubicBezTo>
                <a:cubicBezTo>
                  <a:pt x="36" y="56"/>
                  <a:pt x="43" y="54"/>
                  <a:pt x="48" y="48"/>
                </a:cubicBezTo>
                <a:cubicBezTo>
                  <a:pt x="48" y="48"/>
                  <a:pt x="48" y="48"/>
                  <a:pt x="48" y="48"/>
                </a:cubicBezTo>
                <a:cubicBezTo>
                  <a:pt x="54" y="42"/>
                  <a:pt x="57" y="35"/>
                  <a:pt x="57" y="28"/>
                </a:cubicBezTo>
                <a:cubicBezTo>
                  <a:pt x="57" y="21"/>
                  <a:pt x="54" y="13"/>
                  <a:pt x="48" y="8"/>
                </a:cubicBezTo>
                <a:cubicBezTo>
                  <a:pt x="43" y="2"/>
                  <a:pt x="36"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71" name="Freeform 928"/>
          <p:cNvSpPr>
            <a:spLocks noEditPoints="1"/>
          </p:cNvSpPr>
          <p:nvPr/>
        </p:nvSpPr>
        <p:spPr bwMode="auto">
          <a:xfrm>
            <a:off x="13351692" y="6146800"/>
            <a:ext cx="269875" cy="266700"/>
          </a:xfrm>
          <a:custGeom>
            <a:avLst/>
            <a:gdLst>
              <a:gd name="T0" fmla="*/ 32 w 65"/>
              <a:gd name="T1" fmla="*/ 60 h 64"/>
              <a:gd name="T2" fmla="*/ 12 w 65"/>
              <a:gd name="T3" fmla="*/ 52 h 64"/>
              <a:gd name="T4" fmla="*/ 4 w 65"/>
              <a:gd name="T5" fmla="*/ 32 h 64"/>
              <a:gd name="T6" fmla="*/ 12 w 65"/>
              <a:gd name="T7" fmla="*/ 12 h 64"/>
              <a:gd name="T8" fmla="*/ 32 w 65"/>
              <a:gd name="T9" fmla="*/ 4 h 64"/>
              <a:gd name="T10" fmla="*/ 52 w 65"/>
              <a:gd name="T11" fmla="*/ 12 h 64"/>
              <a:gd name="T12" fmla="*/ 61 w 65"/>
              <a:gd name="T13" fmla="*/ 32 h 64"/>
              <a:gd name="T14" fmla="*/ 52 w 65"/>
              <a:gd name="T15" fmla="*/ 52 h 64"/>
              <a:gd name="T16" fmla="*/ 52 w 65"/>
              <a:gd name="T17" fmla="*/ 52 h 64"/>
              <a:gd name="T18" fmla="*/ 32 w 65"/>
              <a:gd name="T19" fmla="*/ 60 h 64"/>
              <a:gd name="T20" fmla="*/ 32 w 65"/>
              <a:gd name="T21" fmla="*/ 0 h 64"/>
              <a:gd name="T22" fmla="*/ 32 w 65"/>
              <a:gd name="T23" fmla="*/ 0 h 64"/>
              <a:gd name="T24" fmla="*/ 20 w 65"/>
              <a:gd name="T25" fmla="*/ 2 h 64"/>
              <a:gd name="T26" fmla="*/ 16 w 65"/>
              <a:gd name="T27" fmla="*/ 4 h 64"/>
              <a:gd name="T28" fmla="*/ 9 w 65"/>
              <a:gd name="T29" fmla="*/ 9 h 64"/>
              <a:gd name="T30" fmla="*/ 0 w 65"/>
              <a:gd name="T31" fmla="*/ 32 h 64"/>
              <a:gd name="T32" fmla="*/ 9 w 65"/>
              <a:gd name="T33" fmla="*/ 55 h 64"/>
              <a:gd name="T34" fmla="*/ 32 w 65"/>
              <a:gd name="T35" fmla="*/ 64 h 64"/>
              <a:gd name="T36" fmla="*/ 32 w 65"/>
              <a:gd name="T37" fmla="*/ 64 h 64"/>
              <a:gd name="T38" fmla="*/ 55 w 65"/>
              <a:gd name="T39" fmla="*/ 55 h 64"/>
              <a:gd name="T40" fmla="*/ 54 w 65"/>
              <a:gd name="T41" fmla="*/ 53 h 64"/>
              <a:gd name="T42" fmla="*/ 55 w 65"/>
              <a:gd name="T43" fmla="*/ 55 h 64"/>
              <a:gd name="T44" fmla="*/ 65 w 65"/>
              <a:gd name="T45" fmla="*/ 32 h 64"/>
              <a:gd name="T46" fmla="*/ 55 w 65"/>
              <a:gd name="T47" fmla="*/ 9 h 64"/>
              <a:gd name="T48" fmla="*/ 32 w 65"/>
              <a:gd name="T4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5" h="64">
                <a:moveTo>
                  <a:pt x="32" y="60"/>
                </a:moveTo>
                <a:cubicBezTo>
                  <a:pt x="25" y="60"/>
                  <a:pt x="18" y="58"/>
                  <a:pt x="12" y="52"/>
                </a:cubicBezTo>
                <a:cubicBezTo>
                  <a:pt x="7" y="46"/>
                  <a:pt x="4" y="39"/>
                  <a:pt x="4" y="32"/>
                </a:cubicBezTo>
                <a:cubicBezTo>
                  <a:pt x="4" y="25"/>
                  <a:pt x="7" y="17"/>
                  <a:pt x="12" y="12"/>
                </a:cubicBezTo>
                <a:cubicBezTo>
                  <a:pt x="18" y="6"/>
                  <a:pt x="25" y="4"/>
                  <a:pt x="32" y="4"/>
                </a:cubicBezTo>
                <a:cubicBezTo>
                  <a:pt x="40" y="4"/>
                  <a:pt x="47" y="6"/>
                  <a:pt x="52" y="12"/>
                </a:cubicBezTo>
                <a:cubicBezTo>
                  <a:pt x="58" y="17"/>
                  <a:pt x="61" y="25"/>
                  <a:pt x="61" y="32"/>
                </a:cubicBezTo>
                <a:cubicBezTo>
                  <a:pt x="61" y="39"/>
                  <a:pt x="58" y="46"/>
                  <a:pt x="52" y="52"/>
                </a:cubicBezTo>
                <a:cubicBezTo>
                  <a:pt x="52" y="52"/>
                  <a:pt x="52" y="52"/>
                  <a:pt x="52" y="52"/>
                </a:cubicBezTo>
                <a:cubicBezTo>
                  <a:pt x="47" y="58"/>
                  <a:pt x="40" y="60"/>
                  <a:pt x="32" y="60"/>
                </a:cubicBezTo>
                <a:moveTo>
                  <a:pt x="32" y="0"/>
                </a:moveTo>
                <a:cubicBezTo>
                  <a:pt x="32" y="0"/>
                  <a:pt x="32" y="0"/>
                  <a:pt x="32" y="0"/>
                </a:cubicBezTo>
                <a:cubicBezTo>
                  <a:pt x="28" y="0"/>
                  <a:pt x="24" y="0"/>
                  <a:pt x="20" y="2"/>
                </a:cubicBezTo>
                <a:cubicBezTo>
                  <a:pt x="18" y="3"/>
                  <a:pt x="17" y="3"/>
                  <a:pt x="16" y="4"/>
                </a:cubicBezTo>
                <a:cubicBezTo>
                  <a:pt x="14" y="5"/>
                  <a:pt x="11" y="7"/>
                  <a:pt x="9" y="9"/>
                </a:cubicBezTo>
                <a:cubicBezTo>
                  <a:pt x="3" y="15"/>
                  <a:pt x="0" y="24"/>
                  <a:pt x="0" y="32"/>
                </a:cubicBezTo>
                <a:cubicBezTo>
                  <a:pt x="0" y="40"/>
                  <a:pt x="3" y="49"/>
                  <a:pt x="9" y="55"/>
                </a:cubicBezTo>
                <a:cubicBezTo>
                  <a:pt x="16" y="61"/>
                  <a:pt x="24" y="64"/>
                  <a:pt x="32" y="64"/>
                </a:cubicBezTo>
                <a:cubicBezTo>
                  <a:pt x="32" y="64"/>
                  <a:pt x="32" y="64"/>
                  <a:pt x="32" y="64"/>
                </a:cubicBezTo>
                <a:cubicBezTo>
                  <a:pt x="41" y="64"/>
                  <a:pt x="49" y="61"/>
                  <a:pt x="55" y="55"/>
                </a:cubicBezTo>
                <a:cubicBezTo>
                  <a:pt x="54" y="53"/>
                  <a:pt x="54" y="53"/>
                  <a:pt x="54" y="53"/>
                </a:cubicBezTo>
                <a:cubicBezTo>
                  <a:pt x="55" y="55"/>
                  <a:pt x="55" y="55"/>
                  <a:pt x="55" y="55"/>
                </a:cubicBezTo>
                <a:cubicBezTo>
                  <a:pt x="61" y="49"/>
                  <a:pt x="65" y="40"/>
                  <a:pt x="65" y="32"/>
                </a:cubicBezTo>
                <a:cubicBezTo>
                  <a:pt x="65" y="24"/>
                  <a:pt x="61" y="15"/>
                  <a:pt x="55" y="9"/>
                </a:cubicBezTo>
                <a:cubicBezTo>
                  <a:pt x="49" y="3"/>
                  <a:pt x="41"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72" name="Freeform 929"/>
          <p:cNvSpPr>
            <a:spLocks/>
          </p:cNvSpPr>
          <p:nvPr/>
        </p:nvSpPr>
        <p:spPr bwMode="auto">
          <a:xfrm>
            <a:off x="13402492" y="6200775"/>
            <a:ext cx="169863" cy="158750"/>
          </a:xfrm>
          <a:custGeom>
            <a:avLst/>
            <a:gdLst>
              <a:gd name="T0" fmla="*/ 20 w 41"/>
              <a:gd name="T1" fmla="*/ 0 h 38"/>
              <a:gd name="T2" fmla="*/ 7 w 41"/>
              <a:gd name="T3" fmla="*/ 6 h 38"/>
              <a:gd name="T4" fmla="*/ 7 w 41"/>
              <a:gd name="T5" fmla="*/ 32 h 38"/>
              <a:gd name="T6" fmla="*/ 20 w 41"/>
              <a:gd name="T7" fmla="*/ 38 h 38"/>
              <a:gd name="T8" fmla="*/ 33 w 41"/>
              <a:gd name="T9" fmla="*/ 32 h 38"/>
              <a:gd name="T10" fmla="*/ 33 w 41"/>
              <a:gd name="T11" fmla="*/ 6 h 38"/>
              <a:gd name="T12" fmla="*/ 20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0" y="0"/>
                </a:moveTo>
                <a:cubicBezTo>
                  <a:pt x="15" y="0"/>
                  <a:pt x="11" y="2"/>
                  <a:pt x="7" y="6"/>
                </a:cubicBezTo>
                <a:cubicBezTo>
                  <a:pt x="0" y="13"/>
                  <a:pt x="0" y="25"/>
                  <a:pt x="7" y="32"/>
                </a:cubicBezTo>
                <a:cubicBezTo>
                  <a:pt x="11" y="36"/>
                  <a:pt x="15" y="38"/>
                  <a:pt x="20" y="38"/>
                </a:cubicBezTo>
                <a:cubicBezTo>
                  <a:pt x="25" y="38"/>
                  <a:pt x="30" y="36"/>
                  <a:pt x="33" y="32"/>
                </a:cubicBezTo>
                <a:cubicBezTo>
                  <a:pt x="41" y="25"/>
                  <a:pt x="41" y="13"/>
                  <a:pt x="33"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73" name="Freeform 930"/>
          <p:cNvSpPr>
            <a:spLocks/>
          </p:cNvSpPr>
          <p:nvPr/>
        </p:nvSpPr>
        <p:spPr bwMode="auto">
          <a:xfrm>
            <a:off x="12677004" y="6308725"/>
            <a:ext cx="2035175" cy="3271838"/>
          </a:xfrm>
          <a:custGeom>
            <a:avLst/>
            <a:gdLst>
              <a:gd name="T0" fmla="*/ 479 w 491"/>
              <a:gd name="T1" fmla="*/ 0 h 789"/>
              <a:gd name="T2" fmla="*/ 448 w 491"/>
              <a:gd name="T3" fmla="*/ 0 h 789"/>
              <a:gd name="T4" fmla="*/ 405 w 491"/>
              <a:gd name="T5" fmla="*/ 43 h 789"/>
              <a:gd name="T6" fmla="*/ 361 w 491"/>
              <a:gd name="T7" fmla="*/ 43 h 789"/>
              <a:gd name="T8" fmla="*/ 166 w 491"/>
              <a:gd name="T9" fmla="*/ 237 h 789"/>
              <a:gd name="T10" fmla="*/ 166 w 491"/>
              <a:gd name="T11" fmla="*/ 321 h 789"/>
              <a:gd name="T12" fmla="*/ 0 w 491"/>
              <a:gd name="T13" fmla="*/ 487 h 789"/>
              <a:gd name="T14" fmla="*/ 0 w 491"/>
              <a:gd name="T15" fmla="*/ 789 h 789"/>
              <a:gd name="T16" fmla="*/ 4 w 491"/>
              <a:gd name="T17" fmla="*/ 789 h 789"/>
              <a:gd name="T18" fmla="*/ 4 w 491"/>
              <a:gd name="T19" fmla="*/ 488 h 789"/>
              <a:gd name="T20" fmla="*/ 170 w 491"/>
              <a:gd name="T21" fmla="*/ 323 h 789"/>
              <a:gd name="T22" fmla="*/ 170 w 491"/>
              <a:gd name="T23" fmla="*/ 239 h 789"/>
              <a:gd name="T24" fmla="*/ 362 w 491"/>
              <a:gd name="T25" fmla="*/ 47 h 789"/>
              <a:gd name="T26" fmla="*/ 407 w 491"/>
              <a:gd name="T27" fmla="*/ 47 h 789"/>
              <a:gd name="T28" fmla="*/ 450 w 491"/>
              <a:gd name="T29" fmla="*/ 4 h 789"/>
              <a:gd name="T30" fmla="*/ 478 w 491"/>
              <a:gd name="T31" fmla="*/ 4 h 789"/>
              <a:gd name="T32" fmla="*/ 487 w 491"/>
              <a:gd name="T33" fmla="*/ 13 h 789"/>
              <a:gd name="T34" fmla="*/ 491 w 491"/>
              <a:gd name="T35" fmla="*/ 11 h 789"/>
              <a:gd name="T36" fmla="*/ 479 w 491"/>
              <a:gd name="T37" fmla="*/ 0 h 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1" h="789">
                <a:moveTo>
                  <a:pt x="479" y="0"/>
                </a:moveTo>
                <a:cubicBezTo>
                  <a:pt x="448" y="0"/>
                  <a:pt x="448" y="0"/>
                  <a:pt x="448" y="0"/>
                </a:cubicBezTo>
                <a:cubicBezTo>
                  <a:pt x="405" y="43"/>
                  <a:pt x="405" y="43"/>
                  <a:pt x="405" y="43"/>
                </a:cubicBezTo>
                <a:cubicBezTo>
                  <a:pt x="361" y="43"/>
                  <a:pt x="361" y="43"/>
                  <a:pt x="361" y="43"/>
                </a:cubicBezTo>
                <a:cubicBezTo>
                  <a:pt x="166" y="237"/>
                  <a:pt x="166" y="237"/>
                  <a:pt x="166" y="237"/>
                </a:cubicBezTo>
                <a:cubicBezTo>
                  <a:pt x="166" y="321"/>
                  <a:pt x="166" y="321"/>
                  <a:pt x="166" y="321"/>
                </a:cubicBezTo>
                <a:cubicBezTo>
                  <a:pt x="0" y="487"/>
                  <a:pt x="0" y="487"/>
                  <a:pt x="0" y="487"/>
                </a:cubicBezTo>
                <a:cubicBezTo>
                  <a:pt x="0" y="789"/>
                  <a:pt x="0" y="789"/>
                  <a:pt x="0" y="789"/>
                </a:cubicBezTo>
                <a:cubicBezTo>
                  <a:pt x="4" y="789"/>
                  <a:pt x="4" y="789"/>
                  <a:pt x="4" y="789"/>
                </a:cubicBezTo>
                <a:cubicBezTo>
                  <a:pt x="4" y="488"/>
                  <a:pt x="4" y="488"/>
                  <a:pt x="4" y="488"/>
                </a:cubicBezTo>
                <a:cubicBezTo>
                  <a:pt x="170" y="323"/>
                  <a:pt x="170" y="323"/>
                  <a:pt x="170" y="323"/>
                </a:cubicBezTo>
                <a:cubicBezTo>
                  <a:pt x="170" y="239"/>
                  <a:pt x="170" y="239"/>
                  <a:pt x="170" y="239"/>
                </a:cubicBezTo>
                <a:cubicBezTo>
                  <a:pt x="362" y="47"/>
                  <a:pt x="362" y="47"/>
                  <a:pt x="362" y="47"/>
                </a:cubicBezTo>
                <a:cubicBezTo>
                  <a:pt x="407" y="47"/>
                  <a:pt x="407" y="47"/>
                  <a:pt x="407" y="47"/>
                </a:cubicBezTo>
                <a:cubicBezTo>
                  <a:pt x="450" y="4"/>
                  <a:pt x="450" y="4"/>
                  <a:pt x="450" y="4"/>
                </a:cubicBezTo>
                <a:cubicBezTo>
                  <a:pt x="478" y="4"/>
                  <a:pt x="478" y="4"/>
                  <a:pt x="478" y="4"/>
                </a:cubicBezTo>
                <a:cubicBezTo>
                  <a:pt x="487" y="13"/>
                  <a:pt x="487" y="13"/>
                  <a:pt x="487" y="13"/>
                </a:cubicBezTo>
                <a:cubicBezTo>
                  <a:pt x="488" y="12"/>
                  <a:pt x="489" y="12"/>
                  <a:pt x="491" y="11"/>
                </a:cubicBezTo>
                <a:cubicBezTo>
                  <a:pt x="479" y="0"/>
                  <a:pt x="479" y="0"/>
                  <a:pt x="479"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74" name="Freeform 931"/>
          <p:cNvSpPr>
            <a:spLocks/>
          </p:cNvSpPr>
          <p:nvPr/>
        </p:nvSpPr>
        <p:spPr bwMode="auto">
          <a:xfrm>
            <a:off x="12743679" y="6624638"/>
            <a:ext cx="1778000" cy="3022600"/>
          </a:xfrm>
          <a:custGeom>
            <a:avLst/>
            <a:gdLst>
              <a:gd name="T0" fmla="*/ 422 w 429"/>
              <a:gd name="T1" fmla="*/ 0 h 729"/>
              <a:gd name="T2" fmla="*/ 343 w 429"/>
              <a:gd name="T3" fmla="*/ 2 h 729"/>
              <a:gd name="T4" fmla="*/ 252 w 429"/>
              <a:gd name="T5" fmla="*/ 94 h 729"/>
              <a:gd name="T6" fmla="*/ 255 w 429"/>
              <a:gd name="T7" fmla="*/ 198 h 729"/>
              <a:gd name="T8" fmla="*/ 237 w 429"/>
              <a:gd name="T9" fmla="*/ 216 h 729"/>
              <a:gd name="T10" fmla="*/ 209 w 429"/>
              <a:gd name="T11" fmla="*/ 216 h 729"/>
              <a:gd name="T12" fmla="*/ 0 w 429"/>
              <a:gd name="T13" fmla="*/ 425 h 729"/>
              <a:gd name="T14" fmla="*/ 0 w 429"/>
              <a:gd name="T15" fmla="*/ 729 h 729"/>
              <a:gd name="T16" fmla="*/ 4 w 429"/>
              <a:gd name="T17" fmla="*/ 729 h 729"/>
              <a:gd name="T18" fmla="*/ 4 w 429"/>
              <a:gd name="T19" fmla="*/ 426 h 729"/>
              <a:gd name="T20" fmla="*/ 211 w 429"/>
              <a:gd name="T21" fmla="*/ 220 h 729"/>
              <a:gd name="T22" fmla="*/ 239 w 429"/>
              <a:gd name="T23" fmla="*/ 220 h 729"/>
              <a:gd name="T24" fmla="*/ 259 w 429"/>
              <a:gd name="T25" fmla="*/ 199 h 729"/>
              <a:gd name="T26" fmla="*/ 256 w 429"/>
              <a:gd name="T27" fmla="*/ 95 h 729"/>
              <a:gd name="T28" fmla="*/ 345 w 429"/>
              <a:gd name="T29" fmla="*/ 6 h 729"/>
              <a:gd name="T30" fmla="*/ 420 w 429"/>
              <a:gd name="T31" fmla="*/ 4 h 729"/>
              <a:gd name="T32" fmla="*/ 426 w 429"/>
              <a:gd name="T33" fmla="*/ 10 h 729"/>
              <a:gd name="T34" fmla="*/ 428 w 429"/>
              <a:gd name="T35" fmla="*/ 9 h 729"/>
              <a:gd name="T36" fmla="*/ 429 w 429"/>
              <a:gd name="T37" fmla="*/ 7 h 729"/>
              <a:gd name="T38" fmla="*/ 422 w 429"/>
              <a:gd name="T39" fmla="*/ 0 h 7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9" h="729">
                <a:moveTo>
                  <a:pt x="422" y="0"/>
                </a:moveTo>
                <a:cubicBezTo>
                  <a:pt x="343" y="2"/>
                  <a:pt x="343" y="2"/>
                  <a:pt x="343" y="2"/>
                </a:cubicBezTo>
                <a:cubicBezTo>
                  <a:pt x="252" y="94"/>
                  <a:pt x="252" y="94"/>
                  <a:pt x="252" y="94"/>
                </a:cubicBezTo>
                <a:cubicBezTo>
                  <a:pt x="255" y="198"/>
                  <a:pt x="255" y="198"/>
                  <a:pt x="255" y="198"/>
                </a:cubicBezTo>
                <a:cubicBezTo>
                  <a:pt x="237" y="216"/>
                  <a:pt x="237" y="216"/>
                  <a:pt x="237" y="216"/>
                </a:cubicBezTo>
                <a:cubicBezTo>
                  <a:pt x="209" y="216"/>
                  <a:pt x="209" y="216"/>
                  <a:pt x="209" y="216"/>
                </a:cubicBezTo>
                <a:cubicBezTo>
                  <a:pt x="0" y="425"/>
                  <a:pt x="0" y="425"/>
                  <a:pt x="0" y="425"/>
                </a:cubicBezTo>
                <a:cubicBezTo>
                  <a:pt x="0" y="729"/>
                  <a:pt x="0" y="729"/>
                  <a:pt x="0" y="729"/>
                </a:cubicBezTo>
                <a:cubicBezTo>
                  <a:pt x="4" y="729"/>
                  <a:pt x="4" y="729"/>
                  <a:pt x="4" y="729"/>
                </a:cubicBezTo>
                <a:cubicBezTo>
                  <a:pt x="4" y="426"/>
                  <a:pt x="4" y="426"/>
                  <a:pt x="4" y="426"/>
                </a:cubicBezTo>
                <a:cubicBezTo>
                  <a:pt x="211" y="220"/>
                  <a:pt x="211" y="220"/>
                  <a:pt x="211" y="220"/>
                </a:cubicBezTo>
                <a:cubicBezTo>
                  <a:pt x="239" y="220"/>
                  <a:pt x="239" y="220"/>
                  <a:pt x="239" y="220"/>
                </a:cubicBezTo>
                <a:cubicBezTo>
                  <a:pt x="259" y="199"/>
                  <a:pt x="259" y="199"/>
                  <a:pt x="259" y="199"/>
                </a:cubicBezTo>
                <a:cubicBezTo>
                  <a:pt x="256" y="95"/>
                  <a:pt x="256" y="95"/>
                  <a:pt x="256" y="95"/>
                </a:cubicBezTo>
                <a:cubicBezTo>
                  <a:pt x="345" y="6"/>
                  <a:pt x="345" y="6"/>
                  <a:pt x="345" y="6"/>
                </a:cubicBezTo>
                <a:cubicBezTo>
                  <a:pt x="420" y="4"/>
                  <a:pt x="420" y="4"/>
                  <a:pt x="420" y="4"/>
                </a:cubicBezTo>
                <a:cubicBezTo>
                  <a:pt x="426" y="10"/>
                  <a:pt x="426" y="10"/>
                  <a:pt x="426" y="10"/>
                </a:cubicBezTo>
                <a:cubicBezTo>
                  <a:pt x="427" y="10"/>
                  <a:pt x="427" y="9"/>
                  <a:pt x="428" y="9"/>
                </a:cubicBezTo>
                <a:cubicBezTo>
                  <a:pt x="428" y="8"/>
                  <a:pt x="429" y="8"/>
                  <a:pt x="429" y="7"/>
                </a:cubicBezTo>
                <a:cubicBezTo>
                  <a:pt x="422" y="0"/>
                  <a:pt x="422" y="0"/>
                  <a:pt x="42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75" name="Freeform 932"/>
          <p:cNvSpPr>
            <a:spLocks/>
          </p:cNvSpPr>
          <p:nvPr/>
        </p:nvSpPr>
        <p:spPr bwMode="auto">
          <a:xfrm>
            <a:off x="12808767" y="6943725"/>
            <a:ext cx="1646238" cy="2586038"/>
          </a:xfrm>
          <a:custGeom>
            <a:avLst/>
            <a:gdLst>
              <a:gd name="T0" fmla="*/ 394 w 397"/>
              <a:gd name="T1" fmla="*/ 0 h 624"/>
              <a:gd name="T2" fmla="*/ 239 w 397"/>
              <a:gd name="T3" fmla="*/ 156 h 624"/>
              <a:gd name="T4" fmla="*/ 207 w 397"/>
              <a:gd name="T5" fmla="*/ 154 h 624"/>
              <a:gd name="T6" fmla="*/ 0 w 397"/>
              <a:gd name="T7" fmla="*/ 362 h 624"/>
              <a:gd name="T8" fmla="*/ 0 w 397"/>
              <a:gd name="T9" fmla="*/ 624 h 624"/>
              <a:gd name="T10" fmla="*/ 4 w 397"/>
              <a:gd name="T11" fmla="*/ 624 h 624"/>
              <a:gd name="T12" fmla="*/ 4 w 397"/>
              <a:gd name="T13" fmla="*/ 363 h 624"/>
              <a:gd name="T14" fmla="*/ 208 w 397"/>
              <a:gd name="T15" fmla="*/ 158 h 624"/>
              <a:gd name="T16" fmla="*/ 240 w 397"/>
              <a:gd name="T17" fmla="*/ 160 h 624"/>
              <a:gd name="T18" fmla="*/ 397 w 397"/>
              <a:gd name="T19" fmla="*/ 3 h 624"/>
              <a:gd name="T20" fmla="*/ 396 w 397"/>
              <a:gd name="T21" fmla="*/ 2 h 624"/>
              <a:gd name="T22" fmla="*/ 394 w 397"/>
              <a:gd name="T23" fmla="*/ 0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7" h="624">
                <a:moveTo>
                  <a:pt x="394" y="0"/>
                </a:moveTo>
                <a:cubicBezTo>
                  <a:pt x="239" y="156"/>
                  <a:pt x="239" y="156"/>
                  <a:pt x="239" y="156"/>
                </a:cubicBezTo>
                <a:cubicBezTo>
                  <a:pt x="207" y="154"/>
                  <a:pt x="207" y="154"/>
                  <a:pt x="207" y="154"/>
                </a:cubicBezTo>
                <a:cubicBezTo>
                  <a:pt x="0" y="362"/>
                  <a:pt x="0" y="362"/>
                  <a:pt x="0" y="362"/>
                </a:cubicBezTo>
                <a:cubicBezTo>
                  <a:pt x="0" y="624"/>
                  <a:pt x="0" y="624"/>
                  <a:pt x="0" y="624"/>
                </a:cubicBezTo>
                <a:cubicBezTo>
                  <a:pt x="4" y="624"/>
                  <a:pt x="4" y="624"/>
                  <a:pt x="4" y="624"/>
                </a:cubicBezTo>
                <a:cubicBezTo>
                  <a:pt x="4" y="363"/>
                  <a:pt x="4" y="363"/>
                  <a:pt x="4" y="363"/>
                </a:cubicBezTo>
                <a:cubicBezTo>
                  <a:pt x="208" y="158"/>
                  <a:pt x="208" y="158"/>
                  <a:pt x="208" y="158"/>
                </a:cubicBezTo>
                <a:cubicBezTo>
                  <a:pt x="240" y="160"/>
                  <a:pt x="240" y="160"/>
                  <a:pt x="240" y="160"/>
                </a:cubicBezTo>
                <a:cubicBezTo>
                  <a:pt x="397" y="3"/>
                  <a:pt x="397" y="3"/>
                  <a:pt x="397" y="3"/>
                </a:cubicBezTo>
                <a:cubicBezTo>
                  <a:pt x="397" y="3"/>
                  <a:pt x="396" y="2"/>
                  <a:pt x="396" y="2"/>
                </a:cubicBezTo>
                <a:cubicBezTo>
                  <a:pt x="395" y="2"/>
                  <a:pt x="395" y="1"/>
                  <a:pt x="394"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76" name="Freeform 933"/>
          <p:cNvSpPr>
            <a:spLocks/>
          </p:cNvSpPr>
          <p:nvPr/>
        </p:nvSpPr>
        <p:spPr bwMode="auto">
          <a:xfrm>
            <a:off x="12842104" y="6483350"/>
            <a:ext cx="2155825" cy="3328988"/>
          </a:xfrm>
          <a:custGeom>
            <a:avLst/>
            <a:gdLst>
              <a:gd name="T0" fmla="*/ 520 w 520"/>
              <a:gd name="T1" fmla="*/ 0 h 803"/>
              <a:gd name="T2" fmla="*/ 517 w 520"/>
              <a:gd name="T3" fmla="*/ 0 h 803"/>
              <a:gd name="T4" fmla="*/ 517 w 520"/>
              <a:gd name="T5" fmla="*/ 0 h 803"/>
              <a:gd name="T6" fmla="*/ 516 w 520"/>
              <a:gd name="T7" fmla="*/ 0 h 803"/>
              <a:gd name="T8" fmla="*/ 516 w 520"/>
              <a:gd name="T9" fmla="*/ 33 h 803"/>
              <a:gd name="T10" fmla="*/ 256 w 520"/>
              <a:gd name="T11" fmla="*/ 292 h 803"/>
              <a:gd name="T12" fmla="*/ 190 w 520"/>
              <a:gd name="T13" fmla="*/ 291 h 803"/>
              <a:gd name="T14" fmla="*/ 0 w 520"/>
              <a:gd name="T15" fmla="*/ 481 h 803"/>
              <a:gd name="T16" fmla="*/ 0 w 520"/>
              <a:gd name="T17" fmla="*/ 803 h 803"/>
              <a:gd name="T18" fmla="*/ 4 w 520"/>
              <a:gd name="T19" fmla="*/ 803 h 803"/>
              <a:gd name="T20" fmla="*/ 4 w 520"/>
              <a:gd name="T21" fmla="*/ 483 h 803"/>
              <a:gd name="T22" fmla="*/ 191 w 520"/>
              <a:gd name="T23" fmla="*/ 295 h 803"/>
              <a:gd name="T24" fmla="*/ 257 w 520"/>
              <a:gd name="T25" fmla="*/ 296 h 803"/>
              <a:gd name="T26" fmla="*/ 520 w 520"/>
              <a:gd name="T27" fmla="*/ 34 h 803"/>
              <a:gd name="T28" fmla="*/ 520 w 520"/>
              <a:gd name="T29" fmla="*/ 0 h 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0" h="803">
                <a:moveTo>
                  <a:pt x="520" y="0"/>
                </a:moveTo>
                <a:cubicBezTo>
                  <a:pt x="519" y="0"/>
                  <a:pt x="518" y="0"/>
                  <a:pt x="517" y="0"/>
                </a:cubicBezTo>
                <a:cubicBezTo>
                  <a:pt x="517" y="0"/>
                  <a:pt x="517" y="0"/>
                  <a:pt x="517" y="0"/>
                </a:cubicBezTo>
                <a:cubicBezTo>
                  <a:pt x="517" y="0"/>
                  <a:pt x="517" y="0"/>
                  <a:pt x="516" y="0"/>
                </a:cubicBezTo>
                <a:cubicBezTo>
                  <a:pt x="516" y="33"/>
                  <a:pt x="516" y="33"/>
                  <a:pt x="516" y="33"/>
                </a:cubicBezTo>
                <a:cubicBezTo>
                  <a:pt x="256" y="292"/>
                  <a:pt x="256" y="292"/>
                  <a:pt x="256" y="292"/>
                </a:cubicBezTo>
                <a:cubicBezTo>
                  <a:pt x="190" y="291"/>
                  <a:pt x="190" y="291"/>
                  <a:pt x="190" y="291"/>
                </a:cubicBezTo>
                <a:cubicBezTo>
                  <a:pt x="0" y="481"/>
                  <a:pt x="0" y="481"/>
                  <a:pt x="0" y="481"/>
                </a:cubicBezTo>
                <a:cubicBezTo>
                  <a:pt x="0" y="803"/>
                  <a:pt x="0" y="803"/>
                  <a:pt x="0" y="803"/>
                </a:cubicBezTo>
                <a:cubicBezTo>
                  <a:pt x="4" y="803"/>
                  <a:pt x="4" y="803"/>
                  <a:pt x="4" y="803"/>
                </a:cubicBezTo>
                <a:cubicBezTo>
                  <a:pt x="4" y="483"/>
                  <a:pt x="4" y="483"/>
                  <a:pt x="4" y="483"/>
                </a:cubicBezTo>
                <a:cubicBezTo>
                  <a:pt x="191" y="295"/>
                  <a:pt x="191" y="295"/>
                  <a:pt x="191" y="295"/>
                </a:cubicBezTo>
                <a:cubicBezTo>
                  <a:pt x="257" y="296"/>
                  <a:pt x="257" y="296"/>
                  <a:pt x="257" y="296"/>
                </a:cubicBezTo>
                <a:cubicBezTo>
                  <a:pt x="520" y="34"/>
                  <a:pt x="520" y="34"/>
                  <a:pt x="520" y="34"/>
                </a:cubicBezTo>
                <a:cubicBezTo>
                  <a:pt x="520" y="0"/>
                  <a:pt x="520" y="0"/>
                  <a:pt x="5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77" name="Freeform 934"/>
          <p:cNvSpPr>
            <a:spLocks/>
          </p:cNvSpPr>
          <p:nvPr/>
        </p:nvSpPr>
        <p:spPr bwMode="auto">
          <a:xfrm>
            <a:off x="12926242" y="4332288"/>
            <a:ext cx="4616450" cy="5016500"/>
          </a:xfrm>
          <a:custGeom>
            <a:avLst/>
            <a:gdLst>
              <a:gd name="T0" fmla="*/ 2900 w 2908"/>
              <a:gd name="T1" fmla="*/ 0 h 3160"/>
              <a:gd name="T2" fmla="*/ 1788 w 2908"/>
              <a:gd name="T3" fmla="*/ 1109 h 3160"/>
              <a:gd name="T4" fmla="*/ 1577 w 2908"/>
              <a:gd name="T5" fmla="*/ 1112 h 3160"/>
              <a:gd name="T6" fmla="*/ 1441 w 2908"/>
              <a:gd name="T7" fmla="*/ 1248 h 3160"/>
              <a:gd name="T8" fmla="*/ 1443 w 2908"/>
              <a:gd name="T9" fmla="*/ 1423 h 3160"/>
              <a:gd name="T10" fmla="*/ 671 w 2908"/>
              <a:gd name="T11" fmla="*/ 2196 h 3160"/>
              <a:gd name="T12" fmla="*/ 470 w 2908"/>
              <a:gd name="T13" fmla="*/ 2191 h 3160"/>
              <a:gd name="T14" fmla="*/ 0 w 2908"/>
              <a:gd name="T15" fmla="*/ 2663 h 3160"/>
              <a:gd name="T16" fmla="*/ 0 w 2908"/>
              <a:gd name="T17" fmla="*/ 3160 h 3160"/>
              <a:gd name="T18" fmla="*/ 10 w 2908"/>
              <a:gd name="T19" fmla="*/ 3160 h 3160"/>
              <a:gd name="T20" fmla="*/ 10 w 2908"/>
              <a:gd name="T21" fmla="*/ 2669 h 3160"/>
              <a:gd name="T22" fmla="*/ 475 w 2908"/>
              <a:gd name="T23" fmla="*/ 2201 h 3160"/>
              <a:gd name="T24" fmla="*/ 673 w 2908"/>
              <a:gd name="T25" fmla="*/ 2206 h 3160"/>
              <a:gd name="T26" fmla="*/ 1454 w 2908"/>
              <a:gd name="T27" fmla="*/ 1425 h 3160"/>
              <a:gd name="T28" fmla="*/ 1451 w 2908"/>
              <a:gd name="T29" fmla="*/ 1250 h 3160"/>
              <a:gd name="T30" fmla="*/ 1582 w 2908"/>
              <a:gd name="T31" fmla="*/ 1122 h 3160"/>
              <a:gd name="T32" fmla="*/ 1791 w 2908"/>
              <a:gd name="T33" fmla="*/ 1120 h 3160"/>
              <a:gd name="T34" fmla="*/ 2908 w 2908"/>
              <a:gd name="T35" fmla="*/ 7 h 3160"/>
              <a:gd name="T36" fmla="*/ 2900 w 2908"/>
              <a:gd name="T37" fmla="*/ 0 h 3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08" h="3160">
                <a:moveTo>
                  <a:pt x="2900" y="0"/>
                </a:moveTo>
                <a:lnTo>
                  <a:pt x="1788" y="1109"/>
                </a:lnTo>
                <a:lnTo>
                  <a:pt x="1577" y="1112"/>
                </a:lnTo>
                <a:lnTo>
                  <a:pt x="1441" y="1248"/>
                </a:lnTo>
                <a:lnTo>
                  <a:pt x="1443" y="1423"/>
                </a:lnTo>
                <a:lnTo>
                  <a:pt x="671" y="2196"/>
                </a:lnTo>
                <a:lnTo>
                  <a:pt x="470" y="2191"/>
                </a:lnTo>
                <a:lnTo>
                  <a:pt x="0" y="2663"/>
                </a:lnTo>
                <a:lnTo>
                  <a:pt x="0" y="3160"/>
                </a:lnTo>
                <a:lnTo>
                  <a:pt x="10" y="3160"/>
                </a:lnTo>
                <a:lnTo>
                  <a:pt x="10" y="2669"/>
                </a:lnTo>
                <a:lnTo>
                  <a:pt x="475" y="2201"/>
                </a:lnTo>
                <a:lnTo>
                  <a:pt x="673" y="2206"/>
                </a:lnTo>
                <a:lnTo>
                  <a:pt x="1454" y="1425"/>
                </a:lnTo>
                <a:lnTo>
                  <a:pt x="1451" y="1250"/>
                </a:lnTo>
                <a:lnTo>
                  <a:pt x="1582" y="1122"/>
                </a:lnTo>
                <a:lnTo>
                  <a:pt x="1791" y="1120"/>
                </a:lnTo>
                <a:lnTo>
                  <a:pt x="2908" y="7"/>
                </a:lnTo>
                <a:lnTo>
                  <a:pt x="290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78" name="Freeform 935"/>
          <p:cNvSpPr>
            <a:spLocks/>
          </p:cNvSpPr>
          <p:nvPr/>
        </p:nvSpPr>
        <p:spPr bwMode="auto">
          <a:xfrm>
            <a:off x="12926242" y="4332288"/>
            <a:ext cx="4616450" cy="5016500"/>
          </a:xfrm>
          <a:custGeom>
            <a:avLst/>
            <a:gdLst>
              <a:gd name="T0" fmla="*/ 2900 w 2908"/>
              <a:gd name="T1" fmla="*/ 0 h 3160"/>
              <a:gd name="T2" fmla="*/ 1788 w 2908"/>
              <a:gd name="T3" fmla="*/ 1109 h 3160"/>
              <a:gd name="T4" fmla="*/ 1577 w 2908"/>
              <a:gd name="T5" fmla="*/ 1112 h 3160"/>
              <a:gd name="T6" fmla="*/ 1441 w 2908"/>
              <a:gd name="T7" fmla="*/ 1248 h 3160"/>
              <a:gd name="T8" fmla="*/ 1443 w 2908"/>
              <a:gd name="T9" fmla="*/ 1423 h 3160"/>
              <a:gd name="T10" fmla="*/ 671 w 2908"/>
              <a:gd name="T11" fmla="*/ 2196 h 3160"/>
              <a:gd name="T12" fmla="*/ 470 w 2908"/>
              <a:gd name="T13" fmla="*/ 2191 h 3160"/>
              <a:gd name="T14" fmla="*/ 0 w 2908"/>
              <a:gd name="T15" fmla="*/ 2663 h 3160"/>
              <a:gd name="T16" fmla="*/ 0 w 2908"/>
              <a:gd name="T17" fmla="*/ 3160 h 3160"/>
              <a:gd name="T18" fmla="*/ 10 w 2908"/>
              <a:gd name="T19" fmla="*/ 3160 h 3160"/>
              <a:gd name="T20" fmla="*/ 10 w 2908"/>
              <a:gd name="T21" fmla="*/ 2669 h 3160"/>
              <a:gd name="T22" fmla="*/ 475 w 2908"/>
              <a:gd name="T23" fmla="*/ 2201 h 3160"/>
              <a:gd name="T24" fmla="*/ 673 w 2908"/>
              <a:gd name="T25" fmla="*/ 2206 h 3160"/>
              <a:gd name="T26" fmla="*/ 1454 w 2908"/>
              <a:gd name="T27" fmla="*/ 1425 h 3160"/>
              <a:gd name="T28" fmla="*/ 1451 w 2908"/>
              <a:gd name="T29" fmla="*/ 1250 h 3160"/>
              <a:gd name="T30" fmla="*/ 1582 w 2908"/>
              <a:gd name="T31" fmla="*/ 1122 h 3160"/>
              <a:gd name="T32" fmla="*/ 1791 w 2908"/>
              <a:gd name="T33" fmla="*/ 1120 h 3160"/>
              <a:gd name="T34" fmla="*/ 2908 w 2908"/>
              <a:gd name="T35" fmla="*/ 7 h 3160"/>
              <a:gd name="T36" fmla="*/ 2900 w 2908"/>
              <a:gd name="T37" fmla="*/ 0 h 3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08" h="3160">
                <a:moveTo>
                  <a:pt x="2900" y="0"/>
                </a:moveTo>
                <a:lnTo>
                  <a:pt x="1788" y="1109"/>
                </a:lnTo>
                <a:lnTo>
                  <a:pt x="1577" y="1112"/>
                </a:lnTo>
                <a:lnTo>
                  <a:pt x="1441" y="1248"/>
                </a:lnTo>
                <a:lnTo>
                  <a:pt x="1443" y="1423"/>
                </a:lnTo>
                <a:lnTo>
                  <a:pt x="671" y="2196"/>
                </a:lnTo>
                <a:lnTo>
                  <a:pt x="470" y="2191"/>
                </a:lnTo>
                <a:lnTo>
                  <a:pt x="0" y="2663"/>
                </a:lnTo>
                <a:lnTo>
                  <a:pt x="0" y="3160"/>
                </a:lnTo>
                <a:lnTo>
                  <a:pt x="10" y="3160"/>
                </a:lnTo>
                <a:lnTo>
                  <a:pt x="10" y="2669"/>
                </a:lnTo>
                <a:lnTo>
                  <a:pt x="475" y="2201"/>
                </a:lnTo>
                <a:lnTo>
                  <a:pt x="673" y="2206"/>
                </a:lnTo>
                <a:lnTo>
                  <a:pt x="1454" y="1425"/>
                </a:lnTo>
                <a:lnTo>
                  <a:pt x="1451" y="1250"/>
                </a:lnTo>
                <a:lnTo>
                  <a:pt x="1582" y="1122"/>
                </a:lnTo>
                <a:lnTo>
                  <a:pt x="1791" y="1120"/>
                </a:lnTo>
                <a:lnTo>
                  <a:pt x="2908" y="7"/>
                </a:lnTo>
                <a:lnTo>
                  <a:pt x="290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79" name="Freeform 936"/>
          <p:cNvSpPr>
            <a:spLocks/>
          </p:cNvSpPr>
          <p:nvPr/>
        </p:nvSpPr>
        <p:spPr bwMode="auto">
          <a:xfrm>
            <a:off x="12975454" y="4937125"/>
            <a:ext cx="4049713" cy="4443413"/>
          </a:xfrm>
          <a:custGeom>
            <a:avLst/>
            <a:gdLst>
              <a:gd name="T0" fmla="*/ 2543 w 2551"/>
              <a:gd name="T1" fmla="*/ 0 h 2799"/>
              <a:gd name="T2" fmla="*/ 2543 w 2551"/>
              <a:gd name="T3" fmla="*/ 0 h 2799"/>
              <a:gd name="T4" fmla="*/ 1783 w 2551"/>
              <a:gd name="T5" fmla="*/ 760 h 2799"/>
              <a:gd name="T6" fmla="*/ 1574 w 2551"/>
              <a:gd name="T7" fmla="*/ 762 h 2799"/>
              <a:gd name="T8" fmla="*/ 1439 w 2551"/>
              <a:gd name="T9" fmla="*/ 896 h 2799"/>
              <a:gd name="T10" fmla="*/ 1449 w 2551"/>
              <a:gd name="T11" fmla="*/ 1078 h 2799"/>
              <a:gd name="T12" fmla="*/ 676 w 2551"/>
              <a:gd name="T13" fmla="*/ 1851 h 2799"/>
              <a:gd name="T14" fmla="*/ 472 w 2551"/>
              <a:gd name="T15" fmla="*/ 1849 h 2799"/>
              <a:gd name="T16" fmla="*/ 0 w 2551"/>
              <a:gd name="T17" fmla="*/ 2319 h 2799"/>
              <a:gd name="T18" fmla="*/ 0 w 2551"/>
              <a:gd name="T19" fmla="*/ 2799 h 2799"/>
              <a:gd name="T20" fmla="*/ 10 w 2551"/>
              <a:gd name="T21" fmla="*/ 2799 h 2799"/>
              <a:gd name="T22" fmla="*/ 10 w 2551"/>
              <a:gd name="T23" fmla="*/ 2324 h 2799"/>
              <a:gd name="T24" fmla="*/ 478 w 2551"/>
              <a:gd name="T25" fmla="*/ 1859 h 2799"/>
              <a:gd name="T26" fmla="*/ 679 w 2551"/>
              <a:gd name="T27" fmla="*/ 1862 h 2799"/>
              <a:gd name="T28" fmla="*/ 1459 w 2551"/>
              <a:gd name="T29" fmla="*/ 1081 h 2799"/>
              <a:gd name="T30" fmla="*/ 1452 w 2551"/>
              <a:gd name="T31" fmla="*/ 901 h 2799"/>
              <a:gd name="T32" fmla="*/ 1580 w 2551"/>
              <a:gd name="T33" fmla="*/ 773 h 2799"/>
              <a:gd name="T34" fmla="*/ 1788 w 2551"/>
              <a:gd name="T35" fmla="*/ 768 h 2799"/>
              <a:gd name="T36" fmla="*/ 2551 w 2551"/>
              <a:gd name="T37" fmla="*/ 8 h 2799"/>
              <a:gd name="T38" fmla="*/ 2543 w 2551"/>
              <a:gd name="T39" fmla="*/ 0 h 2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51" h="2799">
                <a:moveTo>
                  <a:pt x="2543" y="0"/>
                </a:moveTo>
                <a:lnTo>
                  <a:pt x="2543" y="0"/>
                </a:lnTo>
                <a:lnTo>
                  <a:pt x="1783" y="760"/>
                </a:lnTo>
                <a:lnTo>
                  <a:pt x="1574" y="762"/>
                </a:lnTo>
                <a:lnTo>
                  <a:pt x="1439" y="896"/>
                </a:lnTo>
                <a:lnTo>
                  <a:pt x="1449" y="1078"/>
                </a:lnTo>
                <a:lnTo>
                  <a:pt x="676" y="1851"/>
                </a:lnTo>
                <a:lnTo>
                  <a:pt x="472" y="1849"/>
                </a:lnTo>
                <a:lnTo>
                  <a:pt x="0" y="2319"/>
                </a:lnTo>
                <a:lnTo>
                  <a:pt x="0" y="2799"/>
                </a:lnTo>
                <a:lnTo>
                  <a:pt x="10" y="2799"/>
                </a:lnTo>
                <a:lnTo>
                  <a:pt x="10" y="2324"/>
                </a:lnTo>
                <a:lnTo>
                  <a:pt x="478" y="1859"/>
                </a:lnTo>
                <a:lnTo>
                  <a:pt x="679" y="1862"/>
                </a:lnTo>
                <a:lnTo>
                  <a:pt x="1459" y="1081"/>
                </a:lnTo>
                <a:lnTo>
                  <a:pt x="1452" y="901"/>
                </a:lnTo>
                <a:lnTo>
                  <a:pt x="1580" y="773"/>
                </a:lnTo>
                <a:lnTo>
                  <a:pt x="1788" y="768"/>
                </a:lnTo>
                <a:lnTo>
                  <a:pt x="2551" y="8"/>
                </a:lnTo>
                <a:lnTo>
                  <a:pt x="254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80" name="Freeform 937"/>
          <p:cNvSpPr>
            <a:spLocks/>
          </p:cNvSpPr>
          <p:nvPr/>
        </p:nvSpPr>
        <p:spPr bwMode="auto">
          <a:xfrm>
            <a:off x="12975454" y="4937125"/>
            <a:ext cx="4049713" cy="4443413"/>
          </a:xfrm>
          <a:custGeom>
            <a:avLst/>
            <a:gdLst>
              <a:gd name="T0" fmla="*/ 2543 w 2551"/>
              <a:gd name="T1" fmla="*/ 0 h 2799"/>
              <a:gd name="T2" fmla="*/ 2543 w 2551"/>
              <a:gd name="T3" fmla="*/ 0 h 2799"/>
              <a:gd name="T4" fmla="*/ 1783 w 2551"/>
              <a:gd name="T5" fmla="*/ 760 h 2799"/>
              <a:gd name="T6" fmla="*/ 1574 w 2551"/>
              <a:gd name="T7" fmla="*/ 762 h 2799"/>
              <a:gd name="T8" fmla="*/ 1439 w 2551"/>
              <a:gd name="T9" fmla="*/ 896 h 2799"/>
              <a:gd name="T10" fmla="*/ 1449 w 2551"/>
              <a:gd name="T11" fmla="*/ 1078 h 2799"/>
              <a:gd name="T12" fmla="*/ 676 w 2551"/>
              <a:gd name="T13" fmla="*/ 1851 h 2799"/>
              <a:gd name="T14" fmla="*/ 472 w 2551"/>
              <a:gd name="T15" fmla="*/ 1849 h 2799"/>
              <a:gd name="T16" fmla="*/ 0 w 2551"/>
              <a:gd name="T17" fmla="*/ 2319 h 2799"/>
              <a:gd name="T18" fmla="*/ 0 w 2551"/>
              <a:gd name="T19" fmla="*/ 2799 h 2799"/>
              <a:gd name="T20" fmla="*/ 10 w 2551"/>
              <a:gd name="T21" fmla="*/ 2799 h 2799"/>
              <a:gd name="T22" fmla="*/ 10 w 2551"/>
              <a:gd name="T23" fmla="*/ 2324 h 2799"/>
              <a:gd name="T24" fmla="*/ 478 w 2551"/>
              <a:gd name="T25" fmla="*/ 1859 h 2799"/>
              <a:gd name="T26" fmla="*/ 679 w 2551"/>
              <a:gd name="T27" fmla="*/ 1862 h 2799"/>
              <a:gd name="T28" fmla="*/ 1459 w 2551"/>
              <a:gd name="T29" fmla="*/ 1081 h 2799"/>
              <a:gd name="T30" fmla="*/ 1452 w 2551"/>
              <a:gd name="T31" fmla="*/ 901 h 2799"/>
              <a:gd name="T32" fmla="*/ 1580 w 2551"/>
              <a:gd name="T33" fmla="*/ 773 h 2799"/>
              <a:gd name="T34" fmla="*/ 1788 w 2551"/>
              <a:gd name="T35" fmla="*/ 768 h 2799"/>
              <a:gd name="T36" fmla="*/ 2551 w 2551"/>
              <a:gd name="T37" fmla="*/ 8 h 2799"/>
              <a:gd name="T38" fmla="*/ 2543 w 2551"/>
              <a:gd name="T39" fmla="*/ 0 h 2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51" h="2799">
                <a:moveTo>
                  <a:pt x="2543" y="0"/>
                </a:moveTo>
                <a:lnTo>
                  <a:pt x="2543" y="0"/>
                </a:lnTo>
                <a:lnTo>
                  <a:pt x="1783" y="760"/>
                </a:lnTo>
                <a:lnTo>
                  <a:pt x="1574" y="762"/>
                </a:lnTo>
                <a:lnTo>
                  <a:pt x="1439" y="896"/>
                </a:lnTo>
                <a:lnTo>
                  <a:pt x="1449" y="1078"/>
                </a:lnTo>
                <a:lnTo>
                  <a:pt x="676" y="1851"/>
                </a:lnTo>
                <a:lnTo>
                  <a:pt x="472" y="1849"/>
                </a:lnTo>
                <a:lnTo>
                  <a:pt x="0" y="2319"/>
                </a:lnTo>
                <a:lnTo>
                  <a:pt x="0" y="2799"/>
                </a:lnTo>
                <a:lnTo>
                  <a:pt x="10" y="2799"/>
                </a:lnTo>
                <a:lnTo>
                  <a:pt x="10" y="2324"/>
                </a:lnTo>
                <a:lnTo>
                  <a:pt x="478" y="1859"/>
                </a:lnTo>
                <a:lnTo>
                  <a:pt x="679" y="1862"/>
                </a:lnTo>
                <a:lnTo>
                  <a:pt x="1459" y="1081"/>
                </a:lnTo>
                <a:lnTo>
                  <a:pt x="1452" y="901"/>
                </a:lnTo>
                <a:lnTo>
                  <a:pt x="1580" y="773"/>
                </a:lnTo>
                <a:lnTo>
                  <a:pt x="1788" y="768"/>
                </a:lnTo>
                <a:lnTo>
                  <a:pt x="2551" y="8"/>
                </a:lnTo>
                <a:lnTo>
                  <a:pt x="254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81" name="Freeform 938"/>
          <p:cNvSpPr>
            <a:spLocks/>
          </p:cNvSpPr>
          <p:nvPr/>
        </p:nvSpPr>
        <p:spPr bwMode="auto">
          <a:xfrm>
            <a:off x="13042129" y="6424613"/>
            <a:ext cx="2511425" cy="3155950"/>
          </a:xfrm>
          <a:custGeom>
            <a:avLst/>
            <a:gdLst>
              <a:gd name="T0" fmla="*/ 602 w 606"/>
              <a:gd name="T1" fmla="*/ 0 h 761"/>
              <a:gd name="T2" fmla="*/ 601 w 606"/>
              <a:gd name="T3" fmla="*/ 15 h 761"/>
              <a:gd name="T4" fmla="*/ 254 w 606"/>
              <a:gd name="T5" fmla="*/ 361 h 761"/>
              <a:gd name="T6" fmla="*/ 180 w 606"/>
              <a:gd name="T7" fmla="*/ 363 h 761"/>
              <a:gd name="T8" fmla="*/ 0 w 606"/>
              <a:gd name="T9" fmla="*/ 543 h 761"/>
              <a:gd name="T10" fmla="*/ 0 w 606"/>
              <a:gd name="T11" fmla="*/ 761 h 761"/>
              <a:gd name="T12" fmla="*/ 4 w 606"/>
              <a:gd name="T13" fmla="*/ 761 h 761"/>
              <a:gd name="T14" fmla="*/ 4 w 606"/>
              <a:gd name="T15" fmla="*/ 545 h 761"/>
              <a:gd name="T16" fmla="*/ 182 w 606"/>
              <a:gd name="T17" fmla="*/ 367 h 761"/>
              <a:gd name="T18" fmla="*/ 256 w 606"/>
              <a:gd name="T19" fmla="*/ 365 h 761"/>
              <a:gd name="T20" fmla="*/ 605 w 606"/>
              <a:gd name="T21" fmla="*/ 16 h 761"/>
              <a:gd name="T22" fmla="*/ 606 w 606"/>
              <a:gd name="T23" fmla="*/ 0 h 761"/>
              <a:gd name="T24" fmla="*/ 605 w 606"/>
              <a:gd name="T25" fmla="*/ 0 h 761"/>
              <a:gd name="T26" fmla="*/ 602 w 606"/>
              <a:gd name="T27" fmla="*/ 0 h 7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6" h="761">
                <a:moveTo>
                  <a:pt x="602" y="0"/>
                </a:moveTo>
                <a:cubicBezTo>
                  <a:pt x="601" y="15"/>
                  <a:pt x="601" y="15"/>
                  <a:pt x="601" y="15"/>
                </a:cubicBezTo>
                <a:cubicBezTo>
                  <a:pt x="254" y="361"/>
                  <a:pt x="254" y="361"/>
                  <a:pt x="254" y="361"/>
                </a:cubicBezTo>
                <a:cubicBezTo>
                  <a:pt x="180" y="363"/>
                  <a:pt x="180" y="363"/>
                  <a:pt x="180" y="363"/>
                </a:cubicBezTo>
                <a:cubicBezTo>
                  <a:pt x="0" y="543"/>
                  <a:pt x="0" y="543"/>
                  <a:pt x="0" y="543"/>
                </a:cubicBezTo>
                <a:cubicBezTo>
                  <a:pt x="0" y="761"/>
                  <a:pt x="0" y="761"/>
                  <a:pt x="0" y="761"/>
                </a:cubicBezTo>
                <a:cubicBezTo>
                  <a:pt x="4" y="761"/>
                  <a:pt x="4" y="761"/>
                  <a:pt x="4" y="761"/>
                </a:cubicBezTo>
                <a:cubicBezTo>
                  <a:pt x="4" y="545"/>
                  <a:pt x="4" y="545"/>
                  <a:pt x="4" y="545"/>
                </a:cubicBezTo>
                <a:cubicBezTo>
                  <a:pt x="182" y="367"/>
                  <a:pt x="182" y="367"/>
                  <a:pt x="182" y="367"/>
                </a:cubicBezTo>
                <a:cubicBezTo>
                  <a:pt x="256" y="365"/>
                  <a:pt x="256" y="365"/>
                  <a:pt x="256" y="365"/>
                </a:cubicBezTo>
                <a:cubicBezTo>
                  <a:pt x="605" y="16"/>
                  <a:pt x="605" y="16"/>
                  <a:pt x="605" y="16"/>
                </a:cubicBezTo>
                <a:cubicBezTo>
                  <a:pt x="606" y="0"/>
                  <a:pt x="606" y="0"/>
                  <a:pt x="606" y="0"/>
                </a:cubicBezTo>
                <a:cubicBezTo>
                  <a:pt x="606" y="0"/>
                  <a:pt x="605" y="0"/>
                  <a:pt x="605" y="0"/>
                </a:cubicBezTo>
                <a:cubicBezTo>
                  <a:pt x="604" y="0"/>
                  <a:pt x="603" y="0"/>
                  <a:pt x="60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82" name="Freeform 939"/>
          <p:cNvSpPr>
            <a:spLocks/>
          </p:cNvSpPr>
          <p:nvPr/>
        </p:nvSpPr>
        <p:spPr bwMode="auto">
          <a:xfrm>
            <a:off x="14915379" y="6329363"/>
            <a:ext cx="141288" cy="136525"/>
          </a:xfrm>
          <a:custGeom>
            <a:avLst/>
            <a:gdLst>
              <a:gd name="T0" fmla="*/ 17 w 34"/>
              <a:gd name="T1" fmla="*/ 0 h 33"/>
              <a:gd name="T2" fmla="*/ 5 w 34"/>
              <a:gd name="T3" fmla="*/ 5 h 33"/>
              <a:gd name="T4" fmla="*/ 5 w 34"/>
              <a:gd name="T5" fmla="*/ 5 h 33"/>
              <a:gd name="T6" fmla="*/ 0 w 34"/>
              <a:gd name="T7" fmla="*/ 17 h 33"/>
              <a:gd name="T8" fmla="*/ 5 w 34"/>
              <a:gd name="T9" fmla="*/ 29 h 33"/>
              <a:gd name="T10" fmla="*/ 17 w 34"/>
              <a:gd name="T11" fmla="*/ 33 h 33"/>
              <a:gd name="T12" fmla="*/ 29 w 34"/>
              <a:gd name="T13" fmla="*/ 29 h 33"/>
              <a:gd name="T14" fmla="*/ 34 w 34"/>
              <a:gd name="T15" fmla="*/ 17 h 33"/>
              <a:gd name="T16" fmla="*/ 29 w 34"/>
              <a:gd name="T17" fmla="*/ 5 h 33"/>
              <a:gd name="T18" fmla="*/ 17 w 34"/>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33">
                <a:moveTo>
                  <a:pt x="17" y="0"/>
                </a:moveTo>
                <a:cubicBezTo>
                  <a:pt x="13" y="0"/>
                  <a:pt x="8" y="2"/>
                  <a:pt x="5" y="5"/>
                </a:cubicBezTo>
                <a:cubicBezTo>
                  <a:pt x="5" y="5"/>
                  <a:pt x="5" y="5"/>
                  <a:pt x="5" y="5"/>
                </a:cubicBezTo>
                <a:cubicBezTo>
                  <a:pt x="2" y="8"/>
                  <a:pt x="0" y="13"/>
                  <a:pt x="0" y="17"/>
                </a:cubicBezTo>
                <a:cubicBezTo>
                  <a:pt x="0" y="21"/>
                  <a:pt x="2" y="25"/>
                  <a:pt x="5" y="29"/>
                </a:cubicBezTo>
                <a:cubicBezTo>
                  <a:pt x="8" y="32"/>
                  <a:pt x="13" y="33"/>
                  <a:pt x="17" y="33"/>
                </a:cubicBezTo>
                <a:cubicBezTo>
                  <a:pt x="21" y="33"/>
                  <a:pt x="25" y="32"/>
                  <a:pt x="29" y="29"/>
                </a:cubicBezTo>
                <a:cubicBezTo>
                  <a:pt x="32" y="25"/>
                  <a:pt x="34" y="21"/>
                  <a:pt x="34" y="17"/>
                </a:cubicBezTo>
                <a:cubicBezTo>
                  <a:pt x="34" y="13"/>
                  <a:pt x="32" y="8"/>
                  <a:pt x="29"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83" name="Freeform 940"/>
          <p:cNvSpPr>
            <a:spLocks noEditPoints="1"/>
          </p:cNvSpPr>
          <p:nvPr/>
        </p:nvSpPr>
        <p:spPr bwMode="auto">
          <a:xfrm>
            <a:off x="14897917" y="6313488"/>
            <a:ext cx="174625" cy="169863"/>
          </a:xfrm>
          <a:custGeom>
            <a:avLst/>
            <a:gdLst>
              <a:gd name="T0" fmla="*/ 9 w 42"/>
              <a:gd name="T1" fmla="*/ 9 h 41"/>
              <a:gd name="T2" fmla="*/ 21 w 42"/>
              <a:gd name="T3" fmla="*/ 4 h 41"/>
              <a:gd name="T4" fmla="*/ 33 w 42"/>
              <a:gd name="T5" fmla="*/ 9 h 41"/>
              <a:gd name="T6" fmla="*/ 38 w 42"/>
              <a:gd name="T7" fmla="*/ 21 h 41"/>
              <a:gd name="T8" fmla="*/ 33 w 42"/>
              <a:gd name="T9" fmla="*/ 33 h 41"/>
              <a:gd name="T10" fmla="*/ 21 w 42"/>
              <a:gd name="T11" fmla="*/ 37 h 41"/>
              <a:gd name="T12" fmla="*/ 9 w 42"/>
              <a:gd name="T13" fmla="*/ 33 h 41"/>
              <a:gd name="T14" fmla="*/ 4 w 42"/>
              <a:gd name="T15" fmla="*/ 21 h 41"/>
              <a:gd name="T16" fmla="*/ 9 w 42"/>
              <a:gd name="T17" fmla="*/ 9 h 41"/>
              <a:gd name="T18" fmla="*/ 9 w 42"/>
              <a:gd name="T19" fmla="*/ 9 h 41"/>
              <a:gd name="T20" fmla="*/ 21 w 42"/>
              <a:gd name="T21" fmla="*/ 0 h 41"/>
              <a:gd name="T22" fmla="*/ 21 w 42"/>
              <a:gd name="T23" fmla="*/ 0 h 41"/>
              <a:gd name="T24" fmla="*/ 6 w 42"/>
              <a:gd name="T25" fmla="*/ 6 h 41"/>
              <a:gd name="T26" fmla="*/ 6 w 42"/>
              <a:gd name="T27" fmla="*/ 6 h 41"/>
              <a:gd name="T28" fmla="*/ 0 w 42"/>
              <a:gd name="T29" fmla="*/ 21 h 41"/>
              <a:gd name="T30" fmla="*/ 6 w 42"/>
              <a:gd name="T31" fmla="*/ 35 h 41"/>
              <a:gd name="T32" fmla="*/ 20 w 42"/>
              <a:gd name="T33" fmla="*/ 41 h 41"/>
              <a:gd name="T34" fmla="*/ 21 w 42"/>
              <a:gd name="T35" fmla="*/ 41 h 41"/>
              <a:gd name="T36" fmla="*/ 21 w 42"/>
              <a:gd name="T37" fmla="*/ 41 h 41"/>
              <a:gd name="T38" fmla="*/ 24 w 42"/>
              <a:gd name="T39" fmla="*/ 41 h 41"/>
              <a:gd name="T40" fmla="*/ 36 w 42"/>
              <a:gd name="T41" fmla="*/ 35 h 41"/>
              <a:gd name="T42" fmla="*/ 42 w 42"/>
              <a:gd name="T43" fmla="*/ 21 h 41"/>
              <a:gd name="T44" fmla="*/ 36 w 42"/>
              <a:gd name="T45" fmla="*/ 6 h 41"/>
              <a:gd name="T46" fmla="*/ 21 w 42"/>
              <a:gd name="T4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2" h="41">
                <a:moveTo>
                  <a:pt x="9" y="9"/>
                </a:moveTo>
                <a:cubicBezTo>
                  <a:pt x="12" y="6"/>
                  <a:pt x="17" y="4"/>
                  <a:pt x="21" y="4"/>
                </a:cubicBezTo>
                <a:cubicBezTo>
                  <a:pt x="25" y="4"/>
                  <a:pt x="29" y="6"/>
                  <a:pt x="33" y="9"/>
                </a:cubicBezTo>
                <a:cubicBezTo>
                  <a:pt x="36" y="12"/>
                  <a:pt x="38" y="17"/>
                  <a:pt x="38" y="21"/>
                </a:cubicBezTo>
                <a:cubicBezTo>
                  <a:pt x="38" y="25"/>
                  <a:pt x="36" y="29"/>
                  <a:pt x="33" y="33"/>
                </a:cubicBezTo>
                <a:cubicBezTo>
                  <a:pt x="29" y="36"/>
                  <a:pt x="25" y="37"/>
                  <a:pt x="21" y="37"/>
                </a:cubicBezTo>
                <a:cubicBezTo>
                  <a:pt x="17" y="37"/>
                  <a:pt x="12" y="36"/>
                  <a:pt x="9" y="33"/>
                </a:cubicBezTo>
                <a:cubicBezTo>
                  <a:pt x="6" y="29"/>
                  <a:pt x="4" y="25"/>
                  <a:pt x="4" y="21"/>
                </a:cubicBezTo>
                <a:cubicBezTo>
                  <a:pt x="4" y="17"/>
                  <a:pt x="6" y="12"/>
                  <a:pt x="9" y="9"/>
                </a:cubicBezTo>
                <a:cubicBezTo>
                  <a:pt x="9" y="9"/>
                  <a:pt x="9" y="9"/>
                  <a:pt x="9" y="9"/>
                </a:cubicBezTo>
                <a:moveTo>
                  <a:pt x="21" y="0"/>
                </a:moveTo>
                <a:cubicBezTo>
                  <a:pt x="21" y="0"/>
                  <a:pt x="21" y="0"/>
                  <a:pt x="21" y="0"/>
                </a:cubicBezTo>
                <a:cubicBezTo>
                  <a:pt x="16" y="0"/>
                  <a:pt x="10" y="2"/>
                  <a:pt x="6" y="6"/>
                </a:cubicBezTo>
                <a:cubicBezTo>
                  <a:pt x="6" y="6"/>
                  <a:pt x="6" y="6"/>
                  <a:pt x="6" y="6"/>
                </a:cubicBezTo>
                <a:cubicBezTo>
                  <a:pt x="2" y="10"/>
                  <a:pt x="0" y="16"/>
                  <a:pt x="0" y="21"/>
                </a:cubicBezTo>
                <a:cubicBezTo>
                  <a:pt x="0" y="26"/>
                  <a:pt x="2" y="31"/>
                  <a:pt x="6" y="35"/>
                </a:cubicBezTo>
                <a:cubicBezTo>
                  <a:pt x="10" y="39"/>
                  <a:pt x="15" y="41"/>
                  <a:pt x="20" y="41"/>
                </a:cubicBezTo>
                <a:cubicBezTo>
                  <a:pt x="21" y="41"/>
                  <a:pt x="21" y="41"/>
                  <a:pt x="21" y="41"/>
                </a:cubicBezTo>
                <a:cubicBezTo>
                  <a:pt x="21" y="41"/>
                  <a:pt x="21" y="41"/>
                  <a:pt x="21" y="41"/>
                </a:cubicBezTo>
                <a:cubicBezTo>
                  <a:pt x="22" y="41"/>
                  <a:pt x="23" y="41"/>
                  <a:pt x="24" y="41"/>
                </a:cubicBezTo>
                <a:cubicBezTo>
                  <a:pt x="28" y="41"/>
                  <a:pt x="32" y="39"/>
                  <a:pt x="36" y="35"/>
                </a:cubicBezTo>
                <a:cubicBezTo>
                  <a:pt x="40" y="31"/>
                  <a:pt x="42" y="26"/>
                  <a:pt x="42" y="21"/>
                </a:cubicBezTo>
                <a:cubicBezTo>
                  <a:pt x="42" y="16"/>
                  <a:pt x="40" y="10"/>
                  <a:pt x="36" y="6"/>
                </a:cubicBezTo>
                <a:cubicBezTo>
                  <a:pt x="32"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84" name="Freeform 941"/>
          <p:cNvSpPr>
            <a:spLocks/>
          </p:cNvSpPr>
          <p:nvPr/>
        </p:nvSpPr>
        <p:spPr bwMode="auto">
          <a:xfrm>
            <a:off x="14483579" y="6637338"/>
            <a:ext cx="169863" cy="152400"/>
          </a:xfrm>
          <a:custGeom>
            <a:avLst/>
            <a:gdLst>
              <a:gd name="T0" fmla="*/ 21 w 41"/>
              <a:gd name="T1" fmla="*/ 0 h 37"/>
              <a:gd name="T2" fmla="*/ 9 w 41"/>
              <a:gd name="T3" fmla="*/ 4 h 37"/>
              <a:gd name="T4" fmla="*/ 8 w 41"/>
              <a:gd name="T5" fmla="*/ 6 h 37"/>
              <a:gd name="T6" fmla="*/ 6 w 41"/>
              <a:gd name="T7" fmla="*/ 7 h 37"/>
              <a:gd name="T8" fmla="*/ 8 w 41"/>
              <a:gd name="T9" fmla="*/ 32 h 37"/>
              <a:gd name="T10" fmla="*/ 21 w 41"/>
              <a:gd name="T11" fmla="*/ 37 h 37"/>
              <a:gd name="T12" fmla="*/ 34 w 41"/>
              <a:gd name="T13" fmla="*/ 32 h 37"/>
              <a:gd name="T14" fmla="*/ 34 w 41"/>
              <a:gd name="T15" fmla="*/ 6 h 37"/>
              <a:gd name="T16" fmla="*/ 21 w 41"/>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7">
                <a:moveTo>
                  <a:pt x="21" y="0"/>
                </a:moveTo>
                <a:cubicBezTo>
                  <a:pt x="17" y="0"/>
                  <a:pt x="12" y="2"/>
                  <a:pt x="9" y="4"/>
                </a:cubicBezTo>
                <a:cubicBezTo>
                  <a:pt x="9" y="5"/>
                  <a:pt x="8" y="5"/>
                  <a:pt x="8" y="6"/>
                </a:cubicBezTo>
                <a:cubicBezTo>
                  <a:pt x="7" y="6"/>
                  <a:pt x="7" y="7"/>
                  <a:pt x="6" y="7"/>
                </a:cubicBezTo>
                <a:cubicBezTo>
                  <a:pt x="0" y="15"/>
                  <a:pt x="1" y="25"/>
                  <a:pt x="8" y="32"/>
                </a:cubicBezTo>
                <a:cubicBezTo>
                  <a:pt x="11" y="36"/>
                  <a:pt x="16" y="37"/>
                  <a:pt x="21" y="37"/>
                </a:cubicBezTo>
                <a:cubicBezTo>
                  <a:pt x="26" y="37"/>
                  <a:pt x="30" y="36"/>
                  <a:pt x="34" y="32"/>
                </a:cubicBezTo>
                <a:cubicBezTo>
                  <a:pt x="41" y="25"/>
                  <a:pt x="41" y="13"/>
                  <a:pt x="34" y="6"/>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85" name="Freeform 942"/>
          <p:cNvSpPr>
            <a:spLocks/>
          </p:cNvSpPr>
          <p:nvPr/>
        </p:nvSpPr>
        <p:spPr bwMode="auto">
          <a:xfrm>
            <a:off x="15463067" y="6272213"/>
            <a:ext cx="169863" cy="152400"/>
          </a:xfrm>
          <a:custGeom>
            <a:avLst/>
            <a:gdLst>
              <a:gd name="T0" fmla="*/ 21 w 41"/>
              <a:gd name="T1" fmla="*/ 0 h 37"/>
              <a:gd name="T2" fmla="*/ 8 w 41"/>
              <a:gd name="T3" fmla="*/ 6 h 37"/>
              <a:gd name="T4" fmla="*/ 8 w 41"/>
              <a:gd name="T5" fmla="*/ 32 h 37"/>
              <a:gd name="T6" fmla="*/ 18 w 41"/>
              <a:gd name="T7" fmla="*/ 37 h 37"/>
              <a:gd name="T8" fmla="*/ 21 w 41"/>
              <a:gd name="T9" fmla="*/ 37 h 37"/>
              <a:gd name="T10" fmla="*/ 22 w 41"/>
              <a:gd name="T11" fmla="*/ 37 h 37"/>
              <a:gd name="T12" fmla="*/ 34 w 41"/>
              <a:gd name="T13" fmla="*/ 32 h 37"/>
              <a:gd name="T14" fmla="*/ 34 w 41"/>
              <a:gd name="T15" fmla="*/ 6 h 37"/>
              <a:gd name="T16" fmla="*/ 21 w 41"/>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7">
                <a:moveTo>
                  <a:pt x="21" y="0"/>
                </a:moveTo>
                <a:cubicBezTo>
                  <a:pt x="16" y="0"/>
                  <a:pt x="11" y="2"/>
                  <a:pt x="8" y="6"/>
                </a:cubicBezTo>
                <a:cubicBezTo>
                  <a:pt x="0" y="13"/>
                  <a:pt x="0" y="25"/>
                  <a:pt x="8" y="32"/>
                </a:cubicBezTo>
                <a:cubicBezTo>
                  <a:pt x="11" y="35"/>
                  <a:pt x="14" y="37"/>
                  <a:pt x="18" y="37"/>
                </a:cubicBezTo>
                <a:cubicBezTo>
                  <a:pt x="19" y="37"/>
                  <a:pt x="20" y="37"/>
                  <a:pt x="21" y="37"/>
                </a:cubicBezTo>
                <a:cubicBezTo>
                  <a:pt x="21" y="37"/>
                  <a:pt x="22" y="37"/>
                  <a:pt x="22" y="37"/>
                </a:cubicBezTo>
                <a:cubicBezTo>
                  <a:pt x="26" y="37"/>
                  <a:pt x="31" y="35"/>
                  <a:pt x="34" y="32"/>
                </a:cubicBezTo>
                <a:cubicBezTo>
                  <a:pt x="41" y="25"/>
                  <a:pt x="41" y="13"/>
                  <a:pt x="34" y="6"/>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86" name="Freeform 943"/>
          <p:cNvSpPr>
            <a:spLocks/>
          </p:cNvSpPr>
          <p:nvPr/>
        </p:nvSpPr>
        <p:spPr bwMode="auto">
          <a:xfrm>
            <a:off x="14418492" y="6818313"/>
            <a:ext cx="169863" cy="153988"/>
          </a:xfrm>
          <a:custGeom>
            <a:avLst/>
            <a:gdLst>
              <a:gd name="T0" fmla="*/ 21 w 41"/>
              <a:gd name="T1" fmla="*/ 0 h 37"/>
              <a:gd name="T2" fmla="*/ 8 w 41"/>
              <a:gd name="T3" fmla="*/ 6 h 37"/>
              <a:gd name="T4" fmla="*/ 6 w 41"/>
              <a:gd name="T5" fmla="*/ 30 h 37"/>
              <a:gd name="T6" fmla="*/ 8 w 41"/>
              <a:gd name="T7" fmla="*/ 32 h 37"/>
              <a:gd name="T8" fmla="*/ 9 w 41"/>
              <a:gd name="T9" fmla="*/ 33 h 37"/>
              <a:gd name="T10" fmla="*/ 21 w 41"/>
              <a:gd name="T11" fmla="*/ 37 h 37"/>
              <a:gd name="T12" fmla="*/ 34 w 41"/>
              <a:gd name="T13" fmla="*/ 32 h 37"/>
              <a:gd name="T14" fmla="*/ 34 w 41"/>
              <a:gd name="T15" fmla="*/ 6 h 37"/>
              <a:gd name="T16" fmla="*/ 21 w 41"/>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7">
                <a:moveTo>
                  <a:pt x="21" y="0"/>
                </a:moveTo>
                <a:cubicBezTo>
                  <a:pt x="16" y="0"/>
                  <a:pt x="11" y="2"/>
                  <a:pt x="8" y="6"/>
                </a:cubicBezTo>
                <a:cubicBezTo>
                  <a:pt x="1" y="12"/>
                  <a:pt x="0" y="23"/>
                  <a:pt x="6" y="30"/>
                </a:cubicBezTo>
                <a:cubicBezTo>
                  <a:pt x="7" y="31"/>
                  <a:pt x="7" y="32"/>
                  <a:pt x="8" y="32"/>
                </a:cubicBezTo>
                <a:cubicBezTo>
                  <a:pt x="8" y="32"/>
                  <a:pt x="9" y="33"/>
                  <a:pt x="9" y="33"/>
                </a:cubicBezTo>
                <a:cubicBezTo>
                  <a:pt x="13" y="36"/>
                  <a:pt x="17" y="37"/>
                  <a:pt x="21" y="37"/>
                </a:cubicBezTo>
                <a:cubicBezTo>
                  <a:pt x="26" y="37"/>
                  <a:pt x="30" y="36"/>
                  <a:pt x="34" y="32"/>
                </a:cubicBezTo>
                <a:cubicBezTo>
                  <a:pt x="41" y="25"/>
                  <a:pt x="41" y="13"/>
                  <a:pt x="34" y="6"/>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87" name="Freeform 944"/>
          <p:cNvSpPr>
            <a:spLocks noEditPoints="1"/>
          </p:cNvSpPr>
          <p:nvPr/>
        </p:nvSpPr>
        <p:spPr bwMode="auto">
          <a:xfrm>
            <a:off x="14645504" y="6362700"/>
            <a:ext cx="236538" cy="231775"/>
          </a:xfrm>
          <a:custGeom>
            <a:avLst/>
            <a:gdLst>
              <a:gd name="T0" fmla="*/ 28 w 57"/>
              <a:gd name="T1" fmla="*/ 47 h 56"/>
              <a:gd name="T2" fmla="*/ 15 w 57"/>
              <a:gd name="T3" fmla="*/ 41 h 56"/>
              <a:gd name="T4" fmla="*/ 15 w 57"/>
              <a:gd name="T5" fmla="*/ 15 h 56"/>
              <a:gd name="T6" fmla="*/ 28 w 57"/>
              <a:gd name="T7" fmla="*/ 9 h 56"/>
              <a:gd name="T8" fmla="*/ 41 w 57"/>
              <a:gd name="T9" fmla="*/ 15 h 56"/>
              <a:gd name="T10" fmla="*/ 41 w 57"/>
              <a:gd name="T11" fmla="*/ 41 h 56"/>
              <a:gd name="T12" fmla="*/ 28 w 57"/>
              <a:gd name="T13" fmla="*/ 47 h 56"/>
              <a:gd name="T14" fmla="*/ 28 w 57"/>
              <a:gd name="T15" fmla="*/ 0 h 56"/>
              <a:gd name="T16" fmla="*/ 8 w 57"/>
              <a:gd name="T17" fmla="*/ 8 h 56"/>
              <a:gd name="T18" fmla="*/ 0 w 57"/>
              <a:gd name="T19" fmla="*/ 28 h 56"/>
              <a:gd name="T20" fmla="*/ 8 w 57"/>
              <a:gd name="T21" fmla="*/ 48 h 56"/>
              <a:gd name="T22" fmla="*/ 28 w 57"/>
              <a:gd name="T23" fmla="*/ 56 h 56"/>
              <a:gd name="T24" fmla="*/ 48 w 57"/>
              <a:gd name="T25" fmla="*/ 48 h 56"/>
              <a:gd name="T26" fmla="*/ 48 w 57"/>
              <a:gd name="T27" fmla="*/ 48 h 56"/>
              <a:gd name="T28" fmla="*/ 57 w 57"/>
              <a:gd name="T29" fmla="*/ 28 h 56"/>
              <a:gd name="T30" fmla="*/ 48 w 57"/>
              <a:gd name="T31" fmla="*/ 8 h 56"/>
              <a:gd name="T32" fmla="*/ 28 w 57"/>
              <a:gd name="T3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 h="56">
                <a:moveTo>
                  <a:pt x="28" y="47"/>
                </a:moveTo>
                <a:cubicBezTo>
                  <a:pt x="24" y="47"/>
                  <a:pt x="19" y="45"/>
                  <a:pt x="15" y="41"/>
                </a:cubicBezTo>
                <a:cubicBezTo>
                  <a:pt x="8" y="34"/>
                  <a:pt x="8" y="22"/>
                  <a:pt x="15" y="15"/>
                </a:cubicBezTo>
                <a:cubicBezTo>
                  <a:pt x="19" y="11"/>
                  <a:pt x="23" y="9"/>
                  <a:pt x="28" y="9"/>
                </a:cubicBezTo>
                <a:cubicBezTo>
                  <a:pt x="33" y="9"/>
                  <a:pt x="38" y="11"/>
                  <a:pt x="41" y="15"/>
                </a:cubicBezTo>
                <a:cubicBezTo>
                  <a:pt x="49" y="22"/>
                  <a:pt x="49" y="34"/>
                  <a:pt x="41" y="41"/>
                </a:cubicBezTo>
                <a:cubicBezTo>
                  <a:pt x="38" y="45"/>
                  <a:pt x="33" y="47"/>
                  <a:pt x="28" y="47"/>
                </a:cubicBezTo>
                <a:moveTo>
                  <a:pt x="28" y="0"/>
                </a:moveTo>
                <a:cubicBezTo>
                  <a:pt x="21" y="0"/>
                  <a:pt x="14" y="2"/>
                  <a:pt x="8" y="8"/>
                </a:cubicBezTo>
                <a:cubicBezTo>
                  <a:pt x="3" y="13"/>
                  <a:pt x="0" y="21"/>
                  <a:pt x="0" y="28"/>
                </a:cubicBezTo>
                <a:cubicBezTo>
                  <a:pt x="0" y="35"/>
                  <a:pt x="3" y="42"/>
                  <a:pt x="8" y="48"/>
                </a:cubicBezTo>
                <a:cubicBezTo>
                  <a:pt x="14" y="54"/>
                  <a:pt x="21" y="56"/>
                  <a:pt x="28" y="56"/>
                </a:cubicBezTo>
                <a:cubicBezTo>
                  <a:pt x="36" y="56"/>
                  <a:pt x="43" y="54"/>
                  <a:pt x="48" y="48"/>
                </a:cubicBezTo>
                <a:cubicBezTo>
                  <a:pt x="48" y="48"/>
                  <a:pt x="48" y="48"/>
                  <a:pt x="48" y="48"/>
                </a:cubicBezTo>
                <a:cubicBezTo>
                  <a:pt x="54" y="42"/>
                  <a:pt x="57" y="35"/>
                  <a:pt x="57" y="28"/>
                </a:cubicBezTo>
                <a:cubicBezTo>
                  <a:pt x="57" y="21"/>
                  <a:pt x="54" y="13"/>
                  <a:pt x="48" y="8"/>
                </a:cubicBezTo>
                <a:cubicBezTo>
                  <a:pt x="43" y="2"/>
                  <a:pt x="36"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88" name="Freeform 945"/>
          <p:cNvSpPr>
            <a:spLocks noEditPoints="1"/>
          </p:cNvSpPr>
          <p:nvPr/>
        </p:nvSpPr>
        <p:spPr bwMode="auto">
          <a:xfrm>
            <a:off x="14629629" y="6346825"/>
            <a:ext cx="268288" cy="265113"/>
          </a:xfrm>
          <a:custGeom>
            <a:avLst/>
            <a:gdLst>
              <a:gd name="T0" fmla="*/ 32 w 65"/>
              <a:gd name="T1" fmla="*/ 60 h 64"/>
              <a:gd name="T2" fmla="*/ 12 w 65"/>
              <a:gd name="T3" fmla="*/ 52 h 64"/>
              <a:gd name="T4" fmla="*/ 4 w 65"/>
              <a:gd name="T5" fmla="*/ 32 h 64"/>
              <a:gd name="T6" fmla="*/ 12 w 65"/>
              <a:gd name="T7" fmla="*/ 12 h 64"/>
              <a:gd name="T8" fmla="*/ 32 w 65"/>
              <a:gd name="T9" fmla="*/ 4 h 64"/>
              <a:gd name="T10" fmla="*/ 52 w 65"/>
              <a:gd name="T11" fmla="*/ 12 h 64"/>
              <a:gd name="T12" fmla="*/ 61 w 65"/>
              <a:gd name="T13" fmla="*/ 32 h 64"/>
              <a:gd name="T14" fmla="*/ 52 w 65"/>
              <a:gd name="T15" fmla="*/ 52 h 64"/>
              <a:gd name="T16" fmla="*/ 52 w 65"/>
              <a:gd name="T17" fmla="*/ 52 h 64"/>
              <a:gd name="T18" fmla="*/ 32 w 65"/>
              <a:gd name="T19" fmla="*/ 60 h 64"/>
              <a:gd name="T20" fmla="*/ 32 w 65"/>
              <a:gd name="T21" fmla="*/ 0 h 64"/>
              <a:gd name="T22" fmla="*/ 32 w 65"/>
              <a:gd name="T23" fmla="*/ 0 h 64"/>
              <a:gd name="T24" fmla="*/ 20 w 65"/>
              <a:gd name="T25" fmla="*/ 2 h 64"/>
              <a:gd name="T26" fmla="*/ 16 w 65"/>
              <a:gd name="T27" fmla="*/ 4 h 64"/>
              <a:gd name="T28" fmla="*/ 9 w 65"/>
              <a:gd name="T29" fmla="*/ 9 h 64"/>
              <a:gd name="T30" fmla="*/ 0 w 65"/>
              <a:gd name="T31" fmla="*/ 32 h 64"/>
              <a:gd name="T32" fmla="*/ 9 w 65"/>
              <a:gd name="T33" fmla="*/ 55 h 64"/>
              <a:gd name="T34" fmla="*/ 32 w 65"/>
              <a:gd name="T35" fmla="*/ 64 h 64"/>
              <a:gd name="T36" fmla="*/ 32 w 65"/>
              <a:gd name="T37" fmla="*/ 64 h 64"/>
              <a:gd name="T38" fmla="*/ 55 w 65"/>
              <a:gd name="T39" fmla="*/ 55 h 64"/>
              <a:gd name="T40" fmla="*/ 55 w 65"/>
              <a:gd name="T41" fmla="*/ 55 h 64"/>
              <a:gd name="T42" fmla="*/ 65 w 65"/>
              <a:gd name="T43" fmla="*/ 32 h 64"/>
              <a:gd name="T44" fmla="*/ 55 w 65"/>
              <a:gd name="T45" fmla="*/ 9 h 64"/>
              <a:gd name="T46" fmla="*/ 32 w 65"/>
              <a:gd name="T47"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64">
                <a:moveTo>
                  <a:pt x="32" y="60"/>
                </a:moveTo>
                <a:cubicBezTo>
                  <a:pt x="25" y="60"/>
                  <a:pt x="18" y="58"/>
                  <a:pt x="12" y="52"/>
                </a:cubicBezTo>
                <a:cubicBezTo>
                  <a:pt x="7" y="46"/>
                  <a:pt x="4" y="39"/>
                  <a:pt x="4" y="32"/>
                </a:cubicBezTo>
                <a:cubicBezTo>
                  <a:pt x="4" y="25"/>
                  <a:pt x="7" y="17"/>
                  <a:pt x="12" y="12"/>
                </a:cubicBezTo>
                <a:cubicBezTo>
                  <a:pt x="18" y="6"/>
                  <a:pt x="25" y="4"/>
                  <a:pt x="32" y="4"/>
                </a:cubicBezTo>
                <a:cubicBezTo>
                  <a:pt x="40" y="4"/>
                  <a:pt x="47" y="6"/>
                  <a:pt x="52" y="12"/>
                </a:cubicBezTo>
                <a:cubicBezTo>
                  <a:pt x="58" y="17"/>
                  <a:pt x="61" y="25"/>
                  <a:pt x="61" y="32"/>
                </a:cubicBezTo>
                <a:cubicBezTo>
                  <a:pt x="61" y="39"/>
                  <a:pt x="58" y="46"/>
                  <a:pt x="52" y="52"/>
                </a:cubicBezTo>
                <a:cubicBezTo>
                  <a:pt x="52" y="52"/>
                  <a:pt x="52" y="52"/>
                  <a:pt x="52" y="52"/>
                </a:cubicBezTo>
                <a:cubicBezTo>
                  <a:pt x="47" y="58"/>
                  <a:pt x="40" y="60"/>
                  <a:pt x="32" y="60"/>
                </a:cubicBezTo>
                <a:moveTo>
                  <a:pt x="32" y="0"/>
                </a:moveTo>
                <a:cubicBezTo>
                  <a:pt x="32" y="0"/>
                  <a:pt x="32" y="0"/>
                  <a:pt x="32" y="0"/>
                </a:cubicBezTo>
                <a:cubicBezTo>
                  <a:pt x="28" y="0"/>
                  <a:pt x="24" y="0"/>
                  <a:pt x="20" y="2"/>
                </a:cubicBezTo>
                <a:cubicBezTo>
                  <a:pt x="18" y="3"/>
                  <a:pt x="17" y="3"/>
                  <a:pt x="16" y="4"/>
                </a:cubicBezTo>
                <a:cubicBezTo>
                  <a:pt x="14" y="5"/>
                  <a:pt x="11" y="7"/>
                  <a:pt x="9" y="9"/>
                </a:cubicBezTo>
                <a:cubicBezTo>
                  <a:pt x="3" y="15"/>
                  <a:pt x="0" y="24"/>
                  <a:pt x="0" y="32"/>
                </a:cubicBezTo>
                <a:cubicBezTo>
                  <a:pt x="0" y="40"/>
                  <a:pt x="3" y="49"/>
                  <a:pt x="9" y="55"/>
                </a:cubicBezTo>
                <a:cubicBezTo>
                  <a:pt x="16" y="61"/>
                  <a:pt x="24" y="64"/>
                  <a:pt x="32" y="64"/>
                </a:cubicBezTo>
                <a:cubicBezTo>
                  <a:pt x="32" y="64"/>
                  <a:pt x="32" y="64"/>
                  <a:pt x="32" y="64"/>
                </a:cubicBezTo>
                <a:cubicBezTo>
                  <a:pt x="41" y="64"/>
                  <a:pt x="49" y="61"/>
                  <a:pt x="55" y="55"/>
                </a:cubicBezTo>
                <a:cubicBezTo>
                  <a:pt x="55" y="55"/>
                  <a:pt x="55" y="55"/>
                  <a:pt x="55" y="55"/>
                </a:cubicBezTo>
                <a:cubicBezTo>
                  <a:pt x="61" y="49"/>
                  <a:pt x="65" y="40"/>
                  <a:pt x="65" y="32"/>
                </a:cubicBezTo>
                <a:cubicBezTo>
                  <a:pt x="65" y="24"/>
                  <a:pt x="61" y="15"/>
                  <a:pt x="55" y="9"/>
                </a:cubicBezTo>
                <a:cubicBezTo>
                  <a:pt x="49" y="3"/>
                  <a:pt x="41"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89" name="Freeform 946"/>
          <p:cNvSpPr>
            <a:spLocks/>
          </p:cNvSpPr>
          <p:nvPr/>
        </p:nvSpPr>
        <p:spPr bwMode="auto">
          <a:xfrm>
            <a:off x="14678842" y="6400800"/>
            <a:ext cx="169863" cy="157163"/>
          </a:xfrm>
          <a:custGeom>
            <a:avLst/>
            <a:gdLst>
              <a:gd name="T0" fmla="*/ 20 w 41"/>
              <a:gd name="T1" fmla="*/ 0 h 38"/>
              <a:gd name="T2" fmla="*/ 7 w 41"/>
              <a:gd name="T3" fmla="*/ 6 h 38"/>
              <a:gd name="T4" fmla="*/ 7 w 41"/>
              <a:gd name="T5" fmla="*/ 32 h 38"/>
              <a:gd name="T6" fmla="*/ 20 w 41"/>
              <a:gd name="T7" fmla="*/ 38 h 38"/>
              <a:gd name="T8" fmla="*/ 33 w 41"/>
              <a:gd name="T9" fmla="*/ 32 h 38"/>
              <a:gd name="T10" fmla="*/ 33 w 41"/>
              <a:gd name="T11" fmla="*/ 6 h 38"/>
              <a:gd name="T12" fmla="*/ 20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0" y="0"/>
                </a:moveTo>
                <a:cubicBezTo>
                  <a:pt x="15" y="0"/>
                  <a:pt x="11" y="2"/>
                  <a:pt x="7" y="6"/>
                </a:cubicBezTo>
                <a:cubicBezTo>
                  <a:pt x="0" y="13"/>
                  <a:pt x="0" y="25"/>
                  <a:pt x="7" y="32"/>
                </a:cubicBezTo>
                <a:cubicBezTo>
                  <a:pt x="11" y="36"/>
                  <a:pt x="16" y="38"/>
                  <a:pt x="20" y="38"/>
                </a:cubicBezTo>
                <a:cubicBezTo>
                  <a:pt x="25" y="38"/>
                  <a:pt x="30" y="36"/>
                  <a:pt x="33" y="32"/>
                </a:cubicBezTo>
                <a:cubicBezTo>
                  <a:pt x="41" y="25"/>
                  <a:pt x="41" y="13"/>
                  <a:pt x="33"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90" name="Freeform 947"/>
          <p:cNvSpPr>
            <a:spLocks noEditPoints="1"/>
          </p:cNvSpPr>
          <p:nvPr/>
        </p:nvSpPr>
        <p:spPr bwMode="auto">
          <a:xfrm>
            <a:off x="10616429" y="6167441"/>
            <a:ext cx="236538" cy="233363"/>
          </a:xfrm>
          <a:custGeom>
            <a:avLst/>
            <a:gdLst>
              <a:gd name="T0" fmla="*/ 29 w 57"/>
              <a:gd name="T1" fmla="*/ 47 h 56"/>
              <a:gd name="T2" fmla="*/ 15 w 57"/>
              <a:gd name="T3" fmla="*/ 41 h 56"/>
              <a:gd name="T4" fmla="*/ 15 w 57"/>
              <a:gd name="T5" fmla="*/ 15 h 56"/>
              <a:gd name="T6" fmla="*/ 29 w 57"/>
              <a:gd name="T7" fmla="*/ 9 h 56"/>
              <a:gd name="T8" fmla="*/ 42 w 57"/>
              <a:gd name="T9" fmla="*/ 15 h 56"/>
              <a:gd name="T10" fmla="*/ 42 w 57"/>
              <a:gd name="T11" fmla="*/ 41 h 56"/>
              <a:gd name="T12" fmla="*/ 29 w 57"/>
              <a:gd name="T13" fmla="*/ 47 h 56"/>
              <a:gd name="T14" fmla="*/ 29 w 57"/>
              <a:gd name="T15" fmla="*/ 0 h 56"/>
              <a:gd name="T16" fmla="*/ 9 w 57"/>
              <a:gd name="T17" fmla="*/ 8 h 56"/>
              <a:gd name="T18" fmla="*/ 0 w 57"/>
              <a:gd name="T19" fmla="*/ 28 h 56"/>
              <a:gd name="T20" fmla="*/ 9 w 57"/>
              <a:gd name="T21" fmla="*/ 48 h 56"/>
              <a:gd name="T22" fmla="*/ 29 w 57"/>
              <a:gd name="T23" fmla="*/ 56 h 56"/>
              <a:gd name="T24" fmla="*/ 49 w 57"/>
              <a:gd name="T25" fmla="*/ 48 h 56"/>
              <a:gd name="T26" fmla="*/ 49 w 57"/>
              <a:gd name="T27" fmla="*/ 48 h 56"/>
              <a:gd name="T28" fmla="*/ 57 w 57"/>
              <a:gd name="T29" fmla="*/ 28 h 56"/>
              <a:gd name="T30" fmla="*/ 49 w 57"/>
              <a:gd name="T31" fmla="*/ 8 h 56"/>
              <a:gd name="T32" fmla="*/ 29 w 57"/>
              <a:gd name="T3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 h="56">
                <a:moveTo>
                  <a:pt x="29" y="47"/>
                </a:moveTo>
                <a:cubicBezTo>
                  <a:pt x="24" y="47"/>
                  <a:pt x="19" y="45"/>
                  <a:pt x="15" y="41"/>
                </a:cubicBezTo>
                <a:cubicBezTo>
                  <a:pt x="8" y="34"/>
                  <a:pt x="8" y="22"/>
                  <a:pt x="15" y="15"/>
                </a:cubicBezTo>
                <a:cubicBezTo>
                  <a:pt x="19" y="11"/>
                  <a:pt x="24" y="9"/>
                  <a:pt x="29" y="9"/>
                </a:cubicBezTo>
                <a:cubicBezTo>
                  <a:pt x="33" y="9"/>
                  <a:pt x="38" y="11"/>
                  <a:pt x="42" y="15"/>
                </a:cubicBezTo>
                <a:cubicBezTo>
                  <a:pt x="49" y="22"/>
                  <a:pt x="49" y="34"/>
                  <a:pt x="42" y="41"/>
                </a:cubicBezTo>
                <a:cubicBezTo>
                  <a:pt x="38" y="45"/>
                  <a:pt x="33" y="47"/>
                  <a:pt x="29" y="47"/>
                </a:cubicBezTo>
                <a:moveTo>
                  <a:pt x="29" y="0"/>
                </a:moveTo>
                <a:cubicBezTo>
                  <a:pt x="21" y="0"/>
                  <a:pt x="14" y="2"/>
                  <a:pt x="9" y="8"/>
                </a:cubicBezTo>
                <a:cubicBezTo>
                  <a:pt x="3" y="13"/>
                  <a:pt x="0" y="21"/>
                  <a:pt x="0" y="28"/>
                </a:cubicBezTo>
                <a:cubicBezTo>
                  <a:pt x="0" y="35"/>
                  <a:pt x="3" y="42"/>
                  <a:pt x="9" y="48"/>
                </a:cubicBezTo>
                <a:cubicBezTo>
                  <a:pt x="14" y="54"/>
                  <a:pt x="21" y="56"/>
                  <a:pt x="29" y="56"/>
                </a:cubicBezTo>
                <a:cubicBezTo>
                  <a:pt x="36" y="56"/>
                  <a:pt x="43" y="54"/>
                  <a:pt x="49" y="48"/>
                </a:cubicBezTo>
                <a:cubicBezTo>
                  <a:pt x="49" y="48"/>
                  <a:pt x="49" y="48"/>
                  <a:pt x="49" y="48"/>
                </a:cubicBezTo>
                <a:cubicBezTo>
                  <a:pt x="54" y="42"/>
                  <a:pt x="57" y="35"/>
                  <a:pt x="57" y="28"/>
                </a:cubicBezTo>
                <a:cubicBezTo>
                  <a:pt x="57" y="21"/>
                  <a:pt x="54" y="13"/>
                  <a:pt x="49" y="8"/>
                </a:cubicBezTo>
                <a:cubicBezTo>
                  <a:pt x="43" y="2"/>
                  <a:pt x="36" y="0"/>
                  <a:pt x="29"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91" name="Freeform 948"/>
          <p:cNvSpPr>
            <a:spLocks noEditPoints="1"/>
          </p:cNvSpPr>
          <p:nvPr/>
        </p:nvSpPr>
        <p:spPr bwMode="auto">
          <a:xfrm>
            <a:off x="10600554" y="6151566"/>
            <a:ext cx="268288" cy="265113"/>
          </a:xfrm>
          <a:custGeom>
            <a:avLst/>
            <a:gdLst>
              <a:gd name="T0" fmla="*/ 33 w 65"/>
              <a:gd name="T1" fmla="*/ 60 h 64"/>
              <a:gd name="T2" fmla="*/ 13 w 65"/>
              <a:gd name="T3" fmla="*/ 52 h 64"/>
              <a:gd name="T4" fmla="*/ 4 w 65"/>
              <a:gd name="T5" fmla="*/ 32 h 64"/>
              <a:gd name="T6" fmla="*/ 13 w 65"/>
              <a:gd name="T7" fmla="*/ 12 h 64"/>
              <a:gd name="T8" fmla="*/ 33 w 65"/>
              <a:gd name="T9" fmla="*/ 4 h 64"/>
              <a:gd name="T10" fmla="*/ 53 w 65"/>
              <a:gd name="T11" fmla="*/ 12 h 64"/>
              <a:gd name="T12" fmla="*/ 61 w 65"/>
              <a:gd name="T13" fmla="*/ 32 h 64"/>
              <a:gd name="T14" fmla="*/ 53 w 65"/>
              <a:gd name="T15" fmla="*/ 52 h 64"/>
              <a:gd name="T16" fmla="*/ 53 w 65"/>
              <a:gd name="T17" fmla="*/ 52 h 64"/>
              <a:gd name="T18" fmla="*/ 33 w 65"/>
              <a:gd name="T19" fmla="*/ 60 h 64"/>
              <a:gd name="T20" fmla="*/ 33 w 65"/>
              <a:gd name="T21" fmla="*/ 0 h 64"/>
              <a:gd name="T22" fmla="*/ 33 w 65"/>
              <a:gd name="T23" fmla="*/ 0 h 64"/>
              <a:gd name="T24" fmla="*/ 10 w 65"/>
              <a:gd name="T25" fmla="*/ 9 h 64"/>
              <a:gd name="T26" fmla="*/ 0 w 65"/>
              <a:gd name="T27" fmla="*/ 32 h 64"/>
              <a:gd name="T28" fmla="*/ 10 w 65"/>
              <a:gd name="T29" fmla="*/ 55 h 64"/>
              <a:gd name="T30" fmla="*/ 33 w 65"/>
              <a:gd name="T31" fmla="*/ 64 h 64"/>
              <a:gd name="T32" fmla="*/ 33 w 65"/>
              <a:gd name="T33" fmla="*/ 64 h 64"/>
              <a:gd name="T34" fmla="*/ 56 w 65"/>
              <a:gd name="T35" fmla="*/ 55 h 64"/>
              <a:gd name="T36" fmla="*/ 56 w 65"/>
              <a:gd name="T37" fmla="*/ 55 h 64"/>
              <a:gd name="T38" fmla="*/ 65 w 65"/>
              <a:gd name="T39" fmla="*/ 32 h 64"/>
              <a:gd name="T40" fmla="*/ 56 w 65"/>
              <a:gd name="T41" fmla="*/ 10 h 64"/>
              <a:gd name="T42" fmla="*/ 56 w 65"/>
              <a:gd name="T43" fmla="*/ 9 h 64"/>
              <a:gd name="T44" fmla="*/ 53 w 65"/>
              <a:gd name="T45" fmla="*/ 7 h 64"/>
              <a:gd name="T46" fmla="*/ 33 w 65"/>
              <a:gd name="T47"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64">
                <a:moveTo>
                  <a:pt x="33" y="60"/>
                </a:moveTo>
                <a:cubicBezTo>
                  <a:pt x="25" y="60"/>
                  <a:pt x="18" y="58"/>
                  <a:pt x="13" y="52"/>
                </a:cubicBezTo>
                <a:cubicBezTo>
                  <a:pt x="7" y="46"/>
                  <a:pt x="4" y="39"/>
                  <a:pt x="4" y="32"/>
                </a:cubicBezTo>
                <a:cubicBezTo>
                  <a:pt x="4" y="25"/>
                  <a:pt x="7" y="17"/>
                  <a:pt x="13" y="12"/>
                </a:cubicBezTo>
                <a:cubicBezTo>
                  <a:pt x="18" y="6"/>
                  <a:pt x="25" y="4"/>
                  <a:pt x="33" y="4"/>
                </a:cubicBezTo>
                <a:cubicBezTo>
                  <a:pt x="40" y="4"/>
                  <a:pt x="47" y="6"/>
                  <a:pt x="53" y="12"/>
                </a:cubicBezTo>
                <a:cubicBezTo>
                  <a:pt x="58" y="17"/>
                  <a:pt x="61" y="25"/>
                  <a:pt x="61" y="32"/>
                </a:cubicBezTo>
                <a:cubicBezTo>
                  <a:pt x="61" y="39"/>
                  <a:pt x="58" y="46"/>
                  <a:pt x="53" y="52"/>
                </a:cubicBezTo>
                <a:cubicBezTo>
                  <a:pt x="53" y="52"/>
                  <a:pt x="53" y="52"/>
                  <a:pt x="53" y="52"/>
                </a:cubicBezTo>
                <a:cubicBezTo>
                  <a:pt x="47" y="58"/>
                  <a:pt x="40" y="60"/>
                  <a:pt x="33" y="60"/>
                </a:cubicBezTo>
                <a:moveTo>
                  <a:pt x="33" y="0"/>
                </a:moveTo>
                <a:cubicBezTo>
                  <a:pt x="33" y="0"/>
                  <a:pt x="33" y="0"/>
                  <a:pt x="33" y="0"/>
                </a:cubicBezTo>
                <a:cubicBezTo>
                  <a:pt x="24" y="0"/>
                  <a:pt x="16" y="3"/>
                  <a:pt x="10" y="9"/>
                </a:cubicBezTo>
                <a:cubicBezTo>
                  <a:pt x="3" y="15"/>
                  <a:pt x="0" y="24"/>
                  <a:pt x="0" y="32"/>
                </a:cubicBezTo>
                <a:cubicBezTo>
                  <a:pt x="0" y="40"/>
                  <a:pt x="3" y="48"/>
                  <a:pt x="10" y="55"/>
                </a:cubicBezTo>
                <a:cubicBezTo>
                  <a:pt x="16" y="61"/>
                  <a:pt x="24" y="64"/>
                  <a:pt x="33" y="64"/>
                </a:cubicBezTo>
                <a:cubicBezTo>
                  <a:pt x="33" y="64"/>
                  <a:pt x="33" y="64"/>
                  <a:pt x="33" y="64"/>
                </a:cubicBezTo>
                <a:cubicBezTo>
                  <a:pt x="41" y="64"/>
                  <a:pt x="49" y="61"/>
                  <a:pt x="56" y="55"/>
                </a:cubicBezTo>
                <a:cubicBezTo>
                  <a:pt x="56" y="55"/>
                  <a:pt x="56" y="55"/>
                  <a:pt x="56" y="55"/>
                </a:cubicBezTo>
                <a:cubicBezTo>
                  <a:pt x="62" y="48"/>
                  <a:pt x="65" y="40"/>
                  <a:pt x="65" y="32"/>
                </a:cubicBezTo>
                <a:cubicBezTo>
                  <a:pt x="65" y="24"/>
                  <a:pt x="62" y="16"/>
                  <a:pt x="56" y="10"/>
                </a:cubicBezTo>
                <a:cubicBezTo>
                  <a:pt x="56" y="10"/>
                  <a:pt x="56" y="9"/>
                  <a:pt x="56" y="9"/>
                </a:cubicBezTo>
                <a:cubicBezTo>
                  <a:pt x="55" y="8"/>
                  <a:pt x="54" y="8"/>
                  <a:pt x="53" y="7"/>
                </a:cubicBezTo>
                <a:cubicBezTo>
                  <a:pt x="47" y="2"/>
                  <a:pt x="40" y="0"/>
                  <a:pt x="3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92" name="Freeform 949"/>
          <p:cNvSpPr>
            <a:spLocks/>
          </p:cNvSpPr>
          <p:nvPr/>
        </p:nvSpPr>
        <p:spPr bwMode="auto">
          <a:xfrm>
            <a:off x="10649769" y="6205541"/>
            <a:ext cx="169863" cy="157163"/>
          </a:xfrm>
          <a:custGeom>
            <a:avLst/>
            <a:gdLst>
              <a:gd name="T0" fmla="*/ 21 w 41"/>
              <a:gd name="T1" fmla="*/ 0 h 38"/>
              <a:gd name="T2" fmla="*/ 7 w 41"/>
              <a:gd name="T3" fmla="*/ 6 h 38"/>
              <a:gd name="T4" fmla="*/ 7 w 41"/>
              <a:gd name="T5" fmla="*/ 32 h 38"/>
              <a:gd name="T6" fmla="*/ 21 w 41"/>
              <a:gd name="T7" fmla="*/ 38 h 38"/>
              <a:gd name="T8" fmla="*/ 34 w 41"/>
              <a:gd name="T9" fmla="*/ 32 h 38"/>
              <a:gd name="T10" fmla="*/ 34 w 41"/>
              <a:gd name="T11" fmla="*/ 6 h 38"/>
              <a:gd name="T12" fmla="*/ 21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1" y="0"/>
                </a:moveTo>
                <a:cubicBezTo>
                  <a:pt x="16" y="0"/>
                  <a:pt x="11" y="2"/>
                  <a:pt x="7" y="6"/>
                </a:cubicBezTo>
                <a:cubicBezTo>
                  <a:pt x="0" y="13"/>
                  <a:pt x="0" y="25"/>
                  <a:pt x="7" y="32"/>
                </a:cubicBezTo>
                <a:cubicBezTo>
                  <a:pt x="11" y="36"/>
                  <a:pt x="16" y="38"/>
                  <a:pt x="21" y="38"/>
                </a:cubicBezTo>
                <a:cubicBezTo>
                  <a:pt x="25" y="38"/>
                  <a:pt x="30" y="36"/>
                  <a:pt x="34" y="32"/>
                </a:cubicBezTo>
                <a:cubicBezTo>
                  <a:pt x="41" y="25"/>
                  <a:pt x="41" y="13"/>
                  <a:pt x="34" y="6"/>
                </a:cubicBezTo>
                <a:cubicBezTo>
                  <a:pt x="30" y="2"/>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93" name="Freeform 950"/>
          <p:cNvSpPr>
            <a:spLocks noEditPoints="1"/>
          </p:cNvSpPr>
          <p:nvPr/>
        </p:nvSpPr>
        <p:spPr bwMode="auto">
          <a:xfrm>
            <a:off x="9936980" y="6565903"/>
            <a:ext cx="236538" cy="231775"/>
          </a:xfrm>
          <a:custGeom>
            <a:avLst/>
            <a:gdLst>
              <a:gd name="T0" fmla="*/ 29 w 57"/>
              <a:gd name="T1" fmla="*/ 47 h 56"/>
              <a:gd name="T2" fmla="*/ 15 w 57"/>
              <a:gd name="T3" fmla="*/ 41 h 56"/>
              <a:gd name="T4" fmla="*/ 15 w 57"/>
              <a:gd name="T5" fmla="*/ 15 h 56"/>
              <a:gd name="T6" fmla="*/ 29 w 57"/>
              <a:gd name="T7" fmla="*/ 9 h 56"/>
              <a:gd name="T8" fmla="*/ 42 w 57"/>
              <a:gd name="T9" fmla="*/ 15 h 56"/>
              <a:gd name="T10" fmla="*/ 42 w 57"/>
              <a:gd name="T11" fmla="*/ 41 h 56"/>
              <a:gd name="T12" fmla="*/ 29 w 57"/>
              <a:gd name="T13" fmla="*/ 47 h 56"/>
              <a:gd name="T14" fmla="*/ 29 w 57"/>
              <a:gd name="T15" fmla="*/ 0 h 56"/>
              <a:gd name="T16" fmla="*/ 9 w 57"/>
              <a:gd name="T17" fmla="*/ 8 h 56"/>
              <a:gd name="T18" fmla="*/ 0 w 57"/>
              <a:gd name="T19" fmla="*/ 28 h 56"/>
              <a:gd name="T20" fmla="*/ 9 w 57"/>
              <a:gd name="T21" fmla="*/ 48 h 56"/>
              <a:gd name="T22" fmla="*/ 29 w 57"/>
              <a:gd name="T23" fmla="*/ 56 h 56"/>
              <a:gd name="T24" fmla="*/ 49 w 57"/>
              <a:gd name="T25" fmla="*/ 48 h 56"/>
              <a:gd name="T26" fmla="*/ 49 w 57"/>
              <a:gd name="T27" fmla="*/ 48 h 56"/>
              <a:gd name="T28" fmla="*/ 57 w 57"/>
              <a:gd name="T29" fmla="*/ 28 h 56"/>
              <a:gd name="T30" fmla="*/ 49 w 57"/>
              <a:gd name="T31" fmla="*/ 8 h 56"/>
              <a:gd name="T32" fmla="*/ 29 w 57"/>
              <a:gd name="T3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 h="56">
                <a:moveTo>
                  <a:pt x="29" y="47"/>
                </a:moveTo>
                <a:cubicBezTo>
                  <a:pt x="24" y="47"/>
                  <a:pt x="19" y="45"/>
                  <a:pt x="15" y="41"/>
                </a:cubicBezTo>
                <a:cubicBezTo>
                  <a:pt x="8" y="34"/>
                  <a:pt x="8" y="22"/>
                  <a:pt x="15" y="15"/>
                </a:cubicBezTo>
                <a:cubicBezTo>
                  <a:pt x="19" y="11"/>
                  <a:pt x="24" y="9"/>
                  <a:pt x="29" y="9"/>
                </a:cubicBezTo>
                <a:cubicBezTo>
                  <a:pt x="33" y="9"/>
                  <a:pt x="38" y="11"/>
                  <a:pt x="42" y="15"/>
                </a:cubicBezTo>
                <a:cubicBezTo>
                  <a:pt x="49" y="22"/>
                  <a:pt x="49" y="34"/>
                  <a:pt x="42" y="41"/>
                </a:cubicBezTo>
                <a:cubicBezTo>
                  <a:pt x="38" y="45"/>
                  <a:pt x="33" y="47"/>
                  <a:pt x="29" y="47"/>
                </a:cubicBezTo>
                <a:moveTo>
                  <a:pt x="29" y="0"/>
                </a:moveTo>
                <a:cubicBezTo>
                  <a:pt x="21" y="0"/>
                  <a:pt x="14" y="2"/>
                  <a:pt x="9" y="8"/>
                </a:cubicBezTo>
                <a:cubicBezTo>
                  <a:pt x="3" y="13"/>
                  <a:pt x="0" y="21"/>
                  <a:pt x="0" y="28"/>
                </a:cubicBezTo>
                <a:cubicBezTo>
                  <a:pt x="0" y="35"/>
                  <a:pt x="3" y="42"/>
                  <a:pt x="9" y="48"/>
                </a:cubicBezTo>
                <a:cubicBezTo>
                  <a:pt x="14" y="54"/>
                  <a:pt x="21" y="56"/>
                  <a:pt x="29" y="56"/>
                </a:cubicBezTo>
                <a:cubicBezTo>
                  <a:pt x="36" y="56"/>
                  <a:pt x="43" y="54"/>
                  <a:pt x="49" y="48"/>
                </a:cubicBezTo>
                <a:cubicBezTo>
                  <a:pt x="49" y="48"/>
                  <a:pt x="49" y="48"/>
                  <a:pt x="49" y="48"/>
                </a:cubicBezTo>
                <a:cubicBezTo>
                  <a:pt x="54" y="42"/>
                  <a:pt x="57" y="35"/>
                  <a:pt x="57" y="28"/>
                </a:cubicBezTo>
                <a:cubicBezTo>
                  <a:pt x="57" y="21"/>
                  <a:pt x="54" y="13"/>
                  <a:pt x="49" y="8"/>
                </a:cubicBezTo>
                <a:cubicBezTo>
                  <a:pt x="43" y="2"/>
                  <a:pt x="36" y="0"/>
                  <a:pt x="29"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94" name="Freeform 951"/>
          <p:cNvSpPr>
            <a:spLocks noEditPoints="1"/>
          </p:cNvSpPr>
          <p:nvPr/>
        </p:nvSpPr>
        <p:spPr bwMode="auto">
          <a:xfrm>
            <a:off x="9921104" y="6550028"/>
            <a:ext cx="268288" cy="265113"/>
          </a:xfrm>
          <a:custGeom>
            <a:avLst/>
            <a:gdLst>
              <a:gd name="T0" fmla="*/ 33 w 65"/>
              <a:gd name="T1" fmla="*/ 60 h 64"/>
              <a:gd name="T2" fmla="*/ 13 w 65"/>
              <a:gd name="T3" fmla="*/ 52 h 64"/>
              <a:gd name="T4" fmla="*/ 4 w 65"/>
              <a:gd name="T5" fmla="*/ 32 h 64"/>
              <a:gd name="T6" fmla="*/ 13 w 65"/>
              <a:gd name="T7" fmla="*/ 12 h 64"/>
              <a:gd name="T8" fmla="*/ 33 w 65"/>
              <a:gd name="T9" fmla="*/ 4 h 64"/>
              <a:gd name="T10" fmla="*/ 53 w 65"/>
              <a:gd name="T11" fmla="*/ 12 h 64"/>
              <a:gd name="T12" fmla="*/ 61 w 65"/>
              <a:gd name="T13" fmla="*/ 32 h 64"/>
              <a:gd name="T14" fmla="*/ 53 w 65"/>
              <a:gd name="T15" fmla="*/ 52 h 64"/>
              <a:gd name="T16" fmla="*/ 53 w 65"/>
              <a:gd name="T17" fmla="*/ 52 h 64"/>
              <a:gd name="T18" fmla="*/ 33 w 65"/>
              <a:gd name="T19" fmla="*/ 60 h 64"/>
              <a:gd name="T20" fmla="*/ 33 w 65"/>
              <a:gd name="T21" fmla="*/ 0 h 64"/>
              <a:gd name="T22" fmla="*/ 33 w 65"/>
              <a:gd name="T23" fmla="*/ 0 h 64"/>
              <a:gd name="T24" fmla="*/ 10 w 65"/>
              <a:gd name="T25" fmla="*/ 9 h 64"/>
              <a:gd name="T26" fmla="*/ 0 w 65"/>
              <a:gd name="T27" fmla="*/ 32 h 64"/>
              <a:gd name="T28" fmla="*/ 10 w 65"/>
              <a:gd name="T29" fmla="*/ 55 h 64"/>
              <a:gd name="T30" fmla="*/ 33 w 65"/>
              <a:gd name="T31" fmla="*/ 64 h 64"/>
              <a:gd name="T32" fmla="*/ 33 w 65"/>
              <a:gd name="T33" fmla="*/ 64 h 64"/>
              <a:gd name="T34" fmla="*/ 56 w 65"/>
              <a:gd name="T35" fmla="*/ 55 h 64"/>
              <a:gd name="T36" fmla="*/ 56 w 65"/>
              <a:gd name="T37" fmla="*/ 55 h 64"/>
              <a:gd name="T38" fmla="*/ 65 w 65"/>
              <a:gd name="T39" fmla="*/ 32 h 64"/>
              <a:gd name="T40" fmla="*/ 56 w 65"/>
              <a:gd name="T41" fmla="*/ 10 h 64"/>
              <a:gd name="T42" fmla="*/ 56 w 65"/>
              <a:gd name="T43" fmla="*/ 9 h 64"/>
              <a:gd name="T44" fmla="*/ 53 w 65"/>
              <a:gd name="T45" fmla="*/ 7 h 64"/>
              <a:gd name="T46" fmla="*/ 33 w 65"/>
              <a:gd name="T47"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64">
                <a:moveTo>
                  <a:pt x="33" y="60"/>
                </a:moveTo>
                <a:cubicBezTo>
                  <a:pt x="25" y="60"/>
                  <a:pt x="18" y="58"/>
                  <a:pt x="13" y="52"/>
                </a:cubicBezTo>
                <a:cubicBezTo>
                  <a:pt x="7" y="46"/>
                  <a:pt x="4" y="39"/>
                  <a:pt x="4" y="32"/>
                </a:cubicBezTo>
                <a:cubicBezTo>
                  <a:pt x="4" y="25"/>
                  <a:pt x="7" y="17"/>
                  <a:pt x="13" y="12"/>
                </a:cubicBezTo>
                <a:cubicBezTo>
                  <a:pt x="18" y="6"/>
                  <a:pt x="25" y="4"/>
                  <a:pt x="33" y="4"/>
                </a:cubicBezTo>
                <a:cubicBezTo>
                  <a:pt x="40" y="4"/>
                  <a:pt x="47" y="6"/>
                  <a:pt x="53" y="12"/>
                </a:cubicBezTo>
                <a:cubicBezTo>
                  <a:pt x="58" y="17"/>
                  <a:pt x="61" y="25"/>
                  <a:pt x="61" y="32"/>
                </a:cubicBezTo>
                <a:cubicBezTo>
                  <a:pt x="61" y="39"/>
                  <a:pt x="58" y="46"/>
                  <a:pt x="53" y="52"/>
                </a:cubicBezTo>
                <a:cubicBezTo>
                  <a:pt x="53" y="52"/>
                  <a:pt x="53" y="52"/>
                  <a:pt x="53" y="52"/>
                </a:cubicBezTo>
                <a:cubicBezTo>
                  <a:pt x="47" y="58"/>
                  <a:pt x="40" y="60"/>
                  <a:pt x="33" y="60"/>
                </a:cubicBezTo>
                <a:moveTo>
                  <a:pt x="33" y="0"/>
                </a:moveTo>
                <a:cubicBezTo>
                  <a:pt x="33" y="0"/>
                  <a:pt x="33" y="0"/>
                  <a:pt x="33" y="0"/>
                </a:cubicBezTo>
                <a:cubicBezTo>
                  <a:pt x="24" y="0"/>
                  <a:pt x="16" y="3"/>
                  <a:pt x="10" y="9"/>
                </a:cubicBezTo>
                <a:cubicBezTo>
                  <a:pt x="3" y="15"/>
                  <a:pt x="0" y="24"/>
                  <a:pt x="0" y="32"/>
                </a:cubicBezTo>
                <a:cubicBezTo>
                  <a:pt x="0" y="40"/>
                  <a:pt x="3" y="48"/>
                  <a:pt x="10" y="55"/>
                </a:cubicBezTo>
                <a:cubicBezTo>
                  <a:pt x="16" y="61"/>
                  <a:pt x="24" y="64"/>
                  <a:pt x="33" y="64"/>
                </a:cubicBezTo>
                <a:cubicBezTo>
                  <a:pt x="33" y="64"/>
                  <a:pt x="33" y="64"/>
                  <a:pt x="33" y="64"/>
                </a:cubicBezTo>
                <a:cubicBezTo>
                  <a:pt x="41" y="64"/>
                  <a:pt x="49" y="61"/>
                  <a:pt x="56" y="55"/>
                </a:cubicBezTo>
                <a:cubicBezTo>
                  <a:pt x="56" y="55"/>
                  <a:pt x="56" y="55"/>
                  <a:pt x="56" y="55"/>
                </a:cubicBezTo>
                <a:cubicBezTo>
                  <a:pt x="62" y="48"/>
                  <a:pt x="65" y="40"/>
                  <a:pt x="65" y="32"/>
                </a:cubicBezTo>
                <a:cubicBezTo>
                  <a:pt x="65" y="24"/>
                  <a:pt x="62" y="16"/>
                  <a:pt x="56" y="10"/>
                </a:cubicBezTo>
                <a:cubicBezTo>
                  <a:pt x="56" y="10"/>
                  <a:pt x="56" y="9"/>
                  <a:pt x="56" y="9"/>
                </a:cubicBezTo>
                <a:cubicBezTo>
                  <a:pt x="55" y="8"/>
                  <a:pt x="54" y="8"/>
                  <a:pt x="53" y="7"/>
                </a:cubicBezTo>
                <a:cubicBezTo>
                  <a:pt x="47" y="2"/>
                  <a:pt x="40" y="0"/>
                  <a:pt x="3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95" name="Freeform 952"/>
          <p:cNvSpPr>
            <a:spLocks/>
          </p:cNvSpPr>
          <p:nvPr/>
        </p:nvSpPr>
        <p:spPr bwMode="auto">
          <a:xfrm>
            <a:off x="9970320" y="6604003"/>
            <a:ext cx="169863" cy="157163"/>
          </a:xfrm>
          <a:custGeom>
            <a:avLst/>
            <a:gdLst>
              <a:gd name="T0" fmla="*/ 21 w 41"/>
              <a:gd name="T1" fmla="*/ 0 h 38"/>
              <a:gd name="T2" fmla="*/ 7 w 41"/>
              <a:gd name="T3" fmla="*/ 6 h 38"/>
              <a:gd name="T4" fmla="*/ 7 w 41"/>
              <a:gd name="T5" fmla="*/ 32 h 38"/>
              <a:gd name="T6" fmla="*/ 21 w 41"/>
              <a:gd name="T7" fmla="*/ 38 h 38"/>
              <a:gd name="T8" fmla="*/ 34 w 41"/>
              <a:gd name="T9" fmla="*/ 32 h 38"/>
              <a:gd name="T10" fmla="*/ 34 w 41"/>
              <a:gd name="T11" fmla="*/ 6 h 38"/>
              <a:gd name="T12" fmla="*/ 21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1" y="0"/>
                </a:moveTo>
                <a:cubicBezTo>
                  <a:pt x="16" y="0"/>
                  <a:pt x="11" y="2"/>
                  <a:pt x="7" y="6"/>
                </a:cubicBezTo>
                <a:cubicBezTo>
                  <a:pt x="0" y="13"/>
                  <a:pt x="0" y="25"/>
                  <a:pt x="7" y="32"/>
                </a:cubicBezTo>
                <a:cubicBezTo>
                  <a:pt x="11" y="36"/>
                  <a:pt x="16" y="38"/>
                  <a:pt x="21" y="38"/>
                </a:cubicBezTo>
                <a:cubicBezTo>
                  <a:pt x="25" y="38"/>
                  <a:pt x="30" y="36"/>
                  <a:pt x="34" y="32"/>
                </a:cubicBezTo>
                <a:cubicBezTo>
                  <a:pt x="41" y="25"/>
                  <a:pt x="41" y="13"/>
                  <a:pt x="34" y="6"/>
                </a:cubicBezTo>
                <a:cubicBezTo>
                  <a:pt x="30" y="2"/>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96" name="Freeform 953"/>
          <p:cNvSpPr>
            <a:spLocks noEditPoints="1"/>
          </p:cNvSpPr>
          <p:nvPr/>
        </p:nvSpPr>
        <p:spPr bwMode="auto">
          <a:xfrm>
            <a:off x="12046767" y="4618039"/>
            <a:ext cx="236538" cy="236538"/>
          </a:xfrm>
          <a:custGeom>
            <a:avLst/>
            <a:gdLst>
              <a:gd name="T0" fmla="*/ 29 w 57"/>
              <a:gd name="T1" fmla="*/ 47 h 57"/>
              <a:gd name="T2" fmla="*/ 16 w 57"/>
              <a:gd name="T3" fmla="*/ 42 h 57"/>
              <a:gd name="T4" fmla="*/ 16 w 57"/>
              <a:gd name="T5" fmla="*/ 15 h 57"/>
              <a:gd name="T6" fmla="*/ 29 w 57"/>
              <a:gd name="T7" fmla="*/ 10 h 57"/>
              <a:gd name="T8" fmla="*/ 42 w 57"/>
              <a:gd name="T9" fmla="*/ 15 h 57"/>
              <a:gd name="T10" fmla="*/ 42 w 57"/>
              <a:gd name="T11" fmla="*/ 42 h 57"/>
              <a:gd name="T12" fmla="*/ 29 w 57"/>
              <a:gd name="T13" fmla="*/ 47 h 57"/>
              <a:gd name="T14" fmla="*/ 29 w 57"/>
              <a:gd name="T15" fmla="*/ 0 h 57"/>
              <a:gd name="T16" fmla="*/ 9 w 57"/>
              <a:gd name="T17" fmla="*/ 9 h 57"/>
              <a:gd name="T18" fmla="*/ 0 w 57"/>
              <a:gd name="T19" fmla="*/ 29 h 57"/>
              <a:gd name="T20" fmla="*/ 9 w 57"/>
              <a:gd name="T21" fmla="*/ 49 h 57"/>
              <a:gd name="T22" fmla="*/ 29 w 57"/>
              <a:gd name="T23" fmla="*/ 57 h 57"/>
              <a:gd name="T24" fmla="*/ 49 w 57"/>
              <a:gd name="T25" fmla="*/ 49 h 57"/>
              <a:gd name="T26" fmla="*/ 49 w 57"/>
              <a:gd name="T27" fmla="*/ 49 h 57"/>
              <a:gd name="T28" fmla="*/ 57 w 57"/>
              <a:gd name="T29" fmla="*/ 29 h 57"/>
              <a:gd name="T30" fmla="*/ 49 w 57"/>
              <a:gd name="T31" fmla="*/ 9 h 57"/>
              <a:gd name="T32" fmla="*/ 29 w 57"/>
              <a:gd name="T3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 h="57">
                <a:moveTo>
                  <a:pt x="29" y="47"/>
                </a:moveTo>
                <a:cubicBezTo>
                  <a:pt x="24" y="47"/>
                  <a:pt x="19" y="45"/>
                  <a:pt x="16" y="42"/>
                </a:cubicBezTo>
                <a:cubicBezTo>
                  <a:pt x="8" y="35"/>
                  <a:pt x="8" y="23"/>
                  <a:pt x="16" y="15"/>
                </a:cubicBezTo>
                <a:cubicBezTo>
                  <a:pt x="19" y="12"/>
                  <a:pt x="24" y="10"/>
                  <a:pt x="29" y="10"/>
                </a:cubicBezTo>
                <a:cubicBezTo>
                  <a:pt x="33" y="10"/>
                  <a:pt x="38" y="12"/>
                  <a:pt x="42" y="15"/>
                </a:cubicBezTo>
                <a:cubicBezTo>
                  <a:pt x="49" y="23"/>
                  <a:pt x="49" y="35"/>
                  <a:pt x="42" y="42"/>
                </a:cubicBezTo>
                <a:cubicBezTo>
                  <a:pt x="38" y="45"/>
                  <a:pt x="33" y="47"/>
                  <a:pt x="29" y="47"/>
                </a:cubicBezTo>
                <a:moveTo>
                  <a:pt x="29" y="0"/>
                </a:moveTo>
                <a:cubicBezTo>
                  <a:pt x="21" y="0"/>
                  <a:pt x="14" y="3"/>
                  <a:pt x="9" y="9"/>
                </a:cubicBezTo>
                <a:cubicBezTo>
                  <a:pt x="3" y="14"/>
                  <a:pt x="0" y="21"/>
                  <a:pt x="0" y="29"/>
                </a:cubicBezTo>
                <a:cubicBezTo>
                  <a:pt x="0" y="36"/>
                  <a:pt x="3" y="43"/>
                  <a:pt x="9" y="49"/>
                </a:cubicBezTo>
                <a:cubicBezTo>
                  <a:pt x="14" y="54"/>
                  <a:pt x="21" y="57"/>
                  <a:pt x="29" y="57"/>
                </a:cubicBezTo>
                <a:cubicBezTo>
                  <a:pt x="36" y="57"/>
                  <a:pt x="43" y="54"/>
                  <a:pt x="49" y="49"/>
                </a:cubicBezTo>
                <a:cubicBezTo>
                  <a:pt x="49" y="49"/>
                  <a:pt x="49" y="49"/>
                  <a:pt x="49" y="49"/>
                </a:cubicBezTo>
                <a:cubicBezTo>
                  <a:pt x="54" y="43"/>
                  <a:pt x="57" y="36"/>
                  <a:pt x="57" y="29"/>
                </a:cubicBezTo>
                <a:cubicBezTo>
                  <a:pt x="57" y="21"/>
                  <a:pt x="54" y="14"/>
                  <a:pt x="49" y="9"/>
                </a:cubicBezTo>
                <a:cubicBezTo>
                  <a:pt x="43" y="3"/>
                  <a:pt x="36" y="0"/>
                  <a:pt x="29"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97" name="Freeform 954"/>
          <p:cNvSpPr>
            <a:spLocks noEditPoints="1"/>
          </p:cNvSpPr>
          <p:nvPr/>
        </p:nvSpPr>
        <p:spPr bwMode="auto">
          <a:xfrm>
            <a:off x="12030892" y="4600576"/>
            <a:ext cx="268288" cy="269875"/>
          </a:xfrm>
          <a:custGeom>
            <a:avLst/>
            <a:gdLst>
              <a:gd name="T0" fmla="*/ 33 w 65"/>
              <a:gd name="T1" fmla="*/ 61 h 65"/>
              <a:gd name="T2" fmla="*/ 13 w 65"/>
              <a:gd name="T3" fmla="*/ 53 h 65"/>
              <a:gd name="T4" fmla="*/ 4 w 65"/>
              <a:gd name="T5" fmla="*/ 33 h 65"/>
              <a:gd name="T6" fmla="*/ 13 w 65"/>
              <a:gd name="T7" fmla="*/ 13 h 65"/>
              <a:gd name="T8" fmla="*/ 33 w 65"/>
              <a:gd name="T9" fmla="*/ 4 h 65"/>
              <a:gd name="T10" fmla="*/ 53 w 65"/>
              <a:gd name="T11" fmla="*/ 13 h 65"/>
              <a:gd name="T12" fmla="*/ 61 w 65"/>
              <a:gd name="T13" fmla="*/ 33 h 65"/>
              <a:gd name="T14" fmla="*/ 53 w 65"/>
              <a:gd name="T15" fmla="*/ 53 h 65"/>
              <a:gd name="T16" fmla="*/ 53 w 65"/>
              <a:gd name="T17" fmla="*/ 53 h 65"/>
              <a:gd name="T18" fmla="*/ 33 w 65"/>
              <a:gd name="T19" fmla="*/ 61 h 65"/>
              <a:gd name="T20" fmla="*/ 33 w 65"/>
              <a:gd name="T21" fmla="*/ 0 h 65"/>
              <a:gd name="T22" fmla="*/ 33 w 65"/>
              <a:gd name="T23" fmla="*/ 0 h 65"/>
              <a:gd name="T24" fmla="*/ 10 w 65"/>
              <a:gd name="T25" fmla="*/ 10 h 65"/>
              <a:gd name="T26" fmla="*/ 0 w 65"/>
              <a:gd name="T27" fmla="*/ 33 h 65"/>
              <a:gd name="T28" fmla="*/ 10 w 65"/>
              <a:gd name="T29" fmla="*/ 55 h 65"/>
              <a:gd name="T30" fmla="*/ 33 w 65"/>
              <a:gd name="T31" fmla="*/ 65 h 65"/>
              <a:gd name="T32" fmla="*/ 33 w 65"/>
              <a:gd name="T33" fmla="*/ 65 h 65"/>
              <a:gd name="T34" fmla="*/ 56 w 65"/>
              <a:gd name="T35" fmla="*/ 55 h 65"/>
              <a:gd name="T36" fmla="*/ 56 w 65"/>
              <a:gd name="T37" fmla="*/ 55 h 65"/>
              <a:gd name="T38" fmla="*/ 65 w 65"/>
              <a:gd name="T39" fmla="*/ 33 h 65"/>
              <a:gd name="T40" fmla="*/ 63 w 65"/>
              <a:gd name="T41" fmla="*/ 21 h 65"/>
              <a:gd name="T42" fmla="*/ 61 w 65"/>
              <a:gd name="T43" fmla="*/ 17 h 65"/>
              <a:gd name="T44" fmla="*/ 56 w 65"/>
              <a:gd name="T45" fmla="*/ 10 h 65"/>
              <a:gd name="T46" fmla="*/ 50 w 65"/>
              <a:gd name="T47" fmla="*/ 5 h 65"/>
              <a:gd name="T48" fmla="*/ 46 w 65"/>
              <a:gd name="T49" fmla="*/ 3 h 65"/>
              <a:gd name="T50" fmla="*/ 33 w 65"/>
              <a:gd name="T51"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5" h="65">
                <a:moveTo>
                  <a:pt x="33" y="61"/>
                </a:moveTo>
                <a:cubicBezTo>
                  <a:pt x="25" y="61"/>
                  <a:pt x="18" y="58"/>
                  <a:pt x="13" y="53"/>
                </a:cubicBezTo>
                <a:cubicBezTo>
                  <a:pt x="7" y="47"/>
                  <a:pt x="4" y="40"/>
                  <a:pt x="4" y="33"/>
                </a:cubicBezTo>
                <a:cubicBezTo>
                  <a:pt x="4" y="25"/>
                  <a:pt x="7" y="18"/>
                  <a:pt x="13" y="13"/>
                </a:cubicBezTo>
                <a:cubicBezTo>
                  <a:pt x="18" y="7"/>
                  <a:pt x="25" y="4"/>
                  <a:pt x="33" y="4"/>
                </a:cubicBezTo>
                <a:cubicBezTo>
                  <a:pt x="40" y="4"/>
                  <a:pt x="47" y="7"/>
                  <a:pt x="53" y="13"/>
                </a:cubicBezTo>
                <a:cubicBezTo>
                  <a:pt x="58" y="18"/>
                  <a:pt x="61" y="25"/>
                  <a:pt x="61" y="33"/>
                </a:cubicBezTo>
                <a:cubicBezTo>
                  <a:pt x="61" y="40"/>
                  <a:pt x="58" y="47"/>
                  <a:pt x="53" y="53"/>
                </a:cubicBezTo>
                <a:cubicBezTo>
                  <a:pt x="53" y="53"/>
                  <a:pt x="53" y="53"/>
                  <a:pt x="53" y="53"/>
                </a:cubicBezTo>
                <a:cubicBezTo>
                  <a:pt x="47" y="58"/>
                  <a:pt x="40" y="61"/>
                  <a:pt x="33" y="61"/>
                </a:cubicBezTo>
                <a:moveTo>
                  <a:pt x="33" y="0"/>
                </a:moveTo>
                <a:cubicBezTo>
                  <a:pt x="33" y="0"/>
                  <a:pt x="33" y="0"/>
                  <a:pt x="33" y="0"/>
                </a:cubicBezTo>
                <a:cubicBezTo>
                  <a:pt x="24" y="0"/>
                  <a:pt x="16" y="3"/>
                  <a:pt x="10" y="10"/>
                </a:cubicBezTo>
                <a:cubicBezTo>
                  <a:pt x="4" y="16"/>
                  <a:pt x="0" y="24"/>
                  <a:pt x="0" y="33"/>
                </a:cubicBezTo>
                <a:cubicBezTo>
                  <a:pt x="0" y="41"/>
                  <a:pt x="4" y="49"/>
                  <a:pt x="10" y="55"/>
                </a:cubicBezTo>
                <a:cubicBezTo>
                  <a:pt x="16" y="62"/>
                  <a:pt x="24" y="65"/>
                  <a:pt x="33" y="65"/>
                </a:cubicBezTo>
                <a:cubicBezTo>
                  <a:pt x="33" y="65"/>
                  <a:pt x="33" y="65"/>
                  <a:pt x="33" y="65"/>
                </a:cubicBezTo>
                <a:cubicBezTo>
                  <a:pt x="41" y="65"/>
                  <a:pt x="49" y="62"/>
                  <a:pt x="56" y="55"/>
                </a:cubicBezTo>
                <a:cubicBezTo>
                  <a:pt x="56" y="55"/>
                  <a:pt x="56" y="55"/>
                  <a:pt x="56" y="55"/>
                </a:cubicBezTo>
                <a:cubicBezTo>
                  <a:pt x="62" y="49"/>
                  <a:pt x="65" y="41"/>
                  <a:pt x="65" y="33"/>
                </a:cubicBezTo>
                <a:cubicBezTo>
                  <a:pt x="65" y="29"/>
                  <a:pt x="64" y="25"/>
                  <a:pt x="63" y="21"/>
                </a:cubicBezTo>
                <a:cubicBezTo>
                  <a:pt x="62" y="20"/>
                  <a:pt x="62" y="18"/>
                  <a:pt x="61" y="17"/>
                </a:cubicBezTo>
                <a:cubicBezTo>
                  <a:pt x="60" y="14"/>
                  <a:pt x="58" y="12"/>
                  <a:pt x="56" y="10"/>
                </a:cubicBezTo>
                <a:cubicBezTo>
                  <a:pt x="54" y="8"/>
                  <a:pt x="52" y="7"/>
                  <a:pt x="50" y="5"/>
                </a:cubicBezTo>
                <a:cubicBezTo>
                  <a:pt x="49" y="5"/>
                  <a:pt x="48" y="4"/>
                  <a:pt x="46" y="3"/>
                </a:cubicBezTo>
                <a:cubicBezTo>
                  <a:pt x="42" y="1"/>
                  <a:pt x="37" y="0"/>
                  <a:pt x="3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98" name="Freeform 955"/>
          <p:cNvSpPr>
            <a:spLocks/>
          </p:cNvSpPr>
          <p:nvPr/>
        </p:nvSpPr>
        <p:spPr bwMode="auto">
          <a:xfrm>
            <a:off x="12080105" y="4659313"/>
            <a:ext cx="169863" cy="152400"/>
          </a:xfrm>
          <a:custGeom>
            <a:avLst/>
            <a:gdLst>
              <a:gd name="T0" fmla="*/ 21 w 41"/>
              <a:gd name="T1" fmla="*/ 0 h 37"/>
              <a:gd name="T2" fmla="*/ 8 w 41"/>
              <a:gd name="T3" fmla="*/ 5 h 37"/>
              <a:gd name="T4" fmla="*/ 8 w 41"/>
              <a:gd name="T5" fmla="*/ 32 h 37"/>
              <a:gd name="T6" fmla="*/ 21 w 41"/>
              <a:gd name="T7" fmla="*/ 37 h 37"/>
              <a:gd name="T8" fmla="*/ 34 w 41"/>
              <a:gd name="T9" fmla="*/ 32 h 37"/>
              <a:gd name="T10" fmla="*/ 34 w 41"/>
              <a:gd name="T11" fmla="*/ 5 h 37"/>
              <a:gd name="T12" fmla="*/ 21 w 41"/>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41" h="37">
                <a:moveTo>
                  <a:pt x="21" y="0"/>
                </a:moveTo>
                <a:cubicBezTo>
                  <a:pt x="16" y="0"/>
                  <a:pt x="11" y="2"/>
                  <a:pt x="8" y="5"/>
                </a:cubicBezTo>
                <a:cubicBezTo>
                  <a:pt x="0" y="13"/>
                  <a:pt x="0" y="25"/>
                  <a:pt x="8" y="32"/>
                </a:cubicBezTo>
                <a:cubicBezTo>
                  <a:pt x="11" y="35"/>
                  <a:pt x="16" y="37"/>
                  <a:pt x="21" y="37"/>
                </a:cubicBezTo>
                <a:cubicBezTo>
                  <a:pt x="25" y="37"/>
                  <a:pt x="30" y="35"/>
                  <a:pt x="34" y="32"/>
                </a:cubicBezTo>
                <a:cubicBezTo>
                  <a:pt x="41" y="25"/>
                  <a:pt x="41" y="13"/>
                  <a:pt x="34" y="5"/>
                </a:cubicBezTo>
                <a:cubicBezTo>
                  <a:pt x="30" y="2"/>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999" name="Freeform 956"/>
          <p:cNvSpPr>
            <a:spLocks noEditPoints="1"/>
          </p:cNvSpPr>
          <p:nvPr/>
        </p:nvSpPr>
        <p:spPr bwMode="auto">
          <a:xfrm>
            <a:off x="12183293" y="1665288"/>
            <a:ext cx="236538" cy="236538"/>
          </a:xfrm>
          <a:custGeom>
            <a:avLst/>
            <a:gdLst>
              <a:gd name="T0" fmla="*/ 29 w 57"/>
              <a:gd name="T1" fmla="*/ 47 h 57"/>
              <a:gd name="T2" fmla="*/ 15 w 57"/>
              <a:gd name="T3" fmla="*/ 42 h 57"/>
              <a:gd name="T4" fmla="*/ 15 w 57"/>
              <a:gd name="T5" fmla="*/ 15 h 57"/>
              <a:gd name="T6" fmla="*/ 29 w 57"/>
              <a:gd name="T7" fmla="*/ 10 h 57"/>
              <a:gd name="T8" fmla="*/ 42 w 57"/>
              <a:gd name="T9" fmla="*/ 15 h 57"/>
              <a:gd name="T10" fmla="*/ 42 w 57"/>
              <a:gd name="T11" fmla="*/ 42 h 57"/>
              <a:gd name="T12" fmla="*/ 29 w 57"/>
              <a:gd name="T13" fmla="*/ 47 h 57"/>
              <a:gd name="T14" fmla="*/ 28 w 57"/>
              <a:gd name="T15" fmla="*/ 0 h 57"/>
              <a:gd name="T16" fmla="*/ 8 w 57"/>
              <a:gd name="T17" fmla="*/ 8 h 57"/>
              <a:gd name="T18" fmla="*/ 8 w 57"/>
              <a:gd name="T19" fmla="*/ 8 h 57"/>
              <a:gd name="T20" fmla="*/ 0 w 57"/>
              <a:gd name="T21" fmla="*/ 28 h 57"/>
              <a:gd name="T22" fmla="*/ 8 w 57"/>
              <a:gd name="T23" fmla="*/ 49 h 57"/>
              <a:gd name="T24" fmla="*/ 29 w 57"/>
              <a:gd name="T25" fmla="*/ 57 h 57"/>
              <a:gd name="T26" fmla="*/ 49 w 57"/>
              <a:gd name="T27" fmla="*/ 49 h 57"/>
              <a:gd name="T28" fmla="*/ 57 w 57"/>
              <a:gd name="T29" fmla="*/ 29 h 57"/>
              <a:gd name="T30" fmla="*/ 49 w 57"/>
              <a:gd name="T31" fmla="*/ 8 h 57"/>
              <a:gd name="T32" fmla="*/ 28 w 57"/>
              <a:gd name="T3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 h="57">
                <a:moveTo>
                  <a:pt x="29" y="47"/>
                </a:moveTo>
                <a:cubicBezTo>
                  <a:pt x="24" y="47"/>
                  <a:pt x="19" y="45"/>
                  <a:pt x="15" y="42"/>
                </a:cubicBezTo>
                <a:cubicBezTo>
                  <a:pt x="8" y="34"/>
                  <a:pt x="8" y="23"/>
                  <a:pt x="15" y="15"/>
                </a:cubicBezTo>
                <a:cubicBezTo>
                  <a:pt x="19" y="12"/>
                  <a:pt x="24" y="10"/>
                  <a:pt x="29" y="10"/>
                </a:cubicBezTo>
                <a:cubicBezTo>
                  <a:pt x="33" y="10"/>
                  <a:pt x="38" y="12"/>
                  <a:pt x="42" y="15"/>
                </a:cubicBezTo>
                <a:cubicBezTo>
                  <a:pt x="49" y="23"/>
                  <a:pt x="49" y="34"/>
                  <a:pt x="42" y="42"/>
                </a:cubicBezTo>
                <a:cubicBezTo>
                  <a:pt x="38" y="45"/>
                  <a:pt x="33" y="47"/>
                  <a:pt x="29" y="47"/>
                </a:cubicBezTo>
                <a:moveTo>
                  <a:pt x="28" y="0"/>
                </a:moveTo>
                <a:cubicBezTo>
                  <a:pt x="21" y="0"/>
                  <a:pt x="14" y="3"/>
                  <a:pt x="8" y="8"/>
                </a:cubicBezTo>
                <a:cubicBezTo>
                  <a:pt x="8" y="8"/>
                  <a:pt x="8" y="8"/>
                  <a:pt x="8" y="8"/>
                </a:cubicBezTo>
                <a:cubicBezTo>
                  <a:pt x="3" y="14"/>
                  <a:pt x="0" y="21"/>
                  <a:pt x="0" y="28"/>
                </a:cubicBezTo>
                <a:cubicBezTo>
                  <a:pt x="0" y="36"/>
                  <a:pt x="3" y="43"/>
                  <a:pt x="8" y="49"/>
                </a:cubicBezTo>
                <a:cubicBezTo>
                  <a:pt x="14" y="54"/>
                  <a:pt x="21" y="57"/>
                  <a:pt x="29" y="57"/>
                </a:cubicBezTo>
                <a:cubicBezTo>
                  <a:pt x="36" y="57"/>
                  <a:pt x="43" y="54"/>
                  <a:pt x="49" y="49"/>
                </a:cubicBezTo>
                <a:cubicBezTo>
                  <a:pt x="54" y="43"/>
                  <a:pt x="57" y="36"/>
                  <a:pt x="57" y="29"/>
                </a:cubicBezTo>
                <a:cubicBezTo>
                  <a:pt x="57" y="21"/>
                  <a:pt x="54" y="14"/>
                  <a:pt x="49" y="8"/>
                </a:cubicBezTo>
                <a:cubicBezTo>
                  <a:pt x="43" y="3"/>
                  <a:pt x="36"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00" name="Freeform 957"/>
          <p:cNvSpPr>
            <a:spLocks noEditPoints="1"/>
          </p:cNvSpPr>
          <p:nvPr/>
        </p:nvSpPr>
        <p:spPr bwMode="auto">
          <a:xfrm>
            <a:off x="12167417" y="1649414"/>
            <a:ext cx="268288" cy="269875"/>
          </a:xfrm>
          <a:custGeom>
            <a:avLst/>
            <a:gdLst>
              <a:gd name="T0" fmla="*/ 12 w 65"/>
              <a:gd name="T1" fmla="*/ 12 h 65"/>
              <a:gd name="T2" fmla="*/ 32 w 65"/>
              <a:gd name="T3" fmla="*/ 4 h 65"/>
              <a:gd name="T4" fmla="*/ 53 w 65"/>
              <a:gd name="T5" fmla="*/ 12 h 65"/>
              <a:gd name="T6" fmla="*/ 61 w 65"/>
              <a:gd name="T7" fmla="*/ 33 h 65"/>
              <a:gd name="T8" fmla="*/ 53 w 65"/>
              <a:gd name="T9" fmla="*/ 53 h 65"/>
              <a:gd name="T10" fmla="*/ 33 w 65"/>
              <a:gd name="T11" fmla="*/ 61 h 65"/>
              <a:gd name="T12" fmla="*/ 12 w 65"/>
              <a:gd name="T13" fmla="*/ 53 h 65"/>
              <a:gd name="T14" fmla="*/ 4 w 65"/>
              <a:gd name="T15" fmla="*/ 32 h 65"/>
              <a:gd name="T16" fmla="*/ 12 w 65"/>
              <a:gd name="T17" fmla="*/ 12 h 65"/>
              <a:gd name="T18" fmla="*/ 12 w 65"/>
              <a:gd name="T19" fmla="*/ 12 h 65"/>
              <a:gd name="T20" fmla="*/ 33 w 65"/>
              <a:gd name="T21" fmla="*/ 0 h 65"/>
              <a:gd name="T22" fmla="*/ 32 w 65"/>
              <a:gd name="T23" fmla="*/ 0 h 65"/>
              <a:gd name="T24" fmla="*/ 31 w 65"/>
              <a:gd name="T25" fmla="*/ 0 h 65"/>
              <a:gd name="T26" fmla="*/ 24 w 65"/>
              <a:gd name="T27" fmla="*/ 1 h 65"/>
              <a:gd name="T28" fmla="*/ 20 w 65"/>
              <a:gd name="T29" fmla="*/ 3 h 65"/>
              <a:gd name="T30" fmla="*/ 10 w 65"/>
              <a:gd name="T31" fmla="*/ 10 h 65"/>
              <a:gd name="T32" fmla="*/ 10 w 65"/>
              <a:gd name="T33" fmla="*/ 10 h 65"/>
              <a:gd name="T34" fmla="*/ 0 w 65"/>
              <a:gd name="T35" fmla="*/ 32 h 65"/>
              <a:gd name="T36" fmla="*/ 10 w 65"/>
              <a:gd name="T37" fmla="*/ 55 h 65"/>
              <a:gd name="T38" fmla="*/ 32 w 65"/>
              <a:gd name="T39" fmla="*/ 65 h 65"/>
              <a:gd name="T40" fmla="*/ 33 w 65"/>
              <a:gd name="T41" fmla="*/ 65 h 65"/>
              <a:gd name="T42" fmla="*/ 55 w 65"/>
              <a:gd name="T43" fmla="*/ 55 h 65"/>
              <a:gd name="T44" fmla="*/ 65 w 65"/>
              <a:gd name="T45" fmla="*/ 33 h 65"/>
              <a:gd name="T46" fmla="*/ 55 w 65"/>
              <a:gd name="T47" fmla="*/ 10 h 65"/>
              <a:gd name="T48" fmla="*/ 35 w 65"/>
              <a:gd name="T49" fmla="*/ 0 h 65"/>
              <a:gd name="T50" fmla="*/ 33 w 65"/>
              <a:gd name="T51"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5" h="65">
                <a:moveTo>
                  <a:pt x="12" y="12"/>
                </a:moveTo>
                <a:cubicBezTo>
                  <a:pt x="18" y="7"/>
                  <a:pt x="25" y="4"/>
                  <a:pt x="32" y="4"/>
                </a:cubicBezTo>
                <a:cubicBezTo>
                  <a:pt x="40" y="4"/>
                  <a:pt x="47" y="7"/>
                  <a:pt x="53" y="12"/>
                </a:cubicBezTo>
                <a:cubicBezTo>
                  <a:pt x="58" y="18"/>
                  <a:pt x="61" y="25"/>
                  <a:pt x="61" y="33"/>
                </a:cubicBezTo>
                <a:cubicBezTo>
                  <a:pt x="61" y="40"/>
                  <a:pt x="58" y="47"/>
                  <a:pt x="53" y="53"/>
                </a:cubicBezTo>
                <a:cubicBezTo>
                  <a:pt x="47" y="58"/>
                  <a:pt x="40" y="61"/>
                  <a:pt x="33" y="61"/>
                </a:cubicBezTo>
                <a:cubicBezTo>
                  <a:pt x="25" y="61"/>
                  <a:pt x="18" y="58"/>
                  <a:pt x="12" y="53"/>
                </a:cubicBezTo>
                <a:cubicBezTo>
                  <a:pt x="7" y="47"/>
                  <a:pt x="4" y="40"/>
                  <a:pt x="4" y="32"/>
                </a:cubicBezTo>
                <a:cubicBezTo>
                  <a:pt x="4" y="25"/>
                  <a:pt x="7" y="18"/>
                  <a:pt x="12" y="12"/>
                </a:cubicBezTo>
                <a:cubicBezTo>
                  <a:pt x="12" y="12"/>
                  <a:pt x="12" y="12"/>
                  <a:pt x="12" y="12"/>
                </a:cubicBezTo>
                <a:moveTo>
                  <a:pt x="33" y="0"/>
                </a:moveTo>
                <a:cubicBezTo>
                  <a:pt x="33" y="0"/>
                  <a:pt x="33" y="0"/>
                  <a:pt x="32" y="0"/>
                </a:cubicBezTo>
                <a:cubicBezTo>
                  <a:pt x="32" y="0"/>
                  <a:pt x="32" y="0"/>
                  <a:pt x="31" y="0"/>
                </a:cubicBezTo>
                <a:cubicBezTo>
                  <a:pt x="29" y="0"/>
                  <a:pt x="26" y="1"/>
                  <a:pt x="24" y="1"/>
                </a:cubicBezTo>
                <a:cubicBezTo>
                  <a:pt x="22" y="2"/>
                  <a:pt x="21" y="2"/>
                  <a:pt x="20" y="3"/>
                </a:cubicBezTo>
                <a:cubicBezTo>
                  <a:pt x="16" y="4"/>
                  <a:pt x="13" y="7"/>
                  <a:pt x="10" y="10"/>
                </a:cubicBezTo>
                <a:cubicBezTo>
                  <a:pt x="10" y="10"/>
                  <a:pt x="10" y="10"/>
                  <a:pt x="10" y="10"/>
                </a:cubicBezTo>
                <a:cubicBezTo>
                  <a:pt x="3" y="16"/>
                  <a:pt x="0" y="24"/>
                  <a:pt x="0" y="32"/>
                </a:cubicBezTo>
                <a:cubicBezTo>
                  <a:pt x="0" y="41"/>
                  <a:pt x="3" y="49"/>
                  <a:pt x="10" y="55"/>
                </a:cubicBezTo>
                <a:cubicBezTo>
                  <a:pt x="16" y="62"/>
                  <a:pt x="24" y="65"/>
                  <a:pt x="32" y="65"/>
                </a:cubicBezTo>
                <a:cubicBezTo>
                  <a:pt x="32" y="65"/>
                  <a:pt x="33" y="65"/>
                  <a:pt x="33" y="65"/>
                </a:cubicBezTo>
                <a:cubicBezTo>
                  <a:pt x="41" y="65"/>
                  <a:pt x="49" y="62"/>
                  <a:pt x="55" y="55"/>
                </a:cubicBezTo>
                <a:cubicBezTo>
                  <a:pt x="62" y="49"/>
                  <a:pt x="65" y="41"/>
                  <a:pt x="65" y="33"/>
                </a:cubicBezTo>
                <a:cubicBezTo>
                  <a:pt x="65" y="24"/>
                  <a:pt x="62" y="16"/>
                  <a:pt x="55" y="10"/>
                </a:cubicBezTo>
                <a:cubicBezTo>
                  <a:pt x="50" y="4"/>
                  <a:pt x="43" y="1"/>
                  <a:pt x="35" y="0"/>
                </a:cubicBezTo>
                <a:cubicBezTo>
                  <a:pt x="34" y="0"/>
                  <a:pt x="33" y="0"/>
                  <a:pt x="3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01" name="Freeform 958"/>
          <p:cNvSpPr>
            <a:spLocks/>
          </p:cNvSpPr>
          <p:nvPr/>
        </p:nvSpPr>
        <p:spPr bwMode="auto">
          <a:xfrm>
            <a:off x="12216629" y="1706563"/>
            <a:ext cx="169863" cy="153988"/>
          </a:xfrm>
          <a:custGeom>
            <a:avLst/>
            <a:gdLst>
              <a:gd name="T0" fmla="*/ 21 w 41"/>
              <a:gd name="T1" fmla="*/ 0 h 37"/>
              <a:gd name="T2" fmla="*/ 7 w 41"/>
              <a:gd name="T3" fmla="*/ 5 h 37"/>
              <a:gd name="T4" fmla="*/ 7 w 41"/>
              <a:gd name="T5" fmla="*/ 32 h 37"/>
              <a:gd name="T6" fmla="*/ 21 w 41"/>
              <a:gd name="T7" fmla="*/ 37 h 37"/>
              <a:gd name="T8" fmla="*/ 34 w 41"/>
              <a:gd name="T9" fmla="*/ 32 h 37"/>
              <a:gd name="T10" fmla="*/ 34 w 41"/>
              <a:gd name="T11" fmla="*/ 5 h 37"/>
              <a:gd name="T12" fmla="*/ 21 w 41"/>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41" h="37">
                <a:moveTo>
                  <a:pt x="21" y="0"/>
                </a:moveTo>
                <a:cubicBezTo>
                  <a:pt x="16" y="0"/>
                  <a:pt x="11" y="2"/>
                  <a:pt x="7" y="5"/>
                </a:cubicBezTo>
                <a:cubicBezTo>
                  <a:pt x="0" y="13"/>
                  <a:pt x="0" y="24"/>
                  <a:pt x="7" y="32"/>
                </a:cubicBezTo>
                <a:cubicBezTo>
                  <a:pt x="11" y="35"/>
                  <a:pt x="16" y="37"/>
                  <a:pt x="21" y="37"/>
                </a:cubicBezTo>
                <a:cubicBezTo>
                  <a:pt x="25" y="37"/>
                  <a:pt x="30" y="35"/>
                  <a:pt x="34" y="32"/>
                </a:cubicBezTo>
                <a:cubicBezTo>
                  <a:pt x="41" y="24"/>
                  <a:pt x="41" y="13"/>
                  <a:pt x="34" y="5"/>
                </a:cubicBezTo>
                <a:cubicBezTo>
                  <a:pt x="30" y="2"/>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02" name="Freeform 959"/>
          <p:cNvSpPr>
            <a:spLocks noEditPoints="1"/>
          </p:cNvSpPr>
          <p:nvPr/>
        </p:nvSpPr>
        <p:spPr bwMode="auto">
          <a:xfrm>
            <a:off x="14691542" y="93663"/>
            <a:ext cx="236538" cy="236538"/>
          </a:xfrm>
          <a:custGeom>
            <a:avLst/>
            <a:gdLst>
              <a:gd name="T0" fmla="*/ 29 w 57"/>
              <a:gd name="T1" fmla="*/ 47 h 57"/>
              <a:gd name="T2" fmla="*/ 16 w 57"/>
              <a:gd name="T3" fmla="*/ 42 h 57"/>
              <a:gd name="T4" fmla="*/ 16 w 57"/>
              <a:gd name="T5" fmla="*/ 15 h 57"/>
              <a:gd name="T6" fmla="*/ 29 w 57"/>
              <a:gd name="T7" fmla="*/ 10 h 57"/>
              <a:gd name="T8" fmla="*/ 42 w 57"/>
              <a:gd name="T9" fmla="*/ 15 h 57"/>
              <a:gd name="T10" fmla="*/ 42 w 57"/>
              <a:gd name="T11" fmla="*/ 42 h 57"/>
              <a:gd name="T12" fmla="*/ 29 w 57"/>
              <a:gd name="T13" fmla="*/ 47 h 57"/>
              <a:gd name="T14" fmla="*/ 29 w 57"/>
              <a:gd name="T15" fmla="*/ 0 h 57"/>
              <a:gd name="T16" fmla="*/ 9 w 57"/>
              <a:gd name="T17" fmla="*/ 8 h 57"/>
              <a:gd name="T18" fmla="*/ 9 w 57"/>
              <a:gd name="T19" fmla="*/ 8 h 57"/>
              <a:gd name="T20" fmla="*/ 0 w 57"/>
              <a:gd name="T21" fmla="*/ 28 h 57"/>
              <a:gd name="T22" fmla="*/ 9 w 57"/>
              <a:gd name="T23" fmla="*/ 49 h 57"/>
              <a:gd name="T24" fmla="*/ 29 w 57"/>
              <a:gd name="T25" fmla="*/ 57 h 57"/>
              <a:gd name="T26" fmla="*/ 49 w 57"/>
              <a:gd name="T27" fmla="*/ 49 h 57"/>
              <a:gd name="T28" fmla="*/ 57 w 57"/>
              <a:gd name="T29" fmla="*/ 28 h 57"/>
              <a:gd name="T30" fmla="*/ 49 w 57"/>
              <a:gd name="T31" fmla="*/ 8 h 57"/>
              <a:gd name="T32" fmla="*/ 29 w 57"/>
              <a:gd name="T33"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 h="57">
                <a:moveTo>
                  <a:pt x="29" y="47"/>
                </a:moveTo>
                <a:cubicBezTo>
                  <a:pt x="24" y="47"/>
                  <a:pt x="19" y="45"/>
                  <a:pt x="16" y="42"/>
                </a:cubicBezTo>
                <a:cubicBezTo>
                  <a:pt x="8" y="34"/>
                  <a:pt x="8" y="23"/>
                  <a:pt x="16" y="15"/>
                </a:cubicBezTo>
                <a:cubicBezTo>
                  <a:pt x="19" y="12"/>
                  <a:pt x="24" y="10"/>
                  <a:pt x="29" y="10"/>
                </a:cubicBezTo>
                <a:cubicBezTo>
                  <a:pt x="34" y="10"/>
                  <a:pt x="38" y="12"/>
                  <a:pt x="42" y="15"/>
                </a:cubicBezTo>
                <a:cubicBezTo>
                  <a:pt x="49" y="23"/>
                  <a:pt x="49" y="34"/>
                  <a:pt x="42" y="42"/>
                </a:cubicBezTo>
                <a:cubicBezTo>
                  <a:pt x="38" y="45"/>
                  <a:pt x="34" y="47"/>
                  <a:pt x="29" y="47"/>
                </a:cubicBezTo>
                <a:moveTo>
                  <a:pt x="29" y="0"/>
                </a:moveTo>
                <a:cubicBezTo>
                  <a:pt x="22" y="0"/>
                  <a:pt x="14" y="3"/>
                  <a:pt x="9" y="8"/>
                </a:cubicBezTo>
                <a:cubicBezTo>
                  <a:pt x="9" y="8"/>
                  <a:pt x="9" y="8"/>
                  <a:pt x="9" y="8"/>
                </a:cubicBezTo>
                <a:cubicBezTo>
                  <a:pt x="3" y="14"/>
                  <a:pt x="0" y="21"/>
                  <a:pt x="0" y="28"/>
                </a:cubicBezTo>
                <a:cubicBezTo>
                  <a:pt x="0" y="36"/>
                  <a:pt x="3" y="43"/>
                  <a:pt x="9" y="49"/>
                </a:cubicBezTo>
                <a:cubicBezTo>
                  <a:pt x="14" y="54"/>
                  <a:pt x="22" y="57"/>
                  <a:pt x="29" y="57"/>
                </a:cubicBezTo>
                <a:cubicBezTo>
                  <a:pt x="36" y="57"/>
                  <a:pt x="43" y="54"/>
                  <a:pt x="49" y="49"/>
                </a:cubicBezTo>
                <a:cubicBezTo>
                  <a:pt x="54" y="43"/>
                  <a:pt x="57" y="36"/>
                  <a:pt x="57" y="28"/>
                </a:cubicBezTo>
                <a:cubicBezTo>
                  <a:pt x="57" y="21"/>
                  <a:pt x="54" y="14"/>
                  <a:pt x="49" y="8"/>
                </a:cubicBezTo>
                <a:cubicBezTo>
                  <a:pt x="43" y="3"/>
                  <a:pt x="36" y="0"/>
                  <a:pt x="29"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03" name="Freeform 960"/>
          <p:cNvSpPr>
            <a:spLocks noEditPoints="1"/>
          </p:cNvSpPr>
          <p:nvPr/>
        </p:nvSpPr>
        <p:spPr bwMode="auto">
          <a:xfrm>
            <a:off x="14674079" y="77788"/>
            <a:ext cx="269875" cy="269875"/>
          </a:xfrm>
          <a:custGeom>
            <a:avLst/>
            <a:gdLst>
              <a:gd name="T0" fmla="*/ 13 w 65"/>
              <a:gd name="T1" fmla="*/ 12 h 65"/>
              <a:gd name="T2" fmla="*/ 33 w 65"/>
              <a:gd name="T3" fmla="*/ 4 h 65"/>
              <a:gd name="T4" fmla="*/ 53 w 65"/>
              <a:gd name="T5" fmla="*/ 12 h 65"/>
              <a:gd name="T6" fmla="*/ 61 w 65"/>
              <a:gd name="T7" fmla="*/ 32 h 65"/>
              <a:gd name="T8" fmla="*/ 53 w 65"/>
              <a:gd name="T9" fmla="*/ 53 h 65"/>
              <a:gd name="T10" fmla="*/ 33 w 65"/>
              <a:gd name="T11" fmla="*/ 61 h 65"/>
              <a:gd name="T12" fmla="*/ 13 w 65"/>
              <a:gd name="T13" fmla="*/ 53 h 65"/>
              <a:gd name="T14" fmla="*/ 4 w 65"/>
              <a:gd name="T15" fmla="*/ 32 h 65"/>
              <a:gd name="T16" fmla="*/ 13 w 65"/>
              <a:gd name="T17" fmla="*/ 12 h 65"/>
              <a:gd name="T18" fmla="*/ 13 w 65"/>
              <a:gd name="T19" fmla="*/ 12 h 65"/>
              <a:gd name="T20" fmla="*/ 33 w 65"/>
              <a:gd name="T21" fmla="*/ 0 h 65"/>
              <a:gd name="T22" fmla="*/ 33 w 65"/>
              <a:gd name="T23" fmla="*/ 0 h 65"/>
              <a:gd name="T24" fmla="*/ 10 w 65"/>
              <a:gd name="T25" fmla="*/ 10 h 65"/>
              <a:gd name="T26" fmla="*/ 10 w 65"/>
              <a:gd name="T27" fmla="*/ 10 h 65"/>
              <a:gd name="T28" fmla="*/ 2 w 65"/>
              <a:gd name="T29" fmla="*/ 24 h 65"/>
              <a:gd name="T30" fmla="*/ 1 w 65"/>
              <a:gd name="T31" fmla="*/ 28 h 65"/>
              <a:gd name="T32" fmla="*/ 0 w 65"/>
              <a:gd name="T33" fmla="*/ 32 h 65"/>
              <a:gd name="T34" fmla="*/ 10 w 65"/>
              <a:gd name="T35" fmla="*/ 55 h 65"/>
              <a:gd name="T36" fmla="*/ 33 w 65"/>
              <a:gd name="T37" fmla="*/ 65 h 65"/>
              <a:gd name="T38" fmla="*/ 33 w 65"/>
              <a:gd name="T39" fmla="*/ 65 h 65"/>
              <a:gd name="T40" fmla="*/ 56 w 65"/>
              <a:gd name="T41" fmla="*/ 55 h 65"/>
              <a:gd name="T42" fmla="*/ 65 w 65"/>
              <a:gd name="T43" fmla="*/ 32 h 65"/>
              <a:gd name="T44" fmla="*/ 56 w 65"/>
              <a:gd name="T45" fmla="*/ 10 h 65"/>
              <a:gd name="T46" fmla="*/ 33 w 65"/>
              <a:gd name="T47"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65">
                <a:moveTo>
                  <a:pt x="13" y="12"/>
                </a:moveTo>
                <a:cubicBezTo>
                  <a:pt x="18" y="7"/>
                  <a:pt x="26" y="4"/>
                  <a:pt x="33" y="4"/>
                </a:cubicBezTo>
                <a:cubicBezTo>
                  <a:pt x="40" y="4"/>
                  <a:pt x="47" y="7"/>
                  <a:pt x="53" y="12"/>
                </a:cubicBezTo>
                <a:cubicBezTo>
                  <a:pt x="58" y="18"/>
                  <a:pt x="61" y="25"/>
                  <a:pt x="61" y="32"/>
                </a:cubicBezTo>
                <a:cubicBezTo>
                  <a:pt x="61" y="40"/>
                  <a:pt x="58" y="47"/>
                  <a:pt x="53" y="53"/>
                </a:cubicBezTo>
                <a:cubicBezTo>
                  <a:pt x="47" y="58"/>
                  <a:pt x="40" y="61"/>
                  <a:pt x="33" y="61"/>
                </a:cubicBezTo>
                <a:cubicBezTo>
                  <a:pt x="26" y="61"/>
                  <a:pt x="18" y="58"/>
                  <a:pt x="13" y="53"/>
                </a:cubicBezTo>
                <a:cubicBezTo>
                  <a:pt x="7" y="47"/>
                  <a:pt x="4" y="40"/>
                  <a:pt x="4" y="32"/>
                </a:cubicBezTo>
                <a:cubicBezTo>
                  <a:pt x="4" y="25"/>
                  <a:pt x="7" y="18"/>
                  <a:pt x="13" y="12"/>
                </a:cubicBezTo>
                <a:cubicBezTo>
                  <a:pt x="13" y="12"/>
                  <a:pt x="13" y="12"/>
                  <a:pt x="13" y="12"/>
                </a:cubicBezTo>
                <a:moveTo>
                  <a:pt x="33" y="0"/>
                </a:moveTo>
                <a:cubicBezTo>
                  <a:pt x="33" y="0"/>
                  <a:pt x="33" y="0"/>
                  <a:pt x="33" y="0"/>
                </a:cubicBezTo>
                <a:cubicBezTo>
                  <a:pt x="25" y="0"/>
                  <a:pt x="16" y="3"/>
                  <a:pt x="10" y="10"/>
                </a:cubicBezTo>
                <a:cubicBezTo>
                  <a:pt x="10" y="10"/>
                  <a:pt x="10" y="10"/>
                  <a:pt x="10" y="10"/>
                </a:cubicBezTo>
                <a:cubicBezTo>
                  <a:pt x="6" y="14"/>
                  <a:pt x="3" y="19"/>
                  <a:pt x="2" y="24"/>
                </a:cubicBezTo>
                <a:cubicBezTo>
                  <a:pt x="1" y="25"/>
                  <a:pt x="1" y="27"/>
                  <a:pt x="1" y="28"/>
                </a:cubicBezTo>
                <a:cubicBezTo>
                  <a:pt x="1" y="29"/>
                  <a:pt x="0" y="31"/>
                  <a:pt x="0" y="32"/>
                </a:cubicBezTo>
                <a:cubicBezTo>
                  <a:pt x="0" y="41"/>
                  <a:pt x="4" y="49"/>
                  <a:pt x="10" y="55"/>
                </a:cubicBezTo>
                <a:cubicBezTo>
                  <a:pt x="16" y="62"/>
                  <a:pt x="25" y="65"/>
                  <a:pt x="33" y="65"/>
                </a:cubicBezTo>
                <a:cubicBezTo>
                  <a:pt x="33" y="65"/>
                  <a:pt x="33" y="65"/>
                  <a:pt x="33" y="65"/>
                </a:cubicBezTo>
                <a:cubicBezTo>
                  <a:pt x="41" y="65"/>
                  <a:pt x="49" y="62"/>
                  <a:pt x="56" y="55"/>
                </a:cubicBezTo>
                <a:cubicBezTo>
                  <a:pt x="62" y="49"/>
                  <a:pt x="65" y="41"/>
                  <a:pt x="65" y="32"/>
                </a:cubicBezTo>
                <a:cubicBezTo>
                  <a:pt x="65" y="24"/>
                  <a:pt x="62" y="16"/>
                  <a:pt x="56" y="10"/>
                </a:cubicBezTo>
                <a:cubicBezTo>
                  <a:pt x="49" y="3"/>
                  <a:pt x="41" y="0"/>
                  <a:pt x="3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04" name="Freeform 961"/>
          <p:cNvSpPr>
            <a:spLocks/>
          </p:cNvSpPr>
          <p:nvPr/>
        </p:nvSpPr>
        <p:spPr bwMode="auto">
          <a:xfrm>
            <a:off x="14724879" y="136525"/>
            <a:ext cx="169863" cy="152400"/>
          </a:xfrm>
          <a:custGeom>
            <a:avLst/>
            <a:gdLst>
              <a:gd name="T0" fmla="*/ 21 w 41"/>
              <a:gd name="T1" fmla="*/ 0 h 37"/>
              <a:gd name="T2" fmla="*/ 8 w 41"/>
              <a:gd name="T3" fmla="*/ 5 h 37"/>
              <a:gd name="T4" fmla="*/ 8 w 41"/>
              <a:gd name="T5" fmla="*/ 32 h 37"/>
              <a:gd name="T6" fmla="*/ 21 w 41"/>
              <a:gd name="T7" fmla="*/ 37 h 37"/>
              <a:gd name="T8" fmla="*/ 34 w 41"/>
              <a:gd name="T9" fmla="*/ 32 h 37"/>
              <a:gd name="T10" fmla="*/ 34 w 41"/>
              <a:gd name="T11" fmla="*/ 5 h 37"/>
              <a:gd name="T12" fmla="*/ 21 w 41"/>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41" h="37">
                <a:moveTo>
                  <a:pt x="21" y="0"/>
                </a:moveTo>
                <a:cubicBezTo>
                  <a:pt x="16" y="0"/>
                  <a:pt x="11" y="2"/>
                  <a:pt x="8" y="5"/>
                </a:cubicBezTo>
                <a:cubicBezTo>
                  <a:pt x="0" y="13"/>
                  <a:pt x="0" y="24"/>
                  <a:pt x="8" y="32"/>
                </a:cubicBezTo>
                <a:cubicBezTo>
                  <a:pt x="11" y="35"/>
                  <a:pt x="16" y="37"/>
                  <a:pt x="21" y="37"/>
                </a:cubicBezTo>
                <a:cubicBezTo>
                  <a:pt x="26" y="37"/>
                  <a:pt x="30" y="35"/>
                  <a:pt x="34" y="32"/>
                </a:cubicBezTo>
                <a:cubicBezTo>
                  <a:pt x="41" y="24"/>
                  <a:pt x="41" y="13"/>
                  <a:pt x="34" y="5"/>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05" name="Freeform 962"/>
          <p:cNvSpPr>
            <a:spLocks noEditPoints="1"/>
          </p:cNvSpPr>
          <p:nvPr/>
        </p:nvSpPr>
        <p:spPr bwMode="auto">
          <a:xfrm>
            <a:off x="11105380" y="3005138"/>
            <a:ext cx="236538" cy="231775"/>
          </a:xfrm>
          <a:custGeom>
            <a:avLst/>
            <a:gdLst>
              <a:gd name="T0" fmla="*/ 28 w 57"/>
              <a:gd name="T1" fmla="*/ 47 h 56"/>
              <a:gd name="T2" fmla="*/ 15 w 57"/>
              <a:gd name="T3" fmla="*/ 41 h 56"/>
              <a:gd name="T4" fmla="*/ 15 w 57"/>
              <a:gd name="T5" fmla="*/ 15 h 56"/>
              <a:gd name="T6" fmla="*/ 28 w 57"/>
              <a:gd name="T7" fmla="*/ 9 h 56"/>
              <a:gd name="T8" fmla="*/ 41 w 57"/>
              <a:gd name="T9" fmla="*/ 15 h 56"/>
              <a:gd name="T10" fmla="*/ 41 w 57"/>
              <a:gd name="T11" fmla="*/ 41 h 56"/>
              <a:gd name="T12" fmla="*/ 28 w 57"/>
              <a:gd name="T13" fmla="*/ 47 h 56"/>
              <a:gd name="T14" fmla="*/ 28 w 57"/>
              <a:gd name="T15" fmla="*/ 0 h 56"/>
              <a:gd name="T16" fmla="*/ 8 w 57"/>
              <a:gd name="T17" fmla="*/ 8 h 56"/>
              <a:gd name="T18" fmla="*/ 8 w 57"/>
              <a:gd name="T19" fmla="*/ 8 h 56"/>
              <a:gd name="T20" fmla="*/ 0 w 57"/>
              <a:gd name="T21" fmla="*/ 28 h 56"/>
              <a:gd name="T22" fmla="*/ 8 w 57"/>
              <a:gd name="T23" fmla="*/ 48 h 56"/>
              <a:gd name="T24" fmla="*/ 28 w 57"/>
              <a:gd name="T25" fmla="*/ 56 h 56"/>
              <a:gd name="T26" fmla="*/ 48 w 57"/>
              <a:gd name="T27" fmla="*/ 48 h 56"/>
              <a:gd name="T28" fmla="*/ 57 w 57"/>
              <a:gd name="T29" fmla="*/ 28 h 56"/>
              <a:gd name="T30" fmla="*/ 48 w 57"/>
              <a:gd name="T31" fmla="*/ 8 h 56"/>
              <a:gd name="T32" fmla="*/ 28 w 57"/>
              <a:gd name="T3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 h="56">
                <a:moveTo>
                  <a:pt x="28" y="47"/>
                </a:moveTo>
                <a:cubicBezTo>
                  <a:pt x="24" y="47"/>
                  <a:pt x="19" y="45"/>
                  <a:pt x="15" y="41"/>
                </a:cubicBezTo>
                <a:cubicBezTo>
                  <a:pt x="8" y="34"/>
                  <a:pt x="8" y="22"/>
                  <a:pt x="15" y="15"/>
                </a:cubicBezTo>
                <a:cubicBezTo>
                  <a:pt x="19" y="11"/>
                  <a:pt x="24" y="9"/>
                  <a:pt x="28" y="9"/>
                </a:cubicBezTo>
                <a:cubicBezTo>
                  <a:pt x="33" y="9"/>
                  <a:pt x="38" y="11"/>
                  <a:pt x="41" y="15"/>
                </a:cubicBezTo>
                <a:cubicBezTo>
                  <a:pt x="49" y="22"/>
                  <a:pt x="49" y="34"/>
                  <a:pt x="41" y="41"/>
                </a:cubicBezTo>
                <a:cubicBezTo>
                  <a:pt x="38" y="45"/>
                  <a:pt x="33" y="47"/>
                  <a:pt x="28" y="47"/>
                </a:cubicBezTo>
                <a:moveTo>
                  <a:pt x="28" y="0"/>
                </a:moveTo>
                <a:cubicBezTo>
                  <a:pt x="21" y="0"/>
                  <a:pt x="14" y="2"/>
                  <a:pt x="8" y="8"/>
                </a:cubicBezTo>
                <a:cubicBezTo>
                  <a:pt x="8" y="8"/>
                  <a:pt x="8" y="8"/>
                  <a:pt x="8" y="8"/>
                </a:cubicBezTo>
                <a:cubicBezTo>
                  <a:pt x="3" y="13"/>
                  <a:pt x="0" y="21"/>
                  <a:pt x="0" y="28"/>
                </a:cubicBezTo>
                <a:cubicBezTo>
                  <a:pt x="0" y="35"/>
                  <a:pt x="3" y="42"/>
                  <a:pt x="8" y="48"/>
                </a:cubicBezTo>
                <a:cubicBezTo>
                  <a:pt x="14" y="54"/>
                  <a:pt x="21" y="56"/>
                  <a:pt x="28" y="56"/>
                </a:cubicBezTo>
                <a:cubicBezTo>
                  <a:pt x="36" y="56"/>
                  <a:pt x="43" y="54"/>
                  <a:pt x="48" y="48"/>
                </a:cubicBezTo>
                <a:cubicBezTo>
                  <a:pt x="54" y="42"/>
                  <a:pt x="57" y="35"/>
                  <a:pt x="57" y="28"/>
                </a:cubicBezTo>
                <a:cubicBezTo>
                  <a:pt x="57" y="21"/>
                  <a:pt x="54" y="13"/>
                  <a:pt x="48" y="8"/>
                </a:cubicBezTo>
                <a:cubicBezTo>
                  <a:pt x="43" y="2"/>
                  <a:pt x="36"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06" name="Freeform 963"/>
          <p:cNvSpPr>
            <a:spLocks noEditPoints="1"/>
          </p:cNvSpPr>
          <p:nvPr/>
        </p:nvSpPr>
        <p:spPr bwMode="auto">
          <a:xfrm>
            <a:off x="11089505" y="2987676"/>
            <a:ext cx="269875" cy="266700"/>
          </a:xfrm>
          <a:custGeom>
            <a:avLst/>
            <a:gdLst>
              <a:gd name="T0" fmla="*/ 12 w 65"/>
              <a:gd name="T1" fmla="*/ 12 h 64"/>
              <a:gd name="T2" fmla="*/ 32 w 65"/>
              <a:gd name="T3" fmla="*/ 4 h 64"/>
              <a:gd name="T4" fmla="*/ 52 w 65"/>
              <a:gd name="T5" fmla="*/ 12 h 64"/>
              <a:gd name="T6" fmla="*/ 61 w 65"/>
              <a:gd name="T7" fmla="*/ 32 h 64"/>
              <a:gd name="T8" fmla="*/ 52 w 65"/>
              <a:gd name="T9" fmla="*/ 52 h 64"/>
              <a:gd name="T10" fmla="*/ 32 w 65"/>
              <a:gd name="T11" fmla="*/ 60 h 64"/>
              <a:gd name="T12" fmla="*/ 12 w 65"/>
              <a:gd name="T13" fmla="*/ 52 h 64"/>
              <a:gd name="T14" fmla="*/ 4 w 65"/>
              <a:gd name="T15" fmla="*/ 32 h 64"/>
              <a:gd name="T16" fmla="*/ 12 w 65"/>
              <a:gd name="T17" fmla="*/ 12 h 64"/>
              <a:gd name="T18" fmla="*/ 12 w 65"/>
              <a:gd name="T19" fmla="*/ 12 h 64"/>
              <a:gd name="T20" fmla="*/ 32 w 65"/>
              <a:gd name="T21" fmla="*/ 0 h 64"/>
              <a:gd name="T22" fmla="*/ 32 w 65"/>
              <a:gd name="T23" fmla="*/ 0 h 64"/>
              <a:gd name="T24" fmla="*/ 9 w 65"/>
              <a:gd name="T25" fmla="*/ 9 h 64"/>
              <a:gd name="T26" fmla="*/ 9 w 65"/>
              <a:gd name="T27" fmla="*/ 9 h 64"/>
              <a:gd name="T28" fmla="*/ 9 w 65"/>
              <a:gd name="T29" fmla="*/ 9 h 64"/>
              <a:gd name="T30" fmla="*/ 9 w 65"/>
              <a:gd name="T31" fmla="*/ 9 h 64"/>
              <a:gd name="T32" fmla="*/ 9 w 65"/>
              <a:gd name="T33" fmla="*/ 9 h 64"/>
              <a:gd name="T34" fmla="*/ 0 w 65"/>
              <a:gd name="T35" fmla="*/ 32 h 64"/>
              <a:gd name="T36" fmla="*/ 9 w 65"/>
              <a:gd name="T37" fmla="*/ 55 h 64"/>
              <a:gd name="T38" fmla="*/ 32 w 65"/>
              <a:gd name="T39" fmla="*/ 64 h 64"/>
              <a:gd name="T40" fmla="*/ 32 w 65"/>
              <a:gd name="T41" fmla="*/ 64 h 64"/>
              <a:gd name="T42" fmla="*/ 55 w 65"/>
              <a:gd name="T43" fmla="*/ 55 h 64"/>
              <a:gd name="T44" fmla="*/ 63 w 65"/>
              <a:gd name="T45" fmla="*/ 41 h 64"/>
              <a:gd name="T46" fmla="*/ 64 w 65"/>
              <a:gd name="T47" fmla="*/ 37 h 64"/>
              <a:gd name="T48" fmla="*/ 65 w 65"/>
              <a:gd name="T49" fmla="*/ 32 h 64"/>
              <a:gd name="T50" fmla="*/ 65 w 65"/>
              <a:gd name="T51" fmla="*/ 31 h 64"/>
              <a:gd name="T52" fmla="*/ 64 w 65"/>
              <a:gd name="T53" fmla="*/ 27 h 64"/>
              <a:gd name="T54" fmla="*/ 55 w 65"/>
              <a:gd name="T55" fmla="*/ 9 h 64"/>
              <a:gd name="T56" fmla="*/ 32 w 65"/>
              <a:gd name="T57"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5" h="64">
                <a:moveTo>
                  <a:pt x="12" y="12"/>
                </a:moveTo>
                <a:cubicBezTo>
                  <a:pt x="18" y="6"/>
                  <a:pt x="25" y="4"/>
                  <a:pt x="32" y="4"/>
                </a:cubicBezTo>
                <a:cubicBezTo>
                  <a:pt x="40" y="4"/>
                  <a:pt x="47" y="6"/>
                  <a:pt x="52" y="12"/>
                </a:cubicBezTo>
                <a:cubicBezTo>
                  <a:pt x="58" y="17"/>
                  <a:pt x="61" y="25"/>
                  <a:pt x="61" y="32"/>
                </a:cubicBezTo>
                <a:cubicBezTo>
                  <a:pt x="61" y="39"/>
                  <a:pt x="58" y="46"/>
                  <a:pt x="52" y="52"/>
                </a:cubicBezTo>
                <a:cubicBezTo>
                  <a:pt x="47" y="58"/>
                  <a:pt x="40" y="60"/>
                  <a:pt x="32" y="60"/>
                </a:cubicBezTo>
                <a:cubicBezTo>
                  <a:pt x="25" y="60"/>
                  <a:pt x="18" y="58"/>
                  <a:pt x="12" y="52"/>
                </a:cubicBezTo>
                <a:cubicBezTo>
                  <a:pt x="7" y="46"/>
                  <a:pt x="4" y="39"/>
                  <a:pt x="4" y="32"/>
                </a:cubicBezTo>
                <a:cubicBezTo>
                  <a:pt x="4" y="25"/>
                  <a:pt x="7" y="17"/>
                  <a:pt x="12" y="12"/>
                </a:cubicBezTo>
                <a:cubicBezTo>
                  <a:pt x="12" y="12"/>
                  <a:pt x="12" y="12"/>
                  <a:pt x="12" y="12"/>
                </a:cubicBezTo>
                <a:moveTo>
                  <a:pt x="32" y="0"/>
                </a:moveTo>
                <a:cubicBezTo>
                  <a:pt x="32" y="0"/>
                  <a:pt x="32" y="0"/>
                  <a:pt x="32" y="0"/>
                </a:cubicBezTo>
                <a:cubicBezTo>
                  <a:pt x="24" y="0"/>
                  <a:pt x="16" y="3"/>
                  <a:pt x="9" y="9"/>
                </a:cubicBezTo>
                <a:cubicBezTo>
                  <a:pt x="9" y="9"/>
                  <a:pt x="9" y="9"/>
                  <a:pt x="9" y="9"/>
                </a:cubicBezTo>
                <a:cubicBezTo>
                  <a:pt x="9" y="9"/>
                  <a:pt x="9" y="9"/>
                  <a:pt x="9" y="9"/>
                </a:cubicBezTo>
                <a:cubicBezTo>
                  <a:pt x="9" y="9"/>
                  <a:pt x="9" y="9"/>
                  <a:pt x="9" y="9"/>
                </a:cubicBezTo>
                <a:cubicBezTo>
                  <a:pt x="9" y="9"/>
                  <a:pt x="9" y="9"/>
                  <a:pt x="9" y="9"/>
                </a:cubicBezTo>
                <a:cubicBezTo>
                  <a:pt x="3" y="15"/>
                  <a:pt x="0" y="24"/>
                  <a:pt x="0" y="32"/>
                </a:cubicBezTo>
                <a:cubicBezTo>
                  <a:pt x="0" y="40"/>
                  <a:pt x="3" y="48"/>
                  <a:pt x="9" y="55"/>
                </a:cubicBezTo>
                <a:cubicBezTo>
                  <a:pt x="16" y="61"/>
                  <a:pt x="24" y="64"/>
                  <a:pt x="32" y="64"/>
                </a:cubicBezTo>
                <a:cubicBezTo>
                  <a:pt x="32" y="64"/>
                  <a:pt x="32" y="64"/>
                  <a:pt x="32" y="64"/>
                </a:cubicBezTo>
                <a:cubicBezTo>
                  <a:pt x="41" y="64"/>
                  <a:pt x="49" y="61"/>
                  <a:pt x="55" y="55"/>
                </a:cubicBezTo>
                <a:cubicBezTo>
                  <a:pt x="59" y="51"/>
                  <a:pt x="62" y="46"/>
                  <a:pt x="63" y="41"/>
                </a:cubicBezTo>
                <a:cubicBezTo>
                  <a:pt x="64" y="40"/>
                  <a:pt x="64" y="39"/>
                  <a:pt x="64" y="37"/>
                </a:cubicBezTo>
                <a:cubicBezTo>
                  <a:pt x="64" y="36"/>
                  <a:pt x="65" y="34"/>
                  <a:pt x="65" y="32"/>
                </a:cubicBezTo>
                <a:cubicBezTo>
                  <a:pt x="65" y="32"/>
                  <a:pt x="65" y="31"/>
                  <a:pt x="65" y="31"/>
                </a:cubicBezTo>
                <a:cubicBezTo>
                  <a:pt x="65" y="30"/>
                  <a:pt x="64" y="28"/>
                  <a:pt x="64" y="27"/>
                </a:cubicBezTo>
                <a:cubicBezTo>
                  <a:pt x="63" y="20"/>
                  <a:pt x="60" y="14"/>
                  <a:pt x="55" y="9"/>
                </a:cubicBezTo>
                <a:cubicBezTo>
                  <a:pt x="49" y="3"/>
                  <a:pt x="41"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07" name="Freeform 964"/>
          <p:cNvSpPr>
            <a:spLocks/>
          </p:cNvSpPr>
          <p:nvPr/>
        </p:nvSpPr>
        <p:spPr bwMode="auto">
          <a:xfrm>
            <a:off x="11138717" y="3041650"/>
            <a:ext cx="169863" cy="158750"/>
          </a:xfrm>
          <a:custGeom>
            <a:avLst/>
            <a:gdLst>
              <a:gd name="T0" fmla="*/ 20 w 41"/>
              <a:gd name="T1" fmla="*/ 0 h 38"/>
              <a:gd name="T2" fmla="*/ 7 w 41"/>
              <a:gd name="T3" fmla="*/ 6 h 38"/>
              <a:gd name="T4" fmla="*/ 7 w 41"/>
              <a:gd name="T5" fmla="*/ 32 h 38"/>
              <a:gd name="T6" fmla="*/ 20 w 41"/>
              <a:gd name="T7" fmla="*/ 38 h 38"/>
              <a:gd name="T8" fmla="*/ 33 w 41"/>
              <a:gd name="T9" fmla="*/ 32 h 38"/>
              <a:gd name="T10" fmla="*/ 33 w 41"/>
              <a:gd name="T11" fmla="*/ 6 h 38"/>
              <a:gd name="T12" fmla="*/ 20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0" y="0"/>
                </a:moveTo>
                <a:cubicBezTo>
                  <a:pt x="16" y="0"/>
                  <a:pt x="11" y="2"/>
                  <a:pt x="7" y="6"/>
                </a:cubicBezTo>
                <a:cubicBezTo>
                  <a:pt x="0" y="13"/>
                  <a:pt x="0" y="25"/>
                  <a:pt x="7" y="32"/>
                </a:cubicBezTo>
                <a:cubicBezTo>
                  <a:pt x="11" y="36"/>
                  <a:pt x="16" y="38"/>
                  <a:pt x="20" y="38"/>
                </a:cubicBezTo>
                <a:cubicBezTo>
                  <a:pt x="25" y="38"/>
                  <a:pt x="30" y="36"/>
                  <a:pt x="33" y="32"/>
                </a:cubicBezTo>
                <a:cubicBezTo>
                  <a:pt x="41" y="25"/>
                  <a:pt x="41" y="13"/>
                  <a:pt x="33"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79" name="Freeform 1237"/>
          <p:cNvSpPr>
            <a:spLocks noEditPoints="1"/>
          </p:cNvSpPr>
          <p:nvPr/>
        </p:nvSpPr>
        <p:spPr bwMode="auto">
          <a:xfrm>
            <a:off x="5890828" y="-2899574"/>
            <a:ext cx="165100" cy="169863"/>
          </a:xfrm>
          <a:custGeom>
            <a:avLst/>
            <a:gdLst>
              <a:gd name="T0" fmla="*/ 40 w 40"/>
              <a:gd name="T1" fmla="*/ 20 h 41"/>
              <a:gd name="T2" fmla="*/ 38 w 40"/>
              <a:gd name="T3" fmla="*/ 20 h 41"/>
              <a:gd name="T4" fmla="*/ 37 w 40"/>
              <a:gd name="T5" fmla="*/ 20 h 41"/>
              <a:gd name="T6" fmla="*/ 20 w 40"/>
              <a:gd name="T7" fmla="*/ 37 h 41"/>
              <a:gd name="T8" fmla="*/ 20 w 40"/>
              <a:gd name="T9" fmla="*/ 37 h 41"/>
              <a:gd name="T10" fmla="*/ 19 w 40"/>
              <a:gd name="T11" fmla="*/ 37 h 41"/>
              <a:gd name="T12" fmla="*/ 3 w 40"/>
              <a:gd name="T13" fmla="*/ 20 h 41"/>
              <a:gd name="T14" fmla="*/ 3 w 40"/>
              <a:gd name="T15" fmla="*/ 20 h 41"/>
              <a:gd name="T16" fmla="*/ 2 w 40"/>
              <a:gd name="T17" fmla="*/ 20 h 41"/>
              <a:gd name="T18" fmla="*/ 0 w 40"/>
              <a:gd name="T19" fmla="*/ 20 h 41"/>
              <a:gd name="T20" fmla="*/ 5 w 40"/>
              <a:gd name="T21" fmla="*/ 34 h 41"/>
              <a:gd name="T22" fmla="*/ 8 w 40"/>
              <a:gd name="T23" fmla="*/ 37 h 41"/>
              <a:gd name="T24" fmla="*/ 20 w 40"/>
              <a:gd name="T25" fmla="*/ 41 h 41"/>
              <a:gd name="T26" fmla="*/ 31 w 40"/>
              <a:gd name="T27" fmla="*/ 37 h 41"/>
              <a:gd name="T28" fmla="*/ 34 w 40"/>
              <a:gd name="T29" fmla="*/ 34 h 41"/>
              <a:gd name="T30" fmla="*/ 40 w 40"/>
              <a:gd name="T31" fmla="*/ 20 h 41"/>
              <a:gd name="T32" fmla="*/ 20 w 40"/>
              <a:gd name="T33" fmla="*/ 0 h 41"/>
              <a:gd name="T34" fmla="*/ 0 w 40"/>
              <a:gd name="T35" fmla="*/ 20 h 41"/>
              <a:gd name="T36" fmla="*/ 2 w 40"/>
              <a:gd name="T37" fmla="*/ 20 h 41"/>
              <a:gd name="T38" fmla="*/ 3 w 40"/>
              <a:gd name="T39" fmla="*/ 20 h 41"/>
              <a:gd name="T40" fmla="*/ 7 w 40"/>
              <a:gd name="T41" fmla="*/ 8 h 41"/>
              <a:gd name="T42" fmla="*/ 19 w 40"/>
              <a:gd name="T43" fmla="*/ 4 h 41"/>
              <a:gd name="T44" fmla="*/ 20 w 40"/>
              <a:gd name="T45" fmla="*/ 4 h 41"/>
              <a:gd name="T46" fmla="*/ 20 w 40"/>
              <a:gd name="T47" fmla="*/ 4 h 41"/>
              <a:gd name="T48" fmla="*/ 32 w 40"/>
              <a:gd name="T49" fmla="*/ 8 h 41"/>
              <a:gd name="T50" fmla="*/ 37 w 40"/>
              <a:gd name="T51" fmla="*/ 20 h 41"/>
              <a:gd name="T52" fmla="*/ 37 w 40"/>
              <a:gd name="T53" fmla="*/ 20 h 41"/>
              <a:gd name="T54" fmla="*/ 38 w 40"/>
              <a:gd name="T55" fmla="*/ 20 h 41"/>
              <a:gd name="T56" fmla="*/ 40 w 40"/>
              <a:gd name="T57" fmla="*/ 20 h 41"/>
              <a:gd name="T58" fmla="*/ 20 w 40"/>
              <a:gd name="T59"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 h="41">
                <a:moveTo>
                  <a:pt x="40" y="20"/>
                </a:moveTo>
                <a:cubicBezTo>
                  <a:pt x="38" y="20"/>
                  <a:pt x="38" y="20"/>
                  <a:pt x="38" y="20"/>
                </a:cubicBezTo>
                <a:cubicBezTo>
                  <a:pt x="37" y="20"/>
                  <a:pt x="37" y="20"/>
                  <a:pt x="37" y="20"/>
                </a:cubicBezTo>
                <a:cubicBezTo>
                  <a:pt x="37" y="29"/>
                  <a:pt x="29" y="37"/>
                  <a:pt x="20" y="37"/>
                </a:cubicBezTo>
                <a:cubicBezTo>
                  <a:pt x="20" y="37"/>
                  <a:pt x="20" y="37"/>
                  <a:pt x="20" y="37"/>
                </a:cubicBezTo>
                <a:cubicBezTo>
                  <a:pt x="20" y="37"/>
                  <a:pt x="19" y="37"/>
                  <a:pt x="19" y="37"/>
                </a:cubicBezTo>
                <a:cubicBezTo>
                  <a:pt x="10" y="37"/>
                  <a:pt x="3" y="29"/>
                  <a:pt x="3" y="20"/>
                </a:cubicBezTo>
                <a:cubicBezTo>
                  <a:pt x="3" y="20"/>
                  <a:pt x="3" y="20"/>
                  <a:pt x="3" y="20"/>
                </a:cubicBezTo>
                <a:cubicBezTo>
                  <a:pt x="2" y="20"/>
                  <a:pt x="2" y="20"/>
                  <a:pt x="2" y="20"/>
                </a:cubicBezTo>
                <a:cubicBezTo>
                  <a:pt x="0" y="20"/>
                  <a:pt x="0" y="20"/>
                  <a:pt x="0" y="20"/>
                </a:cubicBezTo>
                <a:cubicBezTo>
                  <a:pt x="0" y="26"/>
                  <a:pt x="2" y="31"/>
                  <a:pt x="5" y="34"/>
                </a:cubicBezTo>
                <a:cubicBezTo>
                  <a:pt x="6" y="35"/>
                  <a:pt x="7" y="36"/>
                  <a:pt x="8" y="37"/>
                </a:cubicBezTo>
                <a:cubicBezTo>
                  <a:pt x="11" y="39"/>
                  <a:pt x="15" y="41"/>
                  <a:pt x="20" y="41"/>
                </a:cubicBezTo>
                <a:cubicBezTo>
                  <a:pt x="24" y="41"/>
                  <a:pt x="28" y="39"/>
                  <a:pt x="31" y="37"/>
                </a:cubicBezTo>
                <a:cubicBezTo>
                  <a:pt x="32" y="36"/>
                  <a:pt x="33" y="35"/>
                  <a:pt x="34" y="34"/>
                </a:cubicBezTo>
                <a:cubicBezTo>
                  <a:pt x="38" y="31"/>
                  <a:pt x="40" y="26"/>
                  <a:pt x="40" y="20"/>
                </a:cubicBezTo>
                <a:moveTo>
                  <a:pt x="20" y="0"/>
                </a:moveTo>
                <a:cubicBezTo>
                  <a:pt x="9" y="0"/>
                  <a:pt x="0" y="9"/>
                  <a:pt x="0" y="20"/>
                </a:cubicBezTo>
                <a:cubicBezTo>
                  <a:pt x="2" y="20"/>
                  <a:pt x="2" y="20"/>
                  <a:pt x="2" y="20"/>
                </a:cubicBezTo>
                <a:cubicBezTo>
                  <a:pt x="3" y="20"/>
                  <a:pt x="3" y="20"/>
                  <a:pt x="3" y="20"/>
                </a:cubicBezTo>
                <a:cubicBezTo>
                  <a:pt x="3" y="16"/>
                  <a:pt x="4" y="11"/>
                  <a:pt x="7" y="8"/>
                </a:cubicBezTo>
                <a:cubicBezTo>
                  <a:pt x="10" y="5"/>
                  <a:pt x="15" y="4"/>
                  <a:pt x="19" y="4"/>
                </a:cubicBezTo>
                <a:cubicBezTo>
                  <a:pt x="19" y="4"/>
                  <a:pt x="20" y="4"/>
                  <a:pt x="20" y="4"/>
                </a:cubicBezTo>
                <a:cubicBezTo>
                  <a:pt x="20" y="4"/>
                  <a:pt x="20" y="4"/>
                  <a:pt x="20" y="4"/>
                </a:cubicBezTo>
                <a:cubicBezTo>
                  <a:pt x="25" y="4"/>
                  <a:pt x="29" y="5"/>
                  <a:pt x="32" y="8"/>
                </a:cubicBezTo>
                <a:cubicBezTo>
                  <a:pt x="35" y="11"/>
                  <a:pt x="37" y="16"/>
                  <a:pt x="37" y="20"/>
                </a:cubicBezTo>
                <a:cubicBezTo>
                  <a:pt x="37" y="20"/>
                  <a:pt x="37" y="20"/>
                  <a:pt x="37" y="20"/>
                </a:cubicBezTo>
                <a:cubicBezTo>
                  <a:pt x="38" y="20"/>
                  <a:pt x="38" y="20"/>
                  <a:pt x="38" y="20"/>
                </a:cubicBezTo>
                <a:cubicBezTo>
                  <a:pt x="40" y="20"/>
                  <a:pt x="40" y="20"/>
                  <a:pt x="40" y="20"/>
                </a:cubicBezTo>
                <a:cubicBezTo>
                  <a:pt x="40" y="9"/>
                  <a:pt x="31"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13" name="Freeform 970"/>
          <p:cNvSpPr>
            <a:spLocks/>
          </p:cNvSpPr>
          <p:nvPr/>
        </p:nvSpPr>
        <p:spPr bwMode="auto">
          <a:xfrm>
            <a:off x="-456430" y="-331787"/>
            <a:ext cx="166688" cy="152400"/>
          </a:xfrm>
          <a:custGeom>
            <a:avLst/>
            <a:gdLst>
              <a:gd name="T0" fmla="*/ 22 w 40"/>
              <a:gd name="T1" fmla="*/ 0 h 37"/>
              <a:gd name="T2" fmla="*/ 22 w 40"/>
              <a:gd name="T3" fmla="*/ 20 h 37"/>
              <a:gd name="T4" fmla="*/ 18 w 40"/>
              <a:gd name="T5" fmla="*/ 20 h 37"/>
              <a:gd name="T6" fmla="*/ 18 w 40"/>
              <a:gd name="T7" fmla="*/ 0 h 37"/>
              <a:gd name="T8" fmla="*/ 7 w 40"/>
              <a:gd name="T9" fmla="*/ 5 h 37"/>
              <a:gd name="T10" fmla="*/ 7 w 40"/>
              <a:gd name="T11" fmla="*/ 32 h 37"/>
              <a:gd name="T12" fmla="*/ 20 w 40"/>
              <a:gd name="T13" fmla="*/ 37 h 37"/>
              <a:gd name="T14" fmla="*/ 33 w 40"/>
              <a:gd name="T15" fmla="*/ 32 h 37"/>
              <a:gd name="T16" fmla="*/ 33 w 40"/>
              <a:gd name="T17" fmla="*/ 5 h 37"/>
              <a:gd name="T18" fmla="*/ 22 w 40"/>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37">
                <a:moveTo>
                  <a:pt x="22" y="0"/>
                </a:moveTo>
                <a:cubicBezTo>
                  <a:pt x="22" y="20"/>
                  <a:pt x="22" y="20"/>
                  <a:pt x="22" y="20"/>
                </a:cubicBezTo>
                <a:cubicBezTo>
                  <a:pt x="18" y="20"/>
                  <a:pt x="18" y="20"/>
                  <a:pt x="18" y="20"/>
                </a:cubicBezTo>
                <a:cubicBezTo>
                  <a:pt x="18" y="0"/>
                  <a:pt x="18" y="0"/>
                  <a:pt x="18" y="0"/>
                </a:cubicBezTo>
                <a:cubicBezTo>
                  <a:pt x="14" y="0"/>
                  <a:pt x="10" y="2"/>
                  <a:pt x="7" y="5"/>
                </a:cubicBezTo>
                <a:cubicBezTo>
                  <a:pt x="0" y="12"/>
                  <a:pt x="0" y="24"/>
                  <a:pt x="7" y="32"/>
                </a:cubicBezTo>
                <a:cubicBezTo>
                  <a:pt x="10" y="35"/>
                  <a:pt x="15" y="37"/>
                  <a:pt x="20" y="37"/>
                </a:cubicBezTo>
                <a:cubicBezTo>
                  <a:pt x="25" y="37"/>
                  <a:pt x="30" y="35"/>
                  <a:pt x="33" y="32"/>
                </a:cubicBezTo>
                <a:cubicBezTo>
                  <a:pt x="40" y="24"/>
                  <a:pt x="40" y="12"/>
                  <a:pt x="33" y="5"/>
                </a:cubicBezTo>
                <a:cubicBezTo>
                  <a:pt x="30" y="2"/>
                  <a:pt x="26" y="0"/>
                  <a:pt x="2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14" name="Freeform 971"/>
          <p:cNvSpPr>
            <a:spLocks/>
          </p:cNvSpPr>
          <p:nvPr/>
        </p:nvSpPr>
        <p:spPr bwMode="auto">
          <a:xfrm>
            <a:off x="-157980" y="-1165225"/>
            <a:ext cx="161925" cy="152400"/>
          </a:xfrm>
          <a:custGeom>
            <a:avLst/>
            <a:gdLst>
              <a:gd name="T0" fmla="*/ 19 w 39"/>
              <a:gd name="T1" fmla="*/ 0 h 37"/>
              <a:gd name="T2" fmla="*/ 6 w 39"/>
              <a:gd name="T3" fmla="*/ 5 h 37"/>
              <a:gd name="T4" fmla="*/ 0 w 39"/>
              <a:gd name="T5" fmla="*/ 15 h 37"/>
              <a:gd name="T6" fmla="*/ 16 w 39"/>
              <a:gd name="T7" fmla="*/ 15 h 37"/>
              <a:gd name="T8" fmla="*/ 16 w 39"/>
              <a:gd name="T9" fmla="*/ 19 h 37"/>
              <a:gd name="T10" fmla="*/ 0 w 39"/>
              <a:gd name="T11" fmla="*/ 19 h 37"/>
              <a:gd name="T12" fmla="*/ 6 w 39"/>
              <a:gd name="T13" fmla="*/ 32 h 37"/>
              <a:gd name="T14" fmla="*/ 19 w 39"/>
              <a:gd name="T15" fmla="*/ 37 h 37"/>
              <a:gd name="T16" fmla="*/ 32 w 39"/>
              <a:gd name="T17" fmla="*/ 32 h 37"/>
              <a:gd name="T18" fmla="*/ 32 w 39"/>
              <a:gd name="T19" fmla="*/ 5 h 37"/>
              <a:gd name="T20" fmla="*/ 19 w 39"/>
              <a:gd name="T2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37">
                <a:moveTo>
                  <a:pt x="19" y="0"/>
                </a:moveTo>
                <a:cubicBezTo>
                  <a:pt x="14" y="0"/>
                  <a:pt x="9" y="2"/>
                  <a:pt x="6" y="5"/>
                </a:cubicBezTo>
                <a:cubicBezTo>
                  <a:pt x="3" y="8"/>
                  <a:pt x="1" y="11"/>
                  <a:pt x="0" y="15"/>
                </a:cubicBezTo>
                <a:cubicBezTo>
                  <a:pt x="16" y="15"/>
                  <a:pt x="16" y="15"/>
                  <a:pt x="16" y="15"/>
                </a:cubicBezTo>
                <a:cubicBezTo>
                  <a:pt x="16" y="19"/>
                  <a:pt x="16" y="19"/>
                  <a:pt x="16" y="19"/>
                </a:cubicBezTo>
                <a:cubicBezTo>
                  <a:pt x="0" y="19"/>
                  <a:pt x="0" y="19"/>
                  <a:pt x="0" y="19"/>
                </a:cubicBezTo>
                <a:cubicBezTo>
                  <a:pt x="0" y="24"/>
                  <a:pt x="2" y="28"/>
                  <a:pt x="6" y="32"/>
                </a:cubicBezTo>
                <a:cubicBezTo>
                  <a:pt x="9" y="35"/>
                  <a:pt x="14" y="37"/>
                  <a:pt x="19" y="37"/>
                </a:cubicBezTo>
                <a:cubicBezTo>
                  <a:pt x="23" y="37"/>
                  <a:pt x="28" y="35"/>
                  <a:pt x="32" y="32"/>
                </a:cubicBezTo>
                <a:cubicBezTo>
                  <a:pt x="39" y="24"/>
                  <a:pt x="39" y="13"/>
                  <a:pt x="32" y="5"/>
                </a:cubicBezTo>
                <a:cubicBezTo>
                  <a:pt x="28" y="2"/>
                  <a:pt x="23" y="0"/>
                  <a:pt x="19"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15" name="Freeform 972"/>
          <p:cNvSpPr>
            <a:spLocks/>
          </p:cNvSpPr>
          <p:nvPr/>
        </p:nvSpPr>
        <p:spPr bwMode="auto">
          <a:xfrm>
            <a:off x="-592955" y="-4762"/>
            <a:ext cx="166688" cy="152400"/>
          </a:xfrm>
          <a:custGeom>
            <a:avLst/>
            <a:gdLst>
              <a:gd name="T0" fmla="*/ 19 w 40"/>
              <a:gd name="T1" fmla="*/ 0 h 37"/>
              <a:gd name="T2" fmla="*/ 6 w 40"/>
              <a:gd name="T3" fmla="*/ 5 h 37"/>
              <a:gd name="T4" fmla="*/ 1 w 40"/>
              <a:gd name="T5" fmla="*/ 14 h 37"/>
              <a:gd name="T6" fmla="*/ 13 w 40"/>
              <a:gd name="T7" fmla="*/ 14 h 37"/>
              <a:gd name="T8" fmla="*/ 13 w 40"/>
              <a:gd name="T9" fmla="*/ 18 h 37"/>
              <a:gd name="T10" fmla="*/ 0 w 40"/>
              <a:gd name="T11" fmla="*/ 18 h 37"/>
              <a:gd name="T12" fmla="*/ 6 w 40"/>
              <a:gd name="T13" fmla="*/ 32 h 37"/>
              <a:gd name="T14" fmla="*/ 19 w 40"/>
              <a:gd name="T15" fmla="*/ 37 h 37"/>
              <a:gd name="T16" fmla="*/ 32 w 40"/>
              <a:gd name="T17" fmla="*/ 32 h 37"/>
              <a:gd name="T18" fmla="*/ 32 w 40"/>
              <a:gd name="T19" fmla="*/ 5 h 37"/>
              <a:gd name="T20" fmla="*/ 19 w 40"/>
              <a:gd name="T2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37">
                <a:moveTo>
                  <a:pt x="19" y="0"/>
                </a:moveTo>
                <a:cubicBezTo>
                  <a:pt x="14" y="0"/>
                  <a:pt x="9" y="2"/>
                  <a:pt x="6" y="5"/>
                </a:cubicBezTo>
                <a:cubicBezTo>
                  <a:pt x="3" y="8"/>
                  <a:pt x="2" y="11"/>
                  <a:pt x="1" y="14"/>
                </a:cubicBezTo>
                <a:cubicBezTo>
                  <a:pt x="13" y="14"/>
                  <a:pt x="13" y="14"/>
                  <a:pt x="13" y="14"/>
                </a:cubicBezTo>
                <a:cubicBezTo>
                  <a:pt x="13" y="18"/>
                  <a:pt x="13" y="18"/>
                  <a:pt x="13" y="18"/>
                </a:cubicBezTo>
                <a:cubicBezTo>
                  <a:pt x="0" y="18"/>
                  <a:pt x="0" y="18"/>
                  <a:pt x="0" y="18"/>
                </a:cubicBezTo>
                <a:cubicBezTo>
                  <a:pt x="0" y="23"/>
                  <a:pt x="2" y="28"/>
                  <a:pt x="6" y="32"/>
                </a:cubicBezTo>
                <a:cubicBezTo>
                  <a:pt x="9" y="35"/>
                  <a:pt x="14" y="37"/>
                  <a:pt x="19" y="37"/>
                </a:cubicBezTo>
                <a:cubicBezTo>
                  <a:pt x="24" y="37"/>
                  <a:pt x="29" y="35"/>
                  <a:pt x="32" y="32"/>
                </a:cubicBezTo>
                <a:cubicBezTo>
                  <a:pt x="40" y="24"/>
                  <a:pt x="40" y="13"/>
                  <a:pt x="32" y="5"/>
                </a:cubicBezTo>
                <a:cubicBezTo>
                  <a:pt x="29" y="2"/>
                  <a:pt x="24" y="0"/>
                  <a:pt x="19"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16" name="Freeform 973"/>
          <p:cNvSpPr>
            <a:spLocks/>
          </p:cNvSpPr>
          <p:nvPr/>
        </p:nvSpPr>
        <p:spPr bwMode="auto">
          <a:xfrm>
            <a:off x="1591448" y="2138366"/>
            <a:ext cx="169863" cy="157163"/>
          </a:xfrm>
          <a:custGeom>
            <a:avLst/>
            <a:gdLst>
              <a:gd name="T0" fmla="*/ 21 w 41"/>
              <a:gd name="T1" fmla="*/ 0 h 38"/>
              <a:gd name="T2" fmla="*/ 10 w 41"/>
              <a:gd name="T3" fmla="*/ 4 h 38"/>
              <a:gd name="T4" fmla="*/ 17 w 41"/>
              <a:gd name="T5" fmla="*/ 12 h 38"/>
              <a:gd name="T6" fmla="*/ 14 w 41"/>
              <a:gd name="T7" fmla="*/ 14 h 38"/>
              <a:gd name="T8" fmla="*/ 7 w 41"/>
              <a:gd name="T9" fmla="*/ 7 h 38"/>
              <a:gd name="T10" fmla="*/ 8 w 41"/>
              <a:gd name="T11" fmla="*/ 32 h 38"/>
              <a:gd name="T12" fmla="*/ 21 w 41"/>
              <a:gd name="T13" fmla="*/ 38 h 38"/>
              <a:gd name="T14" fmla="*/ 34 w 41"/>
              <a:gd name="T15" fmla="*/ 32 h 38"/>
              <a:gd name="T16" fmla="*/ 34 w 41"/>
              <a:gd name="T17" fmla="*/ 6 h 38"/>
              <a:gd name="T18" fmla="*/ 21 w 41"/>
              <a:gd name="T19"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8">
                <a:moveTo>
                  <a:pt x="21" y="0"/>
                </a:moveTo>
                <a:cubicBezTo>
                  <a:pt x="17" y="0"/>
                  <a:pt x="13" y="2"/>
                  <a:pt x="10" y="4"/>
                </a:cubicBezTo>
                <a:cubicBezTo>
                  <a:pt x="17" y="12"/>
                  <a:pt x="17" y="12"/>
                  <a:pt x="17" y="12"/>
                </a:cubicBezTo>
                <a:cubicBezTo>
                  <a:pt x="14" y="14"/>
                  <a:pt x="14" y="14"/>
                  <a:pt x="14" y="14"/>
                </a:cubicBezTo>
                <a:cubicBezTo>
                  <a:pt x="7" y="7"/>
                  <a:pt x="7" y="7"/>
                  <a:pt x="7" y="7"/>
                </a:cubicBezTo>
                <a:cubicBezTo>
                  <a:pt x="0" y="14"/>
                  <a:pt x="1" y="25"/>
                  <a:pt x="8" y="32"/>
                </a:cubicBezTo>
                <a:cubicBezTo>
                  <a:pt x="11" y="36"/>
                  <a:pt x="16" y="38"/>
                  <a:pt x="21" y="38"/>
                </a:cubicBezTo>
                <a:cubicBezTo>
                  <a:pt x="26" y="38"/>
                  <a:pt x="31" y="36"/>
                  <a:pt x="34" y="32"/>
                </a:cubicBezTo>
                <a:cubicBezTo>
                  <a:pt x="41" y="25"/>
                  <a:pt x="41" y="13"/>
                  <a:pt x="34"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17" name="Freeform 974"/>
          <p:cNvSpPr>
            <a:spLocks/>
          </p:cNvSpPr>
          <p:nvPr/>
        </p:nvSpPr>
        <p:spPr bwMode="auto">
          <a:xfrm>
            <a:off x="361133" y="3702050"/>
            <a:ext cx="169863" cy="152400"/>
          </a:xfrm>
          <a:custGeom>
            <a:avLst/>
            <a:gdLst>
              <a:gd name="T0" fmla="*/ 21 w 41"/>
              <a:gd name="T1" fmla="*/ 0 h 37"/>
              <a:gd name="T2" fmla="*/ 8 w 41"/>
              <a:gd name="T3" fmla="*/ 5 h 37"/>
              <a:gd name="T4" fmla="*/ 8 w 41"/>
              <a:gd name="T5" fmla="*/ 32 h 37"/>
              <a:gd name="T6" fmla="*/ 21 w 41"/>
              <a:gd name="T7" fmla="*/ 37 h 37"/>
              <a:gd name="T8" fmla="*/ 34 w 41"/>
              <a:gd name="T9" fmla="*/ 32 h 37"/>
              <a:gd name="T10" fmla="*/ 34 w 41"/>
              <a:gd name="T11" fmla="*/ 5 h 37"/>
              <a:gd name="T12" fmla="*/ 25 w 41"/>
              <a:gd name="T13" fmla="*/ 0 h 37"/>
              <a:gd name="T14" fmla="*/ 25 w 41"/>
              <a:gd name="T15" fmla="*/ 15 h 37"/>
              <a:gd name="T16" fmla="*/ 21 w 41"/>
              <a:gd name="T17" fmla="*/ 15 h 37"/>
              <a:gd name="T18" fmla="*/ 21 w 41"/>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7">
                <a:moveTo>
                  <a:pt x="21" y="0"/>
                </a:moveTo>
                <a:cubicBezTo>
                  <a:pt x="16" y="0"/>
                  <a:pt x="11" y="1"/>
                  <a:pt x="8" y="5"/>
                </a:cubicBezTo>
                <a:cubicBezTo>
                  <a:pt x="0" y="12"/>
                  <a:pt x="0" y="24"/>
                  <a:pt x="8" y="32"/>
                </a:cubicBezTo>
                <a:cubicBezTo>
                  <a:pt x="11" y="35"/>
                  <a:pt x="16" y="37"/>
                  <a:pt x="21" y="37"/>
                </a:cubicBezTo>
                <a:cubicBezTo>
                  <a:pt x="26" y="37"/>
                  <a:pt x="31" y="35"/>
                  <a:pt x="34" y="32"/>
                </a:cubicBezTo>
                <a:cubicBezTo>
                  <a:pt x="41" y="24"/>
                  <a:pt x="41" y="12"/>
                  <a:pt x="34" y="5"/>
                </a:cubicBezTo>
                <a:cubicBezTo>
                  <a:pt x="32" y="3"/>
                  <a:pt x="28" y="1"/>
                  <a:pt x="25" y="0"/>
                </a:cubicBezTo>
                <a:cubicBezTo>
                  <a:pt x="25" y="15"/>
                  <a:pt x="25" y="15"/>
                  <a:pt x="25" y="15"/>
                </a:cubicBezTo>
                <a:cubicBezTo>
                  <a:pt x="21" y="15"/>
                  <a:pt x="21" y="15"/>
                  <a:pt x="21" y="15"/>
                </a:cubicBezTo>
                <a:cubicBezTo>
                  <a:pt x="21" y="0"/>
                  <a:pt x="21"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18" name="Freeform 975"/>
          <p:cNvSpPr>
            <a:spLocks/>
          </p:cNvSpPr>
          <p:nvPr/>
        </p:nvSpPr>
        <p:spPr bwMode="auto">
          <a:xfrm>
            <a:off x="608784" y="1930400"/>
            <a:ext cx="169863" cy="153988"/>
          </a:xfrm>
          <a:custGeom>
            <a:avLst/>
            <a:gdLst>
              <a:gd name="T0" fmla="*/ 20 w 41"/>
              <a:gd name="T1" fmla="*/ 0 h 37"/>
              <a:gd name="T2" fmla="*/ 19 w 41"/>
              <a:gd name="T3" fmla="*/ 0 h 37"/>
              <a:gd name="T4" fmla="*/ 19 w 41"/>
              <a:gd name="T5" fmla="*/ 23 h 37"/>
              <a:gd name="T6" fmla="*/ 15 w 41"/>
              <a:gd name="T7" fmla="*/ 23 h 37"/>
              <a:gd name="T8" fmla="*/ 15 w 41"/>
              <a:gd name="T9" fmla="*/ 0 h 37"/>
              <a:gd name="T10" fmla="*/ 7 w 41"/>
              <a:gd name="T11" fmla="*/ 5 h 37"/>
              <a:gd name="T12" fmla="*/ 7 w 41"/>
              <a:gd name="T13" fmla="*/ 31 h 37"/>
              <a:gd name="T14" fmla="*/ 20 w 41"/>
              <a:gd name="T15" fmla="*/ 37 h 37"/>
              <a:gd name="T16" fmla="*/ 34 w 41"/>
              <a:gd name="T17" fmla="*/ 31 h 37"/>
              <a:gd name="T18" fmla="*/ 34 w 41"/>
              <a:gd name="T19" fmla="*/ 5 h 37"/>
              <a:gd name="T20" fmla="*/ 20 w 41"/>
              <a:gd name="T2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 h="37">
                <a:moveTo>
                  <a:pt x="20" y="0"/>
                </a:moveTo>
                <a:cubicBezTo>
                  <a:pt x="20" y="0"/>
                  <a:pt x="20" y="0"/>
                  <a:pt x="19" y="0"/>
                </a:cubicBezTo>
                <a:cubicBezTo>
                  <a:pt x="19" y="23"/>
                  <a:pt x="19" y="23"/>
                  <a:pt x="19" y="23"/>
                </a:cubicBezTo>
                <a:cubicBezTo>
                  <a:pt x="15" y="23"/>
                  <a:pt x="15" y="23"/>
                  <a:pt x="15" y="23"/>
                </a:cubicBezTo>
                <a:cubicBezTo>
                  <a:pt x="15" y="0"/>
                  <a:pt x="15" y="0"/>
                  <a:pt x="15" y="0"/>
                </a:cubicBezTo>
                <a:cubicBezTo>
                  <a:pt x="12" y="1"/>
                  <a:pt x="10" y="3"/>
                  <a:pt x="7" y="5"/>
                </a:cubicBezTo>
                <a:cubicBezTo>
                  <a:pt x="0" y="12"/>
                  <a:pt x="0" y="24"/>
                  <a:pt x="7" y="31"/>
                </a:cubicBezTo>
                <a:cubicBezTo>
                  <a:pt x="11" y="35"/>
                  <a:pt x="16" y="37"/>
                  <a:pt x="20" y="37"/>
                </a:cubicBezTo>
                <a:cubicBezTo>
                  <a:pt x="25" y="37"/>
                  <a:pt x="30" y="35"/>
                  <a:pt x="34" y="31"/>
                </a:cubicBezTo>
                <a:cubicBezTo>
                  <a:pt x="41" y="24"/>
                  <a:pt x="41" y="12"/>
                  <a:pt x="34" y="5"/>
                </a:cubicBezTo>
                <a:cubicBezTo>
                  <a:pt x="30" y="1"/>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19" name="Freeform 976"/>
          <p:cNvSpPr>
            <a:spLocks/>
          </p:cNvSpPr>
          <p:nvPr/>
        </p:nvSpPr>
        <p:spPr bwMode="auto">
          <a:xfrm>
            <a:off x="970734" y="2374900"/>
            <a:ext cx="160338" cy="152400"/>
          </a:xfrm>
          <a:custGeom>
            <a:avLst/>
            <a:gdLst>
              <a:gd name="T0" fmla="*/ 18 w 39"/>
              <a:gd name="T1" fmla="*/ 0 h 37"/>
              <a:gd name="T2" fmla="*/ 5 w 39"/>
              <a:gd name="T3" fmla="*/ 6 h 37"/>
              <a:gd name="T4" fmla="*/ 0 w 39"/>
              <a:gd name="T5" fmla="*/ 18 h 37"/>
              <a:gd name="T6" fmla="*/ 20 w 39"/>
              <a:gd name="T7" fmla="*/ 18 h 37"/>
              <a:gd name="T8" fmla="*/ 20 w 39"/>
              <a:gd name="T9" fmla="*/ 22 h 37"/>
              <a:gd name="T10" fmla="*/ 0 w 39"/>
              <a:gd name="T11" fmla="*/ 22 h 37"/>
              <a:gd name="T12" fmla="*/ 5 w 39"/>
              <a:gd name="T13" fmla="*/ 32 h 37"/>
              <a:gd name="T14" fmla="*/ 18 w 39"/>
              <a:gd name="T15" fmla="*/ 37 h 37"/>
              <a:gd name="T16" fmla="*/ 31 w 39"/>
              <a:gd name="T17" fmla="*/ 32 h 37"/>
              <a:gd name="T18" fmla="*/ 31 w 39"/>
              <a:gd name="T19" fmla="*/ 6 h 37"/>
              <a:gd name="T20" fmla="*/ 18 w 39"/>
              <a:gd name="T2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37">
                <a:moveTo>
                  <a:pt x="18" y="0"/>
                </a:moveTo>
                <a:cubicBezTo>
                  <a:pt x="13" y="0"/>
                  <a:pt x="9" y="2"/>
                  <a:pt x="5" y="6"/>
                </a:cubicBezTo>
                <a:cubicBezTo>
                  <a:pt x="2" y="9"/>
                  <a:pt x="0" y="13"/>
                  <a:pt x="0" y="18"/>
                </a:cubicBezTo>
                <a:cubicBezTo>
                  <a:pt x="20" y="18"/>
                  <a:pt x="20" y="18"/>
                  <a:pt x="20" y="18"/>
                </a:cubicBezTo>
                <a:cubicBezTo>
                  <a:pt x="20" y="22"/>
                  <a:pt x="20" y="22"/>
                  <a:pt x="20" y="22"/>
                </a:cubicBezTo>
                <a:cubicBezTo>
                  <a:pt x="0" y="22"/>
                  <a:pt x="0" y="22"/>
                  <a:pt x="0" y="22"/>
                </a:cubicBezTo>
                <a:cubicBezTo>
                  <a:pt x="1" y="26"/>
                  <a:pt x="2" y="29"/>
                  <a:pt x="5" y="32"/>
                </a:cubicBezTo>
                <a:cubicBezTo>
                  <a:pt x="9" y="36"/>
                  <a:pt x="13" y="37"/>
                  <a:pt x="18" y="37"/>
                </a:cubicBezTo>
                <a:cubicBezTo>
                  <a:pt x="23" y="37"/>
                  <a:pt x="28" y="36"/>
                  <a:pt x="31" y="32"/>
                </a:cubicBezTo>
                <a:cubicBezTo>
                  <a:pt x="39" y="25"/>
                  <a:pt x="39" y="13"/>
                  <a:pt x="31" y="6"/>
                </a:cubicBezTo>
                <a:cubicBezTo>
                  <a:pt x="28" y="2"/>
                  <a:pt x="23" y="0"/>
                  <a:pt x="18"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21" name="Freeform 978"/>
          <p:cNvSpPr>
            <a:spLocks/>
          </p:cNvSpPr>
          <p:nvPr/>
        </p:nvSpPr>
        <p:spPr bwMode="auto">
          <a:xfrm>
            <a:off x="1118371" y="2524126"/>
            <a:ext cx="138113" cy="136525"/>
          </a:xfrm>
          <a:custGeom>
            <a:avLst/>
            <a:gdLst>
              <a:gd name="T0" fmla="*/ 16 w 33"/>
              <a:gd name="T1" fmla="*/ 0 h 33"/>
              <a:gd name="T2" fmla="*/ 4 w 33"/>
              <a:gd name="T3" fmla="*/ 5 h 33"/>
              <a:gd name="T4" fmla="*/ 0 w 33"/>
              <a:gd name="T5" fmla="*/ 17 h 33"/>
              <a:gd name="T6" fmla="*/ 4 w 33"/>
              <a:gd name="T7" fmla="*/ 28 h 33"/>
              <a:gd name="T8" fmla="*/ 16 w 33"/>
              <a:gd name="T9" fmla="*/ 33 h 33"/>
              <a:gd name="T10" fmla="*/ 28 w 33"/>
              <a:gd name="T11" fmla="*/ 28 h 33"/>
              <a:gd name="T12" fmla="*/ 33 w 33"/>
              <a:gd name="T13" fmla="*/ 17 h 33"/>
              <a:gd name="T14" fmla="*/ 28 w 33"/>
              <a:gd name="T15" fmla="*/ 5 h 33"/>
              <a:gd name="T16" fmla="*/ 29 w 33"/>
              <a:gd name="T17" fmla="*/ 3 h 33"/>
              <a:gd name="T18" fmla="*/ 29 w 33"/>
              <a:gd name="T19" fmla="*/ 3 h 33"/>
              <a:gd name="T20" fmla="*/ 28 w 33"/>
              <a:gd name="T21" fmla="*/ 5 h 33"/>
              <a:gd name="T22" fmla="*/ 16 w 33"/>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3">
                <a:moveTo>
                  <a:pt x="16" y="0"/>
                </a:moveTo>
                <a:cubicBezTo>
                  <a:pt x="12" y="0"/>
                  <a:pt x="8" y="2"/>
                  <a:pt x="4" y="5"/>
                </a:cubicBezTo>
                <a:cubicBezTo>
                  <a:pt x="1" y="8"/>
                  <a:pt x="0" y="12"/>
                  <a:pt x="0" y="17"/>
                </a:cubicBezTo>
                <a:cubicBezTo>
                  <a:pt x="0" y="21"/>
                  <a:pt x="1" y="25"/>
                  <a:pt x="4" y="28"/>
                </a:cubicBezTo>
                <a:cubicBezTo>
                  <a:pt x="8" y="32"/>
                  <a:pt x="12" y="33"/>
                  <a:pt x="16" y="33"/>
                </a:cubicBezTo>
                <a:cubicBezTo>
                  <a:pt x="20" y="33"/>
                  <a:pt x="25" y="32"/>
                  <a:pt x="28" y="28"/>
                </a:cubicBezTo>
                <a:cubicBezTo>
                  <a:pt x="31" y="25"/>
                  <a:pt x="33" y="21"/>
                  <a:pt x="33" y="17"/>
                </a:cubicBezTo>
                <a:cubicBezTo>
                  <a:pt x="33" y="12"/>
                  <a:pt x="31" y="8"/>
                  <a:pt x="28" y="5"/>
                </a:cubicBezTo>
                <a:cubicBezTo>
                  <a:pt x="29" y="3"/>
                  <a:pt x="29" y="3"/>
                  <a:pt x="29" y="3"/>
                </a:cubicBezTo>
                <a:cubicBezTo>
                  <a:pt x="29" y="3"/>
                  <a:pt x="29" y="3"/>
                  <a:pt x="29" y="3"/>
                </a:cubicBezTo>
                <a:cubicBezTo>
                  <a:pt x="28" y="5"/>
                  <a:pt x="28" y="5"/>
                  <a:pt x="28" y="5"/>
                </a:cubicBezTo>
                <a:cubicBezTo>
                  <a:pt x="25" y="2"/>
                  <a:pt x="20"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22" name="Freeform 979"/>
          <p:cNvSpPr>
            <a:spLocks noEditPoints="1"/>
          </p:cNvSpPr>
          <p:nvPr/>
        </p:nvSpPr>
        <p:spPr bwMode="auto">
          <a:xfrm>
            <a:off x="1102495" y="2506664"/>
            <a:ext cx="169863" cy="169863"/>
          </a:xfrm>
          <a:custGeom>
            <a:avLst/>
            <a:gdLst>
              <a:gd name="T0" fmla="*/ 20 w 41"/>
              <a:gd name="T1" fmla="*/ 37 h 41"/>
              <a:gd name="T2" fmla="*/ 8 w 41"/>
              <a:gd name="T3" fmla="*/ 32 h 41"/>
              <a:gd name="T4" fmla="*/ 4 w 41"/>
              <a:gd name="T5" fmla="*/ 21 h 41"/>
              <a:gd name="T6" fmla="*/ 8 w 41"/>
              <a:gd name="T7" fmla="*/ 9 h 41"/>
              <a:gd name="T8" fmla="*/ 20 w 41"/>
              <a:gd name="T9" fmla="*/ 4 h 41"/>
              <a:gd name="T10" fmla="*/ 32 w 41"/>
              <a:gd name="T11" fmla="*/ 9 h 41"/>
              <a:gd name="T12" fmla="*/ 33 w 41"/>
              <a:gd name="T13" fmla="*/ 7 h 41"/>
              <a:gd name="T14" fmla="*/ 35 w 41"/>
              <a:gd name="T15" fmla="*/ 6 h 41"/>
              <a:gd name="T16" fmla="*/ 33 w 41"/>
              <a:gd name="T17" fmla="*/ 7 h 41"/>
              <a:gd name="T18" fmla="*/ 32 w 41"/>
              <a:gd name="T19" fmla="*/ 9 h 41"/>
              <a:gd name="T20" fmla="*/ 37 w 41"/>
              <a:gd name="T21" fmla="*/ 21 h 41"/>
              <a:gd name="T22" fmla="*/ 32 w 41"/>
              <a:gd name="T23" fmla="*/ 32 h 41"/>
              <a:gd name="T24" fmla="*/ 20 w 41"/>
              <a:gd name="T25" fmla="*/ 37 h 41"/>
              <a:gd name="T26" fmla="*/ 20 w 41"/>
              <a:gd name="T27" fmla="*/ 0 h 41"/>
              <a:gd name="T28" fmla="*/ 20 w 41"/>
              <a:gd name="T29" fmla="*/ 0 h 41"/>
              <a:gd name="T30" fmla="*/ 6 w 41"/>
              <a:gd name="T31" fmla="*/ 6 h 41"/>
              <a:gd name="T32" fmla="*/ 0 w 41"/>
              <a:gd name="T33" fmla="*/ 21 h 41"/>
              <a:gd name="T34" fmla="*/ 6 w 41"/>
              <a:gd name="T35" fmla="*/ 35 h 41"/>
              <a:gd name="T36" fmla="*/ 20 w 41"/>
              <a:gd name="T37" fmla="*/ 41 h 41"/>
              <a:gd name="T38" fmla="*/ 20 w 41"/>
              <a:gd name="T39" fmla="*/ 41 h 41"/>
              <a:gd name="T40" fmla="*/ 35 w 41"/>
              <a:gd name="T41" fmla="*/ 35 h 41"/>
              <a:gd name="T42" fmla="*/ 41 w 41"/>
              <a:gd name="T43" fmla="*/ 21 h 41"/>
              <a:gd name="T44" fmla="*/ 35 w 41"/>
              <a:gd name="T45" fmla="*/ 6 h 41"/>
              <a:gd name="T46" fmla="*/ 35 w 41"/>
              <a:gd name="T47" fmla="*/ 6 h 41"/>
              <a:gd name="T48" fmla="*/ 20 w 41"/>
              <a:gd name="T49"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 h="41">
                <a:moveTo>
                  <a:pt x="20" y="37"/>
                </a:moveTo>
                <a:cubicBezTo>
                  <a:pt x="16" y="37"/>
                  <a:pt x="12" y="36"/>
                  <a:pt x="8" y="32"/>
                </a:cubicBezTo>
                <a:cubicBezTo>
                  <a:pt x="5" y="29"/>
                  <a:pt x="4" y="25"/>
                  <a:pt x="4" y="21"/>
                </a:cubicBezTo>
                <a:cubicBezTo>
                  <a:pt x="4" y="16"/>
                  <a:pt x="5" y="12"/>
                  <a:pt x="8" y="9"/>
                </a:cubicBezTo>
                <a:cubicBezTo>
                  <a:pt x="12" y="6"/>
                  <a:pt x="16" y="4"/>
                  <a:pt x="20" y="4"/>
                </a:cubicBezTo>
                <a:cubicBezTo>
                  <a:pt x="24" y="4"/>
                  <a:pt x="29" y="6"/>
                  <a:pt x="32" y="9"/>
                </a:cubicBezTo>
                <a:cubicBezTo>
                  <a:pt x="33" y="7"/>
                  <a:pt x="33" y="7"/>
                  <a:pt x="33" y="7"/>
                </a:cubicBezTo>
                <a:cubicBezTo>
                  <a:pt x="35" y="6"/>
                  <a:pt x="35" y="6"/>
                  <a:pt x="35" y="6"/>
                </a:cubicBezTo>
                <a:cubicBezTo>
                  <a:pt x="33" y="7"/>
                  <a:pt x="33" y="7"/>
                  <a:pt x="33" y="7"/>
                </a:cubicBezTo>
                <a:cubicBezTo>
                  <a:pt x="32" y="9"/>
                  <a:pt x="32" y="9"/>
                  <a:pt x="32" y="9"/>
                </a:cubicBezTo>
                <a:cubicBezTo>
                  <a:pt x="35" y="12"/>
                  <a:pt x="37" y="16"/>
                  <a:pt x="37" y="21"/>
                </a:cubicBezTo>
                <a:cubicBezTo>
                  <a:pt x="37" y="25"/>
                  <a:pt x="35" y="29"/>
                  <a:pt x="32" y="32"/>
                </a:cubicBezTo>
                <a:cubicBezTo>
                  <a:pt x="29" y="36"/>
                  <a:pt x="24" y="37"/>
                  <a:pt x="20" y="37"/>
                </a:cubicBezTo>
                <a:moveTo>
                  <a:pt x="20" y="0"/>
                </a:moveTo>
                <a:cubicBezTo>
                  <a:pt x="20" y="0"/>
                  <a:pt x="20" y="0"/>
                  <a:pt x="20" y="0"/>
                </a:cubicBezTo>
                <a:cubicBezTo>
                  <a:pt x="15" y="0"/>
                  <a:pt x="10" y="2"/>
                  <a:pt x="6" y="6"/>
                </a:cubicBezTo>
                <a:cubicBezTo>
                  <a:pt x="2" y="10"/>
                  <a:pt x="0" y="15"/>
                  <a:pt x="0" y="21"/>
                </a:cubicBezTo>
                <a:cubicBezTo>
                  <a:pt x="0" y="26"/>
                  <a:pt x="2" y="31"/>
                  <a:pt x="6" y="35"/>
                </a:cubicBezTo>
                <a:cubicBezTo>
                  <a:pt x="10" y="39"/>
                  <a:pt x="15" y="41"/>
                  <a:pt x="20" y="41"/>
                </a:cubicBezTo>
                <a:cubicBezTo>
                  <a:pt x="20" y="41"/>
                  <a:pt x="20" y="41"/>
                  <a:pt x="20" y="41"/>
                </a:cubicBezTo>
                <a:cubicBezTo>
                  <a:pt x="25" y="41"/>
                  <a:pt x="31" y="39"/>
                  <a:pt x="35" y="35"/>
                </a:cubicBezTo>
                <a:cubicBezTo>
                  <a:pt x="39" y="31"/>
                  <a:pt x="41" y="26"/>
                  <a:pt x="41" y="21"/>
                </a:cubicBezTo>
                <a:cubicBezTo>
                  <a:pt x="41" y="15"/>
                  <a:pt x="39" y="10"/>
                  <a:pt x="35" y="6"/>
                </a:cubicBezTo>
                <a:cubicBezTo>
                  <a:pt x="35" y="6"/>
                  <a:pt x="35" y="6"/>
                  <a:pt x="35" y="6"/>
                </a:cubicBezTo>
                <a:cubicBezTo>
                  <a:pt x="31"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23" name="Freeform 980"/>
          <p:cNvSpPr>
            <a:spLocks/>
          </p:cNvSpPr>
          <p:nvPr/>
        </p:nvSpPr>
        <p:spPr bwMode="auto">
          <a:xfrm>
            <a:off x="3047186" y="592138"/>
            <a:ext cx="169863" cy="153988"/>
          </a:xfrm>
          <a:custGeom>
            <a:avLst/>
            <a:gdLst>
              <a:gd name="T0" fmla="*/ 21 w 41"/>
              <a:gd name="T1" fmla="*/ 0 h 37"/>
              <a:gd name="T2" fmla="*/ 9 w 41"/>
              <a:gd name="T3" fmla="*/ 4 h 37"/>
              <a:gd name="T4" fmla="*/ 17 w 41"/>
              <a:gd name="T5" fmla="*/ 11 h 37"/>
              <a:gd name="T6" fmla="*/ 14 w 41"/>
              <a:gd name="T7" fmla="*/ 14 h 37"/>
              <a:gd name="T8" fmla="*/ 7 w 41"/>
              <a:gd name="T9" fmla="*/ 7 h 37"/>
              <a:gd name="T10" fmla="*/ 7 w 41"/>
              <a:gd name="T11" fmla="*/ 32 h 37"/>
              <a:gd name="T12" fmla="*/ 21 w 41"/>
              <a:gd name="T13" fmla="*/ 37 h 37"/>
              <a:gd name="T14" fmla="*/ 34 w 41"/>
              <a:gd name="T15" fmla="*/ 32 h 37"/>
              <a:gd name="T16" fmla="*/ 34 w 41"/>
              <a:gd name="T17" fmla="*/ 6 h 37"/>
              <a:gd name="T18" fmla="*/ 21 w 41"/>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7">
                <a:moveTo>
                  <a:pt x="21" y="0"/>
                </a:moveTo>
                <a:cubicBezTo>
                  <a:pt x="17" y="0"/>
                  <a:pt x="13" y="1"/>
                  <a:pt x="9" y="4"/>
                </a:cubicBezTo>
                <a:cubicBezTo>
                  <a:pt x="17" y="11"/>
                  <a:pt x="17" y="11"/>
                  <a:pt x="17" y="11"/>
                </a:cubicBezTo>
                <a:cubicBezTo>
                  <a:pt x="14" y="14"/>
                  <a:pt x="14" y="14"/>
                  <a:pt x="14" y="14"/>
                </a:cubicBezTo>
                <a:cubicBezTo>
                  <a:pt x="7" y="7"/>
                  <a:pt x="7" y="7"/>
                  <a:pt x="7" y="7"/>
                </a:cubicBezTo>
                <a:cubicBezTo>
                  <a:pt x="0" y="14"/>
                  <a:pt x="1" y="25"/>
                  <a:pt x="7" y="32"/>
                </a:cubicBezTo>
                <a:cubicBezTo>
                  <a:pt x="11" y="36"/>
                  <a:pt x="16" y="37"/>
                  <a:pt x="21" y="37"/>
                </a:cubicBezTo>
                <a:cubicBezTo>
                  <a:pt x="25" y="37"/>
                  <a:pt x="30" y="36"/>
                  <a:pt x="34" y="32"/>
                </a:cubicBezTo>
                <a:cubicBezTo>
                  <a:pt x="41" y="25"/>
                  <a:pt x="41" y="13"/>
                  <a:pt x="34" y="6"/>
                </a:cubicBezTo>
                <a:cubicBezTo>
                  <a:pt x="30" y="2"/>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24" name="Freeform 981"/>
          <p:cNvSpPr>
            <a:spLocks/>
          </p:cNvSpPr>
          <p:nvPr/>
        </p:nvSpPr>
        <p:spPr bwMode="auto">
          <a:xfrm>
            <a:off x="3009086" y="219075"/>
            <a:ext cx="161925" cy="152400"/>
          </a:xfrm>
          <a:custGeom>
            <a:avLst/>
            <a:gdLst>
              <a:gd name="T0" fmla="*/ 18 w 39"/>
              <a:gd name="T1" fmla="*/ 0 h 37"/>
              <a:gd name="T2" fmla="*/ 5 w 39"/>
              <a:gd name="T3" fmla="*/ 5 h 37"/>
              <a:gd name="T4" fmla="*/ 0 w 39"/>
              <a:gd name="T5" fmla="*/ 14 h 37"/>
              <a:gd name="T6" fmla="*/ 24 w 39"/>
              <a:gd name="T7" fmla="*/ 14 h 37"/>
              <a:gd name="T8" fmla="*/ 24 w 39"/>
              <a:gd name="T9" fmla="*/ 18 h 37"/>
              <a:gd name="T10" fmla="*/ 0 w 39"/>
              <a:gd name="T11" fmla="*/ 18 h 37"/>
              <a:gd name="T12" fmla="*/ 5 w 39"/>
              <a:gd name="T13" fmla="*/ 31 h 37"/>
              <a:gd name="T14" fmla="*/ 18 w 39"/>
              <a:gd name="T15" fmla="*/ 37 h 37"/>
              <a:gd name="T16" fmla="*/ 32 w 39"/>
              <a:gd name="T17" fmla="*/ 31 h 37"/>
              <a:gd name="T18" fmla="*/ 32 w 39"/>
              <a:gd name="T19" fmla="*/ 5 h 37"/>
              <a:gd name="T20" fmla="*/ 18 w 39"/>
              <a:gd name="T2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37">
                <a:moveTo>
                  <a:pt x="18" y="0"/>
                </a:moveTo>
                <a:cubicBezTo>
                  <a:pt x="14" y="0"/>
                  <a:pt x="9" y="1"/>
                  <a:pt x="5" y="5"/>
                </a:cubicBezTo>
                <a:cubicBezTo>
                  <a:pt x="3" y="8"/>
                  <a:pt x="1" y="11"/>
                  <a:pt x="0" y="14"/>
                </a:cubicBezTo>
                <a:cubicBezTo>
                  <a:pt x="24" y="14"/>
                  <a:pt x="24" y="14"/>
                  <a:pt x="24" y="14"/>
                </a:cubicBezTo>
                <a:cubicBezTo>
                  <a:pt x="24" y="18"/>
                  <a:pt x="24" y="18"/>
                  <a:pt x="24" y="18"/>
                </a:cubicBezTo>
                <a:cubicBezTo>
                  <a:pt x="0" y="18"/>
                  <a:pt x="0" y="18"/>
                  <a:pt x="0" y="18"/>
                </a:cubicBezTo>
                <a:cubicBezTo>
                  <a:pt x="0" y="23"/>
                  <a:pt x="1" y="28"/>
                  <a:pt x="5" y="31"/>
                </a:cubicBezTo>
                <a:cubicBezTo>
                  <a:pt x="9" y="35"/>
                  <a:pt x="14" y="37"/>
                  <a:pt x="18" y="37"/>
                </a:cubicBezTo>
                <a:cubicBezTo>
                  <a:pt x="23" y="37"/>
                  <a:pt x="28" y="35"/>
                  <a:pt x="32" y="31"/>
                </a:cubicBezTo>
                <a:cubicBezTo>
                  <a:pt x="39" y="24"/>
                  <a:pt x="39" y="12"/>
                  <a:pt x="32" y="5"/>
                </a:cubicBezTo>
                <a:cubicBezTo>
                  <a:pt x="28" y="1"/>
                  <a:pt x="23" y="0"/>
                  <a:pt x="18"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25" name="Freeform 982"/>
          <p:cNvSpPr>
            <a:spLocks/>
          </p:cNvSpPr>
          <p:nvPr/>
        </p:nvSpPr>
        <p:spPr bwMode="auto">
          <a:xfrm>
            <a:off x="1334270" y="2560638"/>
            <a:ext cx="169863" cy="158750"/>
          </a:xfrm>
          <a:custGeom>
            <a:avLst/>
            <a:gdLst>
              <a:gd name="T0" fmla="*/ 21 w 41"/>
              <a:gd name="T1" fmla="*/ 0 h 38"/>
              <a:gd name="T2" fmla="*/ 8 w 41"/>
              <a:gd name="T3" fmla="*/ 6 h 38"/>
              <a:gd name="T4" fmla="*/ 8 w 41"/>
              <a:gd name="T5" fmla="*/ 32 h 38"/>
              <a:gd name="T6" fmla="*/ 21 w 41"/>
              <a:gd name="T7" fmla="*/ 38 h 38"/>
              <a:gd name="T8" fmla="*/ 34 w 41"/>
              <a:gd name="T9" fmla="*/ 32 h 38"/>
              <a:gd name="T10" fmla="*/ 34 w 41"/>
              <a:gd name="T11" fmla="*/ 6 h 38"/>
              <a:gd name="T12" fmla="*/ 26 w 41"/>
              <a:gd name="T13" fmla="*/ 1 h 38"/>
              <a:gd name="T14" fmla="*/ 26 w 41"/>
              <a:gd name="T15" fmla="*/ 23 h 38"/>
              <a:gd name="T16" fmla="*/ 22 w 41"/>
              <a:gd name="T17" fmla="*/ 23 h 38"/>
              <a:gd name="T18" fmla="*/ 22 w 41"/>
              <a:gd name="T19" fmla="*/ 0 h 38"/>
              <a:gd name="T20" fmla="*/ 21 w 41"/>
              <a:gd name="T2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 h="38">
                <a:moveTo>
                  <a:pt x="21" y="0"/>
                </a:moveTo>
                <a:cubicBezTo>
                  <a:pt x="16" y="0"/>
                  <a:pt x="11" y="2"/>
                  <a:pt x="8" y="6"/>
                </a:cubicBezTo>
                <a:cubicBezTo>
                  <a:pt x="0" y="13"/>
                  <a:pt x="0" y="25"/>
                  <a:pt x="8" y="32"/>
                </a:cubicBezTo>
                <a:cubicBezTo>
                  <a:pt x="11" y="36"/>
                  <a:pt x="16" y="38"/>
                  <a:pt x="21" y="38"/>
                </a:cubicBezTo>
                <a:cubicBezTo>
                  <a:pt x="26" y="38"/>
                  <a:pt x="30" y="36"/>
                  <a:pt x="34" y="32"/>
                </a:cubicBezTo>
                <a:cubicBezTo>
                  <a:pt x="41" y="25"/>
                  <a:pt x="41" y="13"/>
                  <a:pt x="34" y="6"/>
                </a:cubicBezTo>
                <a:cubicBezTo>
                  <a:pt x="32" y="4"/>
                  <a:pt x="29" y="2"/>
                  <a:pt x="26" y="1"/>
                </a:cubicBezTo>
                <a:cubicBezTo>
                  <a:pt x="26" y="23"/>
                  <a:pt x="26" y="23"/>
                  <a:pt x="26" y="23"/>
                </a:cubicBezTo>
                <a:cubicBezTo>
                  <a:pt x="22" y="23"/>
                  <a:pt x="22" y="23"/>
                  <a:pt x="22" y="23"/>
                </a:cubicBezTo>
                <a:cubicBezTo>
                  <a:pt x="22" y="0"/>
                  <a:pt x="22" y="0"/>
                  <a:pt x="22" y="0"/>
                </a:cubicBezTo>
                <a:cubicBezTo>
                  <a:pt x="22" y="0"/>
                  <a:pt x="21"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26" name="Freeform 983"/>
          <p:cNvSpPr>
            <a:spLocks/>
          </p:cNvSpPr>
          <p:nvPr/>
        </p:nvSpPr>
        <p:spPr bwMode="auto">
          <a:xfrm>
            <a:off x="2378848" y="841375"/>
            <a:ext cx="169863" cy="152400"/>
          </a:xfrm>
          <a:custGeom>
            <a:avLst/>
            <a:gdLst>
              <a:gd name="T0" fmla="*/ 20 w 41"/>
              <a:gd name="T1" fmla="*/ 0 h 37"/>
              <a:gd name="T2" fmla="*/ 9 w 41"/>
              <a:gd name="T3" fmla="*/ 3 h 37"/>
              <a:gd name="T4" fmla="*/ 22 w 41"/>
              <a:gd name="T5" fmla="*/ 16 h 37"/>
              <a:gd name="T6" fmla="*/ 20 w 41"/>
              <a:gd name="T7" fmla="*/ 19 h 37"/>
              <a:gd name="T8" fmla="*/ 6 w 41"/>
              <a:gd name="T9" fmla="*/ 6 h 37"/>
              <a:gd name="T10" fmla="*/ 7 w 41"/>
              <a:gd name="T11" fmla="*/ 31 h 37"/>
              <a:gd name="T12" fmla="*/ 20 w 41"/>
              <a:gd name="T13" fmla="*/ 37 h 37"/>
              <a:gd name="T14" fmla="*/ 34 w 41"/>
              <a:gd name="T15" fmla="*/ 31 h 37"/>
              <a:gd name="T16" fmla="*/ 34 w 41"/>
              <a:gd name="T17" fmla="*/ 5 h 37"/>
              <a:gd name="T18" fmla="*/ 20 w 41"/>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7">
                <a:moveTo>
                  <a:pt x="20" y="0"/>
                </a:moveTo>
                <a:cubicBezTo>
                  <a:pt x="17" y="0"/>
                  <a:pt x="13" y="1"/>
                  <a:pt x="9" y="3"/>
                </a:cubicBezTo>
                <a:cubicBezTo>
                  <a:pt x="22" y="16"/>
                  <a:pt x="22" y="16"/>
                  <a:pt x="22" y="16"/>
                </a:cubicBezTo>
                <a:cubicBezTo>
                  <a:pt x="20" y="19"/>
                  <a:pt x="20" y="19"/>
                  <a:pt x="20" y="19"/>
                </a:cubicBezTo>
                <a:cubicBezTo>
                  <a:pt x="6" y="6"/>
                  <a:pt x="6" y="6"/>
                  <a:pt x="6" y="6"/>
                </a:cubicBezTo>
                <a:cubicBezTo>
                  <a:pt x="0" y="13"/>
                  <a:pt x="0" y="24"/>
                  <a:pt x="7" y="31"/>
                </a:cubicBezTo>
                <a:cubicBezTo>
                  <a:pt x="11" y="35"/>
                  <a:pt x="16" y="37"/>
                  <a:pt x="20" y="37"/>
                </a:cubicBezTo>
                <a:cubicBezTo>
                  <a:pt x="25" y="37"/>
                  <a:pt x="30" y="35"/>
                  <a:pt x="34" y="31"/>
                </a:cubicBezTo>
                <a:cubicBezTo>
                  <a:pt x="41" y="24"/>
                  <a:pt x="41" y="12"/>
                  <a:pt x="34" y="5"/>
                </a:cubicBezTo>
                <a:cubicBezTo>
                  <a:pt x="30" y="1"/>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27" name="Freeform 984"/>
          <p:cNvSpPr>
            <a:spLocks/>
          </p:cNvSpPr>
          <p:nvPr/>
        </p:nvSpPr>
        <p:spPr bwMode="auto">
          <a:xfrm>
            <a:off x="1321570" y="1636714"/>
            <a:ext cx="169863" cy="153988"/>
          </a:xfrm>
          <a:custGeom>
            <a:avLst/>
            <a:gdLst>
              <a:gd name="T0" fmla="*/ 21 w 41"/>
              <a:gd name="T1" fmla="*/ 0 h 37"/>
              <a:gd name="T2" fmla="*/ 13 w 41"/>
              <a:gd name="T3" fmla="*/ 1 h 37"/>
              <a:gd name="T4" fmla="*/ 26 w 41"/>
              <a:gd name="T5" fmla="*/ 14 h 37"/>
              <a:gd name="T6" fmla="*/ 23 w 41"/>
              <a:gd name="T7" fmla="*/ 17 h 37"/>
              <a:gd name="T8" fmla="*/ 10 w 41"/>
              <a:gd name="T9" fmla="*/ 4 h 37"/>
              <a:gd name="T10" fmla="*/ 8 w 41"/>
              <a:gd name="T11" fmla="*/ 5 h 37"/>
              <a:gd name="T12" fmla="*/ 8 w 41"/>
              <a:gd name="T13" fmla="*/ 32 h 37"/>
              <a:gd name="T14" fmla="*/ 21 w 41"/>
              <a:gd name="T15" fmla="*/ 37 h 37"/>
              <a:gd name="T16" fmla="*/ 34 w 41"/>
              <a:gd name="T17" fmla="*/ 32 h 37"/>
              <a:gd name="T18" fmla="*/ 34 w 41"/>
              <a:gd name="T19" fmla="*/ 5 h 37"/>
              <a:gd name="T20" fmla="*/ 21 w 41"/>
              <a:gd name="T2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 h="37">
                <a:moveTo>
                  <a:pt x="21" y="0"/>
                </a:moveTo>
                <a:cubicBezTo>
                  <a:pt x="18" y="0"/>
                  <a:pt x="16" y="0"/>
                  <a:pt x="13" y="1"/>
                </a:cubicBezTo>
                <a:cubicBezTo>
                  <a:pt x="26" y="14"/>
                  <a:pt x="26" y="14"/>
                  <a:pt x="26" y="14"/>
                </a:cubicBezTo>
                <a:cubicBezTo>
                  <a:pt x="23" y="17"/>
                  <a:pt x="23" y="17"/>
                  <a:pt x="23" y="17"/>
                </a:cubicBezTo>
                <a:cubicBezTo>
                  <a:pt x="10" y="4"/>
                  <a:pt x="10" y="4"/>
                  <a:pt x="10" y="4"/>
                </a:cubicBezTo>
                <a:cubicBezTo>
                  <a:pt x="9" y="4"/>
                  <a:pt x="8" y="5"/>
                  <a:pt x="8" y="5"/>
                </a:cubicBezTo>
                <a:cubicBezTo>
                  <a:pt x="0" y="13"/>
                  <a:pt x="0" y="24"/>
                  <a:pt x="8" y="32"/>
                </a:cubicBezTo>
                <a:cubicBezTo>
                  <a:pt x="11" y="35"/>
                  <a:pt x="16" y="37"/>
                  <a:pt x="21" y="37"/>
                </a:cubicBezTo>
                <a:cubicBezTo>
                  <a:pt x="26" y="37"/>
                  <a:pt x="30" y="35"/>
                  <a:pt x="34" y="32"/>
                </a:cubicBezTo>
                <a:cubicBezTo>
                  <a:pt x="41" y="24"/>
                  <a:pt x="41" y="13"/>
                  <a:pt x="34" y="5"/>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28" name="Freeform 985"/>
          <p:cNvSpPr>
            <a:spLocks/>
          </p:cNvSpPr>
          <p:nvPr/>
        </p:nvSpPr>
        <p:spPr bwMode="auto">
          <a:xfrm>
            <a:off x="2751908" y="-261937"/>
            <a:ext cx="169863" cy="153988"/>
          </a:xfrm>
          <a:custGeom>
            <a:avLst/>
            <a:gdLst>
              <a:gd name="T0" fmla="*/ 21 w 41"/>
              <a:gd name="T1" fmla="*/ 0 h 37"/>
              <a:gd name="T2" fmla="*/ 15 w 41"/>
              <a:gd name="T3" fmla="*/ 1 h 37"/>
              <a:gd name="T4" fmla="*/ 15 w 41"/>
              <a:gd name="T5" fmla="*/ 7 h 37"/>
              <a:gd name="T6" fmla="*/ 11 w 41"/>
              <a:gd name="T7" fmla="*/ 7 h 37"/>
              <a:gd name="T8" fmla="*/ 11 w 41"/>
              <a:gd name="T9" fmla="*/ 3 h 37"/>
              <a:gd name="T10" fmla="*/ 8 w 41"/>
              <a:gd name="T11" fmla="*/ 5 h 37"/>
              <a:gd name="T12" fmla="*/ 8 w 41"/>
              <a:gd name="T13" fmla="*/ 32 h 37"/>
              <a:gd name="T14" fmla="*/ 21 w 41"/>
              <a:gd name="T15" fmla="*/ 37 h 37"/>
              <a:gd name="T16" fmla="*/ 34 w 41"/>
              <a:gd name="T17" fmla="*/ 32 h 37"/>
              <a:gd name="T18" fmla="*/ 34 w 41"/>
              <a:gd name="T19" fmla="*/ 5 h 37"/>
              <a:gd name="T20" fmla="*/ 21 w 41"/>
              <a:gd name="T2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 h="37">
                <a:moveTo>
                  <a:pt x="21" y="0"/>
                </a:moveTo>
                <a:cubicBezTo>
                  <a:pt x="19" y="0"/>
                  <a:pt x="17" y="0"/>
                  <a:pt x="15" y="1"/>
                </a:cubicBezTo>
                <a:cubicBezTo>
                  <a:pt x="15" y="7"/>
                  <a:pt x="15" y="7"/>
                  <a:pt x="15" y="7"/>
                </a:cubicBezTo>
                <a:cubicBezTo>
                  <a:pt x="11" y="7"/>
                  <a:pt x="11" y="7"/>
                  <a:pt x="11" y="7"/>
                </a:cubicBezTo>
                <a:cubicBezTo>
                  <a:pt x="11" y="3"/>
                  <a:pt x="11" y="3"/>
                  <a:pt x="11" y="3"/>
                </a:cubicBezTo>
                <a:cubicBezTo>
                  <a:pt x="10" y="3"/>
                  <a:pt x="9" y="4"/>
                  <a:pt x="8" y="5"/>
                </a:cubicBezTo>
                <a:cubicBezTo>
                  <a:pt x="0" y="12"/>
                  <a:pt x="0" y="24"/>
                  <a:pt x="8" y="32"/>
                </a:cubicBezTo>
                <a:cubicBezTo>
                  <a:pt x="11" y="35"/>
                  <a:pt x="16" y="37"/>
                  <a:pt x="21" y="37"/>
                </a:cubicBezTo>
                <a:cubicBezTo>
                  <a:pt x="26" y="37"/>
                  <a:pt x="31" y="35"/>
                  <a:pt x="34" y="32"/>
                </a:cubicBezTo>
                <a:cubicBezTo>
                  <a:pt x="41" y="24"/>
                  <a:pt x="41" y="12"/>
                  <a:pt x="34" y="5"/>
                </a:cubicBezTo>
                <a:cubicBezTo>
                  <a:pt x="31" y="1"/>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29" name="Freeform 986"/>
          <p:cNvSpPr>
            <a:spLocks/>
          </p:cNvSpPr>
          <p:nvPr/>
        </p:nvSpPr>
        <p:spPr bwMode="auto">
          <a:xfrm>
            <a:off x="865959" y="123825"/>
            <a:ext cx="169863" cy="152400"/>
          </a:xfrm>
          <a:custGeom>
            <a:avLst/>
            <a:gdLst>
              <a:gd name="T0" fmla="*/ 21 w 41"/>
              <a:gd name="T1" fmla="*/ 0 h 37"/>
              <a:gd name="T2" fmla="*/ 7 w 41"/>
              <a:gd name="T3" fmla="*/ 5 h 37"/>
              <a:gd name="T4" fmla="*/ 7 w 41"/>
              <a:gd name="T5" fmla="*/ 32 h 37"/>
              <a:gd name="T6" fmla="*/ 21 w 41"/>
              <a:gd name="T7" fmla="*/ 37 h 37"/>
              <a:gd name="T8" fmla="*/ 34 w 41"/>
              <a:gd name="T9" fmla="*/ 32 h 37"/>
              <a:gd name="T10" fmla="*/ 34 w 41"/>
              <a:gd name="T11" fmla="*/ 5 h 37"/>
              <a:gd name="T12" fmla="*/ 26 w 41"/>
              <a:gd name="T13" fmla="*/ 1 h 37"/>
              <a:gd name="T14" fmla="*/ 25 w 41"/>
              <a:gd name="T15" fmla="*/ 22 h 37"/>
              <a:gd name="T16" fmla="*/ 21 w 41"/>
              <a:gd name="T17" fmla="*/ 22 h 37"/>
              <a:gd name="T18" fmla="*/ 22 w 41"/>
              <a:gd name="T19" fmla="*/ 0 h 37"/>
              <a:gd name="T20" fmla="*/ 21 w 41"/>
              <a:gd name="T2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 h="37">
                <a:moveTo>
                  <a:pt x="21" y="0"/>
                </a:moveTo>
                <a:cubicBezTo>
                  <a:pt x="16" y="0"/>
                  <a:pt x="11" y="2"/>
                  <a:pt x="7" y="5"/>
                </a:cubicBezTo>
                <a:cubicBezTo>
                  <a:pt x="0" y="13"/>
                  <a:pt x="0" y="25"/>
                  <a:pt x="7" y="32"/>
                </a:cubicBezTo>
                <a:cubicBezTo>
                  <a:pt x="11" y="36"/>
                  <a:pt x="16" y="37"/>
                  <a:pt x="21" y="37"/>
                </a:cubicBezTo>
                <a:cubicBezTo>
                  <a:pt x="25" y="37"/>
                  <a:pt x="30" y="36"/>
                  <a:pt x="34" y="32"/>
                </a:cubicBezTo>
                <a:cubicBezTo>
                  <a:pt x="41" y="25"/>
                  <a:pt x="41" y="13"/>
                  <a:pt x="34" y="5"/>
                </a:cubicBezTo>
                <a:cubicBezTo>
                  <a:pt x="31" y="3"/>
                  <a:pt x="29" y="2"/>
                  <a:pt x="26" y="1"/>
                </a:cubicBezTo>
                <a:cubicBezTo>
                  <a:pt x="25" y="22"/>
                  <a:pt x="25" y="22"/>
                  <a:pt x="25" y="22"/>
                </a:cubicBezTo>
                <a:cubicBezTo>
                  <a:pt x="21" y="22"/>
                  <a:pt x="21" y="22"/>
                  <a:pt x="21" y="22"/>
                </a:cubicBezTo>
                <a:cubicBezTo>
                  <a:pt x="22" y="0"/>
                  <a:pt x="22" y="0"/>
                  <a:pt x="22" y="0"/>
                </a:cubicBezTo>
                <a:cubicBezTo>
                  <a:pt x="21" y="0"/>
                  <a:pt x="21"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30" name="Freeform 987"/>
          <p:cNvSpPr>
            <a:spLocks/>
          </p:cNvSpPr>
          <p:nvPr/>
        </p:nvSpPr>
        <p:spPr bwMode="auto">
          <a:xfrm>
            <a:off x="-4202930" y="2735263"/>
            <a:ext cx="2374900" cy="1293813"/>
          </a:xfrm>
          <a:custGeom>
            <a:avLst/>
            <a:gdLst>
              <a:gd name="T0" fmla="*/ 0 w 573"/>
              <a:gd name="T1" fmla="*/ 0 h 312"/>
              <a:gd name="T2" fmla="*/ 0 w 573"/>
              <a:gd name="T3" fmla="*/ 17 h 312"/>
              <a:gd name="T4" fmla="*/ 49 w 573"/>
              <a:gd name="T5" fmla="*/ 65 h 312"/>
              <a:gd name="T6" fmla="*/ 156 w 573"/>
              <a:gd name="T7" fmla="*/ 68 h 312"/>
              <a:gd name="T8" fmla="*/ 237 w 573"/>
              <a:gd name="T9" fmla="*/ 149 h 312"/>
              <a:gd name="T10" fmla="*/ 324 w 573"/>
              <a:gd name="T11" fmla="*/ 151 h 312"/>
              <a:gd name="T12" fmla="*/ 375 w 573"/>
              <a:gd name="T13" fmla="*/ 202 h 312"/>
              <a:gd name="T14" fmla="*/ 430 w 573"/>
              <a:gd name="T15" fmla="*/ 200 h 312"/>
              <a:gd name="T16" fmla="*/ 541 w 573"/>
              <a:gd name="T17" fmla="*/ 312 h 312"/>
              <a:gd name="T18" fmla="*/ 572 w 573"/>
              <a:gd name="T19" fmla="*/ 311 h 312"/>
              <a:gd name="T20" fmla="*/ 573 w 573"/>
              <a:gd name="T21" fmla="*/ 307 h 312"/>
              <a:gd name="T22" fmla="*/ 543 w 573"/>
              <a:gd name="T23" fmla="*/ 308 h 312"/>
              <a:gd name="T24" fmla="*/ 431 w 573"/>
              <a:gd name="T25" fmla="*/ 196 h 312"/>
              <a:gd name="T26" fmla="*/ 376 w 573"/>
              <a:gd name="T27" fmla="*/ 198 h 312"/>
              <a:gd name="T28" fmla="*/ 325 w 573"/>
              <a:gd name="T29" fmla="*/ 147 h 312"/>
              <a:gd name="T30" fmla="*/ 238 w 573"/>
              <a:gd name="T31" fmla="*/ 145 h 312"/>
              <a:gd name="T32" fmla="*/ 158 w 573"/>
              <a:gd name="T33" fmla="*/ 64 h 312"/>
              <a:gd name="T34" fmla="*/ 51 w 573"/>
              <a:gd name="T35" fmla="*/ 61 h 312"/>
              <a:gd name="T36" fmla="*/ 4 w 573"/>
              <a:gd name="T37" fmla="*/ 15 h 312"/>
              <a:gd name="T38" fmla="*/ 4 w 573"/>
              <a:gd name="T39" fmla="*/ 0 h 312"/>
              <a:gd name="T40" fmla="*/ 0 w 573"/>
              <a:gd name="T41" fmla="*/ 0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73" h="312">
                <a:moveTo>
                  <a:pt x="0" y="0"/>
                </a:moveTo>
                <a:cubicBezTo>
                  <a:pt x="0" y="17"/>
                  <a:pt x="0" y="17"/>
                  <a:pt x="0" y="17"/>
                </a:cubicBezTo>
                <a:cubicBezTo>
                  <a:pt x="49" y="65"/>
                  <a:pt x="49" y="65"/>
                  <a:pt x="49" y="65"/>
                </a:cubicBezTo>
                <a:cubicBezTo>
                  <a:pt x="156" y="68"/>
                  <a:pt x="156" y="68"/>
                  <a:pt x="156" y="68"/>
                </a:cubicBezTo>
                <a:cubicBezTo>
                  <a:pt x="237" y="149"/>
                  <a:pt x="237" y="149"/>
                  <a:pt x="237" y="149"/>
                </a:cubicBezTo>
                <a:cubicBezTo>
                  <a:pt x="324" y="151"/>
                  <a:pt x="324" y="151"/>
                  <a:pt x="324" y="151"/>
                </a:cubicBezTo>
                <a:cubicBezTo>
                  <a:pt x="375" y="202"/>
                  <a:pt x="375" y="202"/>
                  <a:pt x="375" y="202"/>
                </a:cubicBezTo>
                <a:cubicBezTo>
                  <a:pt x="430" y="200"/>
                  <a:pt x="430" y="200"/>
                  <a:pt x="430" y="200"/>
                </a:cubicBezTo>
                <a:cubicBezTo>
                  <a:pt x="541" y="312"/>
                  <a:pt x="541" y="312"/>
                  <a:pt x="541" y="312"/>
                </a:cubicBezTo>
                <a:cubicBezTo>
                  <a:pt x="572" y="311"/>
                  <a:pt x="572" y="311"/>
                  <a:pt x="572" y="311"/>
                </a:cubicBezTo>
                <a:cubicBezTo>
                  <a:pt x="572" y="310"/>
                  <a:pt x="572" y="309"/>
                  <a:pt x="573" y="307"/>
                </a:cubicBezTo>
                <a:cubicBezTo>
                  <a:pt x="543" y="308"/>
                  <a:pt x="543" y="308"/>
                  <a:pt x="543" y="308"/>
                </a:cubicBezTo>
                <a:cubicBezTo>
                  <a:pt x="431" y="196"/>
                  <a:pt x="431" y="196"/>
                  <a:pt x="431" y="196"/>
                </a:cubicBezTo>
                <a:cubicBezTo>
                  <a:pt x="376" y="198"/>
                  <a:pt x="376" y="198"/>
                  <a:pt x="376" y="198"/>
                </a:cubicBezTo>
                <a:cubicBezTo>
                  <a:pt x="325" y="147"/>
                  <a:pt x="325" y="147"/>
                  <a:pt x="325" y="147"/>
                </a:cubicBezTo>
                <a:cubicBezTo>
                  <a:pt x="238" y="145"/>
                  <a:pt x="238" y="145"/>
                  <a:pt x="238" y="145"/>
                </a:cubicBezTo>
                <a:cubicBezTo>
                  <a:pt x="158" y="64"/>
                  <a:pt x="158" y="64"/>
                  <a:pt x="158" y="64"/>
                </a:cubicBezTo>
                <a:cubicBezTo>
                  <a:pt x="51" y="61"/>
                  <a:pt x="51" y="61"/>
                  <a:pt x="51" y="61"/>
                </a:cubicBezTo>
                <a:cubicBezTo>
                  <a:pt x="4" y="15"/>
                  <a:pt x="4" y="15"/>
                  <a:pt x="4" y="15"/>
                </a:cubicBezTo>
                <a:cubicBezTo>
                  <a:pt x="4" y="0"/>
                  <a:pt x="4" y="0"/>
                  <a:pt x="4" y="0"/>
                </a:cubicBezTo>
                <a:cubicBezTo>
                  <a:pt x="3" y="0"/>
                  <a:pt x="1" y="0"/>
                  <a:pt x="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31" name="Freeform 988"/>
          <p:cNvSpPr>
            <a:spLocks/>
          </p:cNvSpPr>
          <p:nvPr/>
        </p:nvSpPr>
        <p:spPr bwMode="auto">
          <a:xfrm>
            <a:off x="-5491980" y="2154238"/>
            <a:ext cx="7423150" cy="7359650"/>
          </a:xfrm>
          <a:custGeom>
            <a:avLst/>
            <a:gdLst>
              <a:gd name="T0" fmla="*/ 5 w 4676"/>
              <a:gd name="T1" fmla="*/ 0 h 4636"/>
              <a:gd name="T2" fmla="*/ 0 w 4676"/>
              <a:gd name="T3" fmla="*/ 8 h 4636"/>
              <a:gd name="T4" fmla="*/ 835 w 4676"/>
              <a:gd name="T5" fmla="*/ 844 h 4636"/>
              <a:gd name="T6" fmla="*/ 1136 w 4676"/>
              <a:gd name="T7" fmla="*/ 847 h 4636"/>
              <a:gd name="T8" fmla="*/ 1462 w 4676"/>
              <a:gd name="T9" fmla="*/ 1173 h 4636"/>
              <a:gd name="T10" fmla="*/ 1715 w 4676"/>
              <a:gd name="T11" fmla="*/ 1173 h 4636"/>
              <a:gd name="T12" fmla="*/ 2021 w 4676"/>
              <a:gd name="T13" fmla="*/ 1479 h 4636"/>
              <a:gd name="T14" fmla="*/ 2091 w 4676"/>
              <a:gd name="T15" fmla="*/ 1476 h 4636"/>
              <a:gd name="T16" fmla="*/ 2285 w 4676"/>
              <a:gd name="T17" fmla="*/ 1667 h 4636"/>
              <a:gd name="T18" fmla="*/ 2854 w 4676"/>
              <a:gd name="T19" fmla="*/ 1677 h 4636"/>
              <a:gd name="T20" fmla="*/ 3191 w 4676"/>
              <a:gd name="T21" fmla="*/ 2011 h 4636"/>
              <a:gd name="T22" fmla="*/ 3308 w 4676"/>
              <a:gd name="T23" fmla="*/ 2011 h 4636"/>
              <a:gd name="T24" fmla="*/ 3943 w 4676"/>
              <a:gd name="T25" fmla="*/ 2646 h 4636"/>
              <a:gd name="T26" fmla="*/ 3937 w 4676"/>
              <a:gd name="T27" fmla="*/ 2837 h 4636"/>
              <a:gd name="T28" fmla="*/ 4666 w 4676"/>
              <a:gd name="T29" fmla="*/ 3570 h 4636"/>
              <a:gd name="T30" fmla="*/ 4666 w 4676"/>
              <a:gd name="T31" fmla="*/ 4636 h 4636"/>
              <a:gd name="T32" fmla="*/ 4676 w 4676"/>
              <a:gd name="T33" fmla="*/ 4636 h 4636"/>
              <a:gd name="T34" fmla="*/ 4676 w 4676"/>
              <a:gd name="T35" fmla="*/ 3565 h 4636"/>
              <a:gd name="T36" fmla="*/ 3948 w 4676"/>
              <a:gd name="T37" fmla="*/ 2831 h 4636"/>
              <a:gd name="T38" fmla="*/ 3953 w 4676"/>
              <a:gd name="T39" fmla="*/ 2643 h 4636"/>
              <a:gd name="T40" fmla="*/ 3313 w 4676"/>
              <a:gd name="T41" fmla="*/ 2001 h 4636"/>
              <a:gd name="T42" fmla="*/ 3193 w 4676"/>
              <a:gd name="T43" fmla="*/ 2001 h 4636"/>
              <a:gd name="T44" fmla="*/ 2859 w 4676"/>
              <a:gd name="T45" fmla="*/ 1667 h 4636"/>
              <a:gd name="T46" fmla="*/ 2290 w 4676"/>
              <a:gd name="T47" fmla="*/ 1656 h 4636"/>
              <a:gd name="T48" fmla="*/ 2097 w 4676"/>
              <a:gd name="T49" fmla="*/ 1463 h 4636"/>
              <a:gd name="T50" fmla="*/ 2023 w 4676"/>
              <a:gd name="T51" fmla="*/ 1468 h 4636"/>
              <a:gd name="T52" fmla="*/ 1721 w 4676"/>
              <a:gd name="T53" fmla="*/ 1163 h 4636"/>
              <a:gd name="T54" fmla="*/ 1467 w 4676"/>
              <a:gd name="T55" fmla="*/ 1163 h 4636"/>
              <a:gd name="T56" fmla="*/ 1141 w 4676"/>
              <a:gd name="T57" fmla="*/ 836 h 4636"/>
              <a:gd name="T58" fmla="*/ 841 w 4676"/>
              <a:gd name="T59" fmla="*/ 834 h 4636"/>
              <a:gd name="T60" fmla="*/ 5 w 4676"/>
              <a:gd name="T61" fmla="*/ 0 h 4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676" h="4636">
                <a:moveTo>
                  <a:pt x="5" y="0"/>
                </a:moveTo>
                <a:lnTo>
                  <a:pt x="0" y="8"/>
                </a:lnTo>
                <a:lnTo>
                  <a:pt x="835" y="844"/>
                </a:lnTo>
                <a:lnTo>
                  <a:pt x="1136" y="847"/>
                </a:lnTo>
                <a:lnTo>
                  <a:pt x="1462" y="1173"/>
                </a:lnTo>
                <a:lnTo>
                  <a:pt x="1715" y="1173"/>
                </a:lnTo>
                <a:lnTo>
                  <a:pt x="2021" y="1479"/>
                </a:lnTo>
                <a:lnTo>
                  <a:pt x="2091" y="1476"/>
                </a:lnTo>
                <a:lnTo>
                  <a:pt x="2285" y="1667"/>
                </a:lnTo>
                <a:lnTo>
                  <a:pt x="2854" y="1677"/>
                </a:lnTo>
                <a:lnTo>
                  <a:pt x="3191" y="2011"/>
                </a:lnTo>
                <a:lnTo>
                  <a:pt x="3308" y="2011"/>
                </a:lnTo>
                <a:lnTo>
                  <a:pt x="3943" y="2646"/>
                </a:lnTo>
                <a:lnTo>
                  <a:pt x="3937" y="2837"/>
                </a:lnTo>
                <a:lnTo>
                  <a:pt x="4666" y="3570"/>
                </a:lnTo>
                <a:lnTo>
                  <a:pt x="4666" y="4636"/>
                </a:lnTo>
                <a:lnTo>
                  <a:pt x="4676" y="4636"/>
                </a:lnTo>
                <a:lnTo>
                  <a:pt x="4676" y="3565"/>
                </a:lnTo>
                <a:lnTo>
                  <a:pt x="3948" y="2831"/>
                </a:lnTo>
                <a:lnTo>
                  <a:pt x="3953" y="2643"/>
                </a:lnTo>
                <a:lnTo>
                  <a:pt x="3313" y="2001"/>
                </a:lnTo>
                <a:lnTo>
                  <a:pt x="3193" y="2001"/>
                </a:lnTo>
                <a:lnTo>
                  <a:pt x="2859" y="1667"/>
                </a:lnTo>
                <a:lnTo>
                  <a:pt x="2290" y="1656"/>
                </a:lnTo>
                <a:lnTo>
                  <a:pt x="2097" y="1463"/>
                </a:lnTo>
                <a:lnTo>
                  <a:pt x="2023" y="1468"/>
                </a:lnTo>
                <a:lnTo>
                  <a:pt x="1721" y="1163"/>
                </a:lnTo>
                <a:lnTo>
                  <a:pt x="1467" y="1163"/>
                </a:lnTo>
                <a:lnTo>
                  <a:pt x="1141" y="836"/>
                </a:lnTo>
                <a:lnTo>
                  <a:pt x="841" y="834"/>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32" name="Freeform 989"/>
          <p:cNvSpPr>
            <a:spLocks/>
          </p:cNvSpPr>
          <p:nvPr/>
        </p:nvSpPr>
        <p:spPr bwMode="auto">
          <a:xfrm>
            <a:off x="-5491980" y="2154238"/>
            <a:ext cx="7423150" cy="7359650"/>
          </a:xfrm>
          <a:custGeom>
            <a:avLst/>
            <a:gdLst>
              <a:gd name="T0" fmla="*/ 5 w 4676"/>
              <a:gd name="T1" fmla="*/ 0 h 4636"/>
              <a:gd name="T2" fmla="*/ 0 w 4676"/>
              <a:gd name="T3" fmla="*/ 8 h 4636"/>
              <a:gd name="T4" fmla="*/ 835 w 4676"/>
              <a:gd name="T5" fmla="*/ 844 h 4636"/>
              <a:gd name="T6" fmla="*/ 1136 w 4676"/>
              <a:gd name="T7" fmla="*/ 847 h 4636"/>
              <a:gd name="T8" fmla="*/ 1462 w 4676"/>
              <a:gd name="T9" fmla="*/ 1173 h 4636"/>
              <a:gd name="T10" fmla="*/ 1715 w 4676"/>
              <a:gd name="T11" fmla="*/ 1173 h 4636"/>
              <a:gd name="T12" fmla="*/ 2021 w 4676"/>
              <a:gd name="T13" fmla="*/ 1479 h 4636"/>
              <a:gd name="T14" fmla="*/ 2091 w 4676"/>
              <a:gd name="T15" fmla="*/ 1476 h 4636"/>
              <a:gd name="T16" fmla="*/ 2285 w 4676"/>
              <a:gd name="T17" fmla="*/ 1667 h 4636"/>
              <a:gd name="T18" fmla="*/ 2854 w 4676"/>
              <a:gd name="T19" fmla="*/ 1677 h 4636"/>
              <a:gd name="T20" fmla="*/ 3191 w 4676"/>
              <a:gd name="T21" fmla="*/ 2011 h 4636"/>
              <a:gd name="T22" fmla="*/ 3308 w 4676"/>
              <a:gd name="T23" fmla="*/ 2011 h 4636"/>
              <a:gd name="T24" fmla="*/ 3943 w 4676"/>
              <a:gd name="T25" fmla="*/ 2646 h 4636"/>
              <a:gd name="T26" fmla="*/ 3937 w 4676"/>
              <a:gd name="T27" fmla="*/ 2837 h 4636"/>
              <a:gd name="T28" fmla="*/ 4666 w 4676"/>
              <a:gd name="T29" fmla="*/ 3570 h 4636"/>
              <a:gd name="T30" fmla="*/ 4666 w 4676"/>
              <a:gd name="T31" fmla="*/ 4636 h 4636"/>
              <a:gd name="T32" fmla="*/ 4676 w 4676"/>
              <a:gd name="T33" fmla="*/ 4636 h 4636"/>
              <a:gd name="T34" fmla="*/ 4676 w 4676"/>
              <a:gd name="T35" fmla="*/ 3565 h 4636"/>
              <a:gd name="T36" fmla="*/ 3948 w 4676"/>
              <a:gd name="T37" fmla="*/ 2831 h 4636"/>
              <a:gd name="T38" fmla="*/ 3953 w 4676"/>
              <a:gd name="T39" fmla="*/ 2643 h 4636"/>
              <a:gd name="T40" fmla="*/ 3313 w 4676"/>
              <a:gd name="T41" fmla="*/ 2001 h 4636"/>
              <a:gd name="T42" fmla="*/ 3193 w 4676"/>
              <a:gd name="T43" fmla="*/ 2001 h 4636"/>
              <a:gd name="T44" fmla="*/ 2859 w 4676"/>
              <a:gd name="T45" fmla="*/ 1667 h 4636"/>
              <a:gd name="T46" fmla="*/ 2290 w 4676"/>
              <a:gd name="T47" fmla="*/ 1656 h 4636"/>
              <a:gd name="T48" fmla="*/ 2097 w 4676"/>
              <a:gd name="T49" fmla="*/ 1463 h 4636"/>
              <a:gd name="T50" fmla="*/ 2023 w 4676"/>
              <a:gd name="T51" fmla="*/ 1468 h 4636"/>
              <a:gd name="T52" fmla="*/ 1721 w 4676"/>
              <a:gd name="T53" fmla="*/ 1163 h 4636"/>
              <a:gd name="T54" fmla="*/ 1467 w 4676"/>
              <a:gd name="T55" fmla="*/ 1163 h 4636"/>
              <a:gd name="T56" fmla="*/ 1141 w 4676"/>
              <a:gd name="T57" fmla="*/ 836 h 4636"/>
              <a:gd name="T58" fmla="*/ 841 w 4676"/>
              <a:gd name="T59" fmla="*/ 834 h 4636"/>
              <a:gd name="T60" fmla="*/ 5 w 4676"/>
              <a:gd name="T61" fmla="*/ 0 h 4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676" h="4636">
                <a:moveTo>
                  <a:pt x="5" y="0"/>
                </a:moveTo>
                <a:lnTo>
                  <a:pt x="0" y="8"/>
                </a:lnTo>
                <a:lnTo>
                  <a:pt x="835" y="844"/>
                </a:lnTo>
                <a:lnTo>
                  <a:pt x="1136" y="847"/>
                </a:lnTo>
                <a:lnTo>
                  <a:pt x="1462" y="1173"/>
                </a:lnTo>
                <a:lnTo>
                  <a:pt x="1715" y="1173"/>
                </a:lnTo>
                <a:lnTo>
                  <a:pt x="2021" y="1479"/>
                </a:lnTo>
                <a:lnTo>
                  <a:pt x="2091" y="1476"/>
                </a:lnTo>
                <a:lnTo>
                  <a:pt x="2285" y="1667"/>
                </a:lnTo>
                <a:lnTo>
                  <a:pt x="2854" y="1677"/>
                </a:lnTo>
                <a:lnTo>
                  <a:pt x="3191" y="2011"/>
                </a:lnTo>
                <a:lnTo>
                  <a:pt x="3308" y="2011"/>
                </a:lnTo>
                <a:lnTo>
                  <a:pt x="3943" y="2646"/>
                </a:lnTo>
                <a:lnTo>
                  <a:pt x="3937" y="2837"/>
                </a:lnTo>
                <a:lnTo>
                  <a:pt x="4666" y="3570"/>
                </a:lnTo>
                <a:lnTo>
                  <a:pt x="4666" y="4636"/>
                </a:lnTo>
                <a:lnTo>
                  <a:pt x="4676" y="4636"/>
                </a:lnTo>
                <a:lnTo>
                  <a:pt x="4676" y="3565"/>
                </a:lnTo>
                <a:lnTo>
                  <a:pt x="3948" y="2831"/>
                </a:lnTo>
                <a:lnTo>
                  <a:pt x="3953" y="2643"/>
                </a:lnTo>
                <a:lnTo>
                  <a:pt x="3313" y="2001"/>
                </a:lnTo>
                <a:lnTo>
                  <a:pt x="3193" y="2001"/>
                </a:lnTo>
                <a:lnTo>
                  <a:pt x="2859" y="1667"/>
                </a:lnTo>
                <a:lnTo>
                  <a:pt x="2290" y="1656"/>
                </a:lnTo>
                <a:lnTo>
                  <a:pt x="2097" y="1463"/>
                </a:lnTo>
                <a:lnTo>
                  <a:pt x="2023" y="1468"/>
                </a:lnTo>
                <a:lnTo>
                  <a:pt x="1721" y="1163"/>
                </a:lnTo>
                <a:lnTo>
                  <a:pt x="1467" y="1163"/>
                </a:lnTo>
                <a:lnTo>
                  <a:pt x="1141" y="836"/>
                </a:lnTo>
                <a:lnTo>
                  <a:pt x="841" y="834"/>
                </a:lnTo>
                <a:lnTo>
                  <a:pt x="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33" name="Freeform 990"/>
          <p:cNvSpPr>
            <a:spLocks noEditPoints="1"/>
          </p:cNvSpPr>
          <p:nvPr/>
        </p:nvSpPr>
        <p:spPr bwMode="auto">
          <a:xfrm>
            <a:off x="-5533255" y="2200275"/>
            <a:ext cx="7315200" cy="7545388"/>
          </a:xfrm>
          <a:custGeom>
            <a:avLst/>
            <a:gdLst>
              <a:gd name="T0" fmla="*/ 0 w 4608"/>
              <a:gd name="T1" fmla="*/ 8 h 4753"/>
              <a:gd name="T2" fmla="*/ 0 w 4608"/>
              <a:gd name="T3" fmla="*/ 8 h 4753"/>
              <a:gd name="T4" fmla="*/ 0 w 4608"/>
              <a:gd name="T5" fmla="*/ 8 h 4753"/>
              <a:gd name="T6" fmla="*/ 0 w 4608"/>
              <a:gd name="T7" fmla="*/ 8 h 4753"/>
              <a:gd name="T8" fmla="*/ 8 w 4608"/>
              <a:gd name="T9" fmla="*/ 0 h 4753"/>
              <a:gd name="T10" fmla="*/ 0 w 4608"/>
              <a:gd name="T11" fmla="*/ 8 h 4753"/>
              <a:gd name="T12" fmla="*/ 854 w 4608"/>
              <a:gd name="T13" fmla="*/ 862 h 4753"/>
              <a:gd name="T14" fmla="*/ 1151 w 4608"/>
              <a:gd name="T15" fmla="*/ 865 h 4753"/>
              <a:gd name="T16" fmla="*/ 1478 w 4608"/>
              <a:gd name="T17" fmla="*/ 1191 h 4753"/>
              <a:gd name="T18" fmla="*/ 1723 w 4608"/>
              <a:gd name="T19" fmla="*/ 1201 h 4753"/>
              <a:gd name="T20" fmla="*/ 2029 w 4608"/>
              <a:gd name="T21" fmla="*/ 1504 h 4753"/>
              <a:gd name="T22" fmla="*/ 2099 w 4608"/>
              <a:gd name="T23" fmla="*/ 1502 h 4753"/>
              <a:gd name="T24" fmla="*/ 2292 w 4608"/>
              <a:gd name="T25" fmla="*/ 1695 h 4753"/>
              <a:gd name="T26" fmla="*/ 2861 w 4608"/>
              <a:gd name="T27" fmla="*/ 1703 h 4753"/>
              <a:gd name="T28" fmla="*/ 3198 w 4608"/>
              <a:gd name="T29" fmla="*/ 2040 h 4753"/>
              <a:gd name="T30" fmla="*/ 3316 w 4608"/>
              <a:gd name="T31" fmla="*/ 2040 h 4753"/>
              <a:gd name="T32" fmla="*/ 3935 w 4608"/>
              <a:gd name="T33" fmla="*/ 2656 h 4753"/>
              <a:gd name="T34" fmla="*/ 3935 w 4608"/>
              <a:gd name="T35" fmla="*/ 2849 h 4753"/>
              <a:gd name="T36" fmla="*/ 4598 w 4608"/>
              <a:gd name="T37" fmla="*/ 3513 h 4753"/>
              <a:gd name="T38" fmla="*/ 4598 w 4608"/>
              <a:gd name="T39" fmla="*/ 4753 h 4753"/>
              <a:gd name="T40" fmla="*/ 4608 w 4608"/>
              <a:gd name="T41" fmla="*/ 4753 h 4753"/>
              <a:gd name="T42" fmla="*/ 4608 w 4608"/>
              <a:gd name="T43" fmla="*/ 3507 h 4753"/>
              <a:gd name="T44" fmla="*/ 3945 w 4608"/>
              <a:gd name="T45" fmla="*/ 2844 h 4753"/>
              <a:gd name="T46" fmla="*/ 3945 w 4608"/>
              <a:gd name="T47" fmla="*/ 2654 h 4753"/>
              <a:gd name="T48" fmla="*/ 3321 w 4608"/>
              <a:gd name="T49" fmla="*/ 2029 h 4753"/>
              <a:gd name="T50" fmla="*/ 3201 w 4608"/>
              <a:gd name="T51" fmla="*/ 2029 h 4753"/>
              <a:gd name="T52" fmla="*/ 2867 w 4608"/>
              <a:gd name="T53" fmla="*/ 1692 h 4753"/>
              <a:gd name="T54" fmla="*/ 2297 w 4608"/>
              <a:gd name="T55" fmla="*/ 1685 h 4753"/>
              <a:gd name="T56" fmla="*/ 2104 w 4608"/>
              <a:gd name="T57" fmla="*/ 1491 h 4753"/>
              <a:gd name="T58" fmla="*/ 2031 w 4608"/>
              <a:gd name="T59" fmla="*/ 1494 h 4753"/>
              <a:gd name="T60" fmla="*/ 1728 w 4608"/>
              <a:gd name="T61" fmla="*/ 1191 h 4753"/>
              <a:gd name="T62" fmla="*/ 1483 w 4608"/>
              <a:gd name="T63" fmla="*/ 1181 h 4753"/>
              <a:gd name="T64" fmla="*/ 1156 w 4608"/>
              <a:gd name="T65" fmla="*/ 854 h 4753"/>
              <a:gd name="T66" fmla="*/ 859 w 4608"/>
              <a:gd name="T67" fmla="*/ 852 h 4753"/>
              <a:gd name="T68" fmla="*/ 8 w 4608"/>
              <a:gd name="T69" fmla="*/ 0 h 4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608" h="4753">
                <a:moveTo>
                  <a:pt x="0" y="8"/>
                </a:moveTo>
                <a:lnTo>
                  <a:pt x="0" y="8"/>
                </a:lnTo>
                <a:lnTo>
                  <a:pt x="0" y="8"/>
                </a:lnTo>
                <a:lnTo>
                  <a:pt x="0" y="8"/>
                </a:lnTo>
                <a:close/>
                <a:moveTo>
                  <a:pt x="8" y="0"/>
                </a:moveTo>
                <a:lnTo>
                  <a:pt x="0" y="8"/>
                </a:lnTo>
                <a:lnTo>
                  <a:pt x="854" y="862"/>
                </a:lnTo>
                <a:lnTo>
                  <a:pt x="1151" y="865"/>
                </a:lnTo>
                <a:lnTo>
                  <a:pt x="1478" y="1191"/>
                </a:lnTo>
                <a:lnTo>
                  <a:pt x="1723" y="1201"/>
                </a:lnTo>
                <a:lnTo>
                  <a:pt x="2029" y="1504"/>
                </a:lnTo>
                <a:lnTo>
                  <a:pt x="2099" y="1502"/>
                </a:lnTo>
                <a:lnTo>
                  <a:pt x="2292" y="1695"/>
                </a:lnTo>
                <a:lnTo>
                  <a:pt x="2861" y="1703"/>
                </a:lnTo>
                <a:lnTo>
                  <a:pt x="3198" y="2040"/>
                </a:lnTo>
                <a:lnTo>
                  <a:pt x="3316" y="2040"/>
                </a:lnTo>
                <a:lnTo>
                  <a:pt x="3935" y="2656"/>
                </a:lnTo>
                <a:lnTo>
                  <a:pt x="3935" y="2849"/>
                </a:lnTo>
                <a:lnTo>
                  <a:pt x="4598" y="3513"/>
                </a:lnTo>
                <a:lnTo>
                  <a:pt x="4598" y="4753"/>
                </a:lnTo>
                <a:lnTo>
                  <a:pt x="4608" y="4753"/>
                </a:lnTo>
                <a:lnTo>
                  <a:pt x="4608" y="3507"/>
                </a:lnTo>
                <a:lnTo>
                  <a:pt x="3945" y="2844"/>
                </a:lnTo>
                <a:lnTo>
                  <a:pt x="3945" y="2654"/>
                </a:lnTo>
                <a:lnTo>
                  <a:pt x="3321" y="2029"/>
                </a:lnTo>
                <a:lnTo>
                  <a:pt x="3201" y="2029"/>
                </a:lnTo>
                <a:lnTo>
                  <a:pt x="2867" y="1692"/>
                </a:lnTo>
                <a:lnTo>
                  <a:pt x="2297" y="1685"/>
                </a:lnTo>
                <a:lnTo>
                  <a:pt x="2104" y="1491"/>
                </a:lnTo>
                <a:lnTo>
                  <a:pt x="2031" y="1494"/>
                </a:lnTo>
                <a:lnTo>
                  <a:pt x="1728" y="1191"/>
                </a:lnTo>
                <a:lnTo>
                  <a:pt x="1483" y="1181"/>
                </a:lnTo>
                <a:lnTo>
                  <a:pt x="1156" y="854"/>
                </a:lnTo>
                <a:lnTo>
                  <a:pt x="859" y="852"/>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34" name="Freeform 991"/>
          <p:cNvSpPr>
            <a:spLocks noEditPoints="1"/>
          </p:cNvSpPr>
          <p:nvPr/>
        </p:nvSpPr>
        <p:spPr bwMode="auto">
          <a:xfrm>
            <a:off x="-5533255" y="2200275"/>
            <a:ext cx="7315200" cy="7545388"/>
          </a:xfrm>
          <a:custGeom>
            <a:avLst/>
            <a:gdLst>
              <a:gd name="T0" fmla="*/ 0 w 4608"/>
              <a:gd name="T1" fmla="*/ 8 h 4753"/>
              <a:gd name="T2" fmla="*/ 0 w 4608"/>
              <a:gd name="T3" fmla="*/ 8 h 4753"/>
              <a:gd name="T4" fmla="*/ 0 w 4608"/>
              <a:gd name="T5" fmla="*/ 8 h 4753"/>
              <a:gd name="T6" fmla="*/ 0 w 4608"/>
              <a:gd name="T7" fmla="*/ 8 h 4753"/>
              <a:gd name="T8" fmla="*/ 8 w 4608"/>
              <a:gd name="T9" fmla="*/ 0 h 4753"/>
              <a:gd name="T10" fmla="*/ 0 w 4608"/>
              <a:gd name="T11" fmla="*/ 8 h 4753"/>
              <a:gd name="T12" fmla="*/ 854 w 4608"/>
              <a:gd name="T13" fmla="*/ 862 h 4753"/>
              <a:gd name="T14" fmla="*/ 1151 w 4608"/>
              <a:gd name="T15" fmla="*/ 865 h 4753"/>
              <a:gd name="T16" fmla="*/ 1478 w 4608"/>
              <a:gd name="T17" fmla="*/ 1191 h 4753"/>
              <a:gd name="T18" fmla="*/ 1723 w 4608"/>
              <a:gd name="T19" fmla="*/ 1201 h 4753"/>
              <a:gd name="T20" fmla="*/ 2029 w 4608"/>
              <a:gd name="T21" fmla="*/ 1504 h 4753"/>
              <a:gd name="T22" fmla="*/ 2099 w 4608"/>
              <a:gd name="T23" fmla="*/ 1502 h 4753"/>
              <a:gd name="T24" fmla="*/ 2292 w 4608"/>
              <a:gd name="T25" fmla="*/ 1695 h 4753"/>
              <a:gd name="T26" fmla="*/ 2861 w 4608"/>
              <a:gd name="T27" fmla="*/ 1703 h 4753"/>
              <a:gd name="T28" fmla="*/ 3198 w 4608"/>
              <a:gd name="T29" fmla="*/ 2040 h 4753"/>
              <a:gd name="T30" fmla="*/ 3316 w 4608"/>
              <a:gd name="T31" fmla="*/ 2040 h 4753"/>
              <a:gd name="T32" fmla="*/ 3935 w 4608"/>
              <a:gd name="T33" fmla="*/ 2656 h 4753"/>
              <a:gd name="T34" fmla="*/ 3935 w 4608"/>
              <a:gd name="T35" fmla="*/ 2849 h 4753"/>
              <a:gd name="T36" fmla="*/ 4598 w 4608"/>
              <a:gd name="T37" fmla="*/ 3513 h 4753"/>
              <a:gd name="T38" fmla="*/ 4598 w 4608"/>
              <a:gd name="T39" fmla="*/ 4753 h 4753"/>
              <a:gd name="T40" fmla="*/ 4608 w 4608"/>
              <a:gd name="T41" fmla="*/ 4753 h 4753"/>
              <a:gd name="T42" fmla="*/ 4608 w 4608"/>
              <a:gd name="T43" fmla="*/ 3507 h 4753"/>
              <a:gd name="T44" fmla="*/ 3945 w 4608"/>
              <a:gd name="T45" fmla="*/ 2844 h 4753"/>
              <a:gd name="T46" fmla="*/ 3945 w 4608"/>
              <a:gd name="T47" fmla="*/ 2654 h 4753"/>
              <a:gd name="T48" fmla="*/ 3321 w 4608"/>
              <a:gd name="T49" fmla="*/ 2029 h 4753"/>
              <a:gd name="T50" fmla="*/ 3201 w 4608"/>
              <a:gd name="T51" fmla="*/ 2029 h 4753"/>
              <a:gd name="T52" fmla="*/ 2867 w 4608"/>
              <a:gd name="T53" fmla="*/ 1692 h 4753"/>
              <a:gd name="T54" fmla="*/ 2297 w 4608"/>
              <a:gd name="T55" fmla="*/ 1685 h 4753"/>
              <a:gd name="T56" fmla="*/ 2104 w 4608"/>
              <a:gd name="T57" fmla="*/ 1491 h 4753"/>
              <a:gd name="T58" fmla="*/ 2031 w 4608"/>
              <a:gd name="T59" fmla="*/ 1494 h 4753"/>
              <a:gd name="T60" fmla="*/ 1728 w 4608"/>
              <a:gd name="T61" fmla="*/ 1191 h 4753"/>
              <a:gd name="T62" fmla="*/ 1483 w 4608"/>
              <a:gd name="T63" fmla="*/ 1181 h 4753"/>
              <a:gd name="T64" fmla="*/ 1156 w 4608"/>
              <a:gd name="T65" fmla="*/ 854 h 4753"/>
              <a:gd name="T66" fmla="*/ 859 w 4608"/>
              <a:gd name="T67" fmla="*/ 852 h 4753"/>
              <a:gd name="T68" fmla="*/ 8 w 4608"/>
              <a:gd name="T69" fmla="*/ 0 h 4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608" h="4753">
                <a:moveTo>
                  <a:pt x="0" y="8"/>
                </a:moveTo>
                <a:lnTo>
                  <a:pt x="0" y="8"/>
                </a:lnTo>
                <a:lnTo>
                  <a:pt x="0" y="8"/>
                </a:lnTo>
                <a:lnTo>
                  <a:pt x="0" y="8"/>
                </a:lnTo>
                <a:moveTo>
                  <a:pt x="8" y="0"/>
                </a:moveTo>
                <a:lnTo>
                  <a:pt x="0" y="8"/>
                </a:lnTo>
                <a:lnTo>
                  <a:pt x="854" y="862"/>
                </a:lnTo>
                <a:lnTo>
                  <a:pt x="1151" y="865"/>
                </a:lnTo>
                <a:lnTo>
                  <a:pt x="1478" y="1191"/>
                </a:lnTo>
                <a:lnTo>
                  <a:pt x="1723" y="1201"/>
                </a:lnTo>
                <a:lnTo>
                  <a:pt x="2029" y="1504"/>
                </a:lnTo>
                <a:lnTo>
                  <a:pt x="2099" y="1502"/>
                </a:lnTo>
                <a:lnTo>
                  <a:pt x="2292" y="1695"/>
                </a:lnTo>
                <a:lnTo>
                  <a:pt x="2861" y="1703"/>
                </a:lnTo>
                <a:lnTo>
                  <a:pt x="3198" y="2040"/>
                </a:lnTo>
                <a:lnTo>
                  <a:pt x="3316" y="2040"/>
                </a:lnTo>
                <a:lnTo>
                  <a:pt x="3935" y="2656"/>
                </a:lnTo>
                <a:lnTo>
                  <a:pt x="3935" y="2849"/>
                </a:lnTo>
                <a:lnTo>
                  <a:pt x="4598" y="3513"/>
                </a:lnTo>
                <a:lnTo>
                  <a:pt x="4598" y="4753"/>
                </a:lnTo>
                <a:lnTo>
                  <a:pt x="4608" y="4753"/>
                </a:lnTo>
                <a:lnTo>
                  <a:pt x="4608" y="3507"/>
                </a:lnTo>
                <a:lnTo>
                  <a:pt x="3945" y="2844"/>
                </a:lnTo>
                <a:lnTo>
                  <a:pt x="3945" y="2654"/>
                </a:lnTo>
                <a:lnTo>
                  <a:pt x="3321" y="2029"/>
                </a:lnTo>
                <a:lnTo>
                  <a:pt x="3201" y="2029"/>
                </a:lnTo>
                <a:lnTo>
                  <a:pt x="2867" y="1692"/>
                </a:lnTo>
                <a:lnTo>
                  <a:pt x="2297" y="1685"/>
                </a:lnTo>
                <a:lnTo>
                  <a:pt x="2104" y="1491"/>
                </a:lnTo>
                <a:lnTo>
                  <a:pt x="2031" y="1494"/>
                </a:lnTo>
                <a:lnTo>
                  <a:pt x="1728" y="1191"/>
                </a:lnTo>
                <a:lnTo>
                  <a:pt x="1483" y="1181"/>
                </a:lnTo>
                <a:lnTo>
                  <a:pt x="1156" y="854"/>
                </a:lnTo>
                <a:lnTo>
                  <a:pt x="859" y="852"/>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35" name="Freeform 992"/>
          <p:cNvSpPr>
            <a:spLocks/>
          </p:cNvSpPr>
          <p:nvPr/>
        </p:nvSpPr>
        <p:spPr bwMode="auto">
          <a:xfrm>
            <a:off x="-5599930" y="2259013"/>
            <a:ext cx="7134225" cy="7288213"/>
          </a:xfrm>
          <a:custGeom>
            <a:avLst/>
            <a:gdLst>
              <a:gd name="T0" fmla="*/ 8 w 4494"/>
              <a:gd name="T1" fmla="*/ 0 h 4591"/>
              <a:gd name="T2" fmla="*/ 0 w 4494"/>
              <a:gd name="T3" fmla="*/ 5 h 4591"/>
              <a:gd name="T4" fmla="*/ 875 w 4494"/>
              <a:gd name="T5" fmla="*/ 880 h 4591"/>
              <a:gd name="T6" fmla="*/ 1175 w 4494"/>
              <a:gd name="T7" fmla="*/ 882 h 4591"/>
              <a:gd name="T8" fmla="*/ 1501 w 4494"/>
              <a:gd name="T9" fmla="*/ 1209 h 4591"/>
              <a:gd name="T10" fmla="*/ 1755 w 4494"/>
              <a:gd name="T11" fmla="*/ 1211 h 4591"/>
              <a:gd name="T12" fmla="*/ 2060 w 4494"/>
              <a:gd name="T13" fmla="*/ 1514 h 4591"/>
              <a:gd name="T14" fmla="*/ 2123 w 4494"/>
              <a:gd name="T15" fmla="*/ 1520 h 4591"/>
              <a:gd name="T16" fmla="*/ 2316 w 4494"/>
              <a:gd name="T17" fmla="*/ 1713 h 4591"/>
              <a:gd name="T18" fmla="*/ 2893 w 4494"/>
              <a:gd name="T19" fmla="*/ 1716 h 4591"/>
              <a:gd name="T20" fmla="*/ 3227 w 4494"/>
              <a:gd name="T21" fmla="*/ 2050 h 4591"/>
              <a:gd name="T22" fmla="*/ 3347 w 4494"/>
              <a:gd name="T23" fmla="*/ 2050 h 4591"/>
              <a:gd name="T24" fmla="*/ 3948 w 4494"/>
              <a:gd name="T25" fmla="*/ 2653 h 4591"/>
              <a:gd name="T26" fmla="*/ 3940 w 4494"/>
              <a:gd name="T27" fmla="*/ 2852 h 4591"/>
              <a:gd name="T28" fmla="*/ 4483 w 4494"/>
              <a:gd name="T29" fmla="*/ 3400 h 4591"/>
              <a:gd name="T30" fmla="*/ 4483 w 4494"/>
              <a:gd name="T31" fmla="*/ 4591 h 4591"/>
              <a:gd name="T32" fmla="*/ 4494 w 4494"/>
              <a:gd name="T33" fmla="*/ 4591 h 4591"/>
              <a:gd name="T34" fmla="*/ 4494 w 4494"/>
              <a:gd name="T35" fmla="*/ 3395 h 4591"/>
              <a:gd name="T36" fmla="*/ 3951 w 4494"/>
              <a:gd name="T37" fmla="*/ 2849 h 4591"/>
              <a:gd name="T38" fmla="*/ 3958 w 4494"/>
              <a:gd name="T39" fmla="*/ 2648 h 4591"/>
              <a:gd name="T40" fmla="*/ 3353 w 4494"/>
              <a:gd name="T41" fmla="*/ 2039 h 4591"/>
              <a:gd name="T42" fmla="*/ 3232 w 4494"/>
              <a:gd name="T43" fmla="*/ 2039 h 4591"/>
              <a:gd name="T44" fmla="*/ 2898 w 4494"/>
              <a:gd name="T45" fmla="*/ 1705 h 4591"/>
              <a:gd name="T46" fmla="*/ 2321 w 4494"/>
              <a:gd name="T47" fmla="*/ 1702 h 4591"/>
              <a:gd name="T48" fmla="*/ 2128 w 4494"/>
              <a:gd name="T49" fmla="*/ 1509 h 4591"/>
              <a:gd name="T50" fmla="*/ 2063 w 4494"/>
              <a:gd name="T51" fmla="*/ 1504 h 4591"/>
              <a:gd name="T52" fmla="*/ 1760 w 4494"/>
              <a:gd name="T53" fmla="*/ 1201 h 4591"/>
              <a:gd name="T54" fmla="*/ 1507 w 4494"/>
              <a:gd name="T55" fmla="*/ 1198 h 4591"/>
              <a:gd name="T56" fmla="*/ 1180 w 4494"/>
              <a:gd name="T57" fmla="*/ 872 h 4591"/>
              <a:gd name="T58" fmla="*/ 880 w 4494"/>
              <a:gd name="T59" fmla="*/ 869 h 4591"/>
              <a:gd name="T60" fmla="*/ 8 w 4494"/>
              <a:gd name="T61" fmla="*/ 0 h 4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94" h="4591">
                <a:moveTo>
                  <a:pt x="8" y="0"/>
                </a:moveTo>
                <a:lnTo>
                  <a:pt x="0" y="5"/>
                </a:lnTo>
                <a:lnTo>
                  <a:pt x="875" y="880"/>
                </a:lnTo>
                <a:lnTo>
                  <a:pt x="1175" y="882"/>
                </a:lnTo>
                <a:lnTo>
                  <a:pt x="1501" y="1209"/>
                </a:lnTo>
                <a:lnTo>
                  <a:pt x="1755" y="1211"/>
                </a:lnTo>
                <a:lnTo>
                  <a:pt x="2060" y="1514"/>
                </a:lnTo>
                <a:lnTo>
                  <a:pt x="2123" y="1520"/>
                </a:lnTo>
                <a:lnTo>
                  <a:pt x="2316" y="1713"/>
                </a:lnTo>
                <a:lnTo>
                  <a:pt x="2893" y="1716"/>
                </a:lnTo>
                <a:lnTo>
                  <a:pt x="3227" y="2050"/>
                </a:lnTo>
                <a:lnTo>
                  <a:pt x="3347" y="2050"/>
                </a:lnTo>
                <a:lnTo>
                  <a:pt x="3948" y="2653"/>
                </a:lnTo>
                <a:lnTo>
                  <a:pt x="3940" y="2852"/>
                </a:lnTo>
                <a:lnTo>
                  <a:pt x="4483" y="3400"/>
                </a:lnTo>
                <a:lnTo>
                  <a:pt x="4483" y="4591"/>
                </a:lnTo>
                <a:lnTo>
                  <a:pt x="4494" y="4591"/>
                </a:lnTo>
                <a:lnTo>
                  <a:pt x="4494" y="3395"/>
                </a:lnTo>
                <a:lnTo>
                  <a:pt x="3951" y="2849"/>
                </a:lnTo>
                <a:lnTo>
                  <a:pt x="3958" y="2648"/>
                </a:lnTo>
                <a:lnTo>
                  <a:pt x="3353" y="2039"/>
                </a:lnTo>
                <a:lnTo>
                  <a:pt x="3232" y="2039"/>
                </a:lnTo>
                <a:lnTo>
                  <a:pt x="2898" y="1705"/>
                </a:lnTo>
                <a:lnTo>
                  <a:pt x="2321" y="1702"/>
                </a:lnTo>
                <a:lnTo>
                  <a:pt x="2128" y="1509"/>
                </a:lnTo>
                <a:lnTo>
                  <a:pt x="2063" y="1504"/>
                </a:lnTo>
                <a:lnTo>
                  <a:pt x="1760" y="1201"/>
                </a:lnTo>
                <a:lnTo>
                  <a:pt x="1507" y="1198"/>
                </a:lnTo>
                <a:lnTo>
                  <a:pt x="1180" y="872"/>
                </a:lnTo>
                <a:lnTo>
                  <a:pt x="880" y="869"/>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36" name="Freeform 993"/>
          <p:cNvSpPr>
            <a:spLocks/>
          </p:cNvSpPr>
          <p:nvPr/>
        </p:nvSpPr>
        <p:spPr bwMode="auto">
          <a:xfrm>
            <a:off x="-5599930" y="2259013"/>
            <a:ext cx="7134225" cy="7288213"/>
          </a:xfrm>
          <a:custGeom>
            <a:avLst/>
            <a:gdLst>
              <a:gd name="T0" fmla="*/ 8 w 4494"/>
              <a:gd name="T1" fmla="*/ 0 h 4591"/>
              <a:gd name="T2" fmla="*/ 0 w 4494"/>
              <a:gd name="T3" fmla="*/ 5 h 4591"/>
              <a:gd name="T4" fmla="*/ 875 w 4494"/>
              <a:gd name="T5" fmla="*/ 880 h 4591"/>
              <a:gd name="T6" fmla="*/ 1175 w 4494"/>
              <a:gd name="T7" fmla="*/ 882 h 4591"/>
              <a:gd name="T8" fmla="*/ 1501 w 4494"/>
              <a:gd name="T9" fmla="*/ 1209 h 4591"/>
              <a:gd name="T10" fmla="*/ 1755 w 4494"/>
              <a:gd name="T11" fmla="*/ 1211 h 4591"/>
              <a:gd name="T12" fmla="*/ 2060 w 4494"/>
              <a:gd name="T13" fmla="*/ 1514 h 4591"/>
              <a:gd name="T14" fmla="*/ 2123 w 4494"/>
              <a:gd name="T15" fmla="*/ 1520 h 4591"/>
              <a:gd name="T16" fmla="*/ 2316 w 4494"/>
              <a:gd name="T17" fmla="*/ 1713 h 4591"/>
              <a:gd name="T18" fmla="*/ 2893 w 4494"/>
              <a:gd name="T19" fmla="*/ 1716 h 4591"/>
              <a:gd name="T20" fmla="*/ 3227 w 4494"/>
              <a:gd name="T21" fmla="*/ 2050 h 4591"/>
              <a:gd name="T22" fmla="*/ 3347 w 4494"/>
              <a:gd name="T23" fmla="*/ 2050 h 4591"/>
              <a:gd name="T24" fmla="*/ 3948 w 4494"/>
              <a:gd name="T25" fmla="*/ 2653 h 4591"/>
              <a:gd name="T26" fmla="*/ 3940 w 4494"/>
              <a:gd name="T27" fmla="*/ 2852 h 4591"/>
              <a:gd name="T28" fmla="*/ 4483 w 4494"/>
              <a:gd name="T29" fmla="*/ 3400 h 4591"/>
              <a:gd name="T30" fmla="*/ 4483 w 4494"/>
              <a:gd name="T31" fmla="*/ 4591 h 4591"/>
              <a:gd name="T32" fmla="*/ 4494 w 4494"/>
              <a:gd name="T33" fmla="*/ 4591 h 4591"/>
              <a:gd name="T34" fmla="*/ 4494 w 4494"/>
              <a:gd name="T35" fmla="*/ 3395 h 4591"/>
              <a:gd name="T36" fmla="*/ 3951 w 4494"/>
              <a:gd name="T37" fmla="*/ 2849 h 4591"/>
              <a:gd name="T38" fmla="*/ 3958 w 4494"/>
              <a:gd name="T39" fmla="*/ 2648 h 4591"/>
              <a:gd name="T40" fmla="*/ 3353 w 4494"/>
              <a:gd name="T41" fmla="*/ 2039 h 4591"/>
              <a:gd name="T42" fmla="*/ 3232 w 4494"/>
              <a:gd name="T43" fmla="*/ 2039 h 4591"/>
              <a:gd name="T44" fmla="*/ 2898 w 4494"/>
              <a:gd name="T45" fmla="*/ 1705 h 4591"/>
              <a:gd name="T46" fmla="*/ 2321 w 4494"/>
              <a:gd name="T47" fmla="*/ 1702 h 4591"/>
              <a:gd name="T48" fmla="*/ 2128 w 4494"/>
              <a:gd name="T49" fmla="*/ 1509 h 4591"/>
              <a:gd name="T50" fmla="*/ 2063 w 4494"/>
              <a:gd name="T51" fmla="*/ 1504 h 4591"/>
              <a:gd name="T52" fmla="*/ 1760 w 4494"/>
              <a:gd name="T53" fmla="*/ 1201 h 4591"/>
              <a:gd name="T54" fmla="*/ 1507 w 4494"/>
              <a:gd name="T55" fmla="*/ 1198 h 4591"/>
              <a:gd name="T56" fmla="*/ 1180 w 4494"/>
              <a:gd name="T57" fmla="*/ 872 h 4591"/>
              <a:gd name="T58" fmla="*/ 880 w 4494"/>
              <a:gd name="T59" fmla="*/ 869 h 4591"/>
              <a:gd name="T60" fmla="*/ 8 w 4494"/>
              <a:gd name="T61" fmla="*/ 0 h 4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94" h="4591">
                <a:moveTo>
                  <a:pt x="8" y="0"/>
                </a:moveTo>
                <a:lnTo>
                  <a:pt x="0" y="5"/>
                </a:lnTo>
                <a:lnTo>
                  <a:pt x="875" y="880"/>
                </a:lnTo>
                <a:lnTo>
                  <a:pt x="1175" y="882"/>
                </a:lnTo>
                <a:lnTo>
                  <a:pt x="1501" y="1209"/>
                </a:lnTo>
                <a:lnTo>
                  <a:pt x="1755" y="1211"/>
                </a:lnTo>
                <a:lnTo>
                  <a:pt x="2060" y="1514"/>
                </a:lnTo>
                <a:lnTo>
                  <a:pt x="2123" y="1520"/>
                </a:lnTo>
                <a:lnTo>
                  <a:pt x="2316" y="1713"/>
                </a:lnTo>
                <a:lnTo>
                  <a:pt x="2893" y="1716"/>
                </a:lnTo>
                <a:lnTo>
                  <a:pt x="3227" y="2050"/>
                </a:lnTo>
                <a:lnTo>
                  <a:pt x="3347" y="2050"/>
                </a:lnTo>
                <a:lnTo>
                  <a:pt x="3948" y="2653"/>
                </a:lnTo>
                <a:lnTo>
                  <a:pt x="3940" y="2852"/>
                </a:lnTo>
                <a:lnTo>
                  <a:pt x="4483" y="3400"/>
                </a:lnTo>
                <a:lnTo>
                  <a:pt x="4483" y="4591"/>
                </a:lnTo>
                <a:lnTo>
                  <a:pt x="4494" y="4591"/>
                </a:lnTo>
                <a:lnTo>
                  <a:pt x="4494" y="3395"/>
                </a:lnTo>
                <a:lnTo>
                  <a:pt x="3951" y="2849"/>
                </a:lnTo>
                <a:lnTo>
                  <a:pt x="3958" y="2648"/>
                </a:lnTo>
                <a:lnTo>
                  <a:pt x="3353" y="2039"/>
                </a:lnTo>
                <a:lnTo>
                  <a:pt x="3232" y="2039"/>
                </a:lnTo>
                <a:lnTo>
                  <a:pt x="2898" y="1705"/>
                </a:lnTo>
                <a:lnTo>
                  <a:pt x="2321" y="1702"/>
                </a:lnTo>
                <a:lnTo>
                  <a:pt x="2128" y="1509"/>
                </a:lnTo>
                <a:lnTo>
                  <a:pt x="2063" y="1504"/>
                </a:lnTo>
                <a:lnTo>
                  <a:pt x="1760" y="1201"/>
                </a:lnTo>
                <a:lnTo>
                  <a:pt x="1507" y="1198"/>
                </a:lnTo>
                <a:lnTo>
                  <a:pt x="1180" y="872"/>
                </a:lnTo>
                <a:lnTo>
                  <a:pt x="880" y="869"/>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37" name="Freeform 994"/>
          <p:cNvSpPr>
            <a:spLocks/>
          </p:cNvSpPr>
          <p:nvPr/>
        </p:nvSpPr>
        <p:spPr bwMode="auto">
          <a:xfrm>
            <a:off x="-5653905" y="2320925"/>
            <a:ext cx="7137400" cy="7027863"/>
          </a:xfrm>
          <a:custGeom>
            <a:avLst/>
            <a:gdLst>
              <a:gd name="T0" fmla="*/ 8 w 4496"/>
              <a:gd name="T1" fmla="*/ 0 h 4427"/>
              <a:gd name="T2" fmla="*/ 0 w 4496"/>
              <a:gd name="T3" fmla="*/ 8 h 4427"/>
              <a:gd name="T4" fmla="*/ 893 w 4496"/>
              <a:gd name="T5" fmla="*/ 898 h 4427"/>
              <a:gd name="T6" fmla="*/ 1191 w 4496"/>
              <a:gd name="T7" fmla="*/ 901 h 4427"/>
              <a:gd name="T8" fmla="*/ 1517 w 4496"/>
              <a:gd name="T9" fmla="*/ 1227 h 4427"/>
              <a:gd name="T10" fmla="*/ 1770 w 4496"/>
              <a:gd name="T11" fmla="*/ 1227 h 4427"/>
              <a:gd name="T12" fmla="*/ 2076 w 4496"/>
              <a:gd name="T13" fmla="*/ 1533 h 4427"/>
              <a:gd name="T14" fmla="*/ 2146 w 4496"/>
              <a:gd name="T15" fmla="*/ 1530 h 4427"/>
              <a:gd name="T16" fmla="*/ 2340 w 4496"/>
              <a:gd name="T17" fmla="*/ 1724 h 4427"/>
              <a:gd name="T18" fmla="*/ 2909 w 4496"/>
              <a:gd name="T19" fmla="*/ 1731 h 4427"/>
              <a:gd name="T20" fmla="*/ 3243 w 4496"/>
              <a:gd name="T21" fmla="*/ 2066 h 4427"/>
              <a:gd name="T22" fmla="*/ 3363 w 4496"/>
              <a:gd name="T23" fmla="*/ 2066 h 4427"/>
              <a:gd name="T24" fmla="*/ 3948 w 4496"/>
              <a:gd name="T25" fmla="*/ 2653 h 4427"/>
              <a:gd name="T26" fmla="*/ 3943 w 4496"/>
              <a:gd name="T27" fmla="*/ 2854 h 4427"/>
              <a:gd name="T28" fmla="*/ 4486 w 4496"/>
              <a:gd name="T29" fmla="*/ 3398 h 4427"/>
              <a:gd name="T30" fmla="*/ 4486 w 4496"/>
              <a:gd name="T31" fmla="*/ 4427 h 4427"/>
              <a:gd name="T32" fmla="*/ 4496 w 4496"/>
              <a:gd name="T33" fmla="*/ 4427 h 4427"/>
              <a:gd name="T34" fmla="*/ 4496 w 4496"/>
              <a:gd name="T35" fmla="*/ 3395 h 4427"/>
              <a:gd name="T36" fmla="*/ 3953 w 4496"/>
              <a:gd name="T37" fmla="*/ 2852 h 4427"/>
              <a:gd name="T38" fmla="*/ 3958 w 4496"/>
              <a:gd name="T39" fmla="*/ 2648 h 4427"/>
              <a:gd name="T40" fmla="*/ 3368 w 4496"/>
              <a:gd name="T41" fmla="*/ 2055 h 4427"/>
              <a:gd name="T42" fmla="*/ 3248 w 4496"/>
              <a:gd name="T43" fmla="*/ 2055 h 4427"/>
              <a:gd name="T44" fmla="*/ 2914 w 4496"/>
              <a:gd name="T45" fmla="*/ 1721 h 4427"/>
              <a:gd name="T46" fmla="*/ 2342 w 4496"/>
              <a:gd name="T47" fmla="*/ 1713 h 4427"/>
              <a:gd name="T48" fmla="*/ 2149 w 4496"/>
              <a:gd name="T49" fmla="*/ 1520 h 4427"/>
              <a:gd name="T50" fmla="*/ 2078 w 4496"/>
              <a:gd name="T51" fmla="*/ 1522 h 4427"/>
              <a:gd name="T52" fmla="*/ 1776 w 4496"/>
              <a:gd name="T53" fmla="*/ 1217 h 4427"/>
              <a:gd name="T54" fmla="*/ 1522 w 4496"/>
              <a:gd name="T55" fmla="*/ 1217 h 4427"/>
              <a:gd name="T56" fmla="*/ 1196 w 4496"/>
              <a:gd name="T57" fmla="*/ 890 h 4427"/>
              <a:gd name="T58" fmla="*/ 898 w 4496"/>
              <a:gd name="T59" fmla="*/ 888 h 4427"/>
              <a:gd name="T60" fmla="*/ 8 w 4496"/>
              <a:gd name="T61" fmla="*/ 0 h 4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96" h="4427">
                <a:moveTo>
                  <a:pt x="8" y="0"/>
                </a:moveTo>
                <a:lnTo>
                  <a:pt x="0" y="8"/>
                </a:lnTo>
                <a:lnTo>
                  <a:pt x="893" y="898"/>
                </a:lnTo>
                <a:lnTo>
                  <a:pt x="1191" y="901"/>
                </a:lnTo>
                <a:lnTo>
                  <a:pt x="1517" y="1227"/>
                </a:lnTo>
                <a:lnTo>
                  <a:pt x="1770" y="1227"/>
                </a:lnTo>
                <a:lnTo>
                  <a:pt x="2076" y="1533"/>
                </a:lnTo>
                <a:lnTo>
                  <a:pt x="2146" y="1530"/>
                </a:lnTo>
                <a:lnTo>
                  <a:pt x="2340" y="1724"/>
                </a:lnTo>
                <a:lnTo>
                  <a:pt x="2909" y="1731"/>
                </a:lnTo>
                <a:lnTo>
                  <a:pt x="3243" y="2066"/>
                </a:lnTo>
                <a:lnTo>
                  <a:pt x="3363" y="2066"/>
                </a:lnTo>
                <a:lnTo>
                  <a:pt x="3948" y="2653"/>
                </a:lnTo>
                <a:lnTo>
                  <a:pt x="3943" y="2854"/>
                </a:lnTo>
                <a:lnTo>
                  <a:pt x="4486" y="3398"/>
                </a:lnTo>
                <a:lnTo>
                  <a:pt x="4486" y="4427"/>
                </a:lnTo>
                <a:lnTo>
                  <a:pt x="4496" y="4427"/>
                </a:lnTo>
                <a:lnTo>
                  <a:pt x="4496" y="3395"/>
                </a:lnTo>
                <a:lnTo>
                  <a:pt x="3953" y="2852"/>
                </a:lnTo>
                <a:lnTo>
                  <a:pt x="3958" y="2648"/>
                </a:lnTo>
                <a:lnTo>
                  <a:pt x="3368" y="2055"/>
                </a:lnTo>
                <a:lnTo>
                  <a:pt x="3248" y="2055"/>
                </a:lnTo>
                <a:lnTo>
                  <a:pt x="2914" y="1721"/>
                </a:lnTo>
                <a:lnTo>
                  <a:pt x="2342" y="1713"/>
                </a:lnTo>
                <a:lnTo>
                  <a:pt x="2149" y="1520"/>
                </a:lnTo>
                <a:lnTo>
                  <a:pt x="2078" y="1522"/>
                </a:lnTo>
                <a:lnTo>
                  <a:pt x="1776" y="1217"/>
                </a:lnTo>
                <a:lnTo>
                  <a:pt x="1522" y="1217"/>
                </a:lnTo>
                <a:lnTo>
                  <a:pt x="1196" y="890"/>
                </a:lnTo>
                <a:lnTo>
                  <a:pt x="898" y="888"/>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38" name="Freeform 995"/>
          <p:cNvSpPr>
            <a:spLocks/>
          </p:cNvSpPr>
          <p:nvPr/>
        </p:nvSpPr>
        <p:spPr bwMode="auto">
          <a:xfrm>
            <a:off x="-5653905" y="2320925"/>
            <a:ext cx="7137400" cy="7027863"/>
          </a:xfrm>
          <a:custGeom>
            <a:avLst/>
            <a:gdLst>
              <a:gd name="T0" fmla="*/ 8 w 4496"/>
              <a:gd name="T1" fmla="*/ 0 h 4427"/>
              <a:gd name="T2" fmla="*/ 0 w 4496"/>
              <a:gd name="T3" fmla="*/ 8 h 4427"/>
              <a:gd name="T4" fmla="*/ 893 w 4496"/>
              <a:gd name="T5" fmla="*/ 898 h 4427"/>
              <a:gd name="T6" fmla="*/ 1191 w 4496"/>
              <a:gd name="T7" fmla="*/ 901 h 4427"/>
              <a:gd name="T8" fmla="*/ 1517 w 4496"/>
              <a:gd name="T9" fmla="*/ 1227 h 4427"/>
              <a:gd name="T10" fmla="*/ 1770 w 4496"/>
              <a:gd name="T11" fmla="*/ 1227 h 4427"/>
              <a:gd name="T12" fmla="*/ 2076 w 4496"/>
              <a:gd name="T13" fmla="*/ 1533 h 4427"/>
              <a:gd name="T14" fmla="*/ 2146 w 4496"/>
              <a:gd name="T15" fmla="*/ 1530 h 4427"/>
              <a:gd name="T16" fmla="*/ 2340 w 4496"/>
              <a:gd name="T17" fmla="*/ 1724 h 4427"/>
              <a:gd name="T18" fmla="*/ 2909 w 4496"/>
              <a:gd name="T19" fmla="*/ 1731 h 4427"/>
              <a:gd name="T20" fmla="*/ 3243 w 4496"/>
              <a:gd name="T21" fmla="*/ 2066 h 4427"/>
              <a:gd name="T22" fmla="*/ 3363 w 4496"/>
              <a:gd name="T23" fmla="*/ 2066 h 4427"/>
              <a:gd name="T24" fmla="*/ 3948 w 4496"/>
              <a:gd name="T25" fmla="*/ 2653 h 4427"/>
              <a:gd name="T26" fmla="*/ 3943 w 4496"/>
              <a:gd name="T27" fmla="*/ 2854 h 4427"/>
              <a:gd name="T28" fmla="*/ 4486 w 4496"/>
              <a:gd name="T29" fmla="*/ 3398 h 4427"/>
              <a:gd name="T30" fmla="*/ 4486 w 4496"/>
              <a:gd name="T31" fmla="*/ 4427 h 4427"/>
              <a:gd name="T32" fmla="*/ 4496 w 4496"/>
              <a:gd name="T33" fmla="*/ 4427 h 4427"/>
              <a:gd name="T34" fmla="*/ 4496 w 4496"/>
              <a:gd name="T35" fmla="*/ 3395 h 4427"/>
              <a:gd name="T36" fmla="*/ 3953 w 4496"/>
              <a:gd name="T37" fmla="*/ 2852 h 4427"/>
              <a:gd name="T38" fmla="*/ 3958 w 4496"/>
              <a:gd name="T39" fmla="*/ 2648 h 4427"/>
              <a:gd name="T40" fmla="*/ 3368 w 4496"/>
              <a:gd name="T41" fmla="*/ 2055 h 4427"/>
              <a:gd name="T42" fmla="*/ 3248 w 4496"/>
              <a:gd name="T43" fmla="*/ 2055 h 4427"/>
              <a:gd name="T44" fmla="*/ 2914 w 4496"/>
              <a:gd name="T45" fmla="*/ 1721 h 4427"/>
              <a:gd name="T46" fmla="*/ 2342 w 4496"/>
              <a:gd name="T47" fmla="*/ 1713 h 4427"/>
              <a:gd name="T48" fmla="*/ 2149 w 4496"/>
              <a:gd name="T49" fmla="*/ 1520 h 4427"/>
              <a:gd name="T50" fmla="*/ 2078 w 4496"/>
              <a:gd name="T51" fmla="*/ 1522 h 4427"/>
              <a:gd name="T52" fmla="*/ 1776 w 4496"/>
              <a:gd name="T53" fmla="*/ 1217 h 4427"/>
              <a:gd name="T54" fmla="*/ 1522 w 4496"/>
              <a:gd name="T55" fmla="*/ 1217 h 4427"/>
              <a:gd name="T56" fmla="*/ 1196 w 4496"/>
              <a:gd name="T57" fmla="*/ 890 h 4427"/>
              <a:gd name="T58" fmla="*/ 898 w 4496"/>
              <a:gd name="T59" fmla="*/ 888 h 4427"/>
              <a:gd name="T60" fmla="*/ 8 w 4496"/>
              <a:gd name="T61" fmla="*/ 0 h 4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96" h="4427">
                <a:moveTo>
                  <a:pt x="8" y="0"/>
                </a:moveTo>
                <a:lnTo>
                  <a:pt x="0" y="8"/>
                </a:lnTo>
                <a:lnTo>
                  <a:pt x="893" y="898"/>
                </a:lnTo>
                <a:lnTo>
                  <a:pt x="1191" y="901"/>
                </a:lnTo>
                <a:lnTo>
                  <a:pt x="1517" y="1227"/>
                </a:lnTo>
                <a:lnTo>
                  <a:pt x="1770" y="1227"/>
                </a:lnTo>
                <a:lnTo>
                  <a:pt x="2076" y="1533"/>
                </a:lnTo>
                <a:lnTo>
                  <a:pt x="2146" y="1530"/>
                </a:lnTo>
                <a:lnTo>
                  <a:pt x="2340" y="1724"/>
                </a:lnTo>
                <a:lnTo>
                  <a:pt x="2909" y="1731"/>
                </a:lnTo>
                <a:lnTo>
                  <a:pt x="3243" y="2066"/>
                </a:lnTo>
                <a:lnTo>
                  <a:pt x="3363" y="2066"/>
                </a:lnTo>
                <a:lnTo>
                  <a:pt x="3948" y="2653"/>
                </a:lnTo>
                <a:lnTo>
                  <a:pt x="3943" y="2854"/>
                </a:lnTo>
                <a:lnTo>
                  <a:pt x="4486" y="3398"/>
                </a:lnTo>
                <a:lnTo>
                  <a:pt x="4486" y="4427"/>
                </a:lnTo>
                <a:lnTo>
                  <a:pt x="4496" y="4427"/>
                </a:lnTo>
                <a:lnTo>
                  <a:pt x="4496" y="3395"/>
                </a:lnTo>
                <a:lnTo>
                  <a:pt x="3953" y="2852"/>
                </a:lnTo>
                <a:lnTo>
                  <a:pt x="3958" y="2648"/>
                </a:lnTo>
                <a:lnTo>
                  <a:pt x="3368" y="2055"/>
                </a:lnTo>
                <a:lnTo>
                  <a:pt x="3248" y="2055"/>
                </a:lnTo>
                <a:lnTo>
                  <a:pt x="2914" y="1721"/>
                </a:lnTo>
                <a:lnTo>
                  <a:pt x="2342" y="1713"/>
                </a:lnTo>
                <a:lnTo>
                  <a:pt x="2149" y="1520"/>
                </a:lnTo>
                <a:lnTo>
                  <a:pt x="2078" y="1522"/>
                </a:lnTo>
                <a:lnTo>
                  <a:pt x="1776" y="1217"/>
                </a:lnTo>
                <a:lnTo>
                  <a:pt x="1522" y="1217"/>
                </a:lnTo>
                <a:lnTo>
                  <a:pt x="1196" y="890"/>
                </a:lnTo>
                <a:lnTo>
                  <a:pt x="898" y="88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39" name="Freeform 996"/>
          <p:cNvSpPr>
            <a:spLocks/>
          </p:cNvSpPr>
          <p:nvPr/>
        </p:nvSpPr>
        <p:spPr bwMode="auto">
          <a:xfrm>
            <a:off x="-5703117" y="2366963"/>
            <a:ext cx="7119938" cy="6964363"/>
          </a:xfrm>
          <a:custGeom>
            <a:avLst/>
            <a:gdLst>
              <a:gd name="T0" fmla="*/ 8 w 4485"/>
              <a:gd name="T1" fmla="*/ 0 h 4387"/>
              <a:gd name="T2" fmla="*/ 0 w 4485"/>
              <a:gd name="T3" fmla="*/ 7 h 4387"/>
              <a:gd name="T4" fmla="*/ 911 w 4485"/>
              <a:gd name="T5" fmla="*/ 916 h 4387"/>
              <a:gd name="T6" fmla="*/ 1211 w 4485"/>
              <a:gd name="T7" fmla="*/ 919 h 4387"/>
              <a:gd name="T8" fmla="*/ 1538 w 4485"/>
              <a:gd name="T9" fmla="*/ 1245 h 4387"/>
              <a:gd name="T10" fmla="*/ 1783 w 4485"/>
              <a:gd name="T11" fmla="*/ 1256 h 4387"/>
              <a:gd name="T12" fmla="*/ 2089 w 4485"/>
              <a:gd name="T13" fmla="*/ 1559 h 4387"/>
              <a:gd name="T14" fmla="*/ 2159 w 4485"/>
              <a:gd name="T15" fmla="*/ 1556 h 4387"/>
              <a:gd name="T16" fmla="*/ 2352 w 4485"/>
              <a:gd name="T17" fmla="*/ 1749 h 4387"/>
              <a:gd name="T18" fmla="*/ 2929 w 4485"/>
              <a:gd name="T19" fmla="*/ 1749 h 4387"/>
              <a:gd name="T20" fmla="*/ 3264 w 4485"/>
              <a:gd name="T21" fmla="*/ 2086 h 4387"/>
              <a:gd name="T22" fmla="*/ 3376 w 4485"/>
              <a:gd name="T23" fmla="*/ 2094 h 4387"/>
              <a:gd name="T24" fmla="*/ 3945 w 4485"/>
              <a:gd name="T25" fmla="*/ 2663 h 4387"/>
              <a:gd name="T26" fmla="*/ 3940 w 4485"/>
              <a:gd name="T27" fmla="*/ 2867 h 4387"/>
              <a:gd name="T28" fmla="*/ 4475 w 4485"/>
              <a:gd name="T29" fmla="*/ 3405 h 4387"/>
              <a:gd name="T30" fmla="*/ 4475 w 4485"/>
              <a:gd name="T31" fmla="*/ 4387 h 4387"/>
              <a:gd name="T32" fmla="*/ 4485 w 4485"/>
              <a:gd name="T33" fmla="*/ 4387 h 4387"/>
              <a:gd name="T34" fmla="*/ 4485 w 4485"/>
              <a:gd name="T35" fmla="*/ 3402 h 4387"/>
              <a:gd name="T36" fmla="*/ 3950 w 4485"/>
              <a:gd name="T37" fmla="*/ 2865 h 4387"/>
              <a:gd name="T38" fmla="*/ 3955 w 4485"/>
              <a:gd name="T39" fmla="*/ 2658 h 4387"/>
              <a:gd name="T40" fmla="*/ 3381 w 4485"/>
              <a:gd name="T41" fmla="*/ 2084 h 4387"/>
              <a:gd name="T42" fmla="*/ 3269 w 4485"/>
              <a:gd name="T43" fmla="*/ 2076 h 4387"/>
              <a:gd name="T44" fmla="*/ 2935 w 4485"/>
              <a:gd name="T45" fmla="*/ 1739 h 4387"/>
              <a:gd name="T46" fmla="*/ 2355 w 4485"/>
              <a:gd name="T47" fmla="*/ 1739 h 4387"/>
              <a:gd name="T48" fmla="*/ 2162 w 4485"/>
              <a:gd name="T49" fmla="*/ 1546 h 4387"/>
              <a:gd name="T50" fmla="*/ 2091 w 4485"/>
              <a:gd name="T51" fmla="*/ 1548 h 4387"/>
              <a:gd name="T52" fmla="*/ 1788 w 4485"/>
              <a:gd name="T53" fmla="*/ 1245 h 4387"/>
              <a:gd name="T54" fmla="*/ 1543 w 4485"/>
              <a:gd name="T55" fmla="*/ 1235 h 4387"/>
              <a:gd name="T56" fmla="*/ 1214 w 4485"/>
              <a:gd name="T57" fmla="*/ 908 h 4387"/>
              <a:gd name="T58" fmla="*/ 916 w 4485"/>
              <a:gd name="T59" fmla="*/ 906 h 4387"/>
              <a:gd name="T60" fmla="*/ 8 w 4485"/>
              <a:gd name="T61" fmla="*/ 0 h 4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85" h="4387">
                <a:moveTo>
                  <a:pt x="8" y="0"/>
                </a:moveTo>
                <a:lnTo>
                  <a:pt x="0" y="7"/>
                </a:lnTo>
                <a:lnTo>
                  <a:pt x="911" y="916"/>
                </a:lnTo>
                <a:lnTo>
                  <a:pt x="1211" y="919"/>
                </a:lnTo>
                <a:lnTo>
                  <a:pt x="1538" y="1245"/>
                </a:lnTo>
                <a:lnTo>
                  <a:pt x="1783" y="1256"/>
                </a:lnTo>
                <a:lnTo>
                  <a:pt x="2089" y="1559"/>
                </a:lnTo>
                <a:lnTo>
                  <a:pt x="2159" y="1556"/>
                </a:lnTo>
                <a:lnTo>
                  <a:pt x="2352" y="1749"/>
                </a:lnTo>
                <a:lnTo>
                  <a:pt x="2929" y="1749"/>
                </a:lnTo>
                <a:lnTo>
                  <a:pt x="3264" y="2086"/>
                </a:lnTo>
                <a:lnTo>
                  <a:pt x="3376" y="2094"/>
                </a:lnTo>
                <a:lnTo>
                  <a:pt x="3945" y="2663"/>
                </a:lnTo>
                <a:lnTo>
                  <a:pt x="3940" y="2867"/>
                </a:lnTo>
                <a:lnTo>
                  <a:pt x="4475" y="3405"/>
                </a:lnTo>
                <a:lnTo>
                  <a:pt x="4475" y="4387"/>
                </a:lnTo>
                <a:lnTo>
                  <a:pt x="4485" y="4387"/>
                </a:lnTo>
                <a:lnTo>
                  <a:pt x="4485" y="3402"/>
                </a:lnTo>
                <a:lnTo>
                  <a:pt x="3950" y="2865"/>
                </a:lnTo>
                <a:lnTo>
                  <a:pt x="3955" y="2658"/>
                </a:lnTo>
                <a:lnTo>
                  <a:pt x="3381" y="2084"/>
                </a:lnTo>
                <a:lnTo>
                  <a:pt x="3269" y="2076"/>
                </a:lnTo>
                <a:lnTo>
                  <a:pt x="2935" y="1739"/>
                </a:lnTo>
                <a:lnTo>
                  <a:pt x="2355" y="1739"/>
                </a:lnTo>
                <a:lnTo>
                  <a:pt x="2162" y="1546"/>
                </a:lnTo>
                <a:lnTo>
                  <a:pt x="2091" y="1548"/>
                </a:lnTo>
                <a:lnTo>
                  <a:pt x="1788" y="1245"/>
                </a:lnTo>
                <a:lnTo>
                  <a:pt x="1543" y="1235"/>
                </a:lnTo>
                <a:lnTo>
                  <a:pt x="1214" y="908"/>
                </a:lnTo>
                <a:lnTo>
                  <a:pt x="916" y="906"/>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40" name="Freeform 997"/>
          <p:cNvSpPr>
            <a:spLocks/>
          </p:cNvSpPr>
          <p:nvPr/>
        </p:nvSpPr>
        <p:spPr bwMode="auto">
          <a:xfrm>
            <a:off x="-5703117" y="2366963"/>
            <a:ext cx="7119938" cy="6964363"/>
          </a:xfrm>
          <a:custGeom>
            <a:avLst/>
            <a:gdLst>
              <a:gd name="T0" fmla="*/ 8 w 4485"/>
              <a:gd name="T1" fmla="*/ 0 h 4387"/>
              <a:gd name="T2" fmla="*/ 0 w 4485"/>
              <a:gd name="T3" fmla="*/ 7 h 4387"/>
              <a:gd name="T4" fmla="*/ 911 w 4485"/>
              <a:gd name="T5" fmla="*/ 916 h 4387"/>
              <a:gd name="T6" fmla="*/ 1211 w 4485"/>
              <a:gd name="T7" fmla="*/ 919 h 4387"/>
              <a:gd name="T8" fmla="*/ 1538 w 4485"/>
              <a:gd name="T9" fmla="*/ 1245 h 4387"/>
              <a:gd name="T10" fmla="*/ 1783 w 4485"/>
              <a:gd name="T11" fmla="*/ 1256 h 4387"/>
              <a:gd name="T12" fmla="*/ 2089 w 4485"/>
              <a:gd name="T13" fmla="*/ 1559 h 4387"/>
              <a:gd name="T14" fmla="*/ 2159 w 4485"/>
              <a:gd name="T15" fmla="*/ 1556 h 4387"/>
              <a:gd name="T16" fmla="*/ 2352 w 4485"/>
              <a:gd name="T17" fmla="*/ 1749 h 4387"/>
              <a:gd name="T18" fmla="*/ 2929 w 4485"/>
              <a:gd name="T19" fmla="*/ 1749 h 4387"/>
              <a:gd name="T20" fmla="*/ 3264 w 4485"/>
              <a:gd name="T21" fmla="*/ 2086 h 4387"/>
              <a:gd name="T22" fmla="*/ 3376 w 4485"/>
              <a:gd name="T23" fmla="*/ 2094 h 4387"/>
              <a:gd name="T24" fmla="*/ 3945 w 4485"/>
              <a:gd name="T25" fmla="*/ 2663 h 4387"/>
              <a:gd name="T26" fmla="*/ 3940 w 4485"/>
              <a:gd name="T27" fmla="*/ 2867 h 4387"/>
              <a:gd name="T28" fmla="*/ 4475 w 4485"/>
              <a:gd name="T29" fmla="*/ 3405 h 4387"/>
              <a:gd name="T30" fmla="*/ 4475 w 4485"/>
              <a:gd name="T31" fmla="*/ 4387 h 4387"/>
              <a:gd name="T32" fmla="*/ 4485 w 4485"/>
              <a:gd name="T33" fmla="*/ 4387 h 4387"/>
              <a:gd name="T34" fmla="*/ 4485 w 4485"/>
              <a:gd name="T35" fmla="*/ 3402 h 4387"/>
              <a:gd name="T36" fmla="*/ 3950 w 4485"/>
              <a:gd name="T37" fmla="*/ 2865 h 4387"/>
              <a:gd name="T38" fmla="*/ 3955 w 4485"/>
              <a:gd name="T39" fmla="*/ 2658 h 4387"/>
              <a:gd name="T40" fmla="*/ 3381 w 4485"/>
              <a:gd name="T41" fmla="*/ 2084 h 4387"/>
              <a:gd name="T42" fmla="*/ 3269 w 4485"/>
              <a:gd name="T43" fmla="*/ 2076 h 4387"/>
              <a:gd name="T44" fmla="*/ 2935 w 4485"/>
              <a:gd name="T45" fmla="*/ 1739 h 4387"/>
              <a:gd name="T46" fmla="*/ 2355 w 4485"/>
              <a:gd name="T47" fmla="*/ 1739 h 4387"/>
              <a:gd name="T48" fmla="*/ 2162 w 4485"/>
              <a:gd name="T49" fmla="*/ 1546 h 4387"/>
              <a:gd name="T50" fmla="*/ 2091 w 4485"/>
              <a:gd name="T51" fmla="*/ 1548 h 4387"/>
              <a:gd name="T52" fmla="*/ 1788 w 4485"/>
              <a:gd name="T53" fmla="*/ 1245 h 4387"/>
              <a:gd name="T54" fmla="*/ 1543 w 4485"/>
              <a:gd name="T55" fmla="*/ 1235 h 4387"/>
              <a:gd name="T56" fmla="*/ 1214 w 4485"/>
              <a:gd name="T57" fmla="*/ 908 h 4387"/>
              <a:gd name="T58" fmla="*/ 916 w 4485"/>
              <a:gd name="T59" fmla="*/ 906 h 4387"/>
              <a:gd name="T60" fmla="*/ 8 w 4485"/>
              <a:gd name="T61" fmla="*/ 0 h 4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85" h="4387">
                <a:moveTo>
                  <a:pt x="8" y="0"/>
                </a:moveTo>
                <a:lnTo>
                  <a:pt x="0" y="7"/>
                </a:lnTo>
                <a:lnTo>
                  <a:pt x="911" y="916"/>
                </a:lnTo>
                <a:lnTo>
                  <a:pt x="1211" y="919"/>
                </a:lnTo>
                <a:lnTo>
                  <a:pt x="1538" y="1245"/>
                </a:lnTo>
                <a:lnTo>
                  <a:pt x="1783" y="1256"/>
                </a:lnTo>
                <a:lnTo>
                  <a:pt x="2089" y="1559"/>
                </a:lnTo>
                <a:lnTo>
                  <a:pt x="2159" y="1556"/>
                </a:lnTo>
                <a:lnTo>
                  <a:pt x="2352" y="1749"/>
                </a:lnTo>
                <a:lnTo>
                  <a:pt x="2929" y="1749"/>
                </a:lnTo>
                <a:lnTo>
                  <a:pt x="3264" y="2086"/>
                </a:lnTo>
                <a:lnTo>
                  <a:pt x="3376" y="2094"/>
                </a:lnTo>
                <a:lnTo>
                  <a:pt x="3945" y="2663"/>
                </a:lnTo>
                <a:lnTo>
                  <a:pt x="3940" y="2867"/>
                </a:lnTo>
                <a:lnTo>
                  <a:pt x="4475" y="3405"/>
                </a:lnTo>
                <a:lnTo>
                  <a:pt x="4475" y="4387"/>
                </a:lnTo>
                <a:lnTo>
                  <a:pt x="4485" y="4387"/>
                </a:lnTo>
                <a:lnTo>
                  <a:pt x="4485" y="3402"/>
                </a:lnTo>
                <a:lnTo>
                  <a:pt x="3950" y="2865"/>
                </a:lnTo>
                <a:lnTo>
                  <a:pt x="3955" y="2658"/>
                </a:lnTo>
                <a:lnTo>
                  <a:pt x="3381" y="2084"/>
                </a:lnTo>
                <a:lnTo>
                  <a:pt x="3269" y="2076"/>
                </a:lnTo>
                <a:lnTo>
                  <a:pt x="2935" y="1739"/>
                </a:lnTo>
                <a:lnTo>
                  <a:pt x="2355" y="1739"/>
                </a:lnTo>
                <a:lnTo>
                  <a:pt x="2162" y="1546"/>
                </a:lnTo>
                <a:lnTo>
                  <a:pt x="2091" y="1548"/>
                </a:lnTo>
                <a:lnTo>
                  <a:pt x="1788" y="1245"/>
                </a:lnTo>
                <a:lnTo>
                  <a:pt x="1543" y="1235"/>
                </a:lnTo>
                <a:lnTo>
                  <a:pt x="1214" y="908"/>
                </a:lnTo>
                <a:lnTo>
                  <a:pt x="916" y="906"/>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41" name="Freeform 998"/>
          <p:cNvSpPr>
            <a:spLocks/>
          </p:cNvSpPr>
          <p:nvPr/>
        </p:nvSpPr>
        <p:spPr bwMode="auto">
          <a:xfrm>
            <a:off x="-5819005" y="2482850"/>
            <a:ext cx="7119938" cy="6981825"/>
          </a:xfrm>
          <a:custGeom>
            <a:avLst/>
            <a:gdLst>
              <a:gd name="T0" fmla="*/ 5 w 4485"/>
              <a:gd name="T1" fmla="*/ 0 h 4398"/>
              <a:gd name="T2" fmla="*/ 0 w 4485"/>
              <a:gd name="T3" fmla="*/ 8 h 4398"/>
              <a:gd name="T4" fmla="*/ 947 w 4485"/>
              <a:gd name="T5" fmla="*/ 956 h 4398"/>
              <a:gd name="T6" fmla="*/ 1248 w 4485"/>
              <a:gd name="T7" fmla="*/ 958 h 4398"/>
              <a:gd name="T8" fmla="*/ 1574 w 4485"/>
              <a:gd name="T9" fmla="*/ 1285 h 4398"/>
              <a:gd name="T10" fmla="*/ 1827 w 4485"/>
              <a:gd name="T11" fmla="*/ 1285 h 4398"/>
              <a:gd name="T12" fmla="*/ 2133 w 4485"/>
              <a:gd name="T13" fmla="*/ 1590 h 4398"/>
              <a:gd name="T14" fmla="*/ 2203 w 4485"/>
              <a:gd name="T15" fmla="*/ 1588 h 4398"/>
              <a:gd name="T16" fmla="*/ 2397 w 4485"/>
              <a:gd name="T17" fmla="*/ 1781 h 4398"/>
              <a:gd name="T18" fmla="*/ 2966 w 4485"/>
              <a:gd name="T19" fmla="*/ 1789 h 4398"/>
              <a:gd name="T20" fmla="*/ 3300 w 4485"/>
              <a:gd name="T21" fmla="*/ 2123 h 4398"/>
              <a:gd name="T22" fmla="*/ 3420 w 4485"/>
              <a:gd name="T23" fmla="*/ 2126 h 4398"/>
              <a:gd name="T24" fmla="*/ 3958 w 4485"/>
              <a:gd name="T25" fmla="*/ 2661 h 4398"/>
              <a:gd name="T26" fmla="*/ 3948 w 4485"/>
              <a:gd name="T27" fmla="*/ 2878 h 4398"/>
              <a:gd name="T28" fmla="*/ 4475 w 4485"/>
              <a:gd name="T29" fmla="*/ 3408 h 4398"/>
              <a:gd name="T30" fmla="*/ 4475 w 4485"/>
              <a:gd name="T31" fmla="*/ 4398 h 4398"/>
              <a:gd name="T32" fmla="*/ 4485 w 4485"/>
              <a:gd name="T33" fmla="*/ 4398 h 4398"/>
              <a:gd name="T34" fmla="*/ 4485 w 4485"/>
              <a:gd name="T35" fmla="*/ 3403 h 4398"/>
              <a:gd name="T36" fmla="*/ 3958 w 4485"/>
              <a:gd name="T37" fmla="*/ 2872 h 4398"/>
              <a:gd name="T38" fmla="*/ 3968 w 4485"/>
              <a:gd name="T39" fmla="*/ 2658 h 4398"/>
              <a:gd name="T40" fmla="*/ 3423 w 4485"/>
              <a:gd name="T41" fmla="*/ 2115 h 4398"/>
              <a:gd name="T42" fmla="*/ 3305 w 4485"/>
              <a:gd name="T43" fmla="*/ 2113 h 4398"/>
              <a:gd name="T44" fmla="*/ 2971 w 4485"/>
              <a:gd name="T45" fmla="*/ 1778 h 4398"/>
              <a:gd name="T46" fmla="*/ 2399 w 4485"/>
              <a:gd name="T47" fmla="*/ 1770 h 4398"/>
              <a:gd name="T48" fmla="*/ 2206 w 4485"/>
              <a:gd name="T49" fmla="*/ 1577 h 4398"/>
              <a:gd name="T50" fmla="*/ 2135 w 4485"/>
              <a:gd name="T51" fmla="*/ 1580 h 4398"/>
              <a:gd name="T52" fmla="*/ 1833 w 4485"/>
              <a:gd name="T53" fmla="*/ 1274 h 4398"/>
              <a:gd name="T54" fmla="*/ 1579 w 4485"/>
              <a:gd name="T55" fmla="*/ 1274 h 4398"/>
              <a:gd name="T56" fmla="*/ 1250 w 4485"/>
              <a:gd name="T57" fmla="*/ 948 h 4398"/>
              <a:gd name="T58" fmla="*/ 953 w 4485"/>
              <a:gd name="T59" fmla="*/ 945 h 4398"/>
              <a:gd name="T60" fmla="*/ 5 w 4485"/>
              <a:gd name="T61" fmla="*/ 0 h 4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85" h="4398">
                <a:moveTo>
                  <a:pt x="5" y="0"/>
                </a:moveTo>
                <a:lnTo>
                  <a:pt x="0" y="8"/>
                </a:lnTo>
                <a:lnTo>
                  <a:pt x="947" y="956"/>
                </a:lnTo>
                <a:lnTo>
                  <a:pt x="1248" y="958"/>
                </a:lnTo>
                <a:lnTo>
                  <a:pt x="1574" y="1285"/>
                </a:lnTo>
                <a:lnTo>
                  <a:pt x="1827" y="1285"/>
                </a:lnTo>
                <a:lnTo>
                  <a:pt x="2133" y="1590"/>
                </a:lnTo>
                <a:lnTo>
                  <a:pt x="2203" y="1588"/>
                </a:lnTo>
                <a:lnTo>
                  <a:pt x="2397" y="1781"/>
                </a:lnTo>
                <a:lnTo>
                  <a:pt x="2966" y="1789"/>
                </a:lnTo>
                <a:lnTo>
                  <a:pt x="3300" y="2123"/>
                </a:lnTo>
                <a:lnTo>
                  <a:pt x="3420" y="2126"/>
                </a:lnTo>
                <a:lnTo>
                  <a:pt x="3958" y="2661"/>
                </a:lnTo>
                <a:lnTo>
                  <a:pt x="3948" y="2878"/>
                </a:lnTo>
                <a:lnTo>
                  <a:pt x="4475" y="3408"/>
                </a:lnTo>
                <a:lnTo>
                  <a:pt x="4475" y="4398"/>
                </a:lnTo>
                <a:lnTo>
                  <a:pt x="4485" y="4398"/>
                </a:lnTo>
                <a:lnTo>
                  <a:pt x="4485" y="3403"/>
                </a:lnTo>
                <a:lnTo>
                  <a:pt x="3958" y="2872"/>
                </a:lnTo>
                <a:lnTo>
                  <a:pt x="3968" y="2658"/>
                </a:lnTo>
                <a:lnTo>
                  <a:pt x="3423" y="2115"/>
                </a:lnTo>
                <a:lnTo>
                  <a:pt x="3305" y="2113"/>
                </a:lnTo>
                <a:lnTo>
                  <a:pt x="2971" y="1778"/>
                </a:lnTo>
                <a:lnTo>
                  <a:pt x="2399" y="1770"/>
                </a:lnTo>
                <a:lnTo>
                  <a:pt x="2206" y="1577"/>
                </a:lnTo>
                <a:lnTo>
                  <a:pt x="2135" y="1580"/>
                </a:lnTo>
                <a:lnTo>
                  <a:pt x="1833" y="1274"/>
                </a:lnTo>
                <a:lnTo>
                  <a:pt x="1579" y="1274"/>
                </a:lnTo>
                <a:lnTo>
                  <a:pt x="1250" y="948"/>
                </a:lnTo>
                <a:lnTo>
                  <a:pt x="953" y="945"/>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42" name="Freeform 999"/>
          <p:cNvSpPr>
            <a:spLocks/>
          </p:cNvSpPr>
          <p:nvPr/>
        </p:nvSpPr>
        <p:spPr bwMode="auto">
          <a:xfrm>
            <a:off x="-5819005" y="2482850"/>
            <a:ext cx="7119938" cy="6981825"/>
          </a:xfrm>
          <a:custGeom>
            <a:avLst/>
            <a:gdLst>
              <a:gd name="T0" fmla="*/ 5 w 4485"/>
              <a:gd name="T1" fmla="*/ 0 h 4398"/>
              <a:gd name="T2" fmla="*/ 0 w 4485"/>
              <a:gd name="T3" fmla="*/ 8 h 4398"/>
              <a:gd name="T4" fmla="*/ 947 w 4485"/>
              <a:gd name="T5" fmla="*/ 956 h 4398"/>
              <a:gd name="T6" fmla="*/ 1248 w 4485"/>
              <a:gd name="T7" fmla="*/ 958 h 4398"/>
              <a:gd name="T8" fmla="*/ 1574 w 4485"/>
              <a:gd name="T9" fmla="*/ 1285 h 4398"/>
              <a:gd name="T10" fmla="*/ 1827 w 4485"/>
              <a:gd name="T11" fmla="*/ 1285 h 4398"/>
              <a:gd name="T12" fmla="*/ 2133 w 4485"/>
              <a:gd name="T13" fmla="*/ 1590 h 4398"/>
              <a:gd name="T14" fmla="*/ 2203 w 4485"/>
              <a:gd name="T15" fmla="*/ 1588 h 4398"/>
              <a:gd name="T16" fmla="*/ 2397 w 4485"/>
              <a:gd name="T17" fmla="*/ 1781 h 4398"/>
              <a:gd name="T18" fmla="*/ 2966 w 4485"/>
              <a:gd name="T19" fmla="*/ 1789 h 4398"/>
              <a:gd name="T20" fmla="*/ 3300 w 4485"/>
              <a:gd name="T21" fmla="*/ 2123 h 4398"/>
              <a:gd name="T22" fmla="*/ 3420 w 4485"/>
              <a:gd name="T23" fmla="*/ 2126 h 4398"/>
              <a:gd name="T24" fmla="*/ 3958 w 4485"/>
              <a:gd name="T25" fmla="*/ 2661 h 4398"/>
              <a:gd name="T26" fmla="*/ 3948 w 4485"/>
              <a:gd name="T27" fmla="*/ 2878 h 4398"/>
              <a:gd name="T28" fmla="*/ 4475 w 4485"/>
              <a:gd name="T29" fmla="*/ 3408 h 4398"/>
              <a:gd name="T30" fmla="*/ 4475 w 4485"/>
              <a:gd name="T31" fmla="*/ 4398 h 4398"/>
              <a:gd name="T32" fmla="*/ 4485 w 4485"/>
              <a:gd name="T33" fmla="*/ 4398 h 4398"/>
              <a:gd name="T34" fmla="*/ 4485 w 4485"/>
              <a:gd name="T35" fmla="*/ 3403 h 4398"/>
              <a:gd name="T36" fmla="*/ 3958 w 4485"/>
              <a:gd name="T37" fmla="*/ 2872 h 4398"/>
              <a:gd name="T38" fmla="*/ 3968 w 4485"/>
              <a:gd name="T39" fmla="*/ 2658 h 4398"/>
              <a:gd name="T40" fmla="*/ 3423 w 4485"/>
              <a:gd name="T41" fmla="*/ 2115 h 4398"/>
              <a:gd name="T42" fmla="*/ 3305 w 4485"/>
              <a:gd name="T43" fmla="*/ 2113 h 4398"/>
              <a:gd name="T44" fmla="*/ 2971 w 4485"/>
              <a:gd name="T45" fmla="*/ 1778 h 4398"/>
              <a:gd name="T46" fmla="*/ 2399 w 4485"/>
              <a:gd name="T47" fmla="*/ 1770 h 4398"/>
              <a:gd name="T48" fmla="*/ 2206 w 4485"/>
              <a:gd name="T49" fmla="*/ 1577 h 4398"/>
              <a:gd name="T50" fmla="*/ 2135 w 4485"/>
              <a:gd name="T51" fmla="*/ 1580 h 4398"/>
              <a:gd name="T52" fmla="*/ 1833 w 4485"/>
              <a:gd name="T53" fmla="*/ 1274 h 4398"/>
              <a:gd name="T54" fmla="*/ 1579 w 4485"/>
              <a:gd name="T55" fmla="*/ 1274 h 4398"/>
              <a:gd name="T56" fmla="*/ 1250 w 4485"/>
              <a:gd name="T57" fmla="*/ 948 h 4398"/>
              <a:gd name="T58" fmla="*/ 953 w 4485"/>
              <a:gd name="T59" fmla="*/ 945 h 4398"/>
              <a:gd name="T60" fmla="*/ 5 w 4485"/>
              <a:gd name="T61" fmla="*/ 0 h 4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85" h="4398">
                <a:moveTo>
                  <a:pt x="5" y="0"/>
                </a:moveTo>
                <a:lnTo>
                  <a:pt x="0" y="8"/>
                </a:lnTo>
                <a:lnTo>
                  <a:pt x="947" y="956"/>
                </a:lnTo>
                <a:lnTo>
                  <a:pt x="1248" y="958"/>
                </a:lnTo>
                <a:lnTo>
                  <a:pt x="1574" y="1285"/>
                </a:lnTo>
                <a:lnTo>
                  <a:pt x="1827" y="1285"/>
                </a:lnTo>
                <a:lnTo>
                  <a:pt x="2133" y="1590"/>
                </a:lnTo>
                <a:lnTo>
                  <a:pt x="2203" y="1588"/>
                </a:lnTo>
                <a:lnTo>
                  <a:pt x="2397" y="1781"/>
                </a:lnTo>
                <a:lnTo>
                  <a:pt x="2966" y="1789"/>
                </a:lnTo>
                <a:lnTo>
                  <a:pt x="3300" y="2123"/>
                </a:lnTo>
                <a:lnTo>
                  <a:pt x="3420" y="2126"/>
                </a:lnTo>
                <a:lnTo>
                  <a:pt x="3958" y="2661"/>
                </a:lnTo>
                <a:lnTo>
                  <a:pt x="3948" y="2878"/>
                </a:lnTo>
                <a:lnTo>
                  <a:pt x="4475" y="3408"/>
                </a:lnTo>
                <a:lnTo>
                  <a:pt x="4475" y="4398"/>
                </a:lnTo>
                <a:lnTo>
                  <a:pt x="4485" y="4398"/>
                </a:lnTo>
                <a:lnTo>
                  <a:pt x="4485" y="3403"/>
                </a:lnTo>
                <a:lnTo>
                  <a:pt x="3958" y="2872"/>
                </a:lnTo>
                <a:lnTo>
                  <a:pt x="3968" y="2658"/>
                </a:lnTo>
                <a:lnTo>
                  <a:pt x="3423" y="2115"/>
                </a:lnTo>
                <a:lnTo>
                  <a:pt x="3305" y="2113"/>
                </a:lnTo>
                <a:lnTo>
                  <a:pt x="2971" y="1778"/>
                </a:lnTo>
                <a:lnTo>
                  <a:pt x="2399" y="1770"/>
                </a:lnTo>
                <a:lnTo>
                  <a:pt x="2206" y="1577"/>
                </a:lnTo>
                <a:lnTo>
                  <a:pt x="2135" y="1580"/>
                </a:lnTo>
                <a:lnTo>
                  <a:pt x="1833" y="1274"/>
                </a:lnTo>
                <a:lnTo>
                  <a:pt x="1579" y="1274"/>
                </a:lnTo>
                <a:lnTo>
                  <a:pt x="1250" y="948"/>
                </a:lnTo>
                <a:lnTo>
                  <a:pt x="953" y="945"/>
                </a:lnTo>
                <a:lnTo>
                  <a:pt x="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43" name="Freeform 1000"/>
          <p:cNvSpPr>
            <a:spLocks/>
          </p:cNvSpPr>
          <p:nvPr/>
        </p:nvSpPr>
        <p:spPr bwMode="auto">
          <a:xfrm>
            <a:off x="-5865042" y="2527300"/>
            <a:ext cx="7116763" cy="6837363"/>
          </a:xfrm>
          <a:custGeom>
            <a:avLst/>
            <a:gdLst>
              <a:gd name="T0" fmla="*/ 8 w 4483"/>
              <a:gd name="T1" fmla="*/ 0 h 4307"/>
              <a:gd name="T2" fmla="*/ 0 w 4483"/>
              <a:gd name="T3" fmla="*/ 8 h 4307"/>
              <a:gd name="T4" fmla="*/ 969 w 4483"/>
              <a:gd name="T5" fmla="*/ 975 h 4307"/>
              <a:gd name="T6" fmla="*/ 1266 w 4483"/>
              <a:gd name="T7" fmla="*/ 977 h 4307"/>
              <a:gd name="T8" fmla="*/ 1593 w 4483"/>
              <a:gd name="T9" fmla="*/ 1304 h 4307"/>
              <a:gd name="T10" fmla="*/ 1846 w 4483"/>
              <a:gd name="T11" fmla="*/ 1306 h 4307"/>
              <a:gd name="T12" fmla="*/ 2149 w 4483"/>
              <a:gd name="T13" fmla="*/ 1609 h 4307"/>
              <a:gd name="T14" fmla="*/ 2214 w 4483"/>
              <a:gd name="T15" fmla="*/ 1614 h 4307"/>
              <a:gd name="T16" fmla="*/ 2407 w 4483"/>
              <a:gd name="T17" fmla="*/ 1808 h 4307"/>
              <a:gd name="T18" fmla="*/ 2984 w 4483"/>
              <a:gd name="T19" fmla="*/ 1810 h 4307"/>
              <a:gd name="T20" fmla="*/ 3319 w 4483"/>
              <a:gd name="T21" fmla="*/ 2145 h 4307"/>
              <a:gd name="T22" fmla="*/ 3431 w 4483"/>
              <a:gd name="T23" fmla="*/ 2152 h 4307"/>
              <a:gd name="T24" fmla="*/ 3950 w 4483"/>
              <a:gd name="T25" fmla="*/ 2672 h 4307"/>
              <a:gd name="T26" fmla="*/ 3948 w 4483"/>
              <a:gd name="T27" fmla="*/ 2891 h 4307"/>
              <a:gd name="T28" fmla="*/ 4473 w 4483"/>
              <a:gd name="T29" fmla="*/ 3416 h 4307"/>
              <a:gd name="T30" fmla="*/ 4473 w 4483"/>
              <a:gd name="T31" fmla="*/ 4307 h 4307"/>
              <a:gd name="T32" fmla="*/ 4483 w 4483"/>
              <a:gd name="T33" fmla="*/ 4307 h 4307"/>
              <a:gd name="T34" fmla="*/ 4483 w 4483"/>
              <a:gd name="T35" fmla="*/ 3411 h 4307"/>
              <a:gd name="T36" fmla="*/ 3958 w 4483"/>
              <a:gd name="T37" fmla="*/ 2886 h 4307"/>
              <a:gd name="T38" fmla="*/ 3963 w 4483"/>
              <a:gd name="T39" fmla="*/ 2670 h 4307"/>
              <a:gd name="T40" fmla="*/ 3436 w 4483"/>
              <a:gd name="T41" fmla="*/ 2142 h 4307"/>
              <a:gd name="T42" fmla="*/ 3324 w 4483"/>
              <a:gd name="T43" fmla="*/ 2134 h 4307"/>
              <a:gd name="T44" fmla="*/ 2990 w 4483"/>
              <a:gd name="T45" fmla="*/ 1800 h 4307"/>
              <a:gd name="T46" fmla="*/ 2410 w 4483"/>
              <a:gd name="T47" fmla="*/ 1797 h 4307"/>
              <a:gd name="T48" fmla="*/ 2217 w 4483"/>
              <a:gd name="T49" fmla="*/ 1604 h 4307"/>
              <a:gd name="T50" fmla="*/ 2154 w 4483"/>
              <a:gd name="T51" fmla="*/ 1599 h 4307"/>
              <a:gd name="T52" fmla="*/ 1851 w 4483"/>
              <a:gd name="T53" fmla="*/ 1296 h 4307"/>
              <a:gd name="T54" fmla="*/ 1598 w 4483"/>
              <a:gd name="T55" fmla="*/ 1293 h 4307"/>
              <a:gd name="T56" fmla="*/ 1271 w 4483"/>
              <a:gd name="T57" fmla="*/ 967 h 4307"/>
              <a:gd name="T58" fmla="*/ 971 w 4483"/>
              <a:gd name="T59" fmla="*/ 964 h 4307"/>
              <a:gd name="T60" fmla="*/ 8 w 4483"/>
              <a:gd name="T61" fmla="*/ 0 h 4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83" h="4307">
                <a:moveTo>
                  <a:pt x="8" y="0"/>
                </a:moveTo>
                <a:lnTo>
                  <a:pt x="0" y="8"/>
                </a:lnTo>
                <a:lnTo>
                  <a:pt x="969" y="975"/>
                </a:lnTo>
                <a:lnTo>
                  <a:pt x="1266" y="977"/>
                </a:lnTo>
                <a:lnTo>
                  <a:pt x="1593" y="1304"/>
                </a:lnTo>
                <a:lnTo>
                  <a:pt x="1846" y="1306"/>
                </a:lnTo>
                <a:lnTo>
                  <a:pt x="2149" y="1609"/>
                </a:lnTo>
                <a:lnTo>
                  <a:pt x="2214" y="1614"/>
                </a:lnTo>
                <a:lnTo>
                  <a:pt x="2407" y="1808"/>
                </a:lnTo>
                <a:lnTo>
                  <a:pt x="2984" y="1810"/>
                </a:lnTo>
                <a:lnTo>
                  <a:pt x="3319" y="2145"/>
                </a:lnTo>
                <a:lnTo>
                  <a:pt x="3431" y="2152"/>
                </a:lnTo>
                <a:lnTo>
                  <a:pt x="3950" y="2672"/>
                </a:lnTo>
                <a:lnTo>
                  <a:pt x="3948" y="2891"/>
                </a:lnTo>
                <a:lnTo>
                  <a:pt x="4473" y="3416"/>
                </a:lnTo>
                <a:lnTo>
                  <a:pt x="4473" y="4307"/>
                </a:lnTo>
                <a:lnTo>
                  <a:pt x="4483" y="4307"/>
                </a:lnTo>
                <a:lnTo>
                  <a:pt x="4483" y="3411"/>
                </a:lnTo>
                <a:lnTo>
                  <a:pt x="3958" y="2886"/>
                </a:lnTo>
                <a:lnTo>
                  <a:pt x="3963" y="2670"/>
                </a:lnTo>
                <a:lnTo>
                  <a:pt x="3436" y="2142"/>
                </a:lnTo>
                <a:lnTo>
                  <a:pt x="3324" y="2134"/>
                </a:lnTo>
                <a:lnTo>
                  <a:pt x="2990" y="1800"/>
                </a:lnTo>
                <a:lnTo>
                  <a:pt x="2410" y="1797"/>
                </a:lnTo>
                <a:lnTo>
                  <a:pt x="2217" y="1604"/>
                </a:lnTo>
                <a:lnTo>
                  <a:pt x="2154" y="1599"/>
                </a:lnTo>
                <a:lnTo>
                  <a:pt x="1851" y="1296"/>
                </a:lnTo>
                <a:lnTo>
                  <a:pt x="1598" y="1293"/>
                </a:lnTo>
                <a:lnTo>
                  <a:pt x="1271" y="967"/>
                </a:lnTo>
                <a:lnTo>
                  <a:pt x="971" y="964"/>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44" name="Freeform 1001"/>
          <p:cNvSpPr>
            <a:spLocks/>
          </p:cNvSpPr>
          <p:nvPr/>
        </p:nvSpPr>
        <p:spPr bwMode="auto">
          <a:xfrm>
            <a:off x="-5865042" y="2527300"/>
            <a:ext cx="7116763" cy="6837363"/>
          </a:xfrm>
          <a:custGeom>
            <a:avLst/>
            <a:gdLst>
              <a:gd name="T0" fmla="*/ 8 w 4483"/>
              <a:gd name="T1" fmla="*/ 0 h 4307"/>
              <a:gd name="T2" fmla="*/ 0 w 4483"/>
              <a:gd name="T3" fmla="*/ 8 h 4307"/>
              <a:gd name="T4" fmla="*/ 969 w 4483"/>
              <a:gd name="T5" fmla="*/ 975 h 4307"/>
              <a:gd name="T6" fmla="*/ 1266 w 4483"/>
              <a:gd name="T7" fmla="*/ 977 h 4307"/>
              <a:gd name="T8" fmla="*/ 1593 w 4483"/>
              <a:gd name="T9" fmla="*/ 1304 h 4307"/>
              <a:gd name="T10" fmla="*/ 1846 w 4483"/>
              <a:gd name="T11" fmla="*/ 1306 h 4307"/>
              <a:gd name="T12" fmla="*/ 2149 w 4483"/>
              <a:gd name="T13" fmla="*/ 1609 h 4307"/>
              <a:gd name="T14" fmla="*/ 2214 w 4483"/>
              <a:gd name="T15" fmla="*/ 1614 h 4307"/>
              <a:gd name="T16" fmla="*/ 2407 w 4483"/>
              <a:gd name="T17" fmla="*/ 1808 h 4307"/>
              <a:gd name="T18" fmla="*/ 2984 w 4483"/>
              <a:gd name="T19" fmla="*/ 1810 h 4307"/>
              <a:gd name="T20" fmla="*/ 3319 w 4483"/>
              <a:gd name="T21" fmla="*/ 2145 h 4307"/>
              <a:gd name="T22" fmla="*/ 3431 w 4483"/>
              <a:gd name="T23" fmla="*/ 2152 h 4307"/>
              <a:gd name="T24" fmla="*/ 3950 w 4483"/>
              <a:gd name="T25" fmla="*/ 2672 h 4307"/>
              <a:gd name="T26" fmla="*/ 3948 w 4483"/>
              <a:gd name="T27" fmla="*/ 2891 h 4307"/>
              <a:gd name="T28" fmla="*/ 4473 w 4483"/>
              <a:gd name="T29" fmla="*/ 3416 h 4307"/>
              <a:gd name="T30" fmla="*/ 4473 w 4483"/>
              <a:gd name="T31" fmla="*/ 4307 h 4307"/>
              <a:gd name="T32" fmla="*/ 4483 w 4483"/>
              <a:gd name="T33" fmla="*/ 4307 h 4307"/>
              <a:gd name="T34" fmla="*/ 4483 w 4483"/>
              <a:gd name="T35" fmla="*/ 3411 h 4307"/>
              <a:gd name="T36" fmla="*/ 3958 w 4483"/>
              <a:gd name="T37" fmla="*/ 2886 h 4307"/>
              <a:gd name="T38" fmla="*/ 3963 w 4483"/>
              <a:gd name="T39" fmla="*/ 2670 h 4307"/>
              <a:gd name="T40" fmla="*/ 3436 w 4483"/>
              <a:gd name="T41" fmla="*/ 2142 h 4307"/>
              <a:gd name="T42" fmla="*/ 3324 w 4483"/>
              <a:gd name="T43" fmla="*/ 2134 h 4307"/>
              <a:gd name="T44" fmla="*/ 2990 w 4483"/>
              <a:gd name="T45" fmla="*/ 1800 h 4307"/>
              <a:gd name="T46" fmla="*/ 2410 w 4483"/>
              <a:gd name="T47" fmla="*/ 1797 h 4307"/>
              <a:gd name="T48" fmla="*/ 2217 w 4483"/>
              <a:gd name="T49" fmla="*/ 1604 h 4307"/>
              <a:gd name="T50" fmla="*/ 2154 w 4483"/>
              <a:gd name="T51" fmla="*/ 1599 h 4307"/>
              <a:gd name="T52" fmla="*/ 1851 w 4483"/>
              <a:gd name="T53" fmla="*/ 1296 h 4307"/>
              <a:gd name="T54" fmla="*/ 1598 w 4483"/>
              <a:gd name="T55" fmla="*/ 1293 h 4307"/>
              <a:gd name="T56" fmla="*/ 1271 w 4483"/>
              <a:gd name="T57" fmla="*/ 967 h 4307"/>
              <a:gd name="T58" fmla="*/ 971 w 4483"/>
              <a:gd name="T59" fmla="*/ 964 h 4307"/>
              <a:gd name="T60" fmla="*/ 8 w 4483"/>
              <a:gd name="T61" fmla="*/ 0 h 4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83" h="4307">
                <a:moveTo>
                  <a:pt x="8" y="0"/>
                </a:moveTo>
                <a:lnTo>
                  <a:pt x="0" y="8"/>
                </a:lnTo>
                <a:lnTo>
                  <a:pt x="969" y="975"/>
                </a:lnTo>
                <a:lnTo>
                  <a:pt x="1266" y="977"/>
                </a:lnTo>
                <a:lnTo>
                  <a:pt x="1593" y="1304"/>
                </a:lnTo>
                <a:lnTo>
                  <a:pt x="1846" y="1306"/>
                </a:lnTo>
                <a:lnTo>
                  <a:pt x="2149" y="1609"/>
                </a:lnTo>
                <a:lnTo>
                  <a:pt x="2214" y="1614"/>
                </a:lnTo>
                <a:lnTo>
                  <a:pt x="2407" y="1808"/>
                </a:lnTo>
                <a:lnTo>
                  <a:pt x="2984" y="1810"/>
                </a:lnTo>
                <a:lnTo>
                  <a:pt x="3319" y="2145"/>
                </a:lnTo>
                <a:lnTo>
                  <a:pt x="3431" y="2152"/>
                </a:lnTo>
                <a:lnTo>
                  <a:pt x="3950" y="2672"/>
                </a:lnTo>
                <a:lnTo>
                  <a:pt x="3948" y="2891"/>
                </a:lnTo>
                <a:lnTo>
                  <a:pt x="4473" y="3416"/>
                </a:lnTo>
                <a:lnTo>
                  <a:pt x="4473" y="4307"/>
                </a:lnTo>
                <a:lnTo>
                  <a:pt x="4483" y="4307"/>
                </a:lnTo>
                <a:lnTo>
                  <a:pt x="4483" y="3411"/>
                </a:lnTo>
                <a:lnTo>
                  <a:pt x="3958" y="2886"/>
                </a:lnTo>
                <a:lnTo>
                  <a:pt x="3963" y="2670"/>
                </a:lnTo>
                <a:lnTo>
                  <a:pt x="3436" y="2142"/>
                </a:lnTo>
                <a:lnTo>
                  <a:pt x="3324" y="2134"/>
                </a:lnTo>
                <a:lnTo>
                  <a:pt x="2990" y="1800"/>
                </a:lnTo>
                <a:lnTo>
                  <a:pt x="2410" y="1797"/>
                </a:lnTo>
                <a:lnTo>
                  <a:pt x="2217" y="1604"/>
                </a:lnTo>
                <a:lnTo>
                  <a:pt x="2154" y="1599"/>
                </a:lnTo>
                <a:lnTo>
                  <a:pt x="1851" y="1296"/>
                </a:lnTo>
                <a:lnTo>
                  <a:pt x="1598" y="1293"/>
                </a:lnTo>
                <a:lnTo>
                  <a:pt x="1271" y="967"/>
                </a:lnTo>
                <a:lnTo>
                  <a:pt x="971" y="964"/>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45" name="Freeform 1002"/>
          <p:cNvSpPr>
            <a:spLocks/>
          </p:cNvSpPr>
          <p:nvPr/>
        </p:nvSpPr>
        <p:spPr bwMode="auto">
          <a:xfrm>
            <a:off x="-5553892" y="3074988"/>
            <a:ext cx="6738938" cy="6423025"/>
          </a:xfrm>
          <a:custGeom>
            <a:avLst/>
            <a:gdLst>
              <a:gd name="T0" fmla="*/ 8 w 4245"/>
              <a:gd name="T1" fmla="*/ 0 h 4046"/>
              <a:gd name="T2" fmla="*/ 0 w 4245"/>
              <a:gd name="T3" fmla="*/ 8 h 4046"/>
              <a:gd name="T4" fmla="*/ 775 w 4245"/>
              <a:gd name="T5" fmla="*/ 781 h 4046"/>
              <a:gd name="T6" fmla="*/ 1143 w 4245"/>
              <a:gd name="T7" fmla="*/ 778 h 4046"/>
              <a:gd name="T8" fmla="*/ 1378 w 4245"/>
              <a:gd name="T9" fmla="*/ 1013 h 4046"/>
              <a:gd name="T10" fmla="*/ 1632 w 4245"/>
              <a:gd name="T11" fmla="*/ 1016 h 4046"/>
              <a:gd name="T12" fmla="*/ 1934 w 4245"/>
              <a:gd name="T13" fmla="*/ 1322 h 4046"/>
              <a:gd name="T14" fmla="*/ 2008 w 4245"/>
              <a:gd name="T15" fmla="*/ 1316 h 4046"/>
              <a:gd name="T16" fmla="*/ 2201 w 4245"/>
              <a:gd name="T17" fmla="*/ 1510 h 4046"/>
              <a:gd name="T18" fmla="*/ 2770 w 4245"/>
              <a:gd name="T19" fmla="*/ 1520 h 4046"/>
              <a:gd name="T20" fmla="*/ 3104 w 4245"/>
              <a:gd name="T21" fmla="*/ 1854 h 4046"/>
              <a:gd name="T22" fmla="*/ 3224 w 4245"/>
              <a:gd name="T23" fmla="*/ 1854 h 4046"/>
              <a:gd name="T24" fmla="*/ 3728 w 4245"/>
              <a:gd name="T25" fmla="*/ 2361 h 4046"/>
              <a:gd name="T26" fmla="*/ 3718 w 4245"/>
              <a:gd name="T27" fmla="*/ 2588 h 4046"/>
              <a:gd name="T28" fmla="*/ 4235 w 4245"/>
              <a:gd name="T29" fmla="*/ 3108 h 4046"/>
              <a:gd name="T30" fmla="*/ 4235 w 4245"/>
              <a:gd name="T31" fmla="*/ 4046 h 4046"/>
              <a:gd name="T32" fmla="*/ 4245 w 4245"/>
              <a:gd name="T33" fmla="*/ 4046 h 4046"/>
              <a:gd name="T34" fmla="*/ 4245 w 4245"/>
              <a:gd name="T35" fmla="*/ 3103 h 4046"/>
              <a:gd name="T36" fmla="*/ 3728 w 4245"/>
              <a:gd name="T37" fmla="*/ 2583 h 4046"/>
              <a:gd name="T38" fmla="*/ 3739 w 4245"/>
              <a:gd name="T39" fmla="*/ 2356 h 4046"/>
              <a:gd name="T40" fmla="*/ 3227 w 4245"/>
              <a:gd name="T41" fmla="*/ 1844 h 4046"/>
              <a:gd name="T42" fmla="*/ 3109 w 4245"/>
              <a:gd name="T43" fmla="*/ 1844 h 4046"/>
              <a:gd name="T44" fmla="*/ 2775 w 4245"/>
              <a:gd name="T45" fmla="*/ 1510 h 4046"/>
              <a:gd name="T46" fmla="*/ 2203 w 4245"/>
              <a:gd name="T47" fmla="*/ 1499 h 4046"/>
              <a:gd name="T48" fmla="*/ 2010 w 4245"/>
              <a:gd name="T49" fmla="*/ 1306 h 4046"/>
              <a:gd name="T50" fmla="*/ 1940 w 4245"/>
              <a:gd name="T51" fmla="*/ 1311 h 4046"/>
              <a:gd name="T52" fmla="*/ 1637 w 4245"/>
              <a:gd name="T53" fmla="*/ 1006 h 4046"/>
              <a:gd name="T54" fmla="*/ 1384 w 4245"/>
              <a:gd name="T55" fmla="*/ 1003 h 4046"/>
              <a:gd name="T56" fmla="*/ 1146 w 4245"/>
              <a:gd name="T57" fmla="*/ 768 h 4046"/>
              <a:gd name="T58" fmla="*/ 780 w 4245"/>
              <a:gd name="T59" fmla="*/ 771 h 4046"/>
              <a:gd name="T60" fmla="*/ 8 w 4245"/>
              <a:gd name="T61" fmla="*/ 0 h 4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245" h="4046">
                <a:moveTo>
                  <a:pt x="8" y="0"/>
                </a:moveTo>
                <a:lnTo>
                  <a:pt x="0" y="8"/>
                </a:lnTo>
                <a:lnTo>
                  <a:pt x="775" y="781"/>
                </a:lnTo>
                <a:lnTo>
                  <a:pt x="1143" y="778"/>
                </a:lnTo>
                <a:lnTo>
                  <a:pt x="1378" y="1013"/>
                </a:lnTo>
                <a:lnTo>
                  <a:pt x="1632" y="1016"/>
                </a:lnTo>
                <a:lnTo>
                  <a:pt x="1934" y="1322"/>
                </a:lnTo>
                <a:lnTo>
                  <a:pt x="2008" y="1316"/>
                </a:lnTo>
                <a:lnTo>
                  <a:pt x="2201" y="1510"/>
                </a:lnTo>
                <a:lnTo>
                  <a:pt x="2770" y="1520"/>
                </a:lnTo>
                <a:lnTo>
                  <a:pt x="3104" y="1854"/>
                </a:lnTo>
                <a:lnTo>
                  <a:pt x="3224" y="1854"/>
                </a:lnTo>
                <a:lnTo>
                  <a:pt x="3728" y="2361"/>
                </a:lnTo>
                <a:lnTo>
                  <a:pt x="3718" y="2588"/>
                </a:lnTo>
                <a:lnTo>
                  <a:pt x="4235" y="3108"/>
                </a:lnTo>
                <a:lnTo>
                  <a:pt x="4235" y="4046"/>
                </a:lnTo>
                <a:lnTo>
                  <a:pt x="4245" y="4046"/>
                </a:lnTo>
                <a:lnTo>
                  <a:pt x="4245" y="3103"/>
                </a:lnTo>
                <a:lnTo>
                  <a:pt x="3728" y="2583"/>
                </a:lnTo>
                <a:lnTo>
                  <a:pt x="3739" y="2356"/>
                </a:lnTo>
                <a:lnTo>
                  <a:pt x="3227" y="1844"/>
                </a:lnTo>
                <a:lnTo>
                  <a:pt x="3109" y="1844"/>
                </a:lnTo>
                <a:lnTo>
                  <a:pt x="2775" y="1510"/>
                </a:lnTo>
                <a:lnTo>
                  <a:pt x="2203" y="1499"/>
                </a:lnTo>
                <a:lnTo>
                  <a:pt x="2010" y="1306"/>
                </a:lnTo>
                <a:lnTo>
                  <a:pt x="1940" y="1311"/>
                </a:lnTo>
                <a:lnTo>
                  <a:pt x="1637" y="1006"/>
                </a:lnTo>
                <a:lnTo>
                  <a:pt x="1384" y="1003"/>
                </a:lnTo>
                <a:lnTo>
                  <a:pt x="1146" y="768"/>
                </a:lnTo>
                <a:lnTo>
                  <a:pt x="780" y="77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46" name="Freeform 1003"/>
          <p:cNvSpPr>
            <a:spLocks/>
          </p:cNvSpPr>
          <p:nvPr/>
        </p:nvSpPr>
        <p:spPr bwMode="auto">
          <a:xfrm>
            <a:off x="-5553892" y="3074988"/>
            <a:ext cx="6738938" cy="6423025"/>
          </a:xfrm>
          <a:custGeom>
            <a:avLst/>
            <a:gdLst>
              <a:gd name="T0" fmla="*/ 8 w 4245"/>
              <a:gd name="T1" fmla="*/ 0 h 4046"/>
              <a:gd name="T2" fmla="*/ 0 w 4245"/>
              <a:gd name="T3" fmla="*/ 8 h 4046"/>
              <a:gd name="T4" fmla="*/ 775 w 4245"/>
              <a:gd name="T5" fmla="*/ 781 h 4046"/>
              <a:gd name="T6" fmla="*/ 1143 w 4245"/>
              <a:gd name="T7" fmla="*/ 778 h 4046"/>
              <a:gd name="T8" fmla="*/ 1378 w 4245"/>
              <a:gd name="T9" fmla="*/ 1013 h 4046"/>
              <a:gd name="T10" fmla="*/ 1632 w 4245"/>
              <a:gd name="T11" fmla="*/ 1016 h 4046"/>
              <a:gd name="T12" fmla="*/ 1934 w 4245"/>
              <a:gd name="T13" fmla="*/ 1322 h 4046"/>
              <a:gd name="T14" fmla="*/ 2008 w 4245"/>
              <a:gd name="T15" fmla="*/ 1316 h 4046"/>
              <a:gd name="T16" fmla="*/ 2201 w 4245"/>
              <a:gd name="T17" fmla="*/ 1510 h 4046"/>
              <a:gd name="T18" fmla="*/ 2770 w 4245"/>
              <a:gd name="T19" fmla="*/ 1520 h 4046"/>
              <a:gd name="T20" fmla="*/ 3104 w 4245"/>
              <a:gd name="T21" fmla="*/ 1854 h 4046"/>
              <a:gd name="T22" fmla="*/ 3224 w 4245"/>
              <a:gd name="T23" fmla="*/ 1854 h 4046"/>
              <a:gd name="T24" fmla="*/ 3728 w 4245"/>
              <a:gd name="T25" fmla="*/ 2361 h 4046"/>
              <a:gd name="T26" fmla="*/ 3718 w 4245"/>
              <a:gd name="T27" fmla="*/ 2588 h 4046"/>
              <a:gd name="T28" fmla="*/ 4235 w 4245"/>
              <a:gd name="T29" fmla="*/ 3108 h 4046"/>
              <a:gd name="T30" fmla="*/ 4235 w 4245"/>
              <a:gd name="T31" fmla="*/ 4046 h 4046"/>
              <a:gd name="T32" fmla="*/ 4245 w 4245"/>
              <a:gd name="T33" fmla="*/ 4046 h 4046"/>
              <a:gd name="T34" fmla="*/ 4245 w 4245"/>
              <a:gd name="T35" fmla="*/ 3103 h 4046"/>
              <a:gd name="T36" fmla="*/ 3728 w 4245"/>
              <a:gd name="T37" fmla="*/ 2583 h 4046"/>
              <a:gd name="T38" fmla="*/ 3739 w 4245"/>
              <a:gd name="T39" fmla="*/ 2356 h 4046"/>
              <a:gd name="T40" fmla="*/ 3227 w 4245"/>
              <a:gd name="T41" fmla="*/ 1844 h 4046"/>
              <a:gd name="T42" fmla="*/ 3109 w 4245"/>
              <a:gd name="T43" fmla="*/ 1844 h 4046"/>
              <a:gd name="T44" fmla="*/ 2775 w 4245"/>
              <a:gd name="T45" fmla="*/ 1510 h 4046"/>
              <a:gd name="T46" fmla="*/ 2203 w 4245"/>
              <a:gd name="T47" fmla="*/ 1499 h 4046"/>
              <a:gd name="T48" fmla="*/ 2010 w 4245"/>
              <a:gd name="T49" fmla="*/ 1306 h 4046"/>
              <a:gd name="T50" fmla="*/ 1940 w 4245"/>
              <a:gd name="T51" fmla="*/ 1311 h 4046"/>
              <a:gd name="T52" fmla="*/ 1637 w 4245"/>
              <a:gd name="T53" fmla="*/ 1006 h 4046"/>
              <a:gd name="T54" fmla="*/ 1384 w 4245"/>
              <a:gd name="T55" fmla="*/ 1003 h 4046"/>
              <a:gd name="T56" fmla="*/ 1146 w 4245"/>
              <a:gd name="T57" fmla="*/ 768 h 4046"/>
              <a:gd name="T58" fmla="*/ 780 w 4245"/>
              <a:gd name="T59" fmla="*/ 771 h 4046"/>
              <a:gd name="T60" fmla="*/ 8 w 4245"/>
              <a:gd name="T61" fmla="*/ 0 h 4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245" h="4046">
                <a:moveTo>
                  <a:pt x="8" y="0"/>
                </a:moveTo>
                <a:lnTo>
                  <a:pt x="0" y="8"/>
                </a:lnTo>
                <a:lnTo>
                  <a:pt x="775" y="781"/>
                </a:lnTo>
                <a:lnTo>
                  <a:pt x="1143" y="778"/>
                </a:lnTo>
                <a:lnTo>
                  <a:pt x="1378" y="1013"/>
                </a:lnTo>
                <a:lnTo>
                  <a:pt x="1632" y="1016"/>
                </a:lnTo>
                <a:lnTo>
                  <a:pt x="1934" y="1322"/>
                </a:lnTo>
                <a:lnTo>
                  <a:pt x="2008" y="1316"/>
                </a:lnTo>
                <a:lnTo>
                  <a:pt x="2201" y="1510"/>
                </a:lnTo>
                <a:lnTo>
                  <a:pt x="2770" y="1520"/>
                </a:lnTo>
                <a:lnTo>
                  <a:pt x="3104" y="1854"/>
                </a:lnTo>
                <a:lnTo>
                  <a:pt x="3224" y="1854"/>
                </a:lnTo>
                <a:lnTo>
                  <a:pt x="3728" y="2361"/>
                </a:lnTo>
                <a:lnTo>
                  <a:pt x="3718" y="2588"/>
                </a:lnTo>
                <a:lnTo>
                  <a:pt x="4235" y="3108"/>
                </a:lnTo>
                <a:lnTo>
                  <a:pt x="4235" y="4046"/>
                </a:lnTo>
                <a:lnTo>
                  <a:pt x="4245" y="4046"/>
                </a:lnTo>
                <a:lnTo>
                  <a:pt x="4245" y="3103"/>
                </a:lnTo>
                <a:lnTo>
                  <a:pt x="3728" y="2583"/>
                </a:lnTo>
                <a:lnTo>
                  <a:pt x="3739" y="2356"/>
                </a:lnTo>
                <a:lnTo>
                  <a:pt x="3227" y="1844"/>
                </a:lnTo>
                <a:lnTo>
                  <a:pt x="3109" y="1844"/>
                </a:lnTo>
                <a:lnTo>
                  <a:pt x="2775" y="1510"/>
                </a:lnTo>
                <a:lnTo>
                  <a:pt x="2203" y="1499"/>
                </a:lnTo>
                <a:lnTo>
                  <a:pt x="2010" y="1306"/>
                </a:lnTo>
                <a:lnTo>
                  <a:pt x="1940" y="1311"/>
                </a:lnTo>
                <a:lnTo>
                  <a:pt x="1637" y="1006"/>
                </a:lnTo>
                <a:lnTo>
                  <a:pt x="1384" y="1003"/>
                </a:lnTo>
                <a:lnTo>
                  <a:pt x="1146" y="768"/>
                </a:lnTo>
                <a:lnTo>
                  <a:pt x="780" y="771"/>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47" name="Freeform 1004"/>
          <p:cNvSpPr>
            <a:spLocks/>
          </p:cNvSpPr>
          <p:nvPr/>
        </p:nvSpPr>
        <p:spPr bwMode="auto">
          <a:xfrm>
            <a:off x="-4679180" y="2420938"/>
            <a:ext cx="4443413" cy="2379663"/>
          </a:xfrm>
          <a:custGeom>
            <a:avLst/>
            <a:gdLst>
              <a:gd name="T0" fmla="*/ 3 w 1072"/>
              <a:gd name="T1" fmla="*/ 0 h 574"/>
              <a:gd name="T2" fmla="*/ 0 w 1072"/>
              <a:gd name="T3" fmla="*/ 3 h 574"/>
              <a:gd name="T4" fmla="*/ 0 w 1072"/>
              <a:gd name="T5" fmla="*/ 3 h 574"/>
              <a:gd name="T6" fmla="*/ 156 w 1072"/>
              <a:gd name="T7" fmla="*/ 159 h 574"/>
              <a:gd name="T8" fmla="*/ 270 w 1072"/>
              <a:gd name="T9" fmla="*/ 160 h 574"/>
              <a:gd name="T10" fmla="*/ 408 w 1072"/>
              <a:gd name="T11" fmla="*/ 298 h 574"/>
              <a:gd name="T12" fmla="*/ 537 w 1072"/>
              <a:gd name="T13" fmla="*/ 297 h 574"/>
              <a:gd name="T14" fmla="*/ 620 w 1072"/>
              <a:gd name="T15" fmla="*/ 380 h 574"/>
              <a:gd name="T16" fmla="*/ 621 w 1072"/>
              <a:gd name="T17" fmla="*/ 409 h 574"/>
              <a:gd name="T18" fmla="*/ 655 w 1072"/>
              <a:gd name="T19" fmla="*/ 443 h 574"/>
              <a:gd name="T20" fmla="*/ 693 w 1072"/>
              <a:gd name="T21" fmla="*/ 441 h 574"/>
              <a:gd name="T22" fmla="*/ 762 w 1072"/>
              <a:gd name="T23" fmla="*/ 510 h 574"/>
              <a:gd name="T24" fmla="*/ 927 w 1072"/>
              <a:gd name="T25" fmla="*/ 511 h 574"/>
              <a:gd name="T26" fmla="*/ 953 w 1072"/>
              <a:gd name="T27" fmla="*/ 537 h 574"/>
              <a:gd name="T28" fmla="*/ 1032 w 1072"/>
              <a:gd name="T29" fmla="*/ 538 h 574"/>
              <a:gd name="T30" fmla="*/ 1069 w 1072"/>
              <a:gd name="T31" fmla="*/ 574 h 574"/>
              <a:gd name="T32" fmla="*/ 1072 w 1072"/>
              <a:gd name="T33" fmla="*/ 571 h 574"/>
              <a:gd name="T34" fmla="*/ 1034 w 1072"/>
              <a:gd name="T35" fmla="*/ 534 h 574"/>
              <a:gd name="T36" fmla="*/ 954 w 1072"/>
              <a:gd name="T37" fmla="*/ 533 h 574"/>
              <a:gd name="T38" fmla="*/ 929 w 1072"/>
              <a:gd name="T39" fmla="*/ 507 h 574"/>
              <a:gd name="T40" fmla="*/ 764 w 1072"/>
              <a:gd name="T41" fmla="*/ 506 h 574"/>
              <a:gd name="T42" fmla="*/ 694 w 1072"/>
              <a:gd name="T43" fmla="*/ 437 h 574"/>
              <a:gd name="T44" fmla="*/ 657 w 1072"/>
              <a:gd name="T45" fmla="*/ 439 h 574"/>
              <a:gd name="T46" fmla="*/ 625 w 1072"/>
              <a:gd name="T47" fmla="*/ 407 h 574"/>
              <a:gd name="T48" fmla="*/ 624 w 1072"/>
              <a:gd name="T49" fmla="*/ 378 h 574"/>
              <a:gd name="T50" fmla="*/ 539 w 1072"/>
              <a:gd name="T51" fmla="*/ 293 h 574"/>
              <a:gd name="T52" fmla="*/ 410 w 1072"/>
              <a:gd name="T53" fmla="*/ 294 h 574"/>
              <a:gd name="T54" fmla="*/ 272 w 1072"/>
              <a:gd name="T55" fmla="*/ 156 h 574"/>
              <a:gd name="T56" fmla="*/ 158 w 1072"/>
              <a:gd name="T57" fmla="*/ 155 h 574"/>
              <a:gd name="T58" fmla="*/ 3 w 1072"/>
              <a:gd name="T59" fmla="*/ 0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72" h="574">
                <a:moveTo>
                  <a:pt x="3" y="0"/>
                </a:moveTo>
                <a:cubicBezTo>
                  <a:pt x="0" y="3"/>
                  <a:pt x="0" y="3"/>
                  <a:pt x="0" y="3"/>
                </a:cubicBezTo>
                <a:cubicBezTo>
                  <a:pt x="0" y="3"/>
                  <a:pt x="0" y="3"/>
                  <a:pt x="0" y="3"/>
                </a:cubicBezTo>
                <a:cubicBezTo>
                  <a:pt x="156" y="159"/>
                  <a:pt x="156" y="159"/>
                  <a:pt x="156" y="159"/>
                </a:cubicBezTo>
                <a:cubicBezTo>
                  <a:pt x="270" y="160"/>
                  <a:pt x="270" y="160"/>
                  <a:pt x="270" y="160"/>
                </a:cubicBezTo>
                <a:cubicBezTo>
                  <a:pt x="408" y="298"/>
                  <a:pt x="408" y="298"/>
                  <a:pt x="408" y="298"/>
                </a:cubicBezTo>
                <a:cubicBezTo>
                  <a:pt x="537" y="297"/>
                  <a:pt x="537" y="297"/>
                  <a:pt x="537" y="297"/>
                </a:cubicBezTo>
                <a:cubicBezTo>
                  <a:pt x="620" y="380"/>
                  <a:pt x="620" y="380"/>
                  <a:pt x="620" y="380"/>
                </a:cubicBezTo>
                <a:cubicBezTo>
                  <a:pt x="621" y="409"/>
                  <a:pt x="621" y="409"/>
                  <a:pt x="621" y="409"/>
                </a:cubicBezTo>
                <a:cubicBezTo>
                  <a:pt x="655" y="443"/>
                  <a:pt x="655" y="443"/>
                  <a:pt x="655" y="443"/>
                </a:cubicBezTo>
                <a:cubicBezTo>
                  <a:pt x="693" y="441"/>
                  <a:pt x="693" y="441"/>
                  <a:pt x="693" y="441"/>
                </a:cubicBezTo>
                <a:cubicBezTo>
                  <a:pt x="762" y="510"/>
                  <a:pt x="762" y="510"/>
                  <a:pt x="762" y="510"/>
                </a:cubicBezTo>
                <a:cubicBezTo>
                  <a:pt x="927" y="511"/>
                  <a:pt x="927" y="511"/>
                  <a:pt x="927" y="511"/>
                </a:cubicBezTo>
                <a:cubicBezTo>
                  <a:pt x="953" y="537"/>
                  <a:pt x="953" y="537"/>
                  <a:pt x="953" y="537"/>
                </a:cubicBezTo>
                <a:cubicBezTo>
                  <a:pt x="1032" y="538"/>
                  <a:pt x="1032" y="538"/>
                  <a:pt x="1032" y="538"/>
                </a:cubicBezTo>
                <a:cubicBezTo>
                  <a:pt x="1069" y="574"/>
                  <a:pt x="1069" y="574"/>
                  <a:pt x="1069" y="574"/>
                </a:cubicBezTo>
                <a:cubicBezTo>
                  <a:pt x="1070" y="573"/>
                  <a:pt x="1071" y="572"/>
                  <a:pt x="1072" y="571"/>
                </a:cubicBezTo>
                <a:cubicBezTo>
                  <a:pt x="1034" y="534"/>
                  <a:pt x="1034" y="534"/>
                  <a:pt x="1034" y="534"/>
                </a:cubicBezTo>
                <a:cubicBezTo>
                  <a:pt x="954" y="533"/>
                  <a:pt x="954" y="533"/>
                  <a:pt x="954" y="533"/>
                </a:cubicBezTo>
                <a:cubicBezTo>
                  <a:pt x="929" y="507"/>
                  <a:pt x="929" y="507"/>
                  <a:pt x="929" y="507"/>
                </a:cubicBezTo>
                <a:cubicBezTo>
                  <a:pt x="764" y="506"/>
                  <a:pt x="764" y="506"/>
                  <a:pt x="764" y="506"/>
                </a:cubicBezTo>
                <a:cubicBezTo>
                  <a:pt x="694" y="437"/>
                  <a:pt x="694" y="437"/>
                  <a:pt x="694" y="437"/>
                </a:cubicBezTo>
                <a:cubicBezTo>
                  <a:pt x="657" y="439"/>
                  <a:pt x="657" y="439"/>
                  <a:pt x="657" y="439"/>
                </a:cubicBezTo>
                <a:cubicBezTo>
                  <a:pt x="625" y="407"/>
                  <a:pt x="625" y="407"/>
                  <a:pt x="625" y="407"/>
                </a:cubicBezTo>
                <a:cubicBezTo>
                  <a:pt x="624" y="378"/>
                  <a:pt x="624" y="378"/>
                  <a:pt x="624" y="378"/>
                </a:cubicBezTo>
                <a:cubicBezTo>
                  <a:pt x="539" y="293"/>
                  <a:pt x="539" y="293"/>
                  <a:pt x="539" y="293"/>
                </a:cubicBezTo>
                <a:cubicBezTo>
                  <a:pt x="410" y="294"/>
                  <a:pt x="410" y="294"/>
                  <a:pt x="410" y="294"/>
                </a:cubicBezTo>
                <a:cubicBezTo>
                  <a:pt x="272" y="156"/>
                  <a:pt x="272" y="156"/>
                  <a:pt x="272" y="156"/>
                </a:cubicBezTo>
                <a:cubicBezTo>
                  <a:pt x="158" y="155"/>
                  <a:pt x="158" y="155"/>
                  <a:pt x="158" y="155"/>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48" name="Freeform 1005"/>
          <p:cNvSpPr>
            <a:spLocks/>
          </p:cNvSpPr>
          <p:nvPr/>
        </p:nvSpPr>
        <p:spPr bwMode="auto">
          <a:xfrm>
            <a:off x="-4725217" y="2490788"/>
            <a:ext cx="4762500" cy="2644775"/>
          </a:xfrm>
          <a:custGeom>
            <a:avLst/>
            <a:gdLst>
              <a:gd name="T0" fmla="*/ 3 w 1149"/>
              <a:gd name="T1" fmla="*/ 0 h 638"/>
              <a:gd name="T2" fmla="*/ 0 w 1149"/>
              <a:gd name="T3" fmla="*/ 3 h 638"/>
              <a:gd name="T4" fmla="*/ 157 w 1149"/>
              <a:gd name="T5" fmla="*/ 161 h 638"/>
              <a:gd name="T6" fmla="*/ 272 w 1149"/>
              <a:gd name="T7" fmla="*/ 162 h 638"/>
              <a:gd name="T8" fmla="*/ 410 w 1149"/>
              <a:gd name="T9" fmla="*/ 300 h 638"/>
              <a:gd name="T10" fmla="*/ 538 w 1149"/>
              <a:gd name="T11" fmla="*/ 298 h 638"/>
              <a:gd name="T12" fmla="*/ 622 w 1149"/>
              <a:gd name="T13" fmla="*/ 382 h 638"/>
              <a:gd name="T14" fmla="*/ 625 w 1149"/>
              <a:gd name="T15" fmla="*/ 408 h 638"/>
              <a:gd name="T16" fmla="*/ 659 w 1149"/>
              <a:gd name="T17" fmla="*/ 442 h 638"/>
              <a:gd name="T18" fmla="*/ 694 w 1149"/>
              <a:gd name="T19" fmla="*/ 443 h 638"/>
              <a:gd name="T20" fmla="*/ 763 w 1149"/>
              <a:gd name="T21" fmla="*/ 512 h 638"/>
              <a:gd name="T22" fmla="*/ 928 w 1149"/>
              <a:gd name="T23" fmla="*/ 513 h 638"/>
              <a:gd name="T24" fmla="*/ 954 w 1149"/>
              <a:gd name="T25" fmla="*/ 539 h 638"/>
              <a:gd name="T26" fmla="*/ 1034 w 1149"/>
              <a:gd name="T27" fmla="*/ 539 h 638"/>
              <a:gd name="T28" fmla="*/ 1133 w 1149"/>
              <a:gd name="T29" fmla="*/ 638 h 638"/>
              <a:gd name="T30" fmla="*/ 1148 w 1149"/>
              <a:gd name="T31" fmla="*/ 638 h 638"/>
              <a:gd name="T32" fmla="*/ 1149 w 1149"/>
              <a:gd name="T33" fmla="*/ 634 h 638"/>
              <a:gd name="T34" fmla="*/ 1134 w 1149"/>
              <a:gd name="T35" fmla="*/ 634 h 638"/>
              <a:gd name="T36" fmla="*/ 1035 w 1149"/>
              <a:gd name="T37" fmla="*/ 535 h 638"/>
              <a:gd name="T38" fmla="*/ 956 w 1149"/>
              <a:gd name="T39" fmla="*/ 535 h 638"/>
              <a:gd name="T40" fmla="*/ 930 w 1149"/>
              <a:gd name="T41" fmla="*/ 509 h 638"/>
              <a:gd name="T42" fmla="*/ 765 w 1149"/>
              <a:gd name="T43" fmla="*/ 508 h 638"/>
              <a:gd name="T44" fmla="*/ 696 w 1149"/>
              <a:gd name="T45" fmla="*/ 439 h 638"/>
              <a:gd name="T46" fmla="*/ 661 w 1149"/>
              <a:gd name="T47" fmla="*/ 438 h 638"/>
              <a:gd name="T48" fmla="*/ 629 w 1149"/>
              <a:gd name="T49" fmla="*/ 406 h 638"/>
              <a:gd name="T50" fmla="*/ 625 w 1149"/>
              <a:gd name="T51" fmla="*/ 380 h 638"/>
              <a:gd name="T52" fmla="*/ 540 w 1149"/>
              <a:gd name="T53" fmla="*/ 294 h 638"/>
              <a:gd name="T54" fmla="*/ 411 w 1149"/>
              <a:gd name="T55" fmla="*/ 296 h 638"/>
              <a:gd name="T56" fmla="*/ 273 w 1149"/>
              <a:gd name="T57" fmla="*/ 158 h 638"/>
              <a:gd name="T58" fmla="*/ 159 w 1149"/>
              <a:gd name="T59" fmla="*/ 157 h 638"/>
              <a:gd name="T60" fmla="*/ 3 w 1149"/>
              <a:gd name="T61" fmla="*/ 0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49" h="638">
                <a:moveTo>
                  <a:pt x="3" y="0"/>
                </a:moveTo>
                <a:cubicBezTo>
                  <a:pt x="0" y="3"/>
                  <a:pt x="0" y="3"/>
                  <a:pt x="0" y="3"/>
                </a:cubicBezTo>
                <a:cubicBezTo>
                  <a:pt x="157" y="161"/>
                  <a:pt x="157" y="161"/>
                  <a:pt x="157" y="161"/>
                </a:cubicBezTo>
                <a:cubicBezTo>
                  <a:pt x="272" y="162"/>
                  <a:pt x="272" y="162"/>
                  <a:pt x="272" y="162"/>
                </a:cubicBezTo>
                <a:cubicBezTo>
                  <a:pt x="410" y="300"/>
                  <a:pt x="410" y="300"/>
                  <a:pt x="410" y="300"/>
                </a:cubicBezTo>
                <a:cubicBezTo>
                  <a:pt x="538" y="298"/>
                  <a:pt x="538" y="298"/>
                  <a:pt x="538" y="298"/>
                </a:cubicBezTo>
                <a:cubicBezTo>
                  <a:pt x="622" y="382"/>
                  <a:pt x="622" y="382"/>
                  <a:pt x="622" y="382"/>
                </a:cubicBezTo>
                <a:cubicBezTo>
                  <a:pt x="625" y="408"/>
                  <a:pt x="625" y="408"/>
                  <a:pt x="625" y="408"/>
                </a:cubicBezTo>
                <a:cubicBezTo>
                  <a:pt x="659" y="442"/>
                  <a:pt x="659" y="442"/>
                  <a:pt x="659" y="442"/>
                </a:cubicBezTo>
                <a:cubicBezTo>
                  <a:pt x="694" y="443"/>
                  <a:pt x="694" y="443"/>
                  <a:pt x="694" y="443"/>
                </a:cubicBezTo>
                <a:cubicBezTo>
                  <a:pt x="763" y="512"/>
                  <a:pt x="763" y="512"/>
                  <a:pt x="763" y="512"/>
                </a:cubicBezTo>
                <a:cubicBezTo>
                  <a:pt x="928" y="513"/>
                  <a:pt x="928" y="513"/>
                  <a:pt x="928" y="513"/>
                </a:cubicBezTo>
                <a:cubicBezTo>
                  <a:pt x="954" y="539"/>
                  <a:pt x="954" y="539"/>
                  <a:pt x="954" y="539"/>
                </a:cubicBezTo>
                <a:cubicBezTo>
                  <a:pt x="1034" y="539"/>
                  <a:pt x="1034" y="539"/>
                  <a:pt x="1034" y="539"/>
                </a:cubicBezTo>
                <a:cubicBezTo>
                  <a:pt x="1133" y="638"/>
                  <a:pt x="1133" y="638"/>
                  <a:pt x="1133" y="638"/>
                </a:cubicBezTo>
                <a:cubicBezTo>
                  <a:pt x="1148" y="638"/>
                  <a:pt x="1148" y="638"/>
                  <a:pt x="1148" y="638"/>
                </a:cubicBezTo>
                <a:cubicBezTo>
                  <a:pt x="1148" y="637"/>
                  <a:pt x="1148" y="636"/>
                  <a:pt x="1149" y="634"/>
                </a:cubicBezTo>
                <a:cubicBezTo>
                  <a:pt x="1134" y="634"/>
                  <a:pt x="1134" y="634"/>
                  <a:pt x="1134" y="634"/>
                </a:cubicBezTo>
                <a:cubicBezTo>
                  <a:pt x="1035" y="535"/>
                  <a:pt x="1035" y="535"/>
                  <a:pt x="1035" y="535"/>
                </a:cubicBezTo>
                <a:cubicBezTo>
                  <a:pt x="956" y="535"/>
                  <a:pt x="956" y="535"/>
                  <a:pt x="956" y="535"/>
                </a:cubicBezTo>
                <a:cubicBezTo>
                  <a:pt x="930" y="509"/>
                  <a:pt x="930" y="509"/>
                  <a:pt x="930" y="509"/>
                </a:cubicBezTo>
                <a:cubicBezTo>
                  <a:pt x="765" y="508"/>
                  <a:pt x="765" y="508"/>
                  <a:pt x="765" y="508"/>
                </a:cubicBezTo>
                <a:cubicBezTo>
                  <a:pt x="696" y="439"/>
                  <a:pt x="696" y="439"/>
                  <a:pt x="696" y="439"/>
                </a:cubicBezTo>
                <a:cubicBezTo>
                  <a:pt x="661" y="438"/>
                  <a:pt x="661" y="438"/>
                  <a:pt x="661" y="438"/>
                </a:cubicBezTo>
                <a:cubicBezTo>
                  <a:pt x="629" y="406"/>
                  <a:pt x="629" y="406"/>
                  <a:pt x="629" y="406"/>
                </a:cubicBezTo>
                <a:cubicBezTo>
                  <a:pt x="625" y="380"/>
                  <a:pt x="625" y="380"/>
                  <a:pt x="625" y="380"/>
                </a:cubicBezTo>
                <a:cubicBezTo>
                  <a:pt x="540" y="294"/>
                  <a:pt x="540" y="294"/>
                  <a:pt x="540" y="294"/>
                </a:cubicBezTo>
                <a:cubicBezTo>
                  <a:pt x="411" y="296"/>
                  <a:pt x="411" y="296"/>
                  <a:pt x="411" y="296"/>
                </a:cubicBezTo>
                <a:cubicBezTo>
                  <a:pt x="273" y="158"/>
                  <a:pt x="273" y="158"/>
                  <a:pt x="273" y="158"/>
                </a:cubicBezTo>
                <a:cubicBezTo>
                  <a:pt x="159" y="157"/>
                  <a:pt x="159" y="157"/>
                  <a:pt x="159" y="157"/>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49" name="Freeform 1006"/>
          <p:cNvSpPr>
            <a:spLocks noEditPoints="1"/>
          </p:cNvSpPr>
          <p:nvPr/>
        </p:nvSpPr>
        <p:spPr bwMode="auto">
          <a:xfrm>
            <a:off x="-1226367" y="6110288"/>
            <a:ext cx="2146300" cy="3586163"/>
          </a:xfrm>
          <a:custGeom>
            <a:avLst/>
            <a:gdLst>
              <a:gd name="T0" fmla="*/ 277 w 518"/>
              <a:gd name="T1" fmla="*/ 189 h 865"/>
              <a:gd name="T2" fmla="*/ 275 w 518"/>
              <a:gd name="T3" fmla="*/ 192 h 865"/>
              <a:gd name="T4" fmla="*/ 321 w 518"/>
              <a:gd name="T5" fmla="*/ 239 h 865"/>
              <a:gd name="T6" fmla="*/ 320 w 518"/>
              <a:gd name="T7" fmla="*/ 323 h 865"/>
              <a:gd name="T8" fmla="*/ 514 w 518"/>
              <a:gd name="T9" fmla="*/ 516 h 865"/>
              <a:gd name="T10" fmla="*/ 514 w 518"/>
              <a:gd name="T11" fmla="*/ 865 h 865"/>
              <a:gd name="T12" fmla="*/ 518 w 518"/>
              <a:gd name="T13" fmla="*/ 865 h 865"/>
              <a:gd name="T14" fmla="*/ 518 w 518"/>
              <a:gd name="T15" fmla="*/ 515 h 865"/>
              <a:gd name="T16" fmla="*/ 324 w 518"/>
              <a:gd name="T17" fmla="*/ 321 h 865"/>
              <a:gd name="T18" fmla="*/ 325 w 518"/>
              <a:gd name="T19" fmla="*/ 237 h 865"/>
              <a:gd name="T20" fmla="*/ 277 w 518"/>
              <a:gd name="T21" fmla="*/ 189 h 865"/>
              <a:gd name="T22" fmla="*/ 12 w 518"/>
              <a:gd name="T23" fmla="*/ 0 h 865"/>
              <a:gd name="T24" fmla="*/ 0 w 518"/>
              <a:gd name="T25" fmla="*/ 11 h 865"/>
              <a:gd name="T26" fmla="*/ 4 w 518"/>
              <a:gd name="T27" fmla="*/ 13 h 865"/>
              <a:gd name="T28" fmla="*/ 13 w 518"/>
              <a:gd name="T29" fmla="*/ 4 h 865"/>
              <a:gd name="T30" fmla="*/ 41 w 518"/>
              <a:gd name="T31" fmla="*/ 4 h 865"/>
              <a:gd name="T32" fmla="*/ 84 w 518"/>
              <a:gd name="T33" fmla="*/ 47 h 865"/>
              <a:gd name="T34" fmla="*/ 129 w 518"/>
              <a:gd name="T35" fmla="*/ 47 h 865"/>
              <a:gd name="T36" fmla="*/ 245 w 518"/>
              <a:gd name="T37" fmla="*/ 163 h 865"/>
              <a:gd name="T38" fmla="*/ 248 w 518"/>
              <a:gd name="T39" fmla="*/ 161 h 865"/>
              <a:gd name="T40" fmla="*/ 131 w 518"/>
              <a:gd name="T41" fmla="*/ 43 h 865"/>
              <a:gd name="T42" fmla="*/ 86 w 518"/>
              <a:gd name="T43" fmla="*/ 43 h 865"/>
              <a:gd name="T44" fmla="*/ 43 w 518"/>
              <a:gd name="T45" fmla="*/ 0 h 865"/>
              <a:gd name="T46" fmla="*/ 12 w 518"/>
              <a:gd name="T47" fmla="*/ 0 h 8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8" h="865">
                <a:moveTo>
                  <a:pt x="277" y="189"/>
                </a:moveTo>
                <a:cubicBezTo>
                  <a:pt x="276" y="190"/>
                  <a:pt x="276" y="191"/>
                  <a:pt x="275" y="192"/>
                </a:cubicBezTo>
                <a:cubicBezTo>
                  <a:pt x="321" y="239"/>
                  <a:pt x="321" y="239"/>
                  <a:pt x="321" y="239"/>
                </a:cubicBezTo>
                <a:cubicBezTo>
                  <a:pt x="320" y="323"/>
                  <a:pt x="320" y="323"/>
                  <a:pt x="320" y="323"/>
                </a:cubicBezTo>
                <a:cubicBezTo>
                  <a:pt x="514" y="516"/>
                  <a:pt x="514" y="516"/>
                  <a:pt x="514" y="516"/>
                </a:cubicBezTo>
                <a:cubicBezTo>
                  <a:pt x="514" y="865"/>
                  <a:pt x="514" y="865"/>
                  <a:pt x="514" y="865"/>
                </a:cubicBezTo>
                <a:cubicBezTo>
                  <a:pt x="518" y="865"/>
                  <a:pt x="518" y="865"/>
                  <a:pt x="518" y="865"/>
                </a:cubicBezTo>
                <a:cubicBezTo>
                  <a:pt x="518" y="515"/>
                  <a:pt x="518" y="515"/>
                  <a:pt x="518" y="515"/>
                </a:cubicBezTo>
                <a:cubicBezTo>
                  <a:pt x="324" y="321"/>
                  <a:pt x="324" y="321"/>
                  <a:pt x="324" y="321"/>
                </a:cubicBezTo>
                <a:cubicBezTo>
                  <a:pt x="325" y="237"/>
                  <a:pt x="325" y="237"/>
                  <a:pt x="325" y="237"/>
                </a:cubicBezTo>
                <a:cubicBezTo>
                  <a:pt x="277" y="189"/>
                  <a:pt x="277" y="189"/>
                  <a:pt x="277" y="189"/>
                </a:cubicBezTo>
                <a:moveTo>
                  <a:pt x="12" y="0"/>
                </a:moveTo>
                <a:cubicBezTo>
                  <a:pt x="0" y="11"/>
                  <a:pt x="0" y="11"/>
                  <a:pt x="0" y="11"/>
                </a:cubicBezTo>
                <a:cubicBezTo>
                  <a:pt x="2" y="12"/>
                  <a:pt x="3" y="12"/>
                  <a:pt x="4" y="13"/>
                </a:cubicBezTo>
                <a:cubicBezTo>
                  <a:pt x="13" y="4"/>
                  <a:pt x="13" y="4"/>
                  <a:pt x="13" y="4"/>
                </a:cubicBezTo>
                <a:cubicBezTo>
                  <a:pt x="41" y="4"/>
                  <a:pt x="41" y="4"/>
                  <a:pt x="41" y="4"/>
                </a:cubicBezTo>
                <a:cubicBezTo>
                  <a:pt x="84" y="47"/>
                  <a:pt x="84" y="47"/>
                  <a:pt x="84" y="47"/>
                </a:cubicBezTo>
                <a:cubicBezTo>
                  <a:pt x="129" y="47"/>
                  <a:pt x="129" y="47"/>
                  <a:pt x="129" y="47"/>
                </a:cubicBezTo>
                <a:cubicBezTo>
                  <a:pt x="245" y="163"/>
                  <a:pt x="245" y="163"/>
                  <a:pt x="245" y="163"/>
                </a:cubicBezTo>
                <a:cubicBezTo>
                  <a:pt x="246" y="162"/>
                  <a:pt x="247" y="161"/>
                  <a:pt x="248" y="161"/>
                </a:cubicBezTo>
                <a:cubicBezTo>
                  <a:pt x="131" y="43"/>
                  <a:pt x="131" y="43"/>
                  <a:pt x="131" y="43"/>
                </a:cubicBezTo>
                <a:cubicBezTo>
                  <a:pt x="86" y="43"/>
                  <a:pt x="86" y="43"/>
                  <a:pt x="86" y="43"/>
                </a:cubicBezTo>
                <a:cubicBezTo>
                  <a:pt x="43" y="0"/>
                  <a:pt x="43" y="0"/>
                  <a:pt x="43" y="0"/>
                </a:cubicBezTo>
                <a:cubicBezTo>
                  <a:pt x="12" y="0"/>
                  <a:pt x="12" y="0"/>
                  <a:pt x="1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50" name="Freeform 1007"/>
          <p:cNvSpPr>
            <a:spLocks/>
          </p:cNvSpPr>
          <p:nvPr/>
        </p:nvSpPr>
        <p:spPr bwMode="auto">
          <a:xfrm>
            <a:off x="-1035867" y="6424613"/>
            <a:ext cx="1889125" cy="3089275"/>
          </a:xfrm>
          <a:custGeom>
            <a:avLst/>
            <a:gdLst>
              <a:gd name="T0" fmla="*/ 7 w 456"/>
              <a:gd name="T1" fmla="*/ 0 h 745"/>
              <a:gd name="T2" fmla="*/ 0 w 456"/>
              <a:gd name="T3" fmla="*/ 7 h 745"/>
              <a:gd name="T4" fmla="*/ 2 w 456"/>
              <a:gd name="T5" fmla="*/ 9 h 745"/>
              <a:gd name="T6" fmla="*/ 3 w 456"/>
              <a:gd name="T7" fmla="*/ 10 h 745"/>
              <a:gd name="T8" fmla="*/ 9 w 456"/>
              <a:gd name="T9" fmla="*/ 4 h 745"/>
              <a:gd name="T10" fmla="*/ 84 w 456"/>
              <a:gd name="T11" fmla="*/ 6 h 745"/>
              <a:gd name="T12" fmla="*/ 173 w 456"/>
              <a:gd name="T13" fmla="*/ 95 h 745"/>
              <a:gd name="T14" fmla="*/ 170 w 456"/>
              <a:gd name="T15" fmla="*/ 199 h 745"/>
              <a:gd name="T16" fmla="*/ 191 w 456"/>
              <a:gd name="T17" fmla="*/ 220 h 745"/>
              <a:gd name="T18" fmla="*/ 218 w 456"/>
              <a:gd name="T19" fmla="*/ 220 h 745"/>
              <a:gd name="T20" fmla="*/ 452 w 456"/>
              <a:gd name="T21" fmla="*/ 454 h 745"/>
              <a:gd name="T22" fmla="*/ 452 w 456"/>
              <a:gd name="T23" fmla="*/ 745 h 745"/>
              <a:gd name="T24" fmla="*/ 456 w 456"/>
              <a:gd name="T25" fmla="*/ 745 h 745"/>
              <a:gd name="T26" fmla="*/ 456 w 456"/>
              <a:gd name="T27" fmla="*/ 453 h 745"/>
              <a:gd name="T28" fmla="*/ 220 w 456"/>
              <a:gd name="T29" fmla="*/ 216 h 745"/>
              <a:gd name="T30" fmla="*/ 192 w 456"/>
              <a:gd name="T31" fmla="*/ 216 h 745"/>
              <a:gd name="T32" fmla="*/ 174 w 456"/>
              <a:gd name="T33" fmla="*/ 198 h 745"/>
              <a:gd name="T34" fmla="*/ 177 w 456"/>
              <a:gd name="T35" fmla="*/ 94 h 745"/>
              <a:gd name="T36" fmla="*/ 86 w 456"/>
              <a:gd name="T37" fmla="*/ 2 h 745"/>
              <a:gd name="T38" fmla="*/ 7 w 456"/>
              <a:gd name="T39" fmla="*/ 0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56" h="745">
                <a:moveTo>
                  <a:pt x="7" y="0"/>
                </a:moveTo>
                <a:cubicBezTo>
                  <a:pt x="0" y="7"/>
                  <a:pt x="0" y="7"/>
                  <a:pt x="0" y="7"/>
                </a:cubicBezTo>
                <a:cubicBezTo>
                  <a:pt x="1" y="8"/>
                  <a:pt x="1" y="8"/>
                  <a:pt x="2" y="9"/>
                </a:cubicBezTo>
                <a:cubicBezTo>
                  <a:pt x="2" y="9"/>
                  <a:pt x="3" y="10"/>
                  <a:pt x="3" y="10"/>
                </a:cubicBezTo>
                <a:cubicBezTo>
                  <a:pt x="9" y="4"/>
                  <a:pt x="9" y="4"/>
                  <a:pt x="9" y="4"/>
                </a:cubicBezTo>
                <a:cubicBezTo>
                  <a:pt x="84" y="6"/>
                  <a:pt x="84" y="6"/>
                  <a:pt x="84" y="6"/>
                </a:cubicBezTo>
                <a:cubicBezTo>
                  <a:pt x="173" y="95"/>
                  <a:pt x="173" y="95"/>
                  <a:pt x="173" y="95"/>
                </a:cubicBezTo>
                <a:cubicBezTo>
                  <a:pt x="170" y="199"/>
                  <a:pt x="170" y="199"/>
                  <a:pt x="170" y="199"/>
                </a:cubicBezTo>
                <a:cubicBezTo>
                  <a:pt x="191" y="220"/>
                  <a:pt x="191" y="220"/>
                  <a:pt x="191" y="220"/>
                </a:cubicBezTo>
                <a:cubicBezTo>
                  <a:pt x="218" y="220"/>
                  <a:pt x="218" y="220"/>
                  <a:pt x="218" y="220"/>
                </a:cubicBezTo>
                <a:cubicBezTo>
                  <a:pt x="452" y="454"/>
                  <a:pt x="452" y="454"/>
                  <a:pt x="452" y="454"/>
                </a:cubicBezTo>
                <a:cubicBezTo>
                  <a:pt x="452" y="745"/>
                  <a:pt x="452" y="745"/>
                  <a:pt x="452" y="745"/>
                </a:cubicBezTo>
                <a:cubicBezTo>
                  <a:pt x="456" y="745"/>
                  <a:pt x="456" y="745"/>
                  <a:pt x="456" y="745"/>
                </a:cubicBezTo>
                <a:cubicBezTo>
                  <a:pt x="456" y="453"/>
                  <a:pt x="456" y="453"/>
                  <a:pt x="456" y="453"/>
                </a:cubicBezTo>
                <a:cubicBezTo>
                  <a:pt x="220" y="216"/>
                  <a:pt x="220" y="216"/>
                  <a:pt x="220" y="216"/>
                </a:cubicBezTo>
                <a:cubicBezTo>
                  <a:pt x="192" y="216"/>
                  <a:pt x="192" y="216"/>
                  <a:pt x="192" y="216"/>
                </a:cubicBezTo>
                <a:cubicBezTo>
                  <a:pt x="174" y="198"/>
                  <a:pt x="174" y="198"/>
                  <a:pt x="174" y="198"/>
                </a:cubicBezTo>
                <a:cubicBezTo>
                  <a:pt x="177" y="94"/>
                  <a:pt x="177" y="94"/>
                  <a:pt x="177" y="94"/>
                </a:cubicBezTo>
                <a:cubicBezTo>
                  <a:pt x="86" y="2"/>
                  <a:pt x="86" y="2"/>
                  <a:pt x="86" y="2"/>
                </a:cubicBezTo>
                <a:cubicBezTo>
                  <a:pt x="7" y="0"/>
                  <a:pt x="7" y="0"/>
                  <a:pt x="7"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51" name="Freeform 1008"/>
          <p:cNvSpPr>
            <a:spLocks/>
          </p:cNvSpPr>
          <p:nvPr/>
        </p:nvSpPr>
        <p:spPr bwMode="auto">
          <a:xfrm>
            <a:off x="-973955" y="6748463"/>
            <a:ext cx="1762125" cy="2814638"/>
          </a:xfrm>
          <a:custGeom>
            <a:avLst/>
            <a:gdLst>
              <a:gd name="T0" fmla="*/ 3 w 425"/>
              <a:gd name="T1" fmla="*/ 0 h 679"/>
              <a:gd name="T2" fmla="*/ 3 w 425"/>
              <a:gd name="T3" fmla="*/ 1 h 679"/>
              <a:gd name="T4" fmla="*/ 0 w 425"/>
              <a:gd name="T5" fmla="*/ 3 h 679"/>
              <a:gd name="T6" fmla="*/ 158 w 425"/>
              <a:gd name="T7" fmla="*/ 159 h 679"/>
              <a:gd name="T8" fmla="*/ 189 w 425"/>
              <a:gd name="T9" fmla="*/ 158 h 679"/>
              <a:gd name="T10" fmla="*/ 421 w 425"/>
              <a:gd name="T11" fmla="*/ 390 h 679"/>
              <a:gd name="T12" fmla="*/ 421 w 425"/>
              <a:gd name="T13" fmla="*/ 679 h 679"/>
              <a:gd name="T14" fmla="*/ 425 w 425"/>
              <a:gd name="T15" fmla="*/ 679 h 679"/>
              <a:gd name="T16" fmla="*/ 425 w 425"/>
              <a:gd name="T17" fmla="*/ 389 h 679"/>
              <a:gd name="T18" fmla="*/ 191 w 425"/>
              <a:gd name="T19" fmla="*/ 153 h 679"/>
              <a:gd name="T20" fmla="*/ 159 w 425"/>
              <a:gd name="T21" fmla="*/ 155 h 679"/>
              <a:gd name="T22" fmla="*/ 3 w 425"/>
              <a:gd name="T23" fmla="*/ 0 h 6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5" h="679">
                <a:moveTo>
                  <a:pt x="3" y="0"/>
                </a:moveTo>
                <a:cubicBezTo>
                  <a:pt x="3" y="1"/>
                  <a:pt x="3" y="1"/>
                  <a:pt x="3" y="1"/>
                </a:cubicBezTo>
                <a:cubicBezTo>
                  <a:pt x="2" y="2"/>
                  <a:pt x="1" y="2"/>
                  <a:pt x="0" y="3"/>
                </a:cubicBezTo>
                <a:cubicBezTo>
                  <a:pt x="158" y="159"/>
                  <a:pt x="158" y="159"/>
                  <a:pt x="158" y="159"/>
                </a:cubicBezTo>
                <a:cubicBezTo>
                  <a:pt x="189" y="158"/>
                  <a:pt x="189" y="158"/>
                  <a:pt x="189" y="158"/>
                </a:cubicBezTo>
                <a:cubicBezTo>
                  <a:pt x="421" y="390"/>
                  <a:pt x="421" y="390"/>
                  <a:pt x="421" y="390"/>
                </a:cubicBezTo>
                <a:cubicBezTo>
                  <a:pt x="421" y="679"/>
                  <a:pt x="421" y="679"/>
                  <a:pt x="421" y="679"/>
                </a:cubicBezTo>
                <a:cubicBezTo>
                  <a:pt x="425" y="679"/>
                  <a:pt x="425" y="679"/>
                  <a:pt x="425" y="679"/>
                </a:cubicBezTo>
                <a:cubicBezTo>
                  <a:pt x="425" y="389"/>
                  <a:pt x="425" y="389"/>
                  <a:pt x="425" y="389"/>
                </a:cubicBezTo>
                <a:cubicBezTo>
                  <a:pt x="191" y="153"/>
                  <a:pt x="191" y="153"/>
                  <a:pt x="191" y="153"/>
                </a:cubicBezTo>
                <a:cubicBezTo>
                  <a:pt x="159" y="155"/>
                  <a:pt x="159" y="155"/>
                  <a:pt x="159" y="155"/>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52" name="Freeform 1009"/>
          <p:cNvSpPr>
            <a:spLocks/>
          </p:cNvSpPr>
          <p:nvPr/>
        </p:nvSpPr>
        <p:spPr bwMode="auto">
          <a:xfrm>
            <a:off x="-1513705" y="6284913"/>
            <a:ext cx="2268538" cy="3228975"/>
          </a:xfrm>
          <a:custGeom>
            <a:avLst/>
            <a:gdLst>
              <a:gd name="T0" fmla="*/ 0 w 547"/>
              <a:gd name="T1" fmla="*/ 0 h 779"/>
              <a:gd name="T2" fmla="*/ 0 w 547"/>
              <a:gd name="T3" fmla="*/ 34 h 779"/>
              <a:gd name="T4" fmla="*/ 263 w 547"/>
              <a:gd name="T5" fmla="*/ 296 h 779"/>
              <a:gd name="T6" fmla="*/ 328 w 547"/>
              <a:gd name="T7" fmla="*/ 295 h 779"/>
              <a:gd name="T8" fmla="*/ 543 w 547"/>
              <a:gd name="T9" fmla="*/ 511 h 779"/>
              <a:gd name="T10" fmla="*/ 543 w 547"/>
              <a:gd name="T11" fmla="*/ 779 h 779"/>
              <a:gd name="T12" fmla="*/ 547 w 547"/>
              <a:gd name="T13" fmla="*/ 779 h 779"/>
              <a:gd name="T14" fmla="*/ 547 w 547"/>
              <a:gd name="T15" fmla="*/ 509 h 779"/>
              <a:gd name="T16" fmla="*/ 330 w 547"/>
              <a:gd name="T17" fmla="*/ 291 h 779"/>
              <a:gd name="T18" fmla="*/ 264 w 547"/>
              <a:gd name="T19" fmla="*/ 292 h 779"/>
              <a:gd name="T20" fmla="*/ 4 w 547"/>
              <a:gd name="T21" fmla="*/ 32 h 779"/>
              <a:gd name="T22" fmla="*/ 4 w 547"/>
              <a:gd name="T23" fmla="*/ 0 h 779"/>
              <a:gd name="T24" fmla="*/ 3 w 547"/>
              <a:gd name="T25" fmla="*/ 0 h 779"/>
              <a:gd name="T26" fmla="*/ 3 w 547"/>
              <a:gd name="T27" fmla="*/ 0 h 779"/>
              <a:gd name="T28" fmla="*/ 0 w 547"/>
              <a:gd name="T29" fmla="*/ 0 h 7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7" h="779">
                <a:moveTo>
                  <a:pt x="0" y="0"/>
                </a:moveTo>
                <a:cubicBezTo>
                  <a:pt x="0" y="34"/>
                  <a:pt x="0" y="34"/>
                  <a:pt x="0" y="34"/>
                </a:cubicBezTo>
                <a:cubicBezTo>
                  <a:pt x="263" y="296"/>
                  <a:pt x="263" y="296"/>
                  <a:pt x="263" y="296"/>
                </a:cubicBezTo>
                <a:cubicBezTo>
                  <a:pt x="328" y="295"/>
                  <a:pt x="328" y="295"/>
                  <a:pt x="328" y="295"/>
                </a:cubicBezTo>
                <a:cubicBezTo>
                  <a:pt x="543" y="511"/>
                  <a:pt x="543" y="511"/>
                  <a:pt x="543" y="511"/>
                </a:cubicBezTo>
                <a:cubicBezTo>
                  <a:pt x="543" y="779"/>
                  <a:pt x="543" y="779"/>
                  <a:pt x="543" y="779"/>
                </a:cubicBezTo>
                <a:cubicBezTo>
                  <a:pt x="547" y="779"/>
                  <a:pt x="547" y="779"/>
                  <a:pt x="547" y="779"/>
                </a:cubicBezTo>
                <a:cubicBezTo>
                  <a:pt x="547" y="509"/>
                  <a:pt x="547" y="509"/>
                  <a:pt x="547" y="509"/>
                </a:cubicBezTo>
                <a:cubicBezTo>
                  <a:pt x="330" y="291"/>
                  <a:pt x="330" y="291"/>
                  <a:pt x="330" y="291"/>
                </a:cubicBezTo>
                <a:cubicBezTo>
                  <a:pt x="264" y="292"/>
                  <a:pt x="264" y="292"/>
                  <a:pt x="264" y="292"/>
                </a:cubicBezTo>
                <a:cubicBezTo>
                  <a:pt x="4" y="32"/>
                  <a:pt x="4" y="32"/>
                  <a:pt x="4" y="32"/>
                </a:cubicBezTo>
                <a:cubicBezTo>
                  <a:pt x="4" y="0"/>
                  <a:pt x="4" y="0"/>
                  <a:pt x="4" y="0"/>
                </a:cubicBezTo>
                <a:cubicBezTo>
                  <a:pt x="4" y="0"/>
                  <a:pt x="3" y="0"/>
                  <a:pt x="3" y="0"/>
                </a:cubicBezTo>
                <a:cubicBezTo>
                  <a:pt x="3" y="0"/>
                  <a:pt x="3" y="0"/>
                  <a:pt x="3" y="0"/>
                </a:cubicBezTo>
                <a:cubicBezTo>
                  <a:pt x="2" y="0"/>
                  <a:pt x="1" y="0"/>
                  <a:pt x="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53" name="Freeform 1010"/>
          <p:cNvSpPr>
            <a:spLocks/>
          </p:cNvSpPr>
          <p:nvPr/>
        </p:nvSpPr>
        <p:spPr bwMode="auto">
          <a:xfrm>
            <a:off x="-2437630" y="5637213"/>
            <a:ext cx="3159125" cy="3810000"/>
          </a:xfrm>
          <a:custGeom>
            <a:avLst/>
            <a:gdLst>
              <a:gd name="T0" fmla="*/ 4 w 762"/>
              <a:gd name="T1" fmla="*/ 0 h 919"/>
              <a:gd name="T2" fmla="*/ 0 w 762"/>
              <a:gd name="T3" fmla="*/ 2 h 919"/>
              <a:gd name="T4" fmla="*/ 51 w 762"/>
              <a:gd name="T5" fmla="*/ 52 h 919"/>
              <a:gd name="T6" fmla="*/ 132 w 762"/>
              <a:gd name="T7" fmla="*/ 53 h 919"/>
              <a:gd name="T8" fmla="*/ 181 w 762"/>
              <a:gd name="T9" fmla="*/ 102 h 919"/>
              <a:gd name="T10" fmla="*/ 177 w 762"/>
              <a:gd name="T11" fmla="*/ 172 h 919"/>
              <a:gd name="T12" fmla="*/ 476 w 762"/>
              <a:gd name="T13" fmla="*/ 471 h 919"/>
              <a:gd name="T14" fmla="*/ 553 w 762"/>
              <a:gd name="T15" fmla="*/ 469 h 919"/>
              <a:gd name="T16" fmla="*/ 758 w 762"/>
              <a:gd name="T17" fmla="*/ 675 h 919"/>
              <a:gd name="T18" fmla="*/ 758 w 762"/>
              <a:gd name="T19" fmla="*/ 919 h 919"/>
              <a:gd name="T20" fmla="*/ 762 w 762"/>
              <a:gd name="T21" fmla="*/ 919 h 919"/>
              <a:gd name="T22" fmla="*/ 762 w 762"/>
              <a:gd name="T23" fmla="*/ 674 h 919"/>
              <a:gd name="T24" fmla="*/ 554 w 762"/>
              <a:gd name="T25" fmla="*/ 465 h 919"/>
              <a:gd name="T26" fmla="*/ 478 w 762"/>
              <a:gd name="T27" fmla="*/ 467 h 919"/>
              <a:gd name="T28" fmla="*/ 181 w 762"/>
              <a:gd name="T29" fmla="*/ 170 h 919"/>
              <a:gd name="T30" fmla="*/ 185 w 762"/>
              <a:gd name="T31" fmla="*/ 101 h 919"/>
              <a:gd name="T32" fmla="*/ 133 w 762"/>
              <a:gd name="T33" fmla="*/ 49 h 919"/>
              <a:gd name="T34" fmla="*/ 53 w 762"/>
              <a:gd name="T35" fmla="*/ 48 h 919"/>
              <a:gd name="T36" fmla="*/ 4 w 762"/>
              <a:gd name="T37" fmla="*/ 0 h 9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2" h="919">
                <a:moveTo>
                  <a:pt x="4" y="0"/>
                </a:moveTo>
                <a:cubicBezTo>
                  <a:pt x="3" y="1"/>
                  <a:pt x="1" y="1"/>
                  <a:pt x="0" y="2"/>
                </a:cubicBezTo>
                <a:cubicBezTo>
                  <a:pt x="51" y="52"/>
                  <a:pt x="51" y="52"/>
                  <a:pt x="51" y="52"/>
                </a:cubicBezTo>
                <a:cubicBezTo>
                  <a:pt x="132" y="53"/>
                  <a:pt x="132" y="53"/>
                  <a:pt x="132" y="53"/>
                </a:cubicBezTo>
                <a:cubicBezTo>
                  <a:pt x="181" y="102"/>
                  <a:pt x="181" y="102"/>
                  <a:pt x="181" y="102"/>
                </a:cubicBezTo>
                <a:cubicBezTo>
                  <a:pt x="177" y="172"/>
                  <a:pt x="177" y="172"/>
                  <a:pt x="177" y="172"/>
                </a:cubicBezTo>
                <a:cubicBezTo>
                  <a:pt x="476" y="471"/>
                  <a:pt x="476" y="471"/>
                  <a:pt x="476" y="471"/>
                </a:cubicBezTo>
                <a:cubicBezTo>
                  <a:pt x="553" y="469"/>
                  <a:pt x="553" y="469"/>
                  <a:pt x="553" y="469"/>
                </a:cubicBezTo>
                <a:cubicBezTo>
                  <a:pt x="758" y="675"/>
                  <a:pt x="758" y="675"/>
                  <a:pt x="758" y="675"/>
                </a:cubicBezTo>
                <a:cubicBezTo>
                  <a:pt x="758" y="919"/>
                  <a:pt x="758" y="919"/>
                  <a:pt x="758" y="919"/>
                </a:cubicBezTo>
                <a:cubicBezTo>
                  <a:pt x="762" y="919"/>
                  <a:pt x="762" y="919"/>
                  <a:pt x="762" y="919"/>
                </a:cubicBezTo>
                <a:cubicBezTo>
                  <a:pt x="762" y="674"/>
                  <a:pt x="762" y="674"/>
                  <a:pt x="762" y="674"/>
                </a:cubicBezTo>
                <a:cubicBezTo>
                  <a:pt x="554" y="465"/>
                  <a:pt x="554" y="465"/>
                  <a:pt x="554" y="465"/>
                </a:cubicBezTo>
                <a:cubicBezTo>
                  <a:pt x="478" y="467"/>
                  <a:pt x="478" y="467"/>
                  <a:pt x="478" y="467"/>
                </a:cubicBezTo>
                <a:cubicBezTo>
                  <a:pt x="181" y="170"/>
                  <a:pt x="181" y="170"/>
                  <a:pt x="181" y="170"/>
                </a:cubicBezTo>
                <a:cubicBezTo>
                  <a:pt x="185" y="101"/>
                  <a:pt x="185" y="101"/>
                  <a:pt x="185" y="101"/>
                </a:cubicBezTo>
                <a:cubicBezTo>
                  <a:pt x="133" y="49"/>
                  <a:pt x="133" y="49"/>
                  <a:pt x="133" y="49"/>
                </a:cubicBezTo>
                <a:cubicBezTo>
                  <a:pt x="53" y="48"/>
                  <a:pt x="53" y="48"/>
                  <a:pt x="53" y="48"/>
                </a:cubicBezTo>
                <a:cubicBezTo>
                  <a:pt x="4" y="0"/>
                  <a:pt x="4" y="0"/>
                  <a:pt x="4"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54" name="Freeform 1011"/>
          <p:cNvSpPr>
            <a:spLocks/>
          </p:cNvSpPr>
          <p:nvPr/>
        </p:nvSpPr>
        <p:spPr bwMode="auto">
          <a:xfrm>
            <a:off x="-2728142" y="5467350"/>
            <a:ext cx="3400425" cy="3881438"/>
          </a:xfrm>
          <a:custGeom>
            <a:avLst/>
            <a:gdLst>
              <a:gd name="T0" fmla="*/ 4 w 820"/>
              <a:gd name="T1" fmla="*/ 0 h 936"/>
              <a:gd name="T2" fmla="*/ 0 w 820"/>
              <a:gd name="T3" fmla="*/ 1 h 936"/>
              <a:gd name="T4" fmla="*/ 107 w 820"/>
              <a:gd name="T5" fmla="*/ 107 h 936"/>
              <a:gd name="T6" fmla="*/ 188 w 820"/>
              <a:gd name="T7" fmla="*/ 108 h 936"/>
              <a:gd name="T8" fmla="*/ 237 w 820"/>
              <a:gd name="T9" fmla="*/ 157 h 936"/>
              <a:gd name="T10" fmla="*/ 236 w 820"/>
              <a:gd name="T11" fmla="*/ 224 h 936"/>
              <a:gd name="T12" fmla="*/ 535 w 820"/>
              <a:gd name="T13" fmla="*/ 523 h 936"/>
              <a:gd name="T14" fmla="*/ 611 w 820"/>
              <a:gd name="T15" fmla="*/ 521 h 936"/>
              <a:gd name="T16" fmla="*/ 816 w 820"/>
              <a:gd name="T17" fmla="*/ 728 h 936"/>
              <a:gd name="T18" fmla="*/ 816 w 820"/>
              <a:gd name="T19" fmla="*/ 936 h 936"/>
              <a:gd name="T20" fmla="*/ 820 w 820"/>
              <a:gd name="T21" fmla="*/ 936 h 936"/>
              <a:gd name="T22" fmla="*/ 820 w 820"/>
              <a:gd name="T23" fmla="*/ 726 h 936"/>
              <a:gd name="T24" fmla="*/ 613 w 820"/>
              <a:gd name="T25" fmla="*/ 517 h 936"/>
              <a:gd name="T26" fmla="*/ 537 w 820"/>
              <a:gd name="T27" fmla="*/ 519 h 936"/>
              <a:gd name="T28" fmla="*/ 240 w 820"/>
              <a:gd name="T29" fmla="*/ 223 h 936"/>
              <a:gd name="T30" fmla="*/ 241 w 820"/>
              <a:gd name="T31" fmla="*/ 156 h 936"/>
              <a:gd name="T32" fmla="*/ 189 w 820"/>
              <a:gd name="T33" fmla="*/ 104 h 936"/>
              <a:gd name="T34" fmla="*/ 108 w 820"/>
              <a:gd name="T35" fmla="*/ 103 h 936"/>
              <a:gd name="T36" fmla="*/ 4 w 820"/>
              <a:gd name="T37" fmla="*/ 0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20" h="936">
                <a:moveTo>
                  <a:pt x="4" y="0"/>
                </a:moveTo>
                <a:cubicBezTo>
                  <a:pt x="3" y="1"/>
                  <a:pt x="1" y="1"/>
                  <a:pt x="0" y="1"/>
                </a:cubicBezTo>
                <a:cubicBezTo>
                  <a:pt x="107" y="107"/>
                  <a:pt x="107" y="107"/>
                  <a:pt x="107" y="107"/>
                </a:cubicBezTo>
                <a:cubicBezTo>
                  <a:pt x="188" y="108"/>
                  <a:pt x="188" y="108"/>
                  <a:pt x="188" y="108"/>
                </a:cubicBezTo>
                <a:cubicBezTo>
                  <a:pt x="237" y="157"/>
                  <a:pt x="237" y="157"/>
                  <a:pt x="237" y="157"/>
                </a:cubicBezTo>
                <a:cubicBezTo>
                  <a:pt x="236" y="224"/>
                  <a:pt x="236" y="224"/>
                  <a:pt x="236" y="224"/>
                </a:cubicBezTo>
                <a:cubicBezTo>
                  <a:pt x="535" y="523"/>
                  <a:pt x="535" y="523"/>
                  <a:pt x="535" y="523"/>
                </a:cubicBezTo>
                <a:cubicBezTo>
                  <a:pt x="611" y="521"/>
                  <a:pt x="611" y="521"/>
                  <a:pt x="611" y="521"/>
                </a:cubicBezTo>
                <a:cubicBezTo>
                  <a:pt x="816" y="728"/>
                  <a:pt x="816" y="728"/>
                  <a:pt x="816" y="728"/>
                </a:cubicBezTo>
                <a:cubicBezTo>
                  <a:pt x="816" y="936"/>
                  <a:pt x="816" y="936"/>
                  <a:pt x="816" y="936"/>
                </a:cubicBezTo>
                <a:cubicBezTo>
                  <a:pt x="820" y="936"/>
                  <a:pt x="820" y="936"/>
                  <a:pt x="820" y="936"/>
                </a:cubicBezTo>
                <a:cubicBezTo>
                  <a:pt x="820" y="726"/>
                  <a:pt x="820" y="726"/>
                  <a:pt x="820" y="726"/>
                </a:cubicBezTo>
                <a:cubicBezTo>
                  <a:pt x="613" y="517"/>
                  <a:pt x="613" y="517"/>
                  <a:pt x="613" y="517"/>
                </a:cubicBezTo>
                <a:cubicBezTo>
                  <a:pt x="537" y="519"/>
                  <a:pt x="537" y="519"/>
                  <a:pt x="537" y="519"/>
                </a:cubicBezTo>
                <a:cubicBezTo>
                  <a:pt x="240" y="223"/>
                  <a:pt x="240" y="223"/>
                  <a:pt x="240" y="223"/>
                </a:cubicBezTo>
                <a:cubicBezTo>
                  <a:pt x="241" y="156"/>
                  <a:pt x="241" y="156"/>
                  <a:pt x="241" y="156"/>
                </a:cubicBezTo>
                <a:cubicBezTo>
                  <a:pt x="189" y="104"/>
                  <a:pt x="189" y="104"/>
                  <a:pt x="189" y="104"/>
                </a:cubicBezTo>
                <a:cubicBezTo>
                  <a:pt x="108" y="103"/>
                  <a:pt x="108" y="103"/>
                  <a:pt x="108" y="103"/>
                </a:cubicBezTo>
                <a:cubicBezTo>
                  <a:pt x="4" y="0"/>
                  <a:pt x="4" y="0"/>
                  <a:pt x="4"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55" name="Freeform 1012"/>
          <p:cNvSpPr>
            <a:spLocks/>
          </p:cNvSpPr>
          <p:nvPr/>
        </p:nvSpPr>
        <p:spPr bwMode="auto">
          <a:xfrm>
            <a:off x="-5103042" y="3713163"/>
            <a:ext cx="5724525" cy="5684838"/>
          </a:xfrm>
          <a:custGeom>
            <a:avLst/>
            <a:gdLst>
              <a:gd name="T0" fmla="*/ 8 w 3606"/>
              <a:gd name="T1" fmla="*/ 0 h 3581"/>
              <a:gd name="T2" fmla="*/ 0 w 3606"/>
              <a:gd name="T3" fmla="*/ 6 h 3581"/>
              <a:gd name="T4" fmla="*/ 549 w 3606"/>
              <a:gd name="T5" fmla="*/ 551 h 3581"/>
              <a:gd name="T6" fmla="*/ 885 w 3606"/>
              <a:gd name="T7" fmla="*/ 551 h 3581"/>
              <a:gd name="T8" fmla="*/ 1747 w 3606"/>
              <a:gd name="T9" fmla="*/ 1413 h 3581"/>
              <a:gd name="T10" fmla="*/ 1959 w 3606"/>
              <a:gd name="T11" fmla="*/ 1416 h 3581"/>
              <a:gd name="T12" fmla="*/ 2087 w 3606"/>
              <a:gd name="T13" fmla="*/ 1546 h 3581"/>
              <a:gd name="T14" fmla="*/ 2076 w 3606"/>
              <a:gd name="T15" fmla="*/ 1727 h 3581"/>
              <a:gd name="T16" fmla="*/ 2857 w 3606"/>
              <a:gd name="T17" fmla="*/ 2507 h 3581"/>
              <a:gd name="T18" fmla="*/ 3058 w 3606"/>
              <a:gd name="T19" fmla="*/ 2505 h 3581"/>
              <a:gd name="T20" fmla="*/ 3596 w 3606"/>
              <a:gd name="T21" fmla="*/ 3045 h 3581"/>
              <a:gd name="T22" fmla="*/ 3596 w 3606"/>
              <a:gd name="T23" fmla="*/ 3581 h 3581"/>
              <a:gd name="T24" fmla="*/ 3606 w 3606"/>
              <a:gd name="T25" fmla="*/ 3581 h 3581"/>
              <a:gd name="T26" fmla="*/ 3606 w 3606"/>
              <a:gd name="T27" fmla="*/ 3040 h 3581"/>
              <a:gd name="T28" fmla="*/ 3063 w 3606"/>
              <a:gd name="T29" fmla="*/ 2494 h 3581"/>
              <a:gd name="T30" fmla="*/ 2862 w 3606"/>
              <a:gd name="T31" fmla="*/ 2497 h 3581"/>
              <a:gd name="T32" fmla="*/ 2087 w 3606"/>
              <a:gd name="T33" fmla="*/ 1724 h 3581"/>
              <a:gd name="T34" fmla="*/ 2097 w 3606"/>
              <a:gd name="T35" fmla="*/ 1541 h 3581"/>
              <a:gd name="T36" fmla="*/ 1961 w 3606"/>
              <a:gd name="T37" fmla="*/ 1405 h 3581"/>
              <a:gd name="T38" fmla="*/ 1752 w 3606"/>
              <a:gd name="T39" fmla="*/ 1403 h 3581"/>
              <a:gd name="T40" fmla="*/ 888 w 3606"/>
              <a:gd name="T41" fmla="*/ 541 h 3581"/>
              <a:gd name="T42" fmla="*/ 554 w 3606"/>
              <a:gd name="T43" fmla="*/ 541 h 3581"/>
              <a:gd name="T44" fmla="*/ 8 w 3606"/>
              <a:gd name="T45" fmla="*/ 0 h 3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06" h="3581">
                <a:moveTo>
                  <a:pt x="8" y="0"/>
                </a:moveTo>
                <a:lnTo>
                  <a:pt x="0" y="6"/>
                </a:lnTo>
                <a:lnTo>
                  <a:pt x="549" y="551"/>
                </a:lnTo>
                <a:lnTo>
                  <a:pt x="885" y="551"/>
                </a:lnTo>
                <a:lnTo>
                  <a:pt x="1747" y="1413"/>
                </a:lnTo>
                <a:lnTo>
                  <a:pt x="1959" y="1416"/>
                </a:lnTo>
                <a:lnTo>
                  <a:pt x="2087" y="1546"/>
                </a:lnTo>
                <a:lnTo>
                  <a:pt x="2076" y="1727"/>
                </a:lnTo>
                <a:lnTo>
                  <a:pt x="2857" y="2507"/>
                </a:lnTo>
                <a:lnTo>
                  <a:pt x="3058" y="2505"/>
                </a:lnTo>
                <a:lnTo>
                  <a:pt x="3596" y="3045"/>
                </a:lnTo>
                <a:lnTo>
                  <a:pt x="3596" y="3581"/>
                </a:lnTo>
                <a:lnTo>
                  <a:pt x="3606" y="3581"/>
                </a:lnTo>
                <a:lnTo>
                  <a:pt x="3606" y="3040"/>
                </a:lnTo>
                <a:lnTo>
                  <a:pt x="3063" y="2494"/>
                </a:lnTo>
                <a:lnTo>
                  <a:pt x="2862" y="2497"/>
                </a:lnTo>
                <a:lnTo>
                  <a:pt x="2087" y="1724"/>
                </a:lnTo>
                <a:lnTo>
                  <a:pt x="2097" y="1541"/>
                </a:lnTo>
                <a:lnTo>
                  <a:pt x="1961" y="1405"/>
                </a:lnTo>
                <a:lnTo>
                  <a:pt x="1752" y="1403"/>
                </a:lnTo>
                <a:lnTo>
                  <a:pt x="888" y="541"/>
                </a:lnTo>
                <a:lnTo>
                  <a:pt x="554" y="54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56" name="Freeform 1013"/>
          <p:cNvSpPr>
            <a:spLocks/>
          </p:cNvSpPr>
          <p:nvPr/>
        </p:nvSpPr>
        <p:spPr bwMode="auto">
          <a:xfrm>
            <a:off x="-5103042" y="3713163"/>
            <a:ext cx="5724525" cy="5684838"/>
          </a:xfrm>
          <a:custGeom>
            <a:avLst/>
            <a:gdLst>
              <a:gd name="T0" fmla="*/ 8 w 3606"/>
              <a:gd name="T1" fmla="*/ 0 h 3581"/>
              <a:gd name="T2" fmla="*/ 0 w 3606"/>
              <a:gd name="T3" fmla="*/ 6 h 3581"/>
              <a:gd name="T4" fmla="*/ 549 w 3606"/>
              <a:gd name="T5" fmla="*/ 551 h 3581"/>
              <a:gd name="T6" fmla="*/ 885 w 3606"/>
              <a:gd name="T7" fmla="*/ 551 h 3581"/>
              <a:gd name="T8" fmla="*/ 1747 w 3606"/>
              <a:gd name="T9" fmla="*/ 1413 h 3581"/>
              <a:gd name="T10" fmla="*/ 1959 w 3606"/>
              <a:gd name="T11" fmla="*/ 1416 h 3581"/>
              <a:gd name="T12" fmla="*/ 2087 w 3606"/>
              <a:gd name="T13" fmla="*/ 1546 h 3581"/>
              <a:gd name="T14" fmla="*/ 2076 w 3606"/>
              <a:gd name="T15" fmla="*/ 1727 h 3581"/>
              <a:gd name="T16" fmla="*/ 2857 w 3606"/>
              <a:gd name="T17" fmla="*/ 2507 h 3581"/>
              <a:gd name="T18" fmla="*/ 3058 w 3606"/>
              <a:gd name="T19" fmla="*/ 2505 h 3581"/>
              <a:gd name="T20" fmla="*/ 3596 w 3606"/>
              <a:gd name="T21" fmla="*/ 3045 h 3581"/>
              <a:gd name="T22" fmla="*/ 3596 w 3606"/>
              <a:gd name="T23" fmla="*/ 3581 h 3581"/>
              <a:gd name="T24" fmla="*/ 3606 w 3606"/>
              <a:gd name="T25" fmla="*/ 3581 h 3581"/>
              <a:gd name="T26" fmla="*/ 3606 w 3606"/>
              <a:gd name="T27" fmla="*/ 3040 h 3581"/>
              <a:gd name="T28" fmla="*/ 3063 w 3606"/>
              <a:gd name="T29" fmla="*/ 2494 h 3581"/>
              <a:gd name="T30" fmla="*/ 2862 w 3606"/>
              <a:gd name="T31" fmla="*/ 2497 h 3581"/>
              <a:gd name="T32" fmla="*/ 2087 w 3606"/>
              <a:gd name="T33" fmla="*/ 1724 h 3581"/>
              <a:gd name="T34" fmla="*/ 2097 w 3606"/>
              <a:gd name="T35" fmla="*/ 1541 h 3581"/>
              <a:gd name="T36" fmla="*/ 1961 w 3606"/>
              <a:gd name="T37" fmla="*/ 1405 h 3581"/>
              <a:gd name="T38" fmla="*/ 1752 w 3606"/>
              <a:gd name="T39" fmla="*/ 1403 h 3581"/>
              <a:gd name="T40" fmla="*/ 888 w 3606"/>
              <a:gd name="T41" fmla="*/ 541 h 3581"/>
              <a:gd name="T42" fmla="*/ 554 w 3606"/>
              <a:gd name="T43" fmla="*/ 541 h 3581"/>
              <a:gd name="T44" fmla="*/ 8 w 3606"/>
              <a:gd name="T45" fmla="*/ 0 h 3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06" h="3581">
                <a:moveTo>
                  <a:pt x="8" y="0"/>
                </a:moveTo>
                <a:lnTo>
                  <a:pt x="0" y="6"/>
                </a:lnTo>
                <a:lnTo>
                  <a:pt x="549" y="551"/>
                </a:lnTo>
                <a:lnTo>
                  <a:pt x="885" y="551"/>
                </a:lnTo>
                <a:lnTo>
                  <a:pt x="1747" y="1413"/>
                </a:lnTo>
                <a:lnTo>
                  <a:pt x="1959" y="1416"/>
                </a:lnTo>
                <a:lnTo>
                  <a:pt x="2087" y="1546"/>
                </a:lnTo>
                <a:lnTo>
                  <a:pt x="2076" y="1727"/>
                </a:lnTo>
                <a:lnTo>
                  <a:pt x="2857" y="2507"/>
                </a:lnTo>
                <a:lnTo>
                  <a:pt x="3058" y="2505"/>
                </a:lnTo>
                <a:lnTo>
                  <a:pt x="3596" y="3045"/>
                </a:lnTo>
                <a:lnTo>
                  <a:pt x="3596" y="3581"/>
                </a:lnTo>
                <a:lnTo>
                  <a:pt x="3606" y="3581"/>
                </a:lnTo>
                <a:lnTo>
                  <a:pt x="3606" y="3040"/>
                </a:lnTo>
                <a:lnTo>
                  <a:pt x="3063" y="2494"/>
                </a:lnTo>
                <a:lnTo>
                  <a:pt x="2862" y="2497"/>
                </a:lnTo>
                <a:lnTo>
                  <a:pt x="2087" y="1724"/>
                </a:lnTo>
                <a:lnTo>
                  <a:pt x="2097" y="1541"/>
                </a:lnTo>
                <a:lnTo>
                  <a:pt x="1961" y="1405"/>
                </a:lnTo>
                <a:lnTo>
                  <a:pt x="1752" y="1403"/>
                </a:lnTo>
                <a:lnTo>
                  <a:pt x="888" y="541"/>
                </a:lnTo>
                <a:lnTo>
                  <a:pt x="554" y="541"/>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57" name="Freeform 1014"/>
          <p:cNvSpPr>
            <a:spLocks/>
          </p:cNvSpPr>
          <p:nvPr/>
        </p:nvSpPr>
        <p:spPr bwMode="auto">
          <a:xfrm>
            <a:off x="-2067742" y="6226175"/>
            <a:ext cx="2622550" cy="3089275"/>
          </a:xfrm>
          <a:custGeom>
            <a:avLst/>
            <a:gdLst>
              <a:gd name="T0" fmla="*/ 4 w 633"/>
              <a:gd name="T1" fmla="*/ 0 h 745"/>
              <a:gd name="T2" fmla="*/ 1 w 633"/>
              <a:gd name="T3" fmla="*/ 0 h 745"/>
              <a:gd name="T4" fmla="*/ 0 w 633"/>
              <a:gd name="T5" fmla="*/ 0 h 745"/>
              <a:gd name="T6" fmla="*/ 1 w 633"/>
              <a:gd name="T7" fmla="*/ 16 h 745"/>
              <a:gd name="T8" fmla="*/ 350 w 633"/>
              <a:gd name="T9" fmla="*/ 365 h 745"/>
              <a:gd name="T10" fmla="*/ 424 w 633"/>
              <a:gd name="T11" fmla="*/ 367 h 745"/>
              <a:gd name="T12" fmla="*/ 629 w 633"/>
              <a:gd name="T13" fmla="*/ 573 h 745"/>
              <a:gd name="T14" fmla="*/ 629 w 633"/>
              <a:gd name="T15" fmla="*/ 745 h 745"/>
              <a:gd name="T16" fmla="*/ 633 w 633"/>
              <a:gd name="T17" fmla="*/ 745 h 745"/>
              <a:gd name="T18" fmla="*/ 633 w 633"/>
              <a:gd name="T19" fmla="*/ 571 h 745"/>
              <a:gd name="T20" fmla="*/ 426 w 633"/>
              <a:gd name="T21" fmla="*/ 363 h 745"/>
              <a:gd name="T22" fmla="*/ 352 w 633"/>
              <a:gd name="T23" fmla="*/ 361 h 745"/>
              <a:gd name="T24" fmla="*/ 5 w 633"/>
              <a:gd name="T25" fmla="*/ 15 h 745"/>
              <a:gd name="T26" fmla="*/ 4 w 633"/>
              <a:gd name="T27" fmla="*/ 0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3" h="745">
                <a:moveTo>
                  <a:pt x="4" y="0"/>
                </a:moveTo>
                <a:cubicBezTo>
                  <a:pt x="3" y="0"/>
                  <a:pt x="2" y="0"/>
                  <a:pt x="1" y="0"/>
                </a:cubicBezTo>
                <a:cubicBezTo>
                  <a:pt x="1" y="0"/>
                  <a:pt x="0" y="0"/>
                  <a:pt x="0" y="0"/>
                </a:cubicBezTo>
                <a:cubicBezTo>
                  <a:pt x="1" y="16"/>
                  <a:pt x="1" y="16"/>
                  <a:pt x="1" y="16"/>
                </a:cubicBezTo>
                <a:cubicBezTo>
                  <a:pt x="350" y="365"/>
                  <a:pt x="350" y="365"/>
                  <a:pt x="350" y="365"/>
                </a:cubicBezTo>
                <a:cubicBezTo>
                  <a:pt x="424" y="367"/>
                  <a:pt x="424" y="367"/>
                  <a:pt x="424" y="367"/>
                </a:cubicBezTo>
                <a:cubicBezTo>
                  <a:pt x="629" y="573"/>
                  <a:pt x="629" y="573"/>
                  <a:pt x="629" y="573"/>
                </a:cubicBezTo>
                <a:cubicBezTo>
                  <a:pt x="629" y="745"/>
                  <a:pt x="629" y="745"/>
                  <a:pt x="629" y="745"/>
                </a:cubicBezTo>
                <a:cubicBezTo>
                  <a:pt x="633" y="745"/>
                  <a:pt x="633" y="745"/>
                  <a:pt x="633" y="745"/>
                </a:cubicBezTo>
                <a:cubicBezTo>
                  <a:pt x="633" y="571"/>
                  <a:pt x="633" y="571"/>
                  <a:pt x="633" y="571"/>
                </a:cubicBezTo>
                <a:cubicBezTo>
                  <a:pt x="426" y="363"/>
                  <a:pt x="426" y="363"/>
                  <a:pt x="426" y="363"/>
                </a:cubicBezTo>
                <a:cubicBezTo>
                  <a:pt x="352" y="361"/>
                  <a:pt x="352" y="361"/>
                  <a:pt x="352" y="361"/>
                </a:cubicBezTo>
                <a:cubicBezTo>
                  <a:pt x="5" y="15"/>
                  <a:pt x="5" y="15"/>
                  <a:pt x="5" y="15"/>
                </a:cubicBezTo>
                <a:cubicBezTo>
                  <a:pt x="4" y="0"/>
                  <a:pt x="4" y="0"/>
                  <a:pt x="4"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58" name="Freeform 1015"/>
          <p:cNvSpPr>
            <a:spLocks/>
          </p:cNvSpPr>
          <p:nvPr/>
        </p:nvSpPr>
        <p:spPr bwMode="auto">
          <a:xfrm>
            <a:off x="-286567" y="5202238"/>
            <a:ext cx="2449513" cy="4046538"/>
          </a:xfrm>
          <a:custGeom>
            <a:avLst/>
            <a:gdLst>
              <a:gd name="T0" fmla="*/ 20 w 591"/>
              <a:gd name="T1" fmla="*/ 0 h 976"/>
              <a:gd name="T2" fmla="*/ 0 w 591"/>
              <a:gd name="T3" fmla="*/ 1 h 976"/>
              <a:gd name="T4" fmla="*/ 0 w 591"/>
              <a:gd name="T5" fmla="*/ 5 h 976"/>
              <a:gd name="T6" fmla="*/ 18 w 591"/>
              <a:gd name="T7" fmla="*/ 4 h 976"/>
              <a:gd name="T8" fmla="*/ 587 w 591"/>
              <a:gd name="T9" fmla="*/ 574 h 976"/>
              <a:gd name="T10" fmla="*/ 587 w 591"/>
              <a:gd name="T11" fmla="*/ 976 h 976"/>
              <a:gd name="T12" fmla="*/ 591 w 591"/>
              <a:gd name="T13" fmla="*/ 976 h 976"/>
              <a:gd name="T14" fmla="*/ 591 w 591"/>
              <a:gd name="T15" fmla="*/ 572 h 976"/>
              <a:gd name="T16" fmla="*/ 20 w 591"/>
              <a:gd name="T17" fmla="*/ 0 h 9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1" h="976">
                <a:moveTo>
                  <a:pt x="20" y="0"/>
                </a:moveTo>
                <a:cubicBezTo>
                  <a:pt x="0" y="1"/>
                  <a:pt x="0" y="1"/>
                  <a:pt x="0" y="1"/>
                </a:cubicBezTo>
                <a:cubicBezTo>
                  <a:pt x="0" y="2"/>
                  <a:pt x="1" y="4"/>
                  <a:pt x="0" y="5"/>
                </a:cubicBezTo>
                <a:cubicBezTo>
                  <a:pt x="18" y="4"/>
                  <a:pt x="18" y="4"/>
                  <a:pt x="18" y="4"/>
                </a:cubicBezTo>
                <a:cubicBezTo>
                  <a:pt x="587" y="574"/>
                  <a:pt x="587" y="574"/>
                  <a:pt x="587" y="574"/>
                </a:cubicBezTo>
                <a:cubicBezTo>
                  <a:pt x="587" y="976"/>
                  <a:pt x="587" y="976"/>
                  <a:pt x="587" y="976"/>
                </a:cubicBezTo>
                <a:cubicBezTo>
                  <a:pt x="591" y="976"/>
                  <a:pt x="591" y="976"/>
                  <a:pt x="591" y="976"/>
                </a:cubicBezTo>
                <a:cubicBezTo>
                  <a:pt x="591" y="572"/>
                  <a:pt x="591" y="572"/>
                  <a:pt x="591" y="572"/>
                </a:cubicBezTo>
                <a:cubicBezTo>
                  <a:pt x="20" y="0"/>
                  <a:pt x="20"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59" name="Freeform 1016"/>
          <p:cNvSpPr>
            <a:spLocks/>
          </p:cNvSpPr>
          <p:nvPr/>
        </p:nvSpPr>
        <p:spPr bwMode="auto">
          <a:xfrm>
            <a:off x="415108" y="5570538"/>
            <a:ext cx="1847850" cy="4059238"/>
          </a:xfrm>
          <a:custGeom>
            <a:avLst/>
            <a:gdLst>
              <a:gd name="T0" fmla="*/ 3 w 446"/>
              <a:gd name="T1" fmla="*/ 0 h 979"/>
              <a:gd name="T2" fmla="*/ 1 w 446"/>
              <a:gd name="T3" fmla="*/ 2 h 979"/>
              <a:gd name="T4" fmla="*/ 0 w 446"/>
              <a:gd name="T5" fmla="*/ 3 h 979"/>
              <a:gd name="T6" fmla="*/ 13 w 446"/>
              <a:gd name="T7" fmla="*/ 16 h 979"/>
              <a:gd name="T8" fmla="*/ 13 w 446"/>
              <a:gd name="T9" fmla="*/ 51 h 979"/>
              <a:gd name="T10" fmla="*/ 442 w 446"/>
              <a:gd name="T11" fmla="*/ 481 h 979"/>
              <a:gd name="T12" fmla="*/ 442 w 446"/>
              <a:gd name="T13" fmla="*/ 979 h 979"/>
              <a:gd name="T14" fmla="*/ 446 w 446"/>
              <a:gd name="T15" fmla="*/ 979 h 979"/>
              <a:gd name="T16" fmla="*/ 446 w 446"/>
              <a:gd name="T17" fmla="*/ 479 h 979"/>
              <a:gd name="T18" fmla="*/ 17 w 446"/>
              <a:gd name="T19" fmla="*/ 50 h 979"/>
              <a:gd name="T20" fmla="*/ 17 w 446"/>
              <a:gd name="T21" fmla="*/ 14 h 979"/>
              <a:gd name="T22" fmla="*/ 3 w 446"/>
              <a:gd name="T23" fmla="*/ 0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6" h="979">
                <a:moveTo>
                  <a:pt x="3" y="0"/>
                </a:moveTo>
                <a:cubicBezTo>
                  <a:pt x="2" y="1"/>
                  <a:pt x="2" y="1"/>
                  <a:pt x="1" y="2"/>
                </a:cubicBezTo>
                <a:cubicBezTo>
                  <a:pt x="1" y="2"/>
                  <a:pt x="0" y="3"/>
                  <a:pt x="0" y="3"/>
                </a:cubicBezTo>
                <a:cubicBezTo>
                  <a:pt x="13" y="16"/>
                  <a:pt x="13" y="16"/>
                  <a:pt x="13" y="16"/>
                </a:cubicBezTo>
                <a:cubicBezTo>
                  <a:pt x="13" y="51"/>
                  <a:pt x="13" y="51"/>
                  <a:pt x="13" y="51"/>
                </a:cubicBezTo>
                <a:cubicBezTo>
                  <a:pt x="442" y="481"/>
                  <a:pt x="442" y="481"/>
                  <a:pt x="442" y="481"/>
                </a:cubicBezTo>
                <a:cubicBezTo>
                  <a:pt x="442" y="979"/>
                  <a:pt x="442" y="979"/>
                  <a:pt x="442" y="979"/>
                </a:cubicBezTo>
                <a:cubicBezTo>
                  <a:pt x="446" y="979"/>
                  <a:pt x="446" y="979"/>
                  <a:pt x="446" y="979"/>
                </a:cubicBezTo>
                <a:cubicBezTo>
                  <a:pt x="446" y="479"/>
                  <a:pt x="446" y="479"/>
                  <a:pt x="446" y="479"/>
                </a:cubicBezTo>
                <a:cubicBezTo>
                  <a:pt x="17" y="50"/>
                  <a:pt x="17" y="50"/>
                  <a:pt x="17" y="50"/>
                </a:cubicBezTo>
                <a:cubicBezTo>
                  <a:pt x="17" y="14"/>
                  <a:pt x="17" y="14"/>
                  <a:pt x="17" y="14"/>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60" name="Freeform 1017"/>
          <p:cNvSpPr>
            <a:spLocks/>
          </p:cNvSpPr>
          <p:nvPr/>
        </p:nvSpPr>
        <p:spPr bwMode="auto">
          <a:xfrm>
            <a:off x="-1977255" y="4376738"/>
            <a:ext cx="4340225" cy="5203825"/>
          </a:xfrm>
          <a:custGeom>
            <a:avLst/>
            <a:gdLst>
              <a:gd name="T0" fmla="*/ 0 w 1047"/>
              <a:gd name="T1" fmla="*/ 0 h 1255"/>
              <a:gd name="T2" fmla="*/ 0 w 1047"/>
              <a:gd name="T3" fmla="*/ 4 h 1255"/>
              <a:gd name="T4" fmla="*/ 20 w 1047"/>
              <a:gd name="T5" fmla="*/ 5 h 1255"/>
              <a:gd name="T6" fmla="*/ 94 w 1047"/>
              <a:gd name="T7" fmla="*/ 80 h 1255"/>
              <a:gd name="T8" fmla="*/ 262 w 1047"/>
              <a:gd name="T9" fmla="*/ 78 h 1255"/>
              <a:gd name="T10" fmla="*/ 288 w 1047"/>
              <a:gd name="T11" fmla="*/ 104 h 1255"/>
              <a:gd name="T12" fmla="*/ 372 w 1047"/>
              <a:gd name="T13" fmla="*/ 103 h 1255"/>
              <a:gd name="T14" fmla="*/ 451 w 1047"/>
              <a:gd name="T15" fmla="*/ 182 h 1255"/>
              <a:gd name="T16" fmla="*/ 450 w 1047"/>
              <a:gd name="T17" fmla="*/ 209 h 1255"/>
              <a:gd name="T18" fmla="*/ 495 w 1047"/>
              <a:gd name="T19" fmla="*/ 254 h 1255"/>
              <a:gd name="T20" fmla="*/ 528 w 1047"/>
              <a:gd name="T21" fmla="*/ 252 h 1255"/>
              <a:gd name="T22" fmla="*/ 556 w 1047"/>
              <a:gd name="T23" fmla="*/ 224 h 1255"/>
              <a:gd name="T24" fmla="*/ 617 w 1047"/>
              <a:gd name="T25" fmla="*/ 285 h 1255"/>
              <a:gd name="T26" fmla="*/ 615 w 1047"/>
              <a:gd name="T27" fmla="*/ 329 h 1255"/>
              <a:gd name="T28" fmla="*/ 1043 w 1047"/>
              <a:gd name="T29" fmla="*/ 758 h 1255"/>
              <a:gd name="T30" fmla="*/ 1043 w 1047"/>
              <a:gd name="T31" fmla="*/ 1255 h 1255"/>
              <a:gd name="T32" fmla="*/ 1047 w 1047"/>
              <a:gd name="T33" fmla="*/ 1255 h 1255"/>
              <a:gd name="T34" fmla="*/ 1047 w 1047"/>
              <a:gd name="T35" fmla="*/ 756 h 1255"/>
              <a:gd name="T36" fmla="*/ 619 w 1047"/>
              <a:gd name="T37" fmla="*/ 328 h 1255"/>
              <a:gd name="T38" fmla="*/ 621 w 1047"/>
              <a:gd name="T39" fmla="*/ 284 h 1255"/>
              <a:gd name="T40" fmla="*/ 556 w 1047"/>
              <a:gd name="T41" fmla="*/ 218 h 1255"/>
              <a:gd name="T42" fmla="*/ 526 w 1047"/>
              <a:gd name="T43" fmla="*/ 248 h 1255"/>
              <a:gd name="T44" fmla="*/ 496 w 1047"/>
              <a:gd name="T45" fmla="*/ 250 h 1255"/>
              <a:gd name="T46" fmla="*/ 455 w 1047"/>
              <a:gd name="T47" fmla="*/ 208 h 1255"/>
              <a:gd name="T48" fmla="*/ 455 w 1047"/>
              <a:gd name="T49" fmla="*/ 180 h 1255"/>
              <a:gd name="T50" fmla="*/ 374 w 1047"/>
              <a:gd name="T51" fmla="*/ 99 h 1255"/>
              <a:gd name="T52" fmla="*/ 290 w 1047"/>
              <a:gd name="T53" fmla="*/ 100 h 1255"/>
              <a:gd name="T54" fmla="*/ 264 w 1047"/>
              <a:gd name="T55" fmla="*/ 74 h 1255"/>
              <a:gd name="T56" fmla="*/ 96 w 1047"/>
              <a:gd name="T57" fmla="*/ 76 h 1255"/>
              <a:gd name="T58" fmla="*/ 21 w 1047"/>
              <a:gd name="T59" fmla="*/ 1 h 1255"/>
              <a:gd name="T60" fmla="*/ 0 w 1047"/>
              <a:gd name="T61" fmla="*/ 0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47" h="1255">
                <a:moveTo>
                  <a:pt x="0" y="0"/>
                </a:moveTo>
                <a:cubicBezTo>
                  <a:pt x="0" y="2"/>
                  <a:pt x="0" y="3"/>
                  <a:pt x="0" y="4"/>
                </a:cubicBezTo>
                <a:cubicBezTo>
                  <a:pt x="20" y="5"/>
                  <a:pt x="20" y="5"/>
                  <a:pt x="20" y="5"/>
                </a:cubicBezTo>
                <a:cubicBezTo>
                  <a:pt x="94" y="80"/>
                  <a:pt x="94" y="80"/>
                  <a:pt x="94" y="80"/>
                </a:cubicBezTo>
                <a:cubicBezTo>
                  <a:pt x="262" y="78"/>
                  <a:pt x="262" y="78"/>
                  <a:pt x="262" y="78"/>
                </a:cubicBezTo>
                <a:cubicBezTo>
                  <a:pt x="288" y="104"/>
                  <a:pt x="288" y="104"/>
                  <a:pt x="288" y="104"/>
                </a:cubicBezTo>
                <a:cubicBezTo>
                  <a:pt x="372" y="103"/>
                  <a:pt x="372" y="103"/>
                  <a:pt x="372" y="103"/>
                </a:cubicBezTo>
                <a:cubicBezTo>
                  <a:pt x="451" y="182"/>
                  <a:pt x="451" y="182"/>
                  <a:pt x="451" y="182"/>
                </a:cubicBezTo>
                <a:cubicBezTo>
                  <a:pt x="450" y="209"/>
                  <a:pt x="450" y="209"/>
                  <a:pt x="450" y="209"/>
                </a:cubicBezTo>
                <a:cubicBezTo>
                  <a:pt x="495" y="254"/>
                  <a:pt x="495" y="254"/>
                  <a:pt x="495" y="254"/>
                </a:cubicBezTo>
                <a:cubicBezTo>
                  <a:pt x="528" y="252"/>
                  <a:pt x="528" y="252"/>
                  <a:pt x="528" y="252"/>
                </a:cubicBezTo>
                <a:cubicBezTo>
                  <a:pt x="556" y="224"/>
                  <a:pt x="556" y="224"/>
                  <a:pt x="556" y="224"/>
                </a:cubicBezTo>
                <a:cubicBezTo>
                  <a:pt x="617" y="285"/>
                  <a:pt x="617" y="285"/>
                  <a:pt x="617" y="285"/>
                </a:cubicBezTo>
                <a:cubicBezTo>
                  <a:pt x="615" y="329"/>
                  <a:pt x="615" y="329"/>
                  <a:pt x="615" y="329"/>
                </a:cubicBezTo>
                <a:cubicBezTo>
                  <a:pt x="1043" y="758"/>
                  <a:pt x="1043" y="758"/>
                  <a:pt x="1043" y="758"/>
                </a:cubicBezTo>
                <a:cubicBezTo>
                  <a:pt x="1043" y="1255"/>
                  <a:pt x="1043" y="1255"/>
                  <a:pt x="1043" y="1255"/>
                </a:cubicBezTo>
                <a:cubicBezTo>
                  <a:pt x="1047" y="1255"/>
                  <a:pt x="1047" y="1255"/>
                  <a:pt x="1047" y="1255"/>
                </a:cubicBezTo>
                <a:cubicBezTo>
                  <a:pt x="1047" y="756"/>
                  <a:pt x="1047" y="756"/>
                  <a:pt x="1047" y="756"/>
                </a:cubicBezTo>
                <a:cubicBezTo>
                  <a:pt x="619" y="328"/>
                  <a:pt x="619" y="328"/>
                  <a:pt x="619" y="328"/>
                </a:cubicBezTo>
                <a:cubicBezTo>
                  <a:pt x="621" y="284"/>
                  <a:pt x="621" y="284"/>
                  <a:pt x="621" y="284"/>
                </a:cubicBezTo>
                <a:cubicBezTo>
                  <a:pt x="556" y="218"/>
                  <a:pt x="556" y="218"/>
                  <a:pt x="556" y="218"/>
                </a:cubicBezTo>
                <a:cubicBezTo>
                  <a:pt x="526" y="248"/>
                  <a:pt x="526" y="248"/>
                  <a:pt x="526" y="248"/>
                </a:cubicBezTo>
                <a:cubicBezTo>
                  <a:pt x="496" y="250"/>
                  <a:pt x="496" y="250"/>
                  <a:pt x="496" y="250"/>
                </a:cubicBezTo>
                <a:cubicBezTo>
                  <a:pt x="455" y="208"/>
                  <a:pt x="455" y="208"/>
                  <a:pt x="455" y="208"/>
                </a:cubicBezTo>
                <a:cubicBezTo>
                  <a:pt x="455" y="180"/>
                  <a:pt x="455" y="180"/>
                  <a:pt x="455" y="180"/>
                </a:cubicBezTo>
                <a:cubicBezTo>
                  <a:pt x="374" y="99"/>
                  <a:pt x="374" y="99"/>
                  <a:pt x="374" y="99"/>
                </a:cubicBezTo>
                <a:cubicBezTo>
                  <a:pt x="290" y="100"/>
                  <a:pt x="290" y="100"/>
                  <a:pt x="290" y="100"/>
                </a:cubicBezTo>
                <a:cubicBezTo>
                  <a:pt x="264" y="74"/>
                  <a:pt x="264" y="74"/>
                  <a:pt x="264" y="74"/>
                </a:cubicBezTo>
                <a:cubicBezTo>
                  <a:pt x="96" y="76"/>
                  <a:pt x="96" y="76"/>
                  <a:pt x="96" y="76"/>
                </a:cubicBezTo>
                <a:cubicBezTo>
                  <a:pt x="21" y="1"/>
                  <a:pt x="21" y="1"/>
                  <a:pt x="21" y="1"/>
                </a:cubicBezTo>
                <a:cubicBezTo>
                  <a:pt x="0" y="0"/>
                  <a:pt x="0" y="0"/>
                  <a:pt x="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61" name="Freeform 1018"/>
          <p:cNvSpPr>
            <a:spLocks/>
          </p:cNvSpPr>
          <p:nvPr/>
        </p:nvSpPr>
        <p:spPr bwMode="auto">
          <a:xfrm>
            <a:off x="-5960292" y="-1389062"/>
            <a:ext cx="5549900" cy="4314825"/>
          </a:xfrm>
          <a:custGeom>
            <a:avLst/>
            <a:gdLst>
              <a:gd name="T0" fmla="*/ 3 w 1339"/>
              <a:gd name="T1" fmla="*/ 0 h 1041"/>
              <a:gd name="T2" fmla="*/ 0 w 1339"/>
              <a:gd name="T3" fmla="*/ 2 h 1041"/>
              <a:gd name="T4" fmla="*/ 862 w 1339"/>
              <a:gd name="T5" fmla="*/ 864 h 1041"/>
              <a:gd name="T6" fmla="*/ 963 w 1339"/>
              <a:gd name="T7" fmla="*/ 863 h 1041"/>
              <a:gd name="T8" fmla="*/ 1139 w 1339"/>
              <a:gd name="T9" fmla="*/ 1039 h 1041"/>
              <a:gd name="T10" fmla="*/ 1327 w 1339"/>
              <a:gd name="T11" fmla="*/ 1041 h 1041"/>
              <a:gd name="T12" fmla="*/ 1339 w 1339"/>
              <a:gd name="T13" fmla="*/ 1029 h 1041"/>
              <a:gd name="T14" fmla="*/ 1336 w 1339"/>
              <a:gd name="T15" fmla="*/ 1026 h 1041"/>
              <a:gd name="T16" fmla="*/ 1326 w 1339"/>
              <a:gd name="T17" fmla="*/ 1037 h 1041"/>
              <a:gd name="T18" fmla="*/ 1141 w 1339"/>
              <a:gd name="T19" fmla="*/ 1035 h 1041"/>
              <a:gd name="T20" fmla="*/ 965 w 1339"/>
              <a:gd name="T21" fmla="*/ 859 h 1041"/>
              <a:gd name="T22" fmla="*/ 864 w 1339"/>
              <a:gd name="T23" fmla="*/ 860 h 1041"/>
              <a:gd name="T24" fmla="*/ 3 w 1339"/>
              <a:gd name="T25" fmla="*/ 0 h 10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9" h="1041">
                <a:moveTo>
                  <a:pt x="3" y="0"/>
                </a:moveTo>
                <a:cubicBezTo>
                  <a:pt x="0" y="2"/>
                  <a:pt x="0" y="2"/>
                  <a:pt x="0" y="2"/>
                </a:cubicBezTo>
                <a:cubicBezTo>
                  <a:pt x="862" y="864"/>
                  <a:pt x="862" y="864"/>
                  <a:pt x="862" y="864"/>
                </a:cubicBezTo>
                <a:cubicBezTo>
                  <a:pt x="963" y="863"/>
                  <a:pt x="963" y="863"/>
                  <a:pt x="963" y="863"/>
                </a:cubicBezTo>
                <a:cubicBezTo>
                  <a:pt x="1139" y="1039"/>
                  <a:pt x="1139" y="1039"/>
                  <a:pt x="1139" y="1039"/>
                </a:cubicBezTo>
                <a:cubicBezTo>
                  <a:pt x="1327" y="1041"/>
                  <a:pt x="1327" y="1041"/>
                  <a:pt x="1327" y="1041"/>
                </a:cubicBezTo>
                <a:cubicBezTo>
                  <a:pt x="1339" y="1029"/>
                  <a:pt x="1339" y="1029"/>
                  <a:pt x="1339" y="1029"/>
                </a:cubicBezTo>
                <a:cubicBezTo>
                  <a:pt x="1338" y="1028"/>
                  <a:pt x="1337" y="1027"/>
                  <a:pt x="1336" y="1026"/>
                </a:cubicBezTo>
                <a:cubicBezTo>
                  <a:pt x="1326" y="1037"/>
                  <a:pt x="1326" y="1037"/>
                  <a:pt x="1326" y="1037"/>
                </a:cubicBezTo>
                <a:cubicBezTo>
                  <a:pt x="1141" y="1035"/>
                  <a:pt x="1141" y="1035"/>
                  <a:pt x="1141" y="1035"/>
                </a:cubicBezTo>
                <a:cubicBezTo>
                  <a:pt x="965" y="859"/>
                  <a:pt x="965" y="859"/>
                  <a:pt x="965" y="859"/>
                </a:cubicBezTo>
                <a:cubicBezTo>
                  <a:pt x="864" y="860"/>
                  <a:pt x="864" y="860"/>
                  <a:pt x="864" y="860"/>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62" name="Freeform 1019"/>
          <p:cNvSpPr>
            <a:spLocks/>
          </p:cNvSpPr>
          <p:nvPr/>
        </p:nvSpPr>
        <p:spPr bwMode="auto">
          <a:xfrm>
            <a:off x="-6019030" y="-1331912"/>
            <a:ext cx="5861050" cy="4406900"/>
          </a:xfrm>
          <a:custGeom>
            <a:avLst/>
            <a:gdLst>
              <a:gd name="T0" fmla="*/ 3 w 1414"/>
              <a:gd name="T1" fmla="*/ 0 h 1063"/>
              <a:gd name="T2" fmla="*/ 0 w 1414"/>
              <a:gd name="T3" fmla="*/ 3 h 1063"/>
              <a:gd name="T4" fmla="*/ 0 w 1414"/>
              <a:gd name="T5" fmla="*/ 3 h 1063"/>
              <a:gd name="T6" fmla="*/ 862 w 1414"/>
              <a:gd name="T7" fmla="*/ 864 h 1063"/>
              <a:gd name="T8" fmla="*/ 963 w 1414"/>
              <a:gd name="T9" fmla="*/ 864 h 1063"/>
              <a:gd name="T10" fmla="*/ 1139 w 1414"/>
              <a:gd name="T11" fmla="*/ 1039 h 1063"/>
              <a:gd name="T12" fmla="*/ 1385 w 1414"/>
              <a:gd name="T13" fmla="*/ 1037 h 1063"/>
              <a:gd name="T14" fmla="*/ 1412 w 1414"/>
              <a:gd name="T15" fmla="*/ 1063 h 1063"/>
              <a:gd name="T16" fmla="*/ 1412 w 1414"/>
              <a:gd name="T17" fmla="*/ 1062 h 1063"/>
              <a:gd name="T18" fmla="*/ 1414 w 1414"/>
              <a:gd name="T19" fmla="*/ 1060 h 1063"/>
              <a:gd name="T20" fmla="*/ 1387 w 1414"/>
              <a:gd name="T21" fmla="*/ 1033 h 1063"/>
              <a:gd name="T22" fmla="*/ 1141 w 1414"/>
              <a:gd name="T23" fmla="*/ 1035 h 1063"/>
              <a:gd name="T24" fmla="*/ 965 w 1414"/>
              <a:gd name="T25" fmla="*/ 860 h 1063"/>
              <a:gd name="T26" fmla="*/ 863 w 1414"/>
              <a:gd name="T27" fmla="*/ 860 h 1063"/>
              <a:gd name="T28" fmla="*/ 3 w 1414"/>
              <a:gd name="T29" fmla="*/ 0 h 1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14" h="1063">
                <a:moveTo>
                  <a:pt x="3" y="0"/>
                </a:moveTo>
                <a:cubicBezTo>
                  <a:pt x="0" y="3"/>
                  <a:pt x="0" y="3"/>
                  <a:pt x="0" y="3"/>
                </a:cubicBezTo>
                <a:cubicBezTo>
                  <a:pt x="0" y="3"/>
                  <a:pt x="0" y="3"/>
                  <a:pt x="0" y="3"/>
                </a:cubicBezTo>
                <a:cubicBezTo>
                  <a:pt x="862" y="864"/>
                  <a:pt x="862" y="864"/>
                  <a:pt x="862" y="864"/>
                </a:cubicBezTo>
                <a:cubicBezTo>
                  <a:pt x="963" y="864"/>
                  <a:pt x="963" y="864"/>
                  <a:pt x="963" y="864"/>
                </a:cubicBezTo>
                <a:cubicBezTo>
                  <a:pt x="1139" y="1039"/>
                  <a:pt x="1139" y="1039"/>
                  <a:pt x="1139" y="1039"/>
                </a:cubicBezTo>
                <a:cubicBezTo>
                  <a:pt x="1385" y="1037"/>
                  <a:pt x="1385" y="1037"/>
                  <a:pt x="1385" y="1037"/>
                </a:cubicBezTo>
                <a:cubicBezTo>
                  <a:pt x="1412" y="1063"/>
                  <a:pt x="1412" y="1063"/>
                  <a:pt x="1412" y="1063"/>
                </a:cubicBezTo>
                <a:cubicBezTo>
                  <a:pt x="1412" y="1063"/>
                  <a:pt x="1412" y="1062"/>
                  <a:pt x="1412" y="1062"/>
                </a:cubicBezTo>
                <a:cubicBezTo>
                  <a:pt x="1413" y="1062"/>
                  <a:pt x="1414" y="1061"/>
                  <a:pt x="1414" y="1060"/>
                </a:cubicBezTo>
                <a:cubicBezTo>
                  <a:pt x="1387" y="1033"/>
                  <a:pt x="1387" y="1033"/>
                  <a:pt x="1387" y="1033"/>
                </a:cubicBezTo>
                <a:cubicBezTo>
                  <a:pt x="1141" y="1035"/>
                  <a:pt x="1141" y="1035"/>
                  <a:pt x="1141" y="1035"/>
                </a:cubicBezTo>
                <a:cubicBezTo>
                  <a:pt x="965" y="860"/>
                  <a:pt x="965" y="860"/>
                  <a:pt x="965" y="860"/>
                </a:cubicBezTo>
                <a:cubicBezTo>
                  <a:pt x="863" y="860"/>
                  <a:pt x="863" y="860"/>
                  <a:pt x="863" y="860"/>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63" name="Freeform 1020"/>
          <p:cNvSpPr>
            <a:spLocks/>
          </p:cNvSpPr>
          <p:nvPr/>
        </p:nvSpPr>
        <p:spPr bwMode="auto">
          <a:xfrm>
            <a:off x="-6076180" y="-1273175"/>
            <a:ext cx="5408613" cy="4564063"/>
          </a:xfrm>
          <a:custGeom>
            <a:avLst/>
            <a:gdLst>
              <a:gd name="T0" fmla="*/ 3 w 1305"/>
              <a:gd name="T1" fmla="*/ 0 h 1101"/>
              <a:gd name="T2" fmla="*/ 0 w 1305"/>
              <a:gd name="T3" fmla="*/ 3 h 1101"/>
              <a:gd name="T4" fmla="*/ 862 w 1305"/>
              <a:gd name="T5" fmla="*/ 864 h 1101"/>
              <a:gd name="T6" fmla="*/ 966 w 1305"/>
              <a:gd name="T7" fmla="*/ 861 h 1101"/>
              <a:gd name="T8" fmla="*/ 1181 w 1305"/>
              <a:gd name="T9" fmla="*/ 1076 h 1101"/>
              <a:gd name="T10" fmla="*/ 1278 w 1305"/>
              <a:gd name="T11" fmla="*/ 1077 h 1101"/>
              <a:gd name="T12" fmla="*/ 1302 w 1305"/>
              <a:gd name="T13" fmla="*/ 1101 h 1101"/>
              <a:gd name="T14" fmla="*/ 1303 w 1305"/>
              <a:gd name="T15" fmla="*/ 1100 h 1101"/>
              <a:gd name="T16" fmla="*/ 1305 w 1305"/>
              <a:gd name="T17" fmla="*/ 1099 h 1101"/>
              <a:gd name="T18" fmla="*/ 1280 w 1305"/>
              <a:gd name="T19" fmla="*/ 1073 h 1101"/>
              <a:gd name="T20" fmla="*/ 1182 w 1305"/>
              <a:gd name="T21" fmla="*/ 1072 h 1101"/>
              <a:gd name="T22" fmla="*/ 967 w 1305"/>
              <a:gd name="T23" fmla="*/ 857 h 1101"/>
              <a:gd name="T24" fmla="*/ 863 w 1305"/>
              <a:gd name="T25" fmla="*/ 860 h 1101"/>
              <a:gd name="T26" fmla="*/ 3 w 1305"/>
              <a:gd name="T27" fmla="*/ 0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05" h="1101">
                <a:moveTo>
                  <a:pt x="3" y="0"/>
                </a:moveTo>
                <a:cubicBezTo>
                  <a:pt x="0" y="3"/>
                  <a:pt x="0" y="3"/>
                  <a:pt x="0" y="3"/>
                </a:cubicBezTo>
                <a:cubicBezTo>
                  <a:pt x="862" y="864"/>
                  <a:pt x="862" y="864"/>
                  <a:pt x="862" y="864"/>
                </a:cubicBezTo>
                <a:cubicBezTo>
                  <a:pt x="966" y="861"/>
                  <a:pt x="966" y="861"/>
                  <a:pt x="966" y="861"/>
                </a:cubicBezTo>
                <a:cubicBezTo>
                  <a:pt x="1181" y="1076"/>
                  <a:pt x="1181" y="1076"/>
                  <a:pt x="1181" y="1076"/>
                </a:cubicBezTo>
                <a:cubicBezTo>
                  <a:pt x="1278" y="1077"/>
                  <a:pt x="1278" y="1077"/>
                  <a:pt x="1278" y="1077"/>
                </a:cubicBezTo>
                <a:cubicBezTo>
                  <a:pt x="1302" y="1101"/>
                  <a:pt x="1302" y="1101"/>
                  <a:pt x="1302" y="1101"/>
                </a:cubicBezTo>
                <a:cubicBezTo>
                  <a:pt x="1303" y="1101"/>
                  <a:pt x="1303" y="1101"/>
                  <a:pt x="1303" y="1100"/>
                </a:cubicBezTo>
                <a:cubicBezTo>
                  <a:pt x="1304" y="1100"/>
                  <a:pt x="1305" y="1099"/>
                  <a:pt x="1305" y="1099"/>
                </a:cubicBezTo>
                <a:cubicBezTo>
                  <a:pt x="1280" y="1073"/>
                  <a:pt x="1280" y="1073"/>
                  <a:pt x="1280" y="1073"/>
                </a:cubicBezTo>
                <a:cubicBezTo>
                  <a:pt x="1182" y="1072"/>
                  <a:pt x="1182" y="1072"/>
                  <a:pt x="1182" y="1072"/>
                </a:cubicBezTo>
                <a:cubicBezTo>
                  <a:pt x="967" y="857"/>
                  <a:pt x="967" y="857"/>
                  <a:pt x="967" y="857"/>
                </a:cubicBezTo>
                <a:cubicBezTo>
                  <a:pt x="863" y="860"/>
                  <a:pt x="863" y="860"/>
                  <a:pt x="863" y="860"/>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64" name="Freeform 1021"/>
          <p:cNvSpPr>
            <a:spLocks/>
          </p:cNvSpPr>
          <p:nvPr/>
        </p:nvSpPr>
        <p:spPr bwMode="auto">
          <a:xfrm>
            <a:off x="-5807892" y="-817562"/>
            <a:ext cx="6542088" cy="4502150"/>
          </a:xfrm>
          <a:custGeom>
            <a:avLst/>
            <a:gdLst>
              <a:gd name="T0" fmla="*/ 3 w 1578"/>
              <a:gd name="T1" fmla="*/ 0 h 1086"/>
              <a:gd name="T2" fmla="*/ 0 w 1578"/>
              <a:gd name="T3" fmla="*/ 3 h 1086"/>
              <a:gd name="T4" fmla="*/ 568 w 1578"/>
              <a:gd name="T5" fmla="*/ 571 h 1086"/>
              <a:gd name="T6" fmla="*/ 570 w 1578"/>
              <a:gd name="T7" fmla="*/ 664 h 1086"/>
              <a:gd name="T8" fmla="*/ 690 w 1578"/>
              <a:gd name="T9" fmla="*/ 783 h 1086"/>
              <a:gd name="T10" fmla="*/ 898 w 1578"/>
              <a:gd name="T11" fmla="*/ 782 h 1086"/>
              <a:gd name="T12" fmla="*/ 1181 w 1578"/>
              <a:gd name="T13" fmla="*/ 1066 h 1086"/>
              <a:gd name="T14" fmla="*/ 1263 w 1578"/>
              <a:gd name="T15" fmla="*/ 1066 h 1086"/>
              <a:gd name="T16" fmla="*/ 1298 w 1578"/>
              <a:gd name="T17" fmla="*/ 1030 h 1086"/>
              <a:gd name="T18" fmla="*/ 1389 w 1578"/>
              <a:gd name="T19" fmla="*/ 1030 h 1086"/>
              <a:gd name="T20" fmla="*/ 1418 w 1578"/>
              <a:gd name="T21" fmla="*/ 1002 h 1086"/>
              <a:gd name="T22" fmla="*/ 1461 w 1578"/>
              <a:gd name="T23" fmla="*/ 1000 h 1086"/>
              <a:gd name="T24" fmla="*/ 1524 w 1578"/>
              <a:gd name="T25" fmla="*/ 1063 h 1086"/>
              <a:gd name="T26" fmla="*/ 1553 w 1578"/>
              <a:gd name="T27" fmla="*/ 1063 h 1086"/>
              <a:gd name="T28" fmla="*/ 1575 w 1578"/>
              <a:gd name="T29" fmla="*/ 1086 h 1086"/>
              <a:gd name="T30" fmla="*/ 1576 w 1578"/>
              <a:gd name="T31" fmla="*/ 1085 h 1086"/>
              <a:gd name="T32" fmla="*/ 1578 w 1578"/>
              <a:gd name="T33" fmla="*/ 1083 h 1086"/>
              <a:gd name="T34" fmla="*/ 1554 w 1578"/>
              <a:gd name="T35" fmla="*/ 1059 h 1086"/>
              <a:gd name="T36" fmla="*/ 1525 w 1578"/>
              <a:gd name="T37" fmla="*/ 1059 h 1086"/>
              <a:gd name="T38" fmla="*/ 1462 w 1578"/>
              <a:gd name="T39" fmla="*/ 996 h 1086"/>
              <a:gd name="T40" fmla="*/ 1416 w 1578"/>
              <a:gd name="T41" fmla="*/ 998 h 1086"/>
              <a:gd name="T42" fmla="*/ 1387 w 1578"/>
              <a:gd name="T43" fmla="*/ 1026 h 1086"/>
              <a:gd name="T44" fmla="*/ 1297 w 1578"/>
              <a:gd name="T45" fmla="*/ 1026 h 1086"/>
              <a:gd name="T46" fmla="*/ 1261 w 1578"/>
              <a:gd name="T47" fmla="*/ 1062 h 1086"/>
              <a:gd name="T48" fmla="*/ 1183 w 1578"/>
              <a:gd name="T49" fmla="*/ 1062 h 1086"/>
              <a:gd name="T50" fmla="*/ 900 w 1578"/>
              <a:gd name="T51" fmla="*/ 778 h 1086"/>
              <a:gd name="T52" fmla="*/ 691 w 1578"/>
              <a:gd name="T53" fmla="*/ 779 h 1086"/>
              <a:gd name="T54" fmla="*/ 574 w 1578"/>
              <a:gd name="T55" fmla="*/ 662 h 1086"/>
              <a:gd name="T56" fmla="*/ 572 w 1578"/>
              <a:gd name="T57" fmla="*/ 569 h 1086"/>
              <a:gd name="T58" fmla="*/ 3 w 1578"/>
              <a:gd name="T59" fmla="*/ 0 h 10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78" h="1086">
                <a:moveTo>
                  <a:pt x="3" y="0"/>
                </a:moveTo>
                <a:cubicBezTo>
                  <a:pt x="0" y="3"/>
                  <a:pt x="0" y="3"/>
                  <a:pt x="0" y="3"/>
                </a:cubicBezTo>
                <a:cubicBezTo>
                  <a:pt x="568" y="571"/>
                  <a:pt x="568" y="571"/>
                  <a:pt x="568" y="571"/>
                </a:cubicBezTo>
                <a:cubicBezTo>
                  <a:pt x="570" y="664"/>
                  <a:pt x="570" y="664"/>
                  <a:pt x="570" y="664"/>
                </a:cubicBezTo>
                <a:cubicBezTo>
                  <a:pt x="690" y="783"/>
                  <a:pt x="690" y="783"/>
                  <a:pt x="690" y="783"/>
                </a:cubicBezTo>
                <a:cubicBezTo>
                  <a:pt x="898" y="782"/>
                  <a:pt x="898" y="782"/>
                  <a:pt x="898" y="782"/>
                </a:cubicBezTo>
                <a:cubicBezTo>
                  <a:pt x="1181" y="1066"/>
                  <a:pt x="1181" y="1066"/>
                  <a:pt x="1181" y="1066"/>
                </a:cubicBezTo>
                <a:cubicBezTo>
                  <a:pt x="1263" y="1066"/>
                  <a:pt x="1263" y="1066"/>
                  <a:pt x="1263" y="1066"/>
                </a:cubicBezTo>
                <a:cubicBezTo>
                  <a:pt x="1298" y="1030"/>
                  <a:pt x="1298" y="1030"/>
                  <a:pt x="1298" y="1030"/>
                </a:cubicBezTo>
                <a:cubicBezTo>
                  <a:pt x="1389" y="1030"/>
                  <a:pt x="1389" y="1030"/>
                  <a:pt x="1389" y="1030"/>
                </a:cubicBezTo>
                <a:cubicBezTo>
                  <a:pt x="1418" y="1002"/>
                  <a:pt x="1418" y="1002"/>
                  <a:pt x="1418" y="1002"/>
                </a:cubicBezTo>
                <a:cubicBezTo>
                  <a:pt x="1461" y="1000"/>
                  <a:pt x="1461" y="1000"/>
                  <a:pt x="1461" y="1000"/>
                </a:cubicBezTo>
                <a:cubicBezTo>
                  <a:pt x="1524" y="1063"/>
                  <a:pt x="1524" y="1063"/>
                  <a:pt x="1524" y="1063"/>
                </a:cubicBezTo>
                <a:cubicBezTo>
                  <a:pt x="1553" y="1063"/>
                  <a:pt x="1553" y="1063"/>
                  <a:pt x="1553" y="1063"/>
                </a:cubicBezTo>
                <a:cubicBezTo>
                  <a:pt x="1575" y="1086"/>
                  <a:pt x="1575" y="1086"/>
                  <a:pt x="1575" y="1086"/>
                </a:cubicBezTo>
                <a:cubicBezTo>
                  <a:pt x="1576" y="1086"/>
                  <a:pt x="1576" y="1086"/>
                  <a:pt x="1576" y="1085"/>
                </a:cubicBezTo>
                <a:cubicBezTo>
                  <a:pt x="1577" y="1085"/>
                  <a:pt x="1578" y="1084"/>
                  <a:pt x="1578" y="1083"/>
                </a:cubicBezTo>
                <a:cubicBezTo>
                  <a:pt x="1554" y="1059"/>
                  <a:pt x="1554" y="1059"/>
                  <a:pt x="1554" y="1059"/>
                </a:cubicBezTo>
                <a:cubicBezTo>
                  <a:pt x="1525" y="1059"/>
                  <a:pt x="1525" y="1059"/>
                  <a:pt x="1525" y="1059"/>
                </a:cubicBezTo>
                <a:cubicBezTo>
                  <a:pt x="1462" y="996"/>
                  <a:pt x="1462" y="996"/>
                  <a:pt x="1462" y="996"/>
                </a:cubicBezTo>
                <a:cubicBezTo>
                  <a:pt x="1416" y="998"/>
                  <a:pt x="1416" y="998"/>
                  <a:pt x="1416" y="998"/>
                </a:cubicBezTo>
                <a:cubicBezTo>
                  <a:pt x="1387" y="1026"/>
                  <a:pt x="1387" y="1026"/>
                  <a:pt x="1387" y="1026"/>
                </a:cubicBezTo>
                <a:cubicBezTo>
                  <a:pt x="1297" y="1026"/>
                  <a:pt x="1297" y="1026"/>
                  <a:pt x="1297" y="1026"/>
                </a:cubicBezTo>
                <a:cubicBezTo>
                  <a:pt x="1261" y="1062"/>
                  <a:pt x="1261" y="1062"/>
                  <a:pt x="1261" y="1062"/>
                </a:cubicBezTo>
                <a:cubicBezTo>
                  <a:pt x="1183" y="1062"/>
                  <a:pt x="1183" y="1062"/>
                  <a:pt x="1183" y="1062"/>
                </a:cubicBezTo>
                <a:cubicBezTo>
                  <a:pt x="900" y="778"/>
                  <a:pt x="900" y="778"/>
                  <a:pt x="900" y="778"/>
                </a:cubicBezTo>
                <a:cubicBezTo>
                  <a:pt x="691" y="779"/>
                  <a:pt x="691" y="779"/>
                  <a:pt x="691" y="779"/>
                </a:cubicBezTo>
                <a:cubicBezTo>
                  <a:pt x="574" y="662"/>
                  <a:pt x="574" y="662"/>
                  <a:pt x="574" y="662"/>
                </a:cubicBezTo>
                <a:cubicBezTo>
                  <a:pt x="572" y="569"/>
                  <a:pt x="572" y="569"/>
                  <a:pt x="572" y="569"/>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65" name="Freeform 1022"/>
          <p:cNvSpPr>
            <a:spLocks/>
          </p:cNvSpPr>
          <p:nvPr/>
        </p:nvSpPr>
        <p:spPr bwMode="auto">
          <a:xfrm>
            <a:off x="-5865042" y="-758825"/>
            <a:ext cx="6334125" cy="4522788"/>
          </a:xfrm>
          <a:custGeom>
            <a:avLst/>
            <a:gdLst>
              <a:gd name="T0" fmla="*/ 8 w 3990"/>
              <a:gd name="T1" fmla="*/ 0 h 2849"/>
              <a:gd name="T2" fmla="*/ 0 w 3990"/>
              <a:gd name="T3" fmla="*/ 7 h 2849"/>
              <a:gd name="T4" fmla="*/ 1465 w 3990"/>
              <a:gd name="T5" fmla="*/ 1472 h 2849"/>
              <a:gd name="T6" fmla="*/ 1472 w 3990"/>
              <a:gd name="T7" fmla="*/ 1718 h 2849"/>
              <a:gd name="T8" fmla="*/ 1799 w 3990"/>
              <a:gd name="T9" fmla="*/ 2044 h 2849"/>
              <a:gd name="T10" fmla="*/ 2345 w 3990"/>
              <a:gd name="T11" fmla="*/ 2044 h 2849"/>
              <a:gd name="T12" fmla="*/ 3084 w 3990"/>
              <a:gd name="T13" fmla="*/ 2783 h 2849"/>
              <a:gd name="T14" fmla="*/ 3347 w 3990"/>
              <a:gd name="T15" fmla="*/ 2778 h 2849"/>
              <a:gd name="T16" fmla="*/ 3439 w 3990"/>
              <a:gd name="T17" fmla="*/ 2687 h 2849"/>
              <a:gd name="T18" fmla="*/ 3671 w 3990"/>
              <a:gd name="T19" fmla="*/ 2692 h 2849"/>
              <a:gd name="T20" fmla="*/ 3749 w 3990"/>
              <a:gd name="T21" fmla="*/ 2611 h 2849"/>
              <a:gd name="T22" fmla="*/ 3841 w 3990"/>
              <a:gd name="T23" fmla="*/ 2608 h 2849"/>
              <a:gd name="T24" fmla="*/ 3979 w 3990"/>
              <a:gd name="T25" fmla="*/ 2747 h 2849"/>
              <a:gd name="T26" fmla="*/ 3977 w 3990"/>
              <a:gd name="T27" fmla="*/ 2810 h 2849"/>
              <a:gd name="T28" fmla="*/ 3977 w 3990"/>
              <a:gd name="T29" fmla="*/ 2849 h 2849"/>
              <a:gd name="T30" fmla="*/ 3987 w 3990"/>
              <a:gd name="T31" fmla="*/ 2849 h 2849"/>
              <a:gd name="T32" fmla="*/ 3987 w 3990"/>
              <a:gd name="T33" fmla="*/ 2810 h 2849"/>
              <a:gd name="T34" fmla="*/ 3990 w 3990"/>
              <a:gd name="T35" fmla="*/ 2742 h 2849"/>
              <a:gd name="T36" fmla="*/ 3843 w 3990"/>
              <a:gd name="T37" fmla="*/ 2598 h 2849"/>
              <a:gd name="T38" fmla="*/ 3744 w 3990"/>
              <a:gd name="T39" fmla="*/ 2603 h 2849"/>
              <a:gd name="T40" fmla="*/ 3666 w 3990"/>
              <a:gd name="T41" fmla="*/ 2682 h 2849"/>
              <a:gd name="T42" fmla="*/ 3433 w 3990"/>
              <a:gd name="T43" fmla="*/ 2676 h 2849"/>
              <a:gd name="T44" fmla="*/ 3342 w 3990"/>
              <a:gd name="T45" fmla="*/ 2768 h 2849"/>
              <a:gd name="T46" fmla="*/ 3089 w 3990"/>
              <a:gd name="T47" fmla="*/ 2773 h 2849"/>
              <a:gd name="T48" fmla="*/ 2350 w 3990"/>
              <a:gd name="T49" fmla="*/ 2034 h 2849"/>
              <a:gd name="T50" fmla="*/ 1804 w 3990"/>
              <a:gd name="T51" fmla="*/ 2034 h 2849"/>
              <a:gd name="T52" fmla="*/ 1483 w 3990"/>
              <a:gd name="T53" fmla="*/ 1713 h 2849"/>
              <a:gd name="T54" fmla="*/ 1475 w 3990"/>
              <a:gd name="T55" fmla="*/ 1467 h 2849"/>
              <a:gd name="T56" fmla="*/ 8 w 3990"/>
              <a:gd name="T57" fmla="*/ 0 h 2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990" h="2849">
                <a:moveTo>
                  <a:pt x="8" y="0"/>
                </a:moveTo>
                <a:lnTo>
                  <a:pt x="0" y="7"/>
                </a:lnTo>
                <a:lnTo>
                  <a:pt x="1465" y="1472"/>
                </a:lnTo>
                <a:lnTo>
                  <a:pt x="1472" y="1718"/>
                </a:lnTo>
                <a:lnTo>
                  <a:pt x="1799" y="2044"/>
                </a:lnTo>
                <a:lnTo>
                  <a:pt x="2345" y="2044"/>
                </a:lnTo>
                <a:lnTo>
                  <a:pt x="3084" y="2783"/>
                </a:lnTo>
                <a:lnTo>
                  <a:pt x="3347" y="2778"/>
                </a:lnTo>
                <a:lnTo>
                  <a:pt x="3439" y="2687"/>
                </a:lnTo>
                <a:lnTo>
                  <a:pt x="3671" y="2692"/>
                </a:lnTo>
                <a:lnTo>
                  <a:pt x="3749" y="2611"/>
                </a:lnTo>
                <a:lnTo>
                  <a:pt x="3841" y="2608"/>
                </a:lnTo>
                <a:lnTo>
                  <a:pt x="3979" y="2747"/>
                </a:lnTo>
                <a:lnTo>
                  <a:pt x="3977" y="2810"/>
                </a:lnTo>
                <a:lnTo>
                  <a:pt x="3977" y="2849"/>
                </a:lnTo>
                <a:lnTo>
                  <a:pt x="3987" y="2849"/>
                </a:lnTo>
                <a:lnTo>
                  <a:pt x="3987" y="2810"/>
                </a:lnTo>
                <a:lnTo>
                  <a:pt x="3990" y="2742"/>
                </a:lnTo>
                <a:lnTo>
                  <a:pt x="3843" y="2598"/>
                </a:lnTo>
                <a:lnTo>
                  <a:pt x="3744" y="2603"/>
                </a:lnTo>
                <a:lnTo>
                  <a:pt x="3666" y="2682"/>
                </a:lnTo>
                <a:lnTo>
                  <a:pt x="3433" y="2676"/>
                </a:lnTo>
                <a:lnTo>
                  <a:pt x="3342" y="2768"/>
                </a:lnTo>
                <a:lnTo>
                  <a:pt x="3089" y="2773"/>
                </a:lnTo>
                <a:lnTo>
                  <a:pt x="2350" y="2034"/>
                </a:lnTo>
                <a:lnTo>
                  <a:pt x="1804" y="2034"/>
                </a:lnTo>
                <a:lnTo>
                  <a:pt x="1483" y="1713"/>
                </a:lnTo>
                <a:lnTo>
                  <a:pt x="1475" y="1467"/>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66" name="Freeform 1023"/>
          <p:cNvSpPr>
            <a:spLocks/>
          </p:cNvSpPr>
          <p:nvPr/>
        </p:nvSpPr>
        <p:spPr bwMode="auto">
          <a:xfrm>
            <a:off x="-5865042" y="-758825"/>
            <a:ext cx="6334125" cy="4522788"/>
          </a:xfrm>
          <a:custGeom>
            <a:avLst/>
            <a:gdLst>
              <a:gd name="T0" fmla="*/ 8 w 3990"/>
              <a:gd name="T1" fmla="*/ 0 h 2849"/>
              <a:gd name="T2" fmla="*/ 0 w 3990"/>
              <a:gd name="T3" fmla="*/ 7 h 2849"/>
              <a:gd name="T4" fmla="*/ 1465 w 3990"/>
              <a:gd name="T5" fmla="*/ 1472 h 2849"/>
              <a:gd name="T6" fmla="*/ 1472 w 3990"/>
              <a:gd name="T7" fmla="*/ 1718 h 2849"/>
              <a:gd name="T8" fmla="*/ 1799 w 3990"/>
              <a:gd name="T9" fmla="*/ 2044 h 2849"/>
              <a:gd name="T10" fmla="*/ 2345 w 3990"/>
              <a:gd name="T11" fmla="*/ 2044 h 2849"/>
              <a:gd name="T12" fmla="*/ 3084 w 3990"/>
              <a:gd name="T13" fmla="*/ 2783 h 2849"/>
              <a:gd name="T14" fmla="*/ 3347 w 3990"/>
              <a:gd name="T15" fmla="*/ 2778 h 2849"/>
              <a:gd name="T16" fmla="*/ 3439 w 3990"/>
              <a:gd name="T17" fmla="*/ 2687 h 2849"/>
              <a:gd name="T18" fmla="*/ 3671 w 3990"/>
              <a:gd name="T19" fmla="*/ 2692 h 2849"/>
              <a:gd name="T20" fmla="*/ 3749 w 3990"/>
              <a:gd name="T21" fmla="*/ 2611 h 2849"/>
              <a:gd name="T22" fmla="*/ 3841 w 3990"/>
              <a:gd name="T23" fmla="*/ 2608 h 2849"/>
              <a:gd name="T24" fmla="*/ 3979 w 3990"/>
              <a:gd name="T25" fmla="*/ 2747 h 2849"/>
              <a:gd name="T26" fmla="*/ 3977 w 3990"/>
              <a:gd name="T27" fmla="*/ 2810 h 2849"/>
              <a:gd name="T28" fmla="*/ 3977 w 3990"/>
              <a:gd name="T29" fmla="*/ 2849 h 2849"/>
              <a:gd name="T30" fmla="*/ 3987 w 3990"/>
              <a:gd name="T31" fmla="*/ 2849 h 2849"/>
              <a:gd name="T32" fmla="*/ 3987 w 3990"/>
              <a:gd name="T33" fmla="*/ 2810 h 2849"/>
              <a:gd name="T34" fmla="*/ 3990 w 3990"/>
              <a:gd name="T35" fmla="*/ 2742 h 2849"/>
              <a:gd name="T36" fmla="*/ 3843 w 3990"/>
              <a:gd name="T37" fmla="*/ 2598 h 2849"/>
              <a:gd name="T38" fmla="*/ 3744 w 3990"/>
              <a:gd name="T39" fmla="*/ 2603 h 2849"/>
              <a:gd name="T40" fmla="*/ 3666 w 3990"/>
              <a:gd name="T41" fmla="*/ 2682 h 2849"/>
              <a:gd name="T42" fmla="*/ 3433 w 3990"/>
              <a:gd name="T43" fmla="*/ 2676 h 2849"/>
              <a:gd name="T44" fmla="*/ 3342 w 3990"/>
              <a:gd name="T45" fmla="*/ 2768 h 2849"/>
              <a:gd name="T46" fmla="*/ 3089 w 3990"/>
              <a:gd name="T47" fmla="*/ 2773 h 2849"/>
              <a:gd name="T48" fmla="*/ 2350 w 3990"/>
              <a:gd name="T49" fmla="*/ 2034 h 2849"/>
              <a:gd name="T50" fmla="*/ 1804 w 3990"/>
              <a:gd name="T51" fmla="*/ 2034 h 2849"/>
              <a:gd name="T52" fmla="*/ 1483 w 3990"/>
              <a:gd name="T53" fmla="*/ 1713 h 2849"/>
              <a:gd name="T54" fmla="*/ 1475 w 3990"/>
              <a:gd name="T55" fmla="*/ 1467 h 2849"/>
              <a:gd name="T56" fmla="*/ 8 w 3990"/>
              <a:gd name="T57" fmla="*/ 0 h 2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990" h="2849">
                <a:moveTo>
                  <a:pt x="8" y="0"/>
                </a:moveTo>
                <a:lnTo>
                  <a:pt x="0" y="7"/>
                </a:lnTo>
                <a:lnTo>
                  <a:pt x="1465" y="1472"/>
                </a:lnTo>
                <a:lnTo>
                  <a:pt x="1472" y="1718"/>
                </a:lnTo>
                <a:lnTo>
                  <a:pt x="1799" y="2044"/>
                </a:lnTo>
                <a:lnTo>
                  <a:pt x="2345" y="2044"/>
                </a:lnTo>
                <a:lnTo>
                  <a:pt x="3084" y="2783"/>
                </a:lnTo>
                <a:lnTo>
                  <a:pt x="3347" y="2778"/>
                </a:lnTo>
                <a:lnTo>
                  <a:pt x="3439" y="2687"/>
                </a:lnTo>
                <a:lnTo>
                  <a:pt x="3671" y="2692"/>
                </a:lnTo>
                <a:lnTo>
                  <a:pt x="3749" y="2611"/>
                </a:lnTo>
                <a:lnTo>
                  <a:pt x="3841" y="2608"/>
                </a:lnTo>
                <a:lnTo>
                  <a:pt x="3979" y="2747"/>
                </a:lnTo>
                <a:lnTo>
                  <a:pt x="3977" y="2810"/>
                </a:lnTo>
                <a:lnTo>
                  <a:pt x="3977" y="2849"/>
                </a:lnTo>
                <a:lnTo>
                  <a:pt x="3987" y="2849"/>
                </a:lnTo>
                <a:lnTo>
                  <a:pt x="3987" y="2810"/>
                </a:lnTo>
                <a:lnTo>
                  <a:pt x="3990" y="2742"/>
                </a:lnTo>
                <a:lnTo>
                  <a:pt x="3843" y="2598"/>
                </a:lnTo>
                <a:lnTo>
                  <a:pt x="3744" y="2603"/>
                </a:lnTo>
                <a:lnTo>
                  <a:pt x="3666" y="2682"/>
                </a:lnTo>
                <a:lnTo>
                  <a:pt x="3433" y="2676"/>
                </a:lnTo>
                <a:lnTo>
                  <a:pt x="3342" y="2768"/>
                </a:lnTo>
                <a:lnTo>
                  <a:pt x="3089" y="2773"/>
                </a:lnTo>
                <a:lnTo>
                  <a:pt x="2350" y="2034"/>
                </a:lnTo>
                <a:lnTo>
                  <a:pt x="1804" y="2034"/>
                </a:lnTo>
                <a:lnTo>
                  <a:pt x="1483" y="1713"/>
                </a:lnTo>
                <a:lnTo>
                  <a:pt x="1475" y="1467"/>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67" name="Freeform 1024"/>
          <p:cNvSpPr>
            <a:spLocks/>
          </p:cNvSpPr>
          <p:nvPr/>
        </p:nvSpPr>
        <p:spPr bwMode="auto">
          <a:xfrm>
            <a:off x="-5566592" y="7938"/>
            <a:ext cx="5562600" cy="4108450"/>
          </a:xfrm>
          <a:custGeom>
            <a:avLst/>
            <a:gdLst>
              <a:gd name="T0" fmla="*/ 3 w 1342"/>
              <a:gd name="T1" fmla="*/ 0 h 991"/>
              <a:gd name="T2" fmla="*/ 0 w 1342"/>
              <a:gd name="T3" fmla="*/ 3 h 991"/>
              <a:gd name="T4" fmla="*/ 610 w 1342"/>
              <a:gd name="T5" fmla="*/ 614 h 991"/>
              <a:gd name="T6" fmla="*/ 819 w 1342"/>
              <a:gd name="T7" fmla="*/ 618 h 991"/>
              <a:gd name="T8" fmla="*/ 1059 w 1342"/>
              <a:gd name="T9" fmla="*/ 859 h 991"/>
              <a:gd name="T10" fmla="*/ 1062 w 1342"/>
              <a:gd name="T11" fmla="*/ 929 h 991"/>
              <a:gd name="T12" fmla="*/ 1122 w 1342"/>
              <a:gd name="T13" fmla="*/ 990 h 991"/>
              <a:gd name="T14" fmla="*/ 1154 w 1342"/>
              <a:gd name="T15" fmla="*/ 991 h 991"/>
              <a:gd name="T16" fmla="*/ 1256 w 1342"/>
              <a:gd name="T17" fmla="*/ 890 h 991"/>
              <a:gd name="T18" fmla="*/ 1342 w 1342"/>
              <a:gd name="T19" fmla="*/ 889 h 991"/>
              <a:gd name="T20" fmla="*/ 1342 w 1342"/>
              <a:gd name="T21" fmla="*/ 885 h 991"/>
              <a:gd name="T22" fmla="*/ 1254 w 1342"/>
              <a:gd name="T23" fmla="*/ 886 h 991"/>
              <a:gd name="T24" fmla="*/ 1153 w 1342"/>
              <a:gd name="T25" fmla="*/ 987 h 991"/>
              <a:gd name="T26" fmla="*/ 1124 w 1342"/>
              <a:gd name="T27" fmla="*/ 986 h 991"/>
              <a:gd name="T28" fmla="*/ 1066 w 1342"/>
              <a:gd name="T29" fmla="*/ 928 h 991"/>
              <a:gd name="T30" fmla="*/ 1063 w 1342"/>
              <a:gd name="T31" fmla="*/ 857 h 991"/>
              <a:gd name="T32" fmla="*/ 820 w 1342"/>
              <a:gd name="T33" fmla="*/ 614 h 991"/>
              <a:gd name="T34" fmla="*/ 612 w 1342"/>
              <a:gd name="T35" fmla="*/ 610 h 991"/>
              <a:gd name="T36" fmla="*/ 3 w 1342"/>
              <a:gd name="T37" fmla="*/ 0 h 9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42" h="991">
                <a:moveTo>
                  <a:pt x="3" y="0"/>
                </a:moveTo>
                <a:cubicBezTo>
                  <a:pt x="0" y="3"/>
                  <a:pt x="0" y="3"/>
                  <a:pt x="0" y="3"/>
                </a:cubicBezTo>
                <a:cubicBezTo>
                  <a:pt x="610" y="614"/>
                  <a:pt x="610" y="614"/>
                  <a:pt x="610" y="614"/>
                </a:cubicBezTo>
                <a:cubicBezTo>
                  <a:pt x="819" y="618"/>
                  <a:pt x="819" y="618"/>
                  <a:pt x="819" y="618"/>
                </a:cubicBezTo>
                <a:cubicBezTo>
                  <a:pt x="1059" y="859"/>
                  <a:pt x="1059" y="859"/>
                  <a:pt x="1059" y="859"/>
                </a:cubicBezTo>
                <a:cubicBezTo>
                  <a:pt x="1062" y="929"/>
                  <a:pt x="1062" y="929"/>
                  <a:pt x="1062" y="929"/>
                </a:cubicBezTo>
                <a:cubicBezTo>
                  <a:pt x="1122" y="990"/>
                  <a:pt x="1122" y="990"/>
                  <a:pt x="1122" y="990"/>
                </a:cubicBezTo>
                <a:cubicBezTo>
                  <a:pt x="1154" y="991"/>
                  <a:pt x="1154" y="991"/>
                  <a:pt x="1154" y="991"/>
                </a:cubicBezTo>
                <a:cubicBezTo>
                  <a:pt x="1256" y="890"/>
                  <a:pt x="1256" y="890"/>
                  <a:pt x="1256" y="890"/>
                </a:cubicBezTo>
                <a:cubicBezTo>
                  <a:pt x="1342" y="889"/>
                  <a:pt x="1342" y="889"/>
                  <a:pt x="1342" y="889"/>
                </a:cubicBezTo>
                <a:cubicBezTo>
                  <a:pt x="1342" y="887"/>
                  <a:pt x="1342" y="886"/>
                  <a:pt x="1342" y="885"/>
                </a:cubicBezTo>
                <a:cubicBezTo>
                  <a:pt x="1254" y="886"/>
                  <a:pt x="1254" y="886"/>
                  <a:pt x="1254" y="886"/>
                </a:cubicBezTo>
                <a:cubicBezTo>
                  <a:pt x="1153" y="987"/>
                  <a:pt x="1153" y="987"/>
                  <a:pt x="1153" y="987"/>
                </a:cubicBezTo>
                <a:cubicBezTo>
                  <a:pt x="1124" y="986"/>
                  <a:pt x="1124" y="986"/>
                  <a:pt x="1124" y="986"/>
                </a:cubicBezTo>
                <a:cubicBezTo>
                  <a:pt x="1066" y="928"/>
                  <a:pt x="1066" y="928"/>
                  <a:pt x="1066" y="928"/>
                </a:cubicBezTo>
                <a:cubicBezTo>
                  <a:pt x="1063" y="857"/>
                  <a:pt x="1063" y="857"/>
                  <a:pt x="1063" y="857"/>
                </a:cubicBezTo>
                <a:cubicBezTo>
                  <a:pt x="820" y="614"/>
                  <a:pt x="820" y="614"/>
                  <a:pt x="820" y="614"/>
                </a:cubicBezTo>
                <a:cubicBezTo>
                  <a:pt x="612" y="610"/>
                  <a:pt x="612" y="610"/>
                  <a:pt x="612" y="610"/>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68" name="Freeform 1025"/>
          <p:cNvSpPr>
            <a:spLocks/>
          </p:cNvSpPr>
          <p:nvPr/>
        </p:nvSpPr>
        <p:spPr bwMode="auto">
          <a:xfrm>
            <a:off x="-5625330" y="65088"/>
            <a:ext cx="5762625" cy="4149725"/>
          </a:xfrm>
          <a:custGeom>
            <a:avLst/>
            <a:gdLst>
              <a:gd name="T0" fmla="*/ 2 w 1390"/>
              <a:gd name="T1" fmla="*/ 0 h 1001"/>
              <a:gd name="T2" fmla="*/ 0 w 1390"/>
              <a:gd name="T3" fmla="*/ 3 h 1001"/>
              <a:gd name="T4" fmla="*/ 619 w 1390"/>
              <a:gd name="T5" fmla="*/ 623 h 1001"/>
              <a:gd name="T6" fmla="*/ 830 w 1390"/>
              <a:gd name="T7" fmla="*/ 624 h 1001"/>
              <a:gd name="T8" fmla="*/ 1053 w 1390"/>
              <a:gd name="T9" fmla="*/ 847 h 1001"/>
              <a:gd name="T10" fmla="*/ 1056 w 1390"/>
              <a:gd name="T11" fmla="*/ 918 h 1001"/>
              <a:gd name="T12" fmla="*/ 1138 w 1390"/>
              <a:gd name="T13" fmla="*/ 1000 h 1001"/>
              <a:gd name="T14" fmla="*/ 1167 w 1390"/>
              <a:gd name="T15" fmla="*/ 1001 h 1001"/>
              <a:gd name="T16" fmla="*/ 1268 w 1390"/>
              <a:gd name="T17" fmla="*/ 900 h 1001"/>
              <a:gd name="T18" fmla="*/ 1367 w 1390"/>
              <a:gd name="T19" fmla="*/ 901 h 1001"/>
              <a:gd name="T20" fmla="*/ 1387 w 1390"/>
              <a:gd name="T21" fmla="*/ 921 h 1001"/>
              <a:gd name="T22" fmla="*/ 1388 w 1390"/>
              <a:gd name="T23" fmla="*/ 920 h 1001"/>
              <a:gd name="T24" fmla="*/ 1390 w 1390"/>
              <a:gd name="T25" fmla="*/ 919 h 1001"/>
              <a:gd name="T26" fmla="*/ 1368 w 1390"/>
              <a:gd name="T27" fmla="*/ 897 h 1001"/>
              <a:gd name="T28" fmla="*/ 1266 w 1390"/>
              <a:gd name="T29" fmla="*/ 896 h 1001"/>
              <a:gd name="T30" fmla="*/ 1165 w 1390"/>
              <a:gd name="T31" fmla="*/ 997 h 1001"/>
              <a:gd name="T32" fmla="*/ 1140 w 1390"/>
              <a:gd name="T33" fmla="*/ 996 h 1001"/>
              <a:gd name="T34" fmla="*/ 1060 w 1390"/>
              <a:gd name="T35" fmla="*/ 916 h 1001"/>
              <a:gd name="T36" fmla="*/ 1057 w 1390"/>
              <a:gd name="T37" fmla="*/ 846 h 1001"/>
              <a:gd name="T38" fmla="*/ 832 w 1390"/>
              <a:gd name="T39" fmla="*/ 620 h 1001"/>
              <a:gd name="T40" fmla="*/ 621 w 1390"/>
              <a:gd name="T41" fmla="*/ 619 h 1001"/>
              <a:gd name="T42" fmla="*/ 2 w 1390"/>
              <a:gd name="T43" fmla="*/ 0 h 1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90" h="1001">
                <a:moveTo>
                  <a:pt x="2" y="0"/>
                </a:moveTo>
                <a:cubicBezTo>
                  <a:pt x="0" y="3"/>
                  <a:pt x="0" y="3"/>
                  <a:pt x="0" y="3"/>
                </a:cubicBezTo>
                <a:cubicBezTo>
                  <a:pt x="619" y="623"/>
                  <a:pt x="619" y="623"/>
                  <a:pt x="619" y="623"/>
                </a:cubicBezTo>
                <a:cubicBezTo>
                  <a:pt x="830" y="624"/>
                  <a:pt x="830" y="624"/>
                  <a:pt x="830" y="624"/>
                </a:cubicBezTo>
                <a:cubicBezTo>
                  <a:pt x="1053" y="847"/>
                  <a:pt x="1053" y="847"/>
                  <a:pt x="1053" y="847"/>
                </a:cubicBezTo>
                <a:cubicBezTo>
                  <a:pt x="1056" y="918"/>
                  <a:pt x="1056" y="918"/>
                  <a:pt x="1056" y="918"/>
                </a:cubicBezTo>
                <a:cubicBezTo>
                  <a:pt x="1138" y="1000"/>
                  <a:pt x="1138" y="1000"/>
                  <a:pt x="1138" y="1000"/>
                </a:cubicBezTo>
                <a:cubicBezTo>
                  <a:pt x="1167" y="1001"/>
                  <a:pt x="1167" y="1001"/>
                  <a:pt x="1167" y="1001"/>
                </a:cubicBezTo>
                <a:cubicBezTo>
                  <a:pt x="1268" y="900"/>
                  <a:pt x="1268" y="900"/>
                  <a:pt x="1268" y="900"/>
                </a:cubicBezTo>
                <a:cubicBezTo>
                  <a:pt x="1367" y="901"/>
                  <a:pt x="1367" y="901"/>
                  <a:pt x="1367" y="901"/>
                </a:cubicBezTo>
                <a:cubicBezTo>
                  <a:pt x="1387" y="921"/>
                  <a:pt x="1387" y="921"/>
                  <a:pt x="1387" y="921"/>
                </a:cubicBezTo>
                <a:cubicBezTo>
                  <a:pt x="1388" y="921"/>
                  <a:pt x="1388" y="921"/>
                  <a:pt x="1388" y="920"/>
                </a:cubicBezTo>
                <a:cubicBezTo>
                  <a:pt x="1389" y="920"/>
                  <a:pt x="1389" y="919"/>
                  <a:pt x="1390" y="919"/>
                </a:cubicBezTo>
                <a:cubicBezTo>
                  <a:pt x="1368" y="897"/>
                  <a:pt x="1368" y="897"/>
                  <a:pt x="1368" y="897"/>
                </a:cubicBezTo>
                <a:cubicBezTo>
                  <a:pt x="1266" y="896"/>
                  <a:pt x="1266" y="896"/>
                  <a:pt x="1266" y="896"/>
                </a:cubicBezTo>
                <a:cubicBezTo>
                  <a:pt x="1165" y="997"/>
                  <a:pt x="1165" y="997"/>
                  <a:pt x="1165" y="997"/>
                </a:cubicBezTo>
                <a:cubicBezTo>
                  <a:pt x="1140" y="996"/>
                  <a:pt x="1140" y="996"/>
                  <a:pt x="1140" y="996"/>
                </a:cubicBezTo>
                <a:cubicBezTo>
                  <a:pt x="1060" y="916"/>
                  <a:pt x="1060" y="916"/>
                  <a:pt x="1060" y="916"/>
                </a:cubicBezTo>
                <a:cubicBezTo>
                  <a:pt x="1057" y="846"/>
                  <a:pt x="1057" y="846"/>
                  <a:pt x="1057" y="846"/>
                </a:cubicBezTo>
                <a:cubicBezTo>
                  <a:pt x="832" y="620"/>
                  <a:pt x="832" y="620"/>
                  <a:pt x="832" y="620"/>
                </a:cubicBezTo>
                <a:cubicBezTo>
                  <a:pt x="621" y="619"/>
                  <a:pt x="621" y="619"/>
                  <a:pt x="621" y="619"/>
                </a:cubicBezTo>
                <a:cubicBezTo>
                  <a:pt x="2" y="0"/>
                  <a:pt x="2" y="0"/>
                  <a:pt x="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69" name="Freeform 1026"/>
          <p:cNvSpPr>
            <a:spLocks/>
          </p:cNvSpPr>
          <p:nvPr/>
        </p:nvSpPr>
        <p:spPr bwMode="auto">
          <a:xfrm>
            <a:off x="-5687242" y="127000"/>
            <a:ext cx="3709988" cy="2836863"/>
          </a:xfrm>
          <a:custGeom>
            <a:avLst/>
            <a:gdLst>
              <a:gd name="T0" fmla="*/ 3 w 895"/>
              <a:gd name="T1" fmla="*/ 0 h 684"/>
              <a:gd name="T2" fmla="*/ 0 w 895"/>
              <a:gd name="T3" fmla="*/ 2 h 684"/>
              <a:gd name="T4" fmla="*/ 624 w 895"/>
              <a:gd name="T5" fmla="*/ 626 h 684"/>
              <a:gd name="T6" fmla="*/ 832 w 895"/>
              <a:gd name="T7" fmla="*/ 624 h 684"/>
              <a:gd name="T8" fmla="*/ 892 w 895"/>
              <a:gd name="T9" fmla="*/ 684 h 684"/>
              <a:gd name="T10" fmla="*/ 895 w 895"/>
              <a:gd name="T11" fmla="*/ 682 h 684"/>
              <a:gd name="T12" fmla="*/ 833 w 895"/>
              <a:gd name="T13" fmla="*/ 620 h 684"/>
              <a:gd name="T14" fmla="*/ 626 w 895"/>
              <a:gd name="T15" fmla="*/ 622 h 684"/>
              <a:gd name="T16" fmla="*/ 3 w 895"/>
              <a:gd name="T17" fmla="*/ 0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684">
                <a:moveTo>
                  <a:pt x="3" y="0"/>
                </a:moveTo>
                <a:cubicBezTo>
                  <a:pt x="0" y="2"/>
                  <a:pt x="0" y="2"/>
                  <a:pt x="0" y="2"/>
                </a:cubicBezTo>
                <a:cubicBezTo>
                  <a:pt x="624" y="626"/>
                  <a:pt x="624" y="626"/>
                  <a:pt x="624" y="626"/>
                </a:cubicBezTo>
                <a:cubicBezTo>
                  <a:pt x="832" y="624"/>
                  <a:pt x="832" y="624"/>
                  <a:pt x="832" y="624"/>
                </a:cubicBezTo>
                <a:cubicBezTo>
                  <a:pt x="892" y="684"/>
                  <a:pt x="892" y="684"/>
                  <a:pt x="892" y="684"/>
                </a:cubicBezTo>
                <a:cubicBezTo>
                  <a:pt x="893" y="684"/>
                  <a:pt x="894" y="683"/>
                  <a:pt x="895" y="682"/>
                </a:cubicBezTo>
                <a:cubicBezTo>
                  <a:pt x="833" y="620"/>
                  <a:pt x="833" y="620"/>
                  <a:pt x="833" y="620"/>
                </a:cubicBezTo>
                <a:cubicBezTo>
                  <a:pt x="626" y="622"/>
                  <a:pt x="626" y="622"/>
                  <a:pt x="626" y="622"/>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70" name="Freeform 1027"/>
          <p:cNvSpPr>
            <a:spLocks/>
          </p:cNvSpPr>
          <p:nvPr/>
        </p:nvSpPr>
        <p:spPr bwMode="auto">
          <a:xfrm>
            <a:off x="-5720580" y="160338"/>
            <a:ext cx="4286250" cy="3619500"/>
          </a:xfrm>
          <a:custGeom>
            <a:avLst/>
            <a:gdLst>
              <a:gd name="T0" fmla="*/ 3 w 1034"/>
              <a:gd name="T1" fmla="*/ 0 h 873"/>
              <a:gd name="T2" fmla="*/ 0 w 1034"/>
              <a:gd name="T3" fmla="*/ 3 h 873"/>
              <a:gd name="T4" fmla="*/ 632 w 1034"/>
              <a:gd name="T5" fmla="*/ 635 h 873"/>
              <a:gd name="T6" fmla="*/ 797 w 1034"/>
              <a:gd name="T7" fmla="*/ 636 h 873"/>
              <a:gd name="T8" fmla="*/ 837 w 1034"/>
              <a:gd name="T9" fmla="*/ 676 h 873"/>
              <a:gd name="T10" fmla="*/ 848 w 1034"/>
              <a:gd name="T11" fmla="*/ 715 h 873"/>
              <a:gd name="T12" fmla="*/ 870 w 1034"/>
              <a:gd name="T13" fmla="*/ 737 h 873"/>
              <a:gd name="T14" fmla="*/ 933 w 1034"/>
              <a:gd name="T15" fmla="*/ 738 h 873"/>
              <a:gd name="T16" fmla="*/ 1030 w 1034"/>
              <a:gd name="T17" fmla="*/ 835 h 873"/>
              <a:gd name="T18" fmla="*/ 1030 w 1034"/>
              <a:gd name="T19" fmla="*/ 864 h 873"/>
              <a:gd name="T20" fmla="*/ 951 w 1034"/>
              <a:gd name="T21" fmla="*/ 784 h 873"/>
              <a:gd name="T22" fmla="*/ 923 w 1034"/>
              <a:gd name="T23" fmla="*/ 784 h 873"/>
              <a:gd name="T24" fmla="*/ 923 w 1034"/>
              <a:gd name="T25" fmla="*/ 785 h 873"/>
              <a:gd name="T26" fmla="*/ 923 w 1034"/>
              <a:gd name="T27" fmla="*/ 788 h 873"/>
              <a:gd name="T28" fmla="*/ 949 w 1034"/>
              <a:gd name="T29" fmla="*/ 788 h 873"/>
              <a:gd name="T30" fmla="*/ 1034 w 1034"/>
              <a:gd name="T31" fmla="*/ 873 h 873"/>
              <a:gd name="T32" fmla="*/ 1034 w 1034"/>
              <a:gd name="T33" fmla="*/ 834 h 873"/>
              <a:gd name="T34" fmla="*/ 934 w 1034"/>
              <a:gd name="T35" fmla="*/ 734 h 873"/>
              <a:gd name="T36" fmla="*/ 872 w 1034"/>
              <a:gd name="T37" fmla="*/ 733 h 873"/>
              <a:gd name="T38" fmla="*/ 852 w 1034"/>
              <a:gd name="T39" fmla="*/ 713 h 873"/>
              <a:gd name="T40" fmla="*/ 841 w 1034"/>
              <a:gd name="T41" fmla="*/ 674 h 873"/>
              <a:gd name="T42" fmla="*/ 799 w 1034"/>
              <a:gd name="T43" fmla="*/ 632 h 873"/>
              <a:gd name="T44" fmla="*/ 634 w 1034"/>
              <a:gd name="T45" fmla="*/ 631 h 873"/>
              <a:gd name="T46" fmla="*/ 3 w 1034"/>
              <a:gd name="T47" fmla="*/ 0 h 8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34" h="873">
                <a:moveTo>
                  <a:pt x="3" y="0"/>
                </a:moveTo>
                <a:cubicBezTo>
                  <a:pt x="0" y="3"/>
                  <a:pt x="0" y="3"/>
                  <a:pt x="0" y="3"/>
                </a:cubicBezTo>
                <a:cubicBezTo>
                  <a:pt x="632" y="635"/>
                  <a:pt x="632" y="635"/>
                  <a:pt x="632" y="635"/>
                </a:cubicBezTo>
                <a:cubicBezTo>
                  <a:pt x="797" y="636"/>
                  <a:pt x="797" y="636"/>
                  <a:pt x="797" y="636"/>
                </a:cubicBezTo>
                <a:cubicBezTo>
                  <a:pt x="837" y="676"/>
                  <a:pt x="837" y="676"/>
                  <a:pt x="837" y="676"/>
                </a:cubicBezTo>
                <a:cubicBezTo>
                  <a:pt x="848" y="715"/>
                  <a:pt x="848" y="715"/>
                  <a:pt x="848" y="715"/>
                </a:cubicBezTo>
                <a:cubicBezTo>
                  <a:pt x="870" y="737"/>
                  <a:pt x="870" y="737"/>
                  <a:pt x="870" y="737"/>
                </a:cubicBezTo>
                <a:cubicBezTo>
                  <a:pt x="933" y="738"/>
                  <a:pt x="933" y="738"/>
                  <a:pt x="933" y="738"/>
                </a:cubicBezTo>
                <a:cubicBezTo>
                  <a:pt x="1030" y="835"/>
                  <a:pt x="1030" y="835"/>
                  <a:pt x="1030" y="835"/>
                </a:cubicBezTo>
                <a:cubicBezTo>
                  <a:pt x="1030" y="864"/>
                  <a:pt x="1030" y="864"/>
                  <a:pt x="1030" y="864"/>
                </a:cubicBezTo>
                <a:cubicBezTo>
                  <a:pt x="951" y="784"/>
                  <a:pt x="951" y="784"/>
                  <a:pt x="951" y="784"/>
                </a:cubicBezTo>
                <a:cubicBezTo>
                  <a:pt x="923" y="784"/>
                  <a:pt x="923" y="784"/>
                  <a:pt x="923" y="784"/>
                </a:cubicBezTo>
                <a:cubicBezTo>
                  <a:pt x="923" y="784"/>
                  <a:pt x="923" y="784"/>
                  <a:pt x="923" y="785"/>
                </a:cubicBezTo>
                <a:cubicBezTo>
                  <a:pt x="923" y="786"/>
                  <a:pt x="923" y="787"/>
                  <a:pt x="923" y="788"/>
                </a:cubicBezTo>
                <a:cubicBezTo>
                  <a:pt x="949" y="788"/>
                  <a:pt x="949" y="788"/>
                  <a:pt x="949" y="788"/>
                </a:cubicBezTo>
                <a:cubicBezTo>
                  <a:pt x="1034" y="873"/>
                  <a:pt x="1034" y="873"/>
                  <a:pt x="1034" y="873"/>
                </a:cubicBezTo>
                <a:cubicBezTo>
                  <a:pt x="1034" y="834"/>
                  <a:pt x="1034" y="834"/>
                  <a:pt x="1034" y="834"/>
                </a:cubicBezTo>
                <a:cubicBezTo>
                  <a:pt x="934" y="734"/>
                  <a:pt x="934" y="734"/>
                  <a:pt x="934" y="734"/>
                </a:cubicBezTo>
                <a:cubicBezTo>
                  <a:pt x="872" y="733"/>
                  <a:pt x="872" y="733"/>
                  <a:pt x="872" y="733"/>
                </a:cubicBezTo>
                <a:cubicBezTo>
                  <a:pt x="852" y="713"/>
                  <a:pt x="852" y="713"/>
                  <a:pt x="852" y="713"/>
                </a:cubicBezTo>
                <a:cubicBezTo>
                  <a:pt x="841" y="674"/>
                  <a:pt x="841" y="674"/>
                  <a:pt x="841" y="674"/>
                </a:cubicBezTo>
                <a:cubicBezTo>
                  <a:pt x="799" y="632"/>
                  <a:pt x="799" y="632"/>
                  <a:pt x="799" y="632"/>
                </a:cubicBezTo>
                <a:cubicBezTo>
                  <a:pt x="634" y="631"/>
                  <a:pt x="634" y="631"/>
                  <a:pt x="634" y="631"/>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71" name="Freeform 1028"/>
          <p:cNvSpPr>
            <a:spLocks noEditPoints="1"/>
          </p:cNvSpPr>
          <p:nvPr/>
        </p:nvSpPr>
        <p:spPr bwMode="auto">
          <a:xfrm>
            <a:off x="-5430067" y="2092325"/>
            <a:ext cx="3113088" cy="2271713"/>
          </a:xfrm>
          <a:custGeom>
            <a:avLst/>
            <a:gdLst>
              <a:gd name="T0" fmla="*/ 0 w 751"/>
              <a:gd name="T1" fmla="*/ 3 h 548"/>
              <a:gd name="T2" fmla="*/ 0 w 751"/>
              <a:gd name="T3" fmla="*/ 3 h 548"/>
              <a:gd name="T4" fmla="*/ 0 w 751"/>
              <a:gd name="T5" fmla="*/ 3 h 548"/>
              <a:gd name="T6" fmla="*/ 0 w 751"/>
              <a:gd name="T7" fmla="*/ 3 h 548"/>
              <a:gd name="T8" fmla="*/ 3 w 751"/>
              <a:gd name="T9" fmla="*/ 0 h 548"/>
              <a:gd name="T10" fmla="*/ 0 w 751"/>
              <a:gd name="T11" fmla="*/ 3 h 548"/>
              <a:gd name="T12" fmla="*/ 316 w 751"/>
              <a:gd name="T13" fmla="*/ 319 h 548"/>
              <a:gd name="T14" fmla="*/ 430 w 751"/>
              <a:gd name="T15" fmla="*/ 320 h 548"/>
              <a:gd name="T16" fmla="*/ 555 w 751"/>
              <a:gd name="T17" fmla="*/ 445 h 548"/>
              <a:gd name="T18" fmla="*/ 649 w 751"/>
              <a:gd name="T19" fmla="*/ 449 h 548"/>
              <a:gd name="T20" fmla="*/ 749 w 751"/>
              <a:gd name="T21" fmla="*/ 548 h 548"/>
              <a:gd name="T22" fmla="*/ 751 w 751"/>
              <a:gd name="T23" fmla="*/ 544 h 548"/>
              <a:gd name="T24" fmla="*/ 651 w 751"/>
              <a:gd name="T25" fmla="*/ 445 h 548"/>
              <a:gd name="T26" fmla="*/ 557 w 751"/>
              <a:gd name="T27" fmla="*/ 441 h 548"/>
              <a:gd name="T28" fmla="*/ 432 w 751"/>
              <a:gd name="T29" fmla="*/ 316 h 548"/>
              <a:gd name="T30" fmla="*/ 318 w 751"/>
              <a:gd name="T31" fmla="*/ 315 h 548"/>
              <a:gd name="T32" fmla="*/ 3 w 751"/>
              <a:gd name="T33" fmla="*/ 0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51" h="548">
                <a:moveTo>
                  <a:pt x="0" y="3"/>
                </a:moveTo>
                <a:cubicBezTo>
                  <a:pt x="0" y="3"/>
                  <a:pt x="0" y="3"/>
                  <a:pt x="0" y="3"/>
                </a:cubicBezTo>
                <a:cubicBezTo>
                  <a:pt x="0" y="3"/>
                  <a:pt x="0" y="3"/>
                  <a:pt x="0" y="3"/>
                </a:cubicBezTo>
                <a:cubicBezTo>
                  <a:pt x="0" y="3"/>
                  <a:pt x="0" y="3"/>
                  <a:pt x="0" y="3"/>
                </a:cubicBezTo>
                <a:moveTo>
                  <a:pt x="3" y="0"/>
                </a:moveTo>
                <a:cubicBezTo>
                  <a:pt x="0" y="3"/>
                  <a:pt x="0" y="3"/>
                  <a:pt x="0" y="3"/>
                </a:cubicBezTo>
                <a:cubicBezTo>
                  <a:pt x="316" y="319"/>
                  <a:pt x="316" y="319"/>
                  <a:pt x="316" y="319"/>
                </a:cubicBezTo>
                <a:cubicBezTo>
                  <a:pt x="430" y="320"/>
                  <a:pt x="430" y="320"/>
                  <a:pt x="430" y="320"/>
                </a:cubicBezTo>
                <a:cubicBezTo>
                  <a:pt x="555" y="445"/>
                  <a:pt x="555" y="445"/>
                  <a:pt x="555" y="445"/>
                </a:cubicBezTo>
                <a:cubicBezTo>
                  <a:pt x="649" y="449"/>
                  <a:pt x="649" y="449"/>
                  <a:pt x="649" y="449"/>
                </a:cubicBezTo>
                <a:cubicBezTo>
                  <a:pt x="749" y="548"/>
                  <a:pt x="749" y="548"/>
                  <a:pt x="749" y="548"/>
                </a:cubicBezTo>
                <a:cubicBezTo>
                  <a:pt x="749" y="547"/>
                  <a:pt x="750" y="545"/>
                  <a:pt x="751" y="544"/>
                </a:cubicBezTo>
                <a:cubicBezTo>
                  <a:pt x="651" y="445"/>
                  <a:pt x="651" y="445"/>
                  <a:pt x="651" y="445"/>
                </a:cubicBezTo>
                <a:cubicBezTo>
                  <a:pt x="557" y="441"/>
                  <a:pt x="557" y="441"/>
                  <a:pt x="557" y="441"/>
                </a:cubicBezTo>
                <a:cubicBezTo>
                  <a:pt x="432" y="316"/>
                  <a:pt x="432" y="316"/>
                  <a:pt x="432" y="316"/>
                </a:cubicBezTo>
                <a:cubicBezTo>
                  <a:pt x="318" y="315"/>
                  <a:pt x="318" y="315"/>
                  <a:pt x="318" y="315"/>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72" name="Freeform 1029"/>
          <p:cNvSpPr>
            <a:spLocks/>
          </p:cNvSpPr>
          <p:nvPr/>
        </p:nvSpPr>
        <p:spPr bwMode="auto">
          <a:xfrm>
            <a:off x="-5384030" y="2047875"/>
            <a:ext cx="2897188" cy="2030413"/>
          </a:xfrm>
          <a:custGeom>
            <a:avLst/>
            <a:gdLst>
              <a:gd name="T0" fmla="*/ 3 w 699"/>
              <a:gd name="T1" fmla="*/ 0 h 490"/>
              <a:gd name="T2" fmla="*/ 0 w 699"/>
              <a:gd name="T3" fmla="*/ 3 h 490"/>
              <a:gd name="T4" fmla="*/ 308 w 699"/>
              <a:gd name="T5" fmla="*/ 310 h 490"/>
              <a:gd name="T6" fmla="*/ 422 w 699"/>
              <a:gd name="T7" fmla="*/ 311 h 490"/>
              <a:gd name="T8" fmla="*/ 547 w 699"/>
              <a:gd name="T9" fmla="*/ 436 h 490"/>
              <a:gd name="T10" fmla="*/ 644 w 699"/>
              <a:gd name="T11" fmla="*/ 437 h 490"/>
              <a:gd name="T12" fmla="*/ 697 w 699"/>
              <a:gd name="T13" fmla="*/ 490 h 490"/>
              <a:gd name="T14" fmla="*/ 699 w 699"/>
              <a:gd name="T15" fmla="*/ 486 h 490"/>
              <a:gd name="T16" fmla="*/ 645 w 699"/>
              <a:gd name="T17" fmla="*/ 433 h 490"/>
              <a:gd name="T18" fmla="*/ 548 w 699"/>
              <a:gd name="T19" fmla="*/ 432 h 490"/>
              <a:gd name="T20" fmla="*/ 423 w 699"/>
              <a:gd name="T21" fmla="*/ 307 h 490"/>
              <a:gd name="T22" fmla="*/ 309 w 699"/>
              <a:gd name="T23" fmla="*/ 306 h 490"/>
              <a:gd name="T24" fmla="*/ 3 w 699"/>
              <a:gd name="T25"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9" h="490">
                <a:moveTo>
                  <a:pt x="3" y="0"/>
                </a:moveTo>
                <a:cubicBezTo>
                  <a:pt x="0" y="3"/>
                  <a:pt x="0" y="3"/>
                  <a:pt x="0" y="3"/>
                </a:cubicBezTo>
                <a:cubicBezTo>
                  <a:pt x="308" y="310"/>
                  <a:pt x="308" y="310"/>
                  <a:pt x="308" y="310"/>
                </a:cubicBezTo>
                <a:cubicBezTo>
                  <a:pt x="422" y="311"/>
                  <a:pt x="422" y="311"/>
                  <a:pt x="422" y="311"/>
                </a:cubicBezTo>
                <a:cubicBezTo>
                  <a:pt x="547" y="436"/>
                  <a:pt x="547" y="436"/>
                  <a:pt x="547" y="436"/>
                </a:cubicBezTo>
                <a:cubicBezTo>
                  <a:pt x="644" y="437"/>
                  <a:pt x="644" y="437"/>
                  <a:pt x="644" y="437"/>
                </a:cubicBezTo>
                <a:cubicBezTo>
                  <a:pt x="697" y="490"/>
                  <a:pt x="697" y="490"/>
                  <a:pt x="697" y="490"/>
                </a:cubicBezTo>
                <a:cubicBezTo>
                  <a:pt x="698" y="489"/>
                  <a:pt x="698" y="488"/>
                  <a:pt x="699" y="486"/>
                </a:cubicBezTo>
                <a:cubicBezTo>
                  <a:pt x="645" y="433"/>
                  <a:pt x="645" y="433"/>
                  <a:pt x="645" y="433"/>
                </a:cubicBezTo>
                <a:cubicBezTo>
                  <a:pt x="548" y="432"/>
                  <a:pt x="548" y="432"/>
                  <a:pt x="548" y="432"/>
                </a:cubicBezTo>
                <a:cubicBezTo>
                  <a:pt x="423" y="307"/>
                  <a:pt x="423" y="307"/>
                  <a:pt x="423" y="307"/>
                </a:cubicBezTo>
                <a:cubicBezTo>
                  <a:pt x="309" y="306"/>
                  <a:pt x="309" y="306"/>
                  <a:pt x="309" y="306"/>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73" name="Freeform 1030"/>
          <p:cNvSpPr>
            <a:spLocks/>
          </p:cNvSpPr>
          <p:nvPr/>
        </p:nvSpPr>
        <p:spPr bwMode="auto">
          <a:xfrm>
            <a:off x="-5849167" y="288925"/>
            <a:ext cx="3200400" cy="2665413"/>
          </a:xfrm>
          <a:custGeom>
            <a:avLst/>
            <a:gdLst>
              <a:gd name="T0" fmla="*/ 3 w 772"/>
              <a:gd name="T1" fmla="*/ 0 h 643"/>
              <a:gd name="T2" fmla="*/ 0 w 772"/>
              <a:gd name="T3" fmla="*/ 3 h 643"/>
              <a:gd name="T4" fmla="*/ 559 w 772"/>
              <a:gd name="T5" fmla="*/ 562 h 643"/>
              <a:gd name="T6" fmla="*/ 584 w 772"/>
              <a:gd name="T7" fmla="*/ 559 h 643"/>
              <a:gd name="T8" fmla="*/ 668 w 772"/>
              <a:gd name="T9" fmla="*/ 643 h 643"/>
              <a:gd name="T10" fmla="*/ 771 w 772"/>
              <a:gd name="T11" fmla="*/ 642 h 643"/>
              <a:gd name="T12" fmla="*/ 772 w 772"/>
              <a:gd name="T13" fmla="*/ 638 h 643"/>
              <a:gd name="T14" fmla="*/ 670 w 772"/>
              <a:gd name="T15" fmla="*/ 639 h 643"/>
              <a:gd name="T16" fmla="*/ 586 w 772"/>
              <a:gd name="T17" fmla="*/ 555 h 643"/>
              <a:gd name="T18" fmla="*/ 560 w 772"/>
              <a:gd name="T19" fmla="*/ 557 h 643"/>
              <a:gd name="T20" fmla="*/ 3 w 772"/>
              <a:gd name="T21" fmla="*/ 0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72" h="643">
                <a:moveTo>
                  <a:pt x="3" y="0"/>
                </a:moveTo>
                <a:cubicBezTo>
                  <a:pt x="0" y="3"/>
                  <a:pt x="0" y="3"/>
                  <a:pt x="0" y="3"/>
                </a:cubicBezTo>
                <a:cubicBezTo>
                  <a:pt x="559" y="562"/>
                  <a:pt x="559" y="562"/>
                  <a:pt x="559" y="562"/>
                </a:cubicBezTo>
                <a:cubicBezTo>
                  <a:pt x="584" y="559"/>
                  <a:pt x="584" y="559"/>
                  <a:pt x="584" y="559"/>
                </a:cubicBezTo>
                <a:cubicBezTo>
                  <a:pt x="668" y="643"/>
                  <a:pt x="668" y="643"/>
                  <a:pt x="668" y="643"/>
                </a:cubicBezTo>
                <a:cubicBezTo>
                  <a:pt x="771" y="642"/>
                  <a:pt x="771" y="642"/>
                  <a:pt x="771" y="642"/>
                </a:cubicBezTo>
                <a:cubicBezTo>
                  <a:pt x="771" y="641"/>
                  <a:pt x="772" y="640"/>
                  <a:pt x="772" y="638"/>
                </a:cubicBezTo>
                <a:cubicBezTo>
                  <a:pt x="670" y="639"/>
                  <a:pt x="670" y="639"/>
                  <a:pt x="670" y="639"/>
                </a:cubicBezTo>
                <a:cubicBezTo>
                  <a:pt x="586" y="555"/>
                  <a:pt x="586" y="555"/>
                  <a:pt x="586" y="555"/>
                </a:cubicBezTo>
                <a:cubicBezTo>
                  <a:pt x="560" y="557"/>
                  <a:pt x="560" y="557"/>
                  <a:pt x="560" y="557"/>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74" name="Freeform 1031"/>
          <p:cNvSpPr>
            <a:spLocks noEditPoints="1"/>
          </p:cNvSpPr>
          <p:nvPr/>
        </p:nvSpPr>
        <p:spPr bwMode="auto">
          <a:xfrm>
            <a:off x="-6034905" y="476250"/>
            <a:ext cx="5961063" cy="4211638"/>
          </a:xfrm>
          <a:custGeom>
            <a:avLst/>
            <a:gdLst>
              <a:gd name="T0" fmla="*/ 0 w 1438"/>
              <a:gd name="T1" fmla="*/ 3 h 1016"/>
              <a:gd name="T2" fmla="*/ 0 w 1438"/>
              <a:gd name="T3" fmla="*/ 3 h 1016"/>
              <a:gd name="T4" fmla="*/ 0 w 1438"/>
              <a:gd name="T5" fmla="*/ 3 h 1016"/>
              <a:gd name="T6" fmla="*/ 0 w 1438"/>
              <a:gd name="T7" fmla="*/ 3 h 1016"/>
              <a:gd name="T8" fmla="*/ 2 w 1438"/>
              <a:gd name="T9" fmla="*/ 0 h 1016"/>
              <a:gd name="T10" fmla="*/ 0 w 1438"/>
              <a:gd name="T11" fmla="*/ 3 h 1016"/>
              <a:gd name="T12" fmla="*/ 580 w 1438"/>
              <a:gd name="T13" fmla="*/ 584 h 1016"/>
              <a:gd name="T14" fmla="*/ 615 w 1438"/>
              <a:gd name="T15" fmla="*/ 585 h 1016"/>
              <a:gd name="T16" fmla="*/ 701 w 1438"/>
              <a:gd name="T17" fmla="*/ 671 h 1016"/>
              <a:gd name="T18" fmla="*/ 771 w 1438"/>
              <a:gd name="T19" fmla="*/ 673 h 1016"/>
              <a:gd name="T20" fmla="*/ 827 w 1438"/>
              <a:gd name="T21" fmla="*/ 728 h 1016"/>
              <a:gd name="T22" fmla="*/ 878 w 1438"/>
              <a:gd name="T23" fmla="*/ 729 h 1016"/>
              <a:gd name="T24" fmla="*/ 965 w 1438"/>
              <a:gd name="T25" fmla="*/ 816 h 1016"/>
              <a:gd name="T26" fmla="*/ 1077 w 1438"/>
              <a:gd name="T27" fmla="*/ 815 h 1016"/>
              <a:gd name="T28" fmla="*/ 1209 w 1438"/>
              <a:gd name="T29" fmla="*/ 946 h 1016"/>
              <a:gd name="T30" fmla="*/ 1272 w 1438"/>
              <a:gd name="T31" fmla="*/ 948 h 1016"/>
              <a:gd name="T32" fmla="*/ 1296 w 1438"/>
              <a:gd name="T33" fmla="*/ 972 h 1016"/>
              <a:gd name="T34" fmla="*/ 1391 w 1438"/>
              <a:gd name="T35" fmla="*/ 971 h 1016"/>
              <a:gd name="T36" fmla="*/ 1437 w 1438"/>
              <a:gd name="T37" fmla="*/ 1016 h 1016"/>
              <a:gd name="T38" fmla="*/ 1438 w 1438"/>
              <a:gd name="T39" fmla="*/ 1012 h 1016"/>
              <a:gd name="T40" fmla="*/ 1393 w 1438"/>
              <a:gd name="T41" fmla="*/ 967 h 1016"/>
              <a:gd name="T42" fmla="*/ 1298 w 1438"/>
              <a:gd name="T43" fmla="*/ 968 h 1016"/>
              <a:gd name="T44" fmla="*/ 1274 w 1438"/>
              <a:gd name="T45" fmla="*/ 944 h 1016"/>
              <a:gd name="T46" fmla="*/ 1210 w 1438"/>
              <a:gd name="T47" fmla="*/ 942 h 1016"/>
              <a:gd name="T48" fmla="*/ 1079 w 1438"/>
              <a:gd name="T49" fmla="*/ 811 h 1016"/>
              <a:gd name="T50" fmla="*/ 967 w 1438"/>
              <a:gd name="T51" fmla="*/ 812 h 1016"/>
              <a:gd name="T52" fmla="*/ 880 w 1438"/>
              <a:gd name="T53" fmla="*/ 725 h 1016"/>
              <a:gd name="T54" fmla="*/ 828 w 1438"/>
              <a:gd name="T55" fmla="*/ 724 h 1016"/>
              <a:gd name="T56" fmla="*/ 773 w 1438"/>
              <a:gd name="T57" fmla="*/ 669 h 1016"/>
              <a:gd name="T58" fmla="*/ 703 w 1438"/>
              <a:gd name="T59" fmla="*/ 667 h 1016"/>
              <a:gd name="T60" fmla="*/ 617 w 1438"/>
              <a:gd name="T61" fmla="*/ 581 h 1016"/>
              <a:gd name="T62" fmla="*/ 582 w 1438"/>
              <a:gd name="T63" fmla="*/ 580 h 1016"/>
              <a:gd name="T64" fmla="*/ 2 w 1438"/>
              <a:gd name="T65" fmla="*/ 0 h 1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38" h="1016">
                <a:moveTo>
                  <a:pt x="0" y="3"/>
                </a:moveTo>
                <a:cubicBezTo>
                  <a:pt x="0" y="3"/>
                  <a:pt x="0" y="3"/>
                  <a:pt x="0" y="3"/>
                </a:cubicBezTo>
                <a:cubicBezTo>
                  <a:pt x="0" y="3"/>
                  <a:pt x="0" y="3"/>
                  <a:pt x="0" y="3"/>
                </a:cubicBezTo>
                <a:cubicBezTo>
                  <a:pt x="0" y="3"/>
                  <a:pt x="0" y="3"/>
                  <a:pt x="0" y="3"/>
                </a:cubicBezTo>
                <a:moveTo>
                  <a:pt x="2" y="0"/>
                </a:moveTo>
                <a:cubicBezTo>
                  <a:pt x="0" y="3"/>
                  <a:pt x="0" y="3"/>
                  <a:pt x="0" y="3"/>
                </a:cubicBezTo>
                <a:cubicBezTo>
                  <a:pt x="580" y="584"/>
                  <a:pt x="580" y="584"/>
                  <a:pt x="580" y="584"/>
                </a:cubicBezTo>
                <a:cubicBezTo>
                  <a:pt x="615" y="585"/>
                  <a:pt x="615" y="585"/>
                  <a:pt x="615" y="585"/>
                </a:cubicBezTo>
                <a:cubicBezTo>
                  <a:pt x="701" y="671"/>
                  <a:pt x="701" y="671"/>
                  <a:pt x="701" y="671"/>
                </a:cubicBezTo>
                <a:cubicBezTo>
                  <a:pt x="771" y="673"/>
                  <a:pt x="771" y="673"/>
                  <a:pt x="771" y="673"/>
                </a:cubicBezTo>
                <a:cubicBezTo>
                  <a:pt x="827" y="728"/>
                  <a:pt x="827" y="728"/>
                  <a:pt x="827" y="728"/>
                </a:cubicBezTo>
                <a:cubicBezTo>
                  <a:pt x="878" y="729"/>
                  <a:pt x="878" y="729"/>
                  <a:pt x="878" y="729"/>
                </a:cubicBezTo>
                <a:cubicBezTo>
                  <a:pt x="965" y="816"/>
                  <a:pt x="965" y="816"/>
                  <a:pt x="965" y="816"/>
                </a:cubicBezTo>
                <a:cubicBezTo>
                  <a:pt x="1077" y="815"/>
                  <a:pt x="1077" y="815"/>
                  <a:pt x="1077" y="815"/>
                </a:cubicBezTo>
                <a:cubicBezTo>
                  <a:pt x="1209" y="946"/>
                  <a:pt x="1209" y="946"/>
                  <a:pt x="1209" y="946"/>
                </a:cubicBezTo>
                <a:cubicBezTo>
                  <a:pt x="1272" y="948"/>
                  <a:pt x="1272" y="948"/>
                  <a:pt x="1272" y="948"/>
                </a:cubicBezTo>
                <a:cubicBezTo>
                  <a:pt x="1296" y="972"/>
                  <a:pt x="1296" y="972"/>
                  <a:pt x="1296" y="972"/>
                </a:cubicBezTo>
                <a:cubicBezTo>
                  <a:pt x="1391" y="971"/>
                  <a:pt x="1391" y="971"/>
                  <a:pt x="1391" y="971"/>
                </a:cubicBezTo>
                <a:cubicBezTo>
                  <a:pt x="1437" y="1016"/>
                  <a:pt x="1437" y="1016"/>
                  <a:pt x="1437" y="1016"/>
                </a:cubicBezTo>
                <a:cubicBezTo>
                  <a:pt x="1437" y="1015"/>
                  <a:pt x="1438" y="1013"/>
                  <a:pt x="1438" y="1012"/>
                </a:cubicBezTo>
                <a:cubicBezTo>
                  <a:pt x="1393" y="967"/>
                  <a:pt x="1393" y="967"/>
                  <a:pt x="1393" y="967"/>
                </a:cubicBezTo>
                <a:cubicBezTo>
                  <a:pt x="1298" y="968"/>
                  <a:pt x="1298" y="968"/>
                  <a:pt x="1298" y="968"/>
                </a:cubicBezTo>
                <a:cubicBezTo>
                  <a:pt x="1274" y="944"/>
                  <a:pt x="1274" y="944"/>
                  <a:pt x="1274" y="944"/>
                </a:cubicBezTo>
                <a:cubicBezTo>
                  <a:pt x="1210" y="942"/>
                  <a:pt x="1210" y="942"/>
                  <a:pt x="1210" y="942"/>
                </a:cubicBezTo>
                <a:cubicBezTo>
                  <a:pt x="1079" y="811"/>
                  <a:pt x="1079" y="811"/>
                  <a:pt x="1079" y="811"/>
                </a:cubicBezTo>
                <a:cubicBezTo>
                  <a:pt x="967" y="812"/>
                  <a:pt x="967" y="812"/>
                  <a:pt x="967" y="812"/>
                </a:cubicBezTo>
                <a:cubicBezTo>
                  <a:pt x="880" y="725"/>
                  <a:pt x="880" y="725"/>
                  <a:pt x="880" y="725"/>
                </a:cubicBezTo>
                <a:cubicBezTo>
                  <a:pt x="828" y="724"/>
                  <a:pt x="828" y="724"/>
                  <a:pt x="828" y="724"/>
                </a:cubicBezTo>
                <a:cubicBezTo>
                  <a:pt x="773" y="669"/>
                  <a:pt x="773" y="669"/>
                  <a:pt x="773" y="669"/>
                </a:cubicBezTo>
                <a:cubicBezTo>
                  <a:pt x="703" y="667"/>
                  <a:pt x="703" y="667"/>
                  <a:pt x="703" y="667"/>
                </a:cubicBezTo>
                <a:cubicBezTo>
                  <a:pt x="617" y="581"/>
                  <a:pt x="617" y="581"/>
                  <a:pt x="617" y="581"/>
                </a:cubicBezTo>
                <a:cubicBezTo>
                  <a:pt x="582" y="580"/>
                  <a:pt x="582" y="580"/>
                  <a:pt x="582" y="580"/>
                </a:cubicBezTo>
                <a:cubicBezTo>
                  <a:pt x="2" y="0"/>
                  <a:pt x="2" y="0"/>
                  <a:pt x="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75" name="Freeform 1032"/>
          <p:cNvSpPr>
            <a:spLocks/>
          </p:cNvSpPr>
          <p:nvPr/>
        </p:nvSpPr>
        <p:spPr bwMode="auto">
          <a:xfrm>
            <a:off x="-5988867" y="430213"/>
            <a:ext cx="5976938" cy="4191000"/>
          </a:xfrm>
          <a:custGeom>
            <a:avLst/>
            <a:gdLst>
              <a:gd name="T0" fmla="*/ 3 w 1442"/>
              <a:gd name="T1" fmla="*/ 0 h 1011"/>
              <a:gd name="T2" fmla="*/ 0 w 1442"/>
              <a:gd name="T3" fmla="*/ 3 h 1011"/>
              <a:gd name="T4" fmla="*/ 0 w 1442"/>
              <a:gd name="T5" fmla="*/ 3 h 1011"/>
              <a:gd name="T6" fmla="*/ 576 w 1442"/>
              <a:gd name="T7" fmla="*/ 579 h 1011"/>
              <a:gd name="T8" fmla="*/ 611 w 1442"/>
              <a:gd name="T9" fmla="*/ 580 h 1011"/>
              <a:gd name="T10" fmla="*/ 697 w 1442"/>
              <a:gd name="T11" fmla="*/ 666 h 1011"/>
              <a:gd name="T12" fmla="*/ 770 w 1442"/>
              <a:gd name="T13" fmla="*/ 665 h 1011"/>
              <a:gd name="T14" fmla="*/ 825 w 1442"/>
              <a:gd name="T15" fmla="*/ 721 h 1011"/>
              <a:gd name="T16" fmla="*/ 877 w 1442"/>
              <a:gd name="T17" fmla="*/ 722 h 1011"/>
              <a:gd name="T18" fmla="*/ 964 w 1442"/>
              <a:gd name="T19" fmla="*/ 809 h 1011"/>
              <a:gd name="T20" fmla="*/ 1076 w 1442"/>
              <a:gd name="T21" fmla="*/ 807 h 1011"/>
              <a:gd name="T22" fmla="*/ 1208 w 1442"/>
              <a:gd name="T23" fmla="*/ 939 h 1011"/>
              <a:gd name="T24" fmla="*/ 1271 w 1442"/>
              <a:gd name="T25" fmla="*/ 940 h 1011"/>
              <a:gd name="T26" fmla="*/ 1295 w 1442"/>
              <a:gd name="T27" fmla="*/ 964 h 1011"/>
              <a:gd name="T28" fmla="*/ 1390 w 1442"/>
              <a:gd name="T29" fmla="*/ 963 h 1011"/>
              <a:gd name="T30" fmla="*/ 1438 w 1442"/>
              <a:gd name="T31" fmla="*/ 1011 h 1011"/>
              <a:gd name="T32" fmla="*/ 1442 w 1442"/>
              <a:gd name="T33" fmla="*/ 1009 h 1011"/>
              <a:gd name="T34" fmla="*/ 1392 w 1442"/>
              <a:gd name="T35" fmla="*/ 959 h 1011"/>
              <a:gd name="T36" fmla="*/ 1297 w 1442"/>
              <a:gd name="T37" fmla="*/ 960 h 1011"/>
              <a:gd name="T38" fmla="*/ 1273 w 1442"/>
              <a:gd name="T39" fmla="*/ 936 h 1011"/>
              <a:gd name="T40" fmla="*/ 1209 w 1442"/>
              <a:gd name="T41" fmla="*/ 935 h 1011"/>
              <a:gd name="T42" fmla="*/ 1078 w 1442"/>
              <a:gd name="T43" fmla="*/ 803 h 1011"/>
              <a:gd name="T44" fmla="*/ 966 w 1442"/>
              <a:gd name="T45" fmla="*/ 805 h 1011"/>
              <a:gd name="T46" fmla="*/ 879 w 1442"/>
              <a:gd name="T47" fmla="*/ 718 h 1011"/>
              <a:gd name="T48" fmla="*/ 827 w 1442"/>
              <a:gd name="T49" fmla="*/ 717 h 1011"/>
              <a:gd name="T50" fmla="*/ 772 w 1442"/>
              <a:gd name="T51" fmla="*/ 661 h 1011"/>
              <a:gd name="T52" fmla="*/ 699 w 1442"/>
              <a:gd name="T53" fmla="*/ 662 h 1011"/>
              <a:gd name="T54" fmla="*/ 613 w 1442"/>
              <a:gd name="T55" fmla="*/ 576 h 1011"/>
              <a:gd name="T56" fmla="*/ 578 w 1442"/>
              <a:gd name="T57" fmla="*/ 575 h 1011"/>
              <a:gd name="T58" fmla="*/ 3 w 1442"/>
              <a:gd name="T59" fmla="*/ 0 h 1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442" h="1011">
                <a:moveTo>
                  <a:pt x="3" y="0"/>
                </a:moveTo>
                <a:cubicBezTo>
                  <a:pt x="0" y="3"/>
                  <a:pt x="0" y="3"/>
                  <a:pt x="0" y="3"/>
                </a:cubicBezTo>
                <a:cubicBezTo>
                  <a:pt x="0" y="3"/>
                  <a:pt x="0" y="3"/>
                  <a:pt x="0" y="3"/>
                </a:cubicBezTo>
                <a:cubicBezTo>
                  <a:pt x="576" y="579"/>
                  <a:pt x="576" y="579"/>
                  <a:pt x="576" y="579"/>
                </a:cubicBezTo>
                <a:cubicBezTo>
                  <a:pt x="611" y="580"/>
                  <a:pt x="611" y="580"/>
                  <a:pt x="611" y="580"/>
                </a:cubicBezTo>
                <a:cubicBezTo>
                  <a:pt x="697" y="666"/>
                  <a:pt x="697" y="666"/>
                  <a:pt x="697" y="666"/>
                </a:cubicBezTo>
                <a:cubicBezTo>
                  <a:pt x="770" y="665"/>
                  <a:pt x="770" y="665"/>
                  <a:pt x="770" y="665"/>
                </a:cubicBezTo>
                <a:cubicBezTo>
                  <a:pt x="825" y="721"/>
                  <a:pt x="825" y="721"/>
                  <a:pt x="825" y="721"/>
                </a:cubicBezTo>
                <a:cubicBezTo>
                  <a:pt x="877" y="722"/>
                  <a:pt x="877" y="722"/>
                  <a:pt x="877" y="722"/>
                </a:cubicBezTo>
                <a:cubicBezTo>
                  <a:pt x="964" y="809"/>
                  <a:pt x="964" y="809"/>
                  <a:pt x="964" y="809"/>
                </a:cubicBezTo>
                <a:cubicBezTo>
                  <a:pt x="1076" y="807"/>
                  <a:pt x="1076" y="807"/>
                  <a:pt x="1076" y="807"/>
                </a:cubicBezTo>
                <a:cubicBezTo>
                  <a:pt x="1208" y="939"/>
                  <a:pt x="1208" y="939"/>
                  <a:pt x="1208" y="939"/>
                </a:cubicBezTo>
                <a:cubicBezTo>
                  <a:pt x="1271" y="940"/>
                  <a:pt x="1271" y="940"/>
                  <a:pt x="1271" y="940"/>
                </a:cubicBezTo>
                <a:cubicBezTo>
                  <a:pt x="1295" y="964"/>
                  <a:pt x="1295" y="964"/>
                  <a:pt x="1295" y="964"/>
                </a:cubicBezTo>
                <a:cubicBezTo>
                  <a:pt x="1390" y="963"/>
                  <a:pt x="1390" y="963"/>
                  <a:pt x="1390" y="963"/>
                </a:cubicBezTo>
                <a:cubicBezTo>
                  <a:pt x="1438" y="1011"/>
                  <a:pt x="1438" y="1011"/>
                  <a:pt x="1438" y="1011"/>
                </a:cubicBezTo>
                <a:cubicBezTo>
                  <a:pt x="1439" y="1011"/>
                  <a:pt x="1441" y="1010"/>
                  <a:pt x="1442" y="1009"/>
                </a:cubicBezTo>
                <a:cubicBezTo>
                  <a:pt x="1392" y="959"/>
                  <a:pt x="1392" y="959"/>
                  <a:pt x="1392" y="959"/>
                </a:cubicBezTo>
                <a:cubicBezTo>
                  <a:pt x="1297" y="960"/>
                  <a:pt x="1297" y="960"/>
                  <a:pt x="1297" y="960"/>
                </a:cubicBezTo>
                <a:cubicBezTo>
                  <a:pt x="1273" y="936"/>
                  <a:pt x="1273" y="936"/>
                  <a:pt x="1273" y="936"/>
                </a:cubicBezTo>
                <a:cubicBezTo>
                  <a:pt x="1209" y="935"/>
                  <a:pt x="1209" y="935"/>
                  <a:pt x="1209" y="935"/>
                </a:cubicBezTo>
                <a:cubicBezTo>
                  <a:pt x="1078" y="803"/>
                  <a:pt x="1078" y="803"/>
                  <a:pt x="1078" y="803"/>
                </a:cubicBezTo>
                <a:cubicBezTo>
                  <a:pt x="966" y="805"/>
                  <a:pt x="966" y="805"/>
                  <a:pt x="966" y="805"/>
                </a:cubicBezTo>
                <a:cubicBezTo>
                  <a:pt x="879" y="718"/>
                  <a:pt x="879" y="718"/>
                  <a:pt x="879" y="718"/>
                </a:cubicBezTo>
                <a:cubicBezTo>
                  <a:pt x="827" y="717"/>
                  <a:pt x="827" y="717"/>
                  <a:pt x="827" y="717"/>
                </a:cubicBezTo>
                <a:cubicBezTo>
                  <a:pt x="772" y="661"/>
                  <a:pt x="772" y="661"/>
                  <a:pt x="772" y="661"/>
                </a:cubicBezTo>
                <a:cubicBezTo>
                  <a:pt x="699" y="662"/>
                  <a:pt x="699" y="662"/>
                  <a:pt x="699" y="662"/>
                </a:cubicBezTo>
                <a:cubicBezTo>
                  <a:pt x="613" y="576"/>
                  <a:pt x="613" y="576"/>
                  <a:pt x="613" y="576"/>
                </a:cubicBezTo>
                <a:cubicBezTo>
                  <a:pt x="578" y="575"/>
                  <a:pt x="578" y="575"/>
                  <a:pt x="578" y="575"/>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76" name="Freeform 1033"/>
          <p:cNvSpPr>
            <a:spLocks/>
          </p:cNvSpPr>
          <p:nvPr/>
        </p:nvSpPr>
        <p:spPr bwMode="auto">
          <a:xfrm>
            <a:off x="-32567" y="123825"/>
            <a:ext cx="1309688" cy="1944688"/>
          </a:xfrm>
          <a:custGeom>
            <a:avLst/>
            <a:gdLst>
              <a:gd name="T0" fmla="*/ 2 w 316"/>
              <a:gd name="T1" fmla="*/ 0 h 469"/>
              <a:gd name="T2" fmla="*/ 0 w 316"/>
              <a:gd name="T3" fmla="*/ 2 h 469"/>
              <a:gd name="T4" fmla="*/ 0 w 316"/>
              <a:gd name="T5" fmla="*/ 71 h 469"/>
              <a:gd name="T6" fmla="*/ 233 w 316"/>
              <a:gd name="T7" fmla="*/ 305 h 469"/>
              <a:gd name="T8" fmla="*/ 232 w 316"/>
              <a:gd name="T9" fmla="*/ 389 h 469"/>
              <a:gd name="T10" fmla="*/ 313 w 316"/>
              <a:gd name="T11" fmla="*/ 469 h 469"/>
              <a:gd name="T12" fmla="*/ 316 w 316"/>
              <a:gd name="T13" fmla="*/ 467 h 469"/>
              <a:gd name="T14" fmla="*/ 236 w 316"/>
              <a:gd name="T15" fmla="*/ 387 h 469"/>
              <a:gd name="T16" fmla="*/ 237 w 316"/>
              <a:gd name="T17" fmla="*/ 303 h 469"/>
              <a:gd name="T18" fmla="*/ 4 w 316"/>
              <a:gd name="T19" fmla="*/ 69 h 469"/>
              <a:gd name="T20" fmla="*/ 4 w 316"/>
              <a:gd name="T21" fmla="*/ 3 h 469"/>
              <a:gd name="T22" fmla="*/ 5 w 316"/>
              <a:gd name="T23" fmla="*/ 3 h 469"/>
              <a:gd name="T24" fmla="*/ 2 w 316"/>
              <a:gd name="T25"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6" h="469">
                <a:moveTo>
                  <a:pt x="2" y="0"/>
                </a:moveTo>
                <a:cubicBezTo>
                  <a:pt x="0" y="2"/>
                  <a:pt x="0" y="2"/>
                  <a:pt x="0" y="2"/>
                </a:cubicBezTo>
                <a:cubicBezTo>
                  <a:pt x="0" y="71"/>
                  <a:pt x="0" y="71"/>
                  <a:pt x="0" y="71"/>
                </a:cubicBezTo>
                <a:cubicBezTo>
                  <a:pt x="233" y="305"/>
                  <a:pt x="233" y="305"/>
                  <a:pt x="233" y="305"/>
                </a:cubicBezTo>
                <a:cubicBezTo>
                  <a:pt x="232" y="389"/>
                  <a:pt x="232" y="389"/>
                  <a:pt x="232" y="389"/>
                </a:cubicBezTo>
                <a:cubicBezTo>
                  <a:pt x="313" y="469"/>
                  <a:pt x="313" y="469"/>
                  <a:pt x="313" y="469"/>
                </a:cubicBezTo>
                <a:cubicBezTo>
                  <a:pt x="314" y="468"/>
                  <a:pt x="315" y="467"/>
                  <a:pt x="316" y="467"/>
                </a:cubicBezTo>
                <a:cubicBezTo>
                  <a:pt x="236" y="387"/>
                  <a:pt x="236" y="387"/>
                  <a:pt x="236" y="387"/>
                </a:cubicBezTo>
                <a:cubicBezTo>
                  <a:pt x="237" y="303"/>
                  <a:pt x="237" y="303"/>
                  <a:pt x="237" y="303"/>
                </a:cubicBezTo>
                <a:cubicBezTo>
                  <a:pt x="4" y="69"/>
                  <a:pt x="4" y="69"/>
                  <a:pt x="4" y="69"/>
                </a:cubicBezTo>
                <a:cubicBezTo>
                  <a:pt x="4" y="3"/>
                  <a:pt x="4" y="3"/>
                  <a:pt x="4" y="3"/>
                </a:cubicBezTo>
                <a:cubicBezTo>
                  <a:pt x="5" y="3"/>
                  <a:pt x="5" y="3"/>
                  <a:pt x="5" y="3"/>
                </a:cubicBezTo>
                <a:cubicBezTo>
                  <a:pt x="2" y="0"/>
                  <a:pt x="2" y="0"/>
                  <a:pt x="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77" name="Freeform 1034"/>
          <p:cNvSpPr>
            <a:spLocks noEditPoints="1"/>
          </p:cNvSpPr>
          <p:nvPr/>
        </p:nvSpPr>
        <p:spPr bwMode="auto">
          <a:xfrm>
            <a:off x="1135833" y="-4473575"/>
            <a:ext cx="2027238" cy="4240213"/>
          </a:xfrm>
          <a:custGeom>
            <a:avLst/>
            <a:gdLst>
              <a:gd name="T0" fmla="*/ 481 w 489"/>
              <a:gd name="T1" fmla="*/ 879 h 1023"/>
              <a:gd name="T2" fmla="*/ 481 w 489"/>
              <a:gd name="T3" fmla="*/ 919 h 1023"/>
              <a:gd name="T4" fmla="*/ 400 w 489"/>
              <a:gd name="T5" fmla="*/ 1000 h 1023"/>
              <a:gd name="T6" fmla="*/ 401 w 489"/>
              <a:gd name="T7" fmla="*/ 1019 h 1023"/>
              <a:gd name="T8" fmla="*/ 401 w 489"/>
              <a:gd name="T9" fmla="*/ 1023 h 1023"/>
              <a:gd name="T10" fmla="*/ 405 w 489"/>
              <a:gd name="T11" fmla="*/ 1023 h 1023"/>
              <a:gd name="T12" fmla="*/ 405 w 489"/>
              <a:gd name="T13" fmla="*/ 1017 h 1023"/>
              <a:gd name="T14" fmla="*/ 404 w 489"/>
              <a:gd name="T15" fmla="*/ 1001 h 1023"/>
              <a:gd name="T16" fmla="*/ 485 w 489"/>
              <a:gd name="T17" fmla="*/ 921 h 1023"/>
              <a:gd name="T18" fmla="*/ 485 w 489"/>
              <a:gd name="T19" fmla="*/ 880 h 1023"/>
              <a:gd name="T20" fmla="*/ 485 w 489"/>
              <a:gd name="T21" fmla="*/ 880 h 1023"/>
              <a:gd name="T22" fmla="*/ 485 w 489"/>
              <a:gd name="T23" fmla="*/ 880 h 1023"/>
              <a:gd name="T24" fmla="*/ 481 w 489"/>
              <a:gd name="T25" fmla="*/ 879 h 1023"/>
              <a:gd name="T26" fmla="*/ 3 w 489"/>
              <a:gd name="T27" fmla="*/ 0 h 1023"/>
              <a:gd name="T28" fmla="*/ 0 w 489"/>
              <a:gd name="T29" fmla="*/ 3 h 1023"/>
              <a:gd name="T30" fmla="*/ 0 w 489"/>
              <a:gd name="T31" fmla="*/ 3 h 1023"/>
              <a:gd name="T32" fmla="*/ 485 w 489"/>
              <a:gd name="T33" fmla="*/ 488 h 1023"/>
              <a:gd name="T34" fmla="*/ 482 w 489"/>
              <a:gd name="T35" fmla="*/ 839 h 1023"/>
              <a:gd name="T36" fmla="*/ 485 w 489"/>
              <a:gd name="T37" fmla="*/ 838 h 1023"/>
              <a:gd name="T38" fmla="*/ 485 w 489"/>
              <a:gd name="T39" fmla="*/ 838 h 1023"/>
              <a:gd name="T40" fmla="*/ 486 w 489"/>
              <a:gd name="T41" fmla="*/ 838 h 1023"/>
              <a:gd name="T42" fmla="*/ 489 w 489"/>
              <a:gd name="T43" fmla="*/ 486 h 1023"/>
              <a:gd name="T44" fmla="*/ 3 w 489"/>
              <a:gd name="T45" fmla="*/ 0 h 10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89" h="1023">
                <a:moveTo>
                  <a:pt x="481" y="879"/>
                </a:moveTo>
                <a:cubicBezTo>
                  <a:pt x="481" y="919"/>
                  <a:pt x="481" y="919"/>
                  <a:pt x="481" y="919"/>
                </a:cubicBezTo>
                <a:cubicBezTo>
                  <a:pt x="400" y="1000"/>
                  <a:pt x="400" y="1000"/>
                  <a:pt x="400" y="1000"/>
                </a:cubicBezTo>
                <a:cubicBezTo>
                  <a:pt x="401" y="1019"/>
                  <a:pt x="401" y="1019"/>
                  <a:pt x="401" y="1019"/>
                </a:cubicBezTo>
                <a:cubicBezTo>
                  <a:pt x="401" y="1023"/>
                  <a:pt x="401" y="1023"/>
                  <a:pt x="401" y="1023"/>
                </a:cubicBezTo>
                <a:cubicBezTo>
                  <a:pt x="405" y="1023"/>
                  <a:pt x="405" y="1023"/>
                  <a:pt x="405" y="1023"/>
                </a:cubicBezTo>
                <a:cubicBezTo>
                  <a:pt x="405" y="1017"/>
                  <a:pt x="405" y="1017"/>
                  <a:pt x="405" y="1017"/>
                </a:cubicBezTo>
                <a:cubicBezTo>
                  <a:pt x="404" y="1001"/>
                  <a:pt x="404" y="1001"/>
                  <a:pt x="404" y="1001"/>
                </a:cubicBezTo>
                <a:cubicBezTo>
                  <a:pt x="485" y="921"/>
                  <a:pt x="485" y="921"/>
                  <a:pt x="485" y="921"/>
                </a:cubicBezTo>
                <a:cubicBezTo>
                  <a:pt x="485" y="880"/>
                  <a:pt x="485" y="880"/>
                  <a:pt x="485" y="880"/>
                </a:cubicBezTo>
                <a:cubicBezTo>
                  <a:pt x="485" y="880"/>
                  <a:pt x="485" y="880"/>
                  <a:pt x="485" y="880"/>
                </a:cubicBezTo>
                <a:cubicBezTo>
                  <a:pt x="485" y="880"/>
                  <a:pt x="485" y="880"/>
                  <a:pt x="485" y="880"/>
                </a:cubicBezTo>
                <a:cubicBezTo>
                  <a:pt x="483" y="880"/>
                  <a:pt x="482" y="880"/>
                  <a:pt x="481" y="879"/>
                </a:cubicBezTo>
                <a:moveTo>
                  <a:pt x="3" y="0"/>
                </a:moveTo>
                <a:cubicBezTo>
                  <a:pt x="0" y="3"/>
                  <a:pt x="0" y="3"/>
                  <a:pt x="0" y="3"/>
                </a:cubicBezTo>
                <a:cubicBezTo>
                  <a:pt x="0" y="3"/>
                  <a:pt x="0" y="3"/>
                  <a:pt x="0" y="3"/>
                </a:cubicBezTo>
                <a:cubicBezTo>
                  <a:pt x="485" y="488"/>
                  <a:pt x="485" y="488"/>
                  <a:pt x="485" y="488"/>
                </a:cubicBezTo>
                <a:cubicBezTo>
                  <a:pt x="482" y="839"/>
                  <a:pt x="482" y="839"/>
                  <a:pt x="482" y="839"/>
                </a:cubicBezTo>
                <a:cubicBezTo>
                  <a:pt x="483" y="838"/>
                  <a:pt x="484" y="838"/>
                  <a:pt x="485" y="838"/>
                </a:cubicBezTo>
                <a:cubicBezTo>
                  <a:pt x="485" y="838"/>
                  <a:pt x="485" y="838"/>
                  <a:pt x="485" y="838"/>
                </a:cubicBezTo>
                <a:cubicBezTo>
                  <a:pt x="485" y="838"/>
                  <a:pt x="485" y="838"/>
                  <a:pt x="486" y="838"/>
                </a:cubicBezTo>
                <a:cubicBezTo>
                  <a:pt x="489" y="486"/>
                  <a:pt x="489" y="486"/>
                  <a:pt x="489" y="486"/>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78" name="Freeform 1035"/>
          <p:cNvSpPr>
            <a:spLocks/>
          </p:cNvSpPr>
          <p:nvPr/>
        </p:nvSpPr>
        <p:spPr bwMode="auto">
          <a:xfrm>
            <a:off x="978670" y="-4324350"/>
            <a:ext cx="2130425" cy="4618038"/>
          </a:xfrm>
          <a:custGeom>
            <a:avLst/>
            <a:gdLst>
              <a:gd name="T0" fmla="*/ 8 w 1342"/>
              <a:gd name="T1" fmla="*/ 0 h 2909"/>
              <a:gd name="T2" fmla="*/ 0 w 1342"/>
              <a:gd name="T3" fmla="*/ 7 h 2909"/>
              <a:gd name="T4" fmla="*/ 1203 w 1342"/>
              <a:gd name="T5" fmla="*/ 1211 h 2909"/>
              <a:gd name="T6" fmla="*/ 1201 w 1342"/>
              <a:gd name="T7" fmla="*/ 2311 h 2909"/>
              <a:gd name="T8" fmla="*/ 932 w 1342"/>
              <a:gd name="T9" fmla="*/ 2580 h 2909"/>
              <a:gd name="T10" fmla="*/ 927 w 1342"/>
              <a:gd name="T11" fmla="*/ 2629 h 2909"/>
              <a:gd name="T12" fmla="*/ 1209 w 1342"/>
              <a:gd name="T13" fmla="*/ 2909 h 2909"/>
              <a:gd name="T14" fmla="*/ 1279 w 1342"/>
              <a:gd name="T15" fmla="*/ 2909 h 2909"/>
              <a:gd name="T16" fmla="*/ 1342 w 1342"/>
              <a:gd name="T17" fmla="*/ 2909 h 2909"/>
              <a:gd name="T18" fmla="*/ 1342 w 1342"/>
              <a:gd name="T19" fmla="*/ 2898 h 2909"/>
              <a:gd name="T20" fmla="*/ 1279 w 1342"/>
              <a:gd name="T21" fmla="*/ 2898 h 2909"/>
              <a:gd name="T22" fmla="*/ 1211 w 1342"/>
              <a:gd name="T23" fmla="*/ 2898 h 2909"/>
              <a:gd name="T24" fmla="*/ 937 w 1342"/>
              <a:gd name="T25" fmla="*/ 2624 h 2909"/>
              <a:gd name="T26" fmla="*/ 942 w 1342"/>
              <a:gd name="T27" fmla="*/ 2585 h 2909"/>
              <a:gd name="T28" fmla="*/ 1211 w 1342"/>
              <a:gd name="T29" fmla="*/ 2313 h 2909"/>
              <a:gd name="T30" fmla="*/ 1214 w 1342"/>
              <a:gd name="T31" fmla="*/ 1206 h 2909"/>
              <a:gd name="T32" fmla="*/ 8 w 1342"/>
              <a:gd name="T33" fmla="*/ 0 h 29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42" h="2909">
                <a:moveTo>
                  <a:pt x="8" y="0"/>
                </a:moveTo>
                <a:lnTo>
                  <a:pt x="0" y="7"/>
                </a:lnTo>
                <a:lnTo>
                  <a:pt x="1203" y="1211"/>
                </a:lnTo>
                <a:lnTo>
                  <a:pt x="1201" y="2311"/>
                </a:lnTo>
                <a:lnTo>
                  <a:pt x="932" y="2580"/>
                </a:lnTo>
                <a:lnTo>
                  <a:pt x="927" y="2629"/>
                </a:lnTo>
                <a:lnTo>
                  <a:pt x="1209" y="2909"/>
                </a:lnTo>
                <a:lnTo>
                  <a:pt x="1279" y="2909"/>
                </a:lnTo>
                <a:lnTo>
                  <a:pt x="1342" y="2909"/>
                </a:lnTo>
                <a:lnTo>
                  <a:pt x="1342" y="2898"/>
                </a:lnTo>
                <a:lnTo>
                  <a:pt x="1279" y="2898"/>
                </a:lnTo>
                <a:lnTo>
                  <a:pt x="1211" y="2898"/>
                </a:lnTo>
                <a:lnTo>
                  <a:pt x="937" y="2624"/>
                </a:lnTo>
                <a:lnTo>
                  <a:pt x="942" y="2585"/>
                </a:lnTo>
                <a:lnTo>
                  <a:pt x="1211" y="2313"/>
                </a:lnTo>
                <a:lnTo>
                  <a:pt x="1214" y="1206"/>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79" name="Freeform 1036"/>
          <p:cNvSpPr>
            <a:spLocks/>
          </p:cNvSpPr>
          <p:nvPr/>
        </p:nvSpPr>
        <p:spPr bwMode="auto">
          <a:xfrm>
            <a:off x="978670" y="-4324350"/>
            <a:ext cx="2130425" cy="4618038"/>
          </a:xfrm>
          <a:custGeom>
            <a:avLst/>
            <a:gdLst>
              <a:gd name="T0" fmla="*/ 8 w 1342"/>
              <a:gd name="T1" fmla="*/ 0 h 2909"/>
              <a:gd name="T2" fmla="*/ 0 w 1342"/>
              <a:gd name="T3" fmla="*/ 7 h 2909"/>
              <a:gd name="T4" fmla="*/ 1203 w 1342"/>
              <a:gd name="T5" fmla="*/ 1211 h 2909"/>
              <a:gd name="T6" fmla="*/ 1201 w 1342"/>
              <a:gd name="T7" fmla="*/ 2311 h 2909"/>
              <a:gd name="T8" fmla="*/ 932 w 1342"/>
              <a:gd name="T9" fmla="*/ 2580 h 2909"/>
              <a:gd name="T10" fmla="*/ 927 w 1342"/>
              <a:gd name="T11" fmla="*/ 2629 h 2909"/>
              <a:gd name="T12" fmla="*/ 1209 w 1342"/>
              <a:gd name="T13" fmla="*/ 2909 h 2909"/>
              <a:gd name="T14" fmla="*/ 1279 w 1342"/>
              <a:gd name="T15" fmla="*/ 2909 h 2909"/>
              <a:gd name="T16" fmla="*/ 1342 w 1342"/>
              <a:gd name="T17" fmla="*/ 2909 h 2909"/>
              <a:gd name="T18" fmla="*/ 1342 w 1342"/>
              <a:gd name="T19" fmla="*/ 2898 h 2909"/>
              <a:gd name="T20" fmla="*/ 1279 w 1342"/>
              <a:gd name="T21" fmla="*/ 2898 h 2909"/>
              <a:gd name="T22" fmla="*/ 1211 w 1342"/>
              <a:gd name="T23" fmla="*/ 2898 h 2909"/>
              <a:gd name="T24" fmla="*/ 937 w 1342"/>
              <a:gd name="T25" fmla="*/ 2624 h 2909"/>
              <a:gd name="T26" fmla="*/ 942 w 1342"/>
              <a:gd name="T27" fmla="*/ 2585 h 2909"/>
              <a:gd name="T28" fmla="*/ 1211 w 1342"/>
              <a:gd name="T29" fmla="*/ 2313 h 2909"/>
              <a:gd name="T30" fmla="*/ 1214 w 1342"/>
              <a:gd name="T31" fmla="*/ 1206 h 2909"/>
              <a:gd name="T32" fmla="*/ 8 w 1342"/>
              <a:gd name="T33" fmla="*/ 0 h 29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42" h="2909">
                <a:moveTo>
                  <a:pt x="8" y="0"/>
                </a:moveTo>
                <a:lnTo>
                  <a:pt x="0" y="7"/>
                </a:lnTo>
                <a:lnTo>
                  <a:pt x="1203" y="1211"/>
                </a:lnTo>
                <a:lnTo>
                  <a:pt x="1201" y="2311"/>
                </a:lnTo>
                <a:lnTo>
                  <a:pt x="932" y="2580"/>
                </a:lnTo>
                <a:lnTo>
                  <a:pt x="927" y="2629"/>
                </a:lnTo>
                <a:lnTo>
                  <a:pt x="1209" y="2909"/>
                </a:lnTo>
                <a:lnTo>
                  <a:pt x="1279" y="2909"/>
                </a:lnTo>
                <a:lnTo>
                  <a:pt x="1342" y="2909"/>
                </a:lnTo>
                <a:lnTo>
                  <a:pt x="1342" y="2898"/>
                </a:lnTo>
                <a:lnTo>
                  <a:pt x="1279" y="2898"/>
                </a:lnTo>
                <a:lnTo>
                  <a:pt x="1211" y="2898"/>
                </a:lnTo>
                <a:lnTo>
                  <a:pt x="937" y="2624"/>
                </a:lnTo>
                <a:lnTo>
                  <a:pt x="942" y="2585"/>
                </a:lnTo>
                <a:lnTo>
                  <a:pt x="1211" y="2313"/>
                </a:lnTo>
                <a:lnTo>
                  <a:pt x="1214" y="1206"/>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80" name="Freeform 1037"/>
          <p:cNvSpPr>
            <a:spLocks noEditPoints="1"/>
          </p:cNvSpPr>
          <p:nvPr/>
        </p:nvSpPr>
        <p:spPr bwMode="auto">
          <a:xfrm>
            <a:off x="924695" y="-4262437"/>
            <a:ext cx="2192338" cy="4911725"/>
          </a:xfrm>
          <a:custGeom>
            <a:avLst/>
            <a:gdLst>
              <a:gd name="T0" fmla="*/ 0 w 1381"/>
              <a:gd name="T1" fmla="*/ 8 h 3094"/>
              <a:gd name="T2" fmla="*/ 0 w 1381"/>
              <a:gd name="T3" fmla="*/ 8 h 3094"/>
              <a:gd name="T4" fmla="*/ 0 w 1381"/>
              <a:gd name="T5" fmla="*/ 8 h 3094"/>
              <a:gd name="T6" fmla="*/ 0 w 1381"/>
              <a:gd name="T7" fmla="*/ 8 h 3094"/>
              <a:gd name="T8" fmla="*/ 8 w 1381"/>
              <a:gd name="T9" fmla="*/ 0 h 3094"/>
              <a:gd name="T10" fmla="*/ 0 w 1381"/>
              <a:gd name="T11" fmla="*/ 8 h 3094"/>
              <a:gd name="T12" fmla="*/ 1185 w 1381"/>
              <a:gd name="T13" fmla="*/ 1193 h 3094"/>
              <a:gd name="T14" fmla="*/ 1180 w 1381"/>
              <a:gd name="T15" fmla="*/ 2254 h 3094"/>
              <a:gd name="T16" fmla="*/ 882 w 1381"/>
              <a:gd name="T17" fmla="*/ 2551 h 3094"/>
              <a:gd name="T18" fmla="*/ 890 w 1381"/>
              <a:gd name="T19" fmla="*/ 2611 h 3094"/>
              <a:gd name="T20" fmla="*/ 1355 w 1381"/>
              <a:gd name="T21" fmla="*/ 3076 h 3094"/>
              <a:gd name="T22" fmla="*/ 1373 w 1381"/>
              <a:gd name="T23" fmla="*/ 3094 h 3094"/>
              <a:gd name="T24" fmla="*/ 1381 w 1381"/>
              <a:gd name="T25" fmla="*/ 3087 h 3094"/>
              <a:gd name="T26" fmla="*/ 1360 w 1381"/>
              <a:gd name="T27" fmla="*/ 3068 h 3094"/>
              <a:gd name="T28" fmla="*/ 901 w 1381"/>
              <a:gd name="T29" fmla="*/ 2606 h 3094"/>
              <a:gd name="T30" fmla="*/ 895 w 1381"/>
              <a:gd name="T31" fmla="*/ 2554 h 3094"/>
              <a:gd name="T32" fmla="*/ 1190 w 1381"/>
              <a:gd name="T33" fmla="*/ 2256 h 3094"/>
              <a:gd name="T34" fmla="*/ 1196 w 1381"/>
              <a:gd name="T35" fmla="*/ 1188 h 3094"/>
              <a:gd name="T36" fmla="*/ 8 w 1381"/>
              <a:gd name="T37" fmla="*/ 0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1" h="3094">
                <a:moveTo>
                  <a:pt x="0" y="8"/>
                </a:moveTo>
                <a:lnTo>
                  <a:pt x="0" y="8"/>
                </a:lnTo>
                <a:lnTo>
                  <a:pt x="0" y="8"/>
                </a:lnTo>
                <a:lnTo>
                  <a:pt x="0" y="8"/>
                </a:lnTo>
                <a:close/>
                <a:moveTo>
                  <a:pt x="8" y="0"/>
                </a:moveTo>
                <a:lnTo>
                  <a:pt x="0" y="8"/>
                </a:lnTo>
                <a:lnTo>
                  <a:pt x="1185" y="1193"/>
                </a:lnTo>
                <a:lnTo>
                  <a:pt x="1180" y="2254"/>
                </a:lnTo>
                <a:lnTo>
                  <a:pt x="882" y="2551"/>
                </a:lnTo>
                <a:lnTo>
                  <a:pt x="890" y="2611"/>
                </a:lnTo>
                <a:lnTo>
                  <a:pt x="1355" y="3076"/>
                </a:lnTo>
                <a:lnTo>
                  <a:pt x="1373" y="3094"/>
                </a:lnTo>
                <a:lnTo>
                  <a:pt x="1381" y="3087"/>
                </a:lnTo>
                <a:lnTo>
                  <a:pt x="1360" y="3068"/>
                </a:lnTo>
                <a:lnTo>
                  <a:pt x="901" y="2606"/>
                </a:lnTo>
                <a:lnTo>
                  <a:pt x="895" y="2554"/>
                </a:lnTo>
                <a:lnTo>
                  <a:pt x="1190" y="2256"/>
                </a:lnTo>
                <a:lnTo>
                  <a:pt x="1196" y="1188"/>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81" name="Freeform 1038"/>
          <p:cNvSpPr>
            <a:spLocks noEditPoints="1"/>
          </p:cNvSpPr>
          <p:nvPr/>
        </p:nvSpPr>
        <p:spPr bwMode="auto">
          <a:xfrm>
            <a:off x="924695" y="-4262437"/>
            <a:ext cx="2192338" cy="4911725"/>
          </a:xfrm>
          <a:custGeom>
            <a:avLst/>
            <a:gdLst>
              <a:gd name="T0" fmla="*/ 0 w 1381"/>
              <a:gd name="T1" fmla="*/ 8 h 3094"/>
              <a:gd name="T2" fmla="*/ 0 w 1381"/>
              <a:gd name="T3" fmla="*/ 8 h 3094"/>
              <a:gd name="T4" fmla="*/ 0 w 1381"/>
              <a:gd name="T5" fmla="*/ 8 h 3094"/>
              <a:gd name="T6" fmla="*/ 0 w 1381"/>
              <a:gd name="T7" fmla="*/ 8 h 3094"/>
              <a:gd name="T8" fmla="*/ 8 w 1381"/>
              <a:gd name="T9" fmla="*/ 0 h 3094"/>
              <a:gd name="T10" fmla="*/ 0 w 1381"/>
              <a:gd name="T11" fmla="*/ 8 h 3094"/>
              <a:gd name="T12" fmla="*/ 1185 w 1381"/>
              <a:gd name="T13" fmla="*/ 1193 h 3094"/>
              <a:gd name="T14" fmla="*/ 1180 w 1381"/>
              <a:gd name="T15" fmla="*/ 2254 h 3094"/>
              <a:gd name="T16" fmla="*/ 882 w 1381"/>
              <a:gd name="T17" fmla="*/ 2551 h 3094"/>
              <a:gd name="T18" fmla="*/ 890 w 1381"/>
              <a:gd name="T19" fmla="*/ 2611 h 3094"/>
              <a:gd name="T20" fmla="*/ 1355 w 1381"/>
              <a:gd name="T21" fmla="*/ 3076 h 3094"/>
              <a:gd name="T22" fmla="*/ 1373 w 1381"/>
              <a:gd name="T23" fmla="*/ 3094 h 3094"/>
              <a:gd name="T24" fmla="*/ 1381 w 1381"/>
              <a:gd name="T25" fmla="*/ 3087 h 3094"/>
              <a:gd name="T26" fmla="*/ 1360 w 1381"/>
              <a:gd name="T27" fmla="*/ 3068 h 3094"/>
              <a:gd name="T28" fmla="*/ 901 w 1381"/>
              <a:gd name="T29" fmla="*/ 2606 h 3094"/>
              <a:gd name="T30" fmla="*/ 895 w 1381"/>
              <a:gd name="T31" fmla="*/ 2554 h 3094"/>
              <a:gd name="T32" fmla="*/ 1190 w 1381"/>
              <a:gd name="T33" fmla="*/ 2256 h 3094"/>
              <a:gd name="T34" fmla="*/ 1196 w 1381"/>
              <a:gd name="T35" fmla="*/ 1188 h 3094"/>
              <a:gd name="T36" fmla="*/ 8 w 1381"/>
              <a:gd name="T37" fmla="*/ 0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1" h="3094">
                <a:moveTo>
                  <a:pt x="0" y="8"/>
                </a:moveTo>
                <a:lnTo>
                  <a:pt x="0" y="8"/>
                </a:lnTo>
                <a:lnTo>
                  <a:pt x="0" y="8"/>
                </a:lnTo>
                <a:lnTo>
                  <a:pt x="0" y="8"/>
                </a:lnTo>
                <a:moveTo>
                  <a:pt x="8" y="0"/>
                </a:moveTo>
                <a:lnTo>
                  <a:pt x="0" y="8"/>
                </a:lnTo>
                <a:lnTo>
                  <a:pt x="1185" y="1193"/>
                </a:lnTo>
                <a:lnTo>
                  <a:pt x="1180" y="2254"/>
                </a:lnTo>
                <a:lnTo>
                  <a:pt x="882" y="2551"/>
                </a:lnTo>
                <a:lnTo>
                  <a:pt x="890" y="2611"/>
                </a:lnTo>
                <a:lnTo>
                  <a:pt x="1355" y="3076"/>
                </a:lnTo>
                <a:lnTo>
                  <a:pt x="1373" y="3094"/>
                </a:lnTo>
                <a:lnTo>
                  <a:pt x="1381" y="3087"/>
                </a:lnTo>
                <a:lnTo>
                  <a:pt x="1360" y="3068"/>
                </a:lnTo>
                <a:lnTo>
                  <a:pt x="901" y="2606"/>
                </a:lnTo>
                <a:lnTo>
                  <a:pt x="895" y="2554"/>
                </a:lnTo>
                <a:lnTo>
                  <a:pt x="1190" y="2256"/>
                </a:lnTo>
                <a:lnTo>
                  <a:pt x="1196" y="118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82" name="Freeform 1039"/>
          <p:cNvSpPr>
            <a:spLocks/>
          </p:cNvSpPr>
          <p:nvPr/>
        </p:nvSpPr>
        <p:spPr bwMode="auto">
          <a:xfrm>
            <a:off x="878658" y="-4217987"/>
            <a:ext cx="1870075" cy="4457700"/>
          </a:xfrm>
          <a:custGeom>
            <a:avLst/>
            <a:gdLst>
              <a:gd name="T0" fmla="*/ 3 w 451"/>
              <a:gd name="T1" fmla="*/ 0 h 1075"/>
              <a:gd name="T2" fmla="*/ 0 w 451"/>
              <a:gd name="T3" fmla="*/ 3 h 1075"/>
              <a:gd name="T4" fmla="*/ 0 w 451"/>
              <a:gd name="T5" fmla="*/ 3 h 1075"/>
              <a:gd name="T6" fmla="*/ 447 w 451"/>
              <a:gd name="T7" fmla="*/ 450 h 1075"/>
              <a:gd name="T8" fmla="*/ 442 w 451"/>
              <a:gd name="T9" fmla="*/ 845 h 1075"/>
              <a:gd name="T10" fmla="*/ 318 w 451"/>
              <a:gd name="T11" fmla="*/ 969 h 1075"/>
              <a:gd name="T12" fmla="*/ 319 w 451"/>
              <a:gd name="T13" fmla="*/ 1001 h 1075"/>
              <a:gd name="T14" fmla="*/ 392 w 451"/>
              <a:gd name="T15" fmla="*/ 1075 h 1075"/>
              <a:gd name="T16" fmla="*/ 393 w 451"/>
              <a:gd name="T17" fmla="*/ 1074 h 1075"/>
              <a:gd name="T18" fmla="*/ 395 w 451"/>
              <a:gd name="T19" fmla="*/ 1072 h 1075"/>
              <a:gd name="T20" fmla="*/ 323 w 451"/>
              <a:gd name="T21" fmla="*/ 999 h 1075"/>
              <a:gd name="T22" fmla="*/ 322 w 451"/>
              <a:gd name="T23" fmla="*/ 971 h 1075"/>
              <a:gd name="T24" fmla="*/ 446 w 451"/>
              <a:gd name="T25" fmla="*/ 847 h 1075"/>
              <a:gd name="T26" fmla="*/ 451 w 451"/>
              <a:gd name="T27" fmla="*/ 449 h 1075"/>
              <a:gd name="T28" fmla="*/ 3 w 451"/>
              <a:gd name="T29" fmla="*/ 0 h 10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1" h="1075">
                <a:moveTo>
                  <a:pt x="3" y="0"/>
                </a:moveTo>
                <a:cubicBezTo>
                  <a:pt x="0" y="3"/>
                  <a:pt x="0" y="3"/>
                  <a:pt x="0" y="3"/>
                </a:cubicBezTo>
                <a:cubicBezTo>
                  <a:pt x="0" y="3"/>
                  <a:pt x="0" y="3"/>
                  <a:pt x="0" y="3"/>
                </a:cubicBezTo>
                <a:cubicBezTo>
                  <a:pt x="447" y="450"/>
                  <a:pt x="447" y="450"/>
                  <a:pt x="447" y="450"/>
                </a:cubicBezTo>
                <a:cubicBezTo>
                  <a:pt x="442" y="845"/>
                  <a:pt x="442" y="845"/>
                  <a:pt x="442" y="845"/>
                </a:cubicBezTo>
                <a:cubicBezTo>
                  <a:pt x="318" y="969"/>
                  <a:pt x="318" y="969"/>
                  <a:pt x="318" y="969"/>
                </a:cubicBezTo>
                <a:cubicBezTo>
                  <a:pt x="319" y="1001"/>
                  <a:pt x="319" y="1001"/>
                  <a:pt x="319" y="1001"/>
                </a:cubicBezTo>
                <a:cubicBezTo>
                  <a:pt x="392" y="1075"/>
                  <a:pt x="392" y="1075"/>
                  <a:pt x="392" y="1075"/>
                </a:cubicBezTo>
                <a:cubicBezTo>
                  <a:pt x="393" y="1074"/>
                  <a:pt x="393" y="1074"/>
                  <a:pt x="393" y="1074"/>
                </a:cubicBezTo>
                <a:cubicBezTo>
                  <a:pt x="394" y="1073"/>
                  <a:pt x="395" y="1072"/>
                  <a:pt x="395" y="1072"/>
                </a:cubicBezTo>
                <a:cubicBezTo>
                  <a:pt x="323" y="999"/>
                  <a:pt x="323" y="999"/>
                  <a:pt x="323" y="999"/>
                </a:cubicBezTo>
                <a:cubicBezTo>
                  <a:pt x="322" y="971"/>
                  <a:pt x="322" y="971"/>
                  <a:pt x="322" y="971"/>
                </a:cubicBezTo>
                <a:cubicBezTo>
                  <a:pt x="446" y="847"/>
                  <a:pt x="446" y="847"/>
                  <a:pt x="446" y="847"/>
                </a:cubicBezTo>
                <a:cubicBezTo>
                  <a:pt x="451" y="449"/>
                  <a:pt x="451" y="449"/>
                  <a:pt x="451" y="449"/>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83" name="Freeform 1040"/>
          <p:cNvSpPr>
            <a:spLocks/>
          </p:cNvSpPr>
          <p:nvPr/>
        </p:nvSpPr>
        <p:spPr bwMode="auto">
          <a:xfrm>
            <a:off x="821508" y="-4159250"/>
            <a:ext cx="1839913" cy="4702175"/>
          </a:xfrm>
          <a:custGeom>
            <a:avLst/>
            <a:gdLst>
              <a:gd name="T0" fmla="*/ 2 w 444"/>
              <a:gd name="T1" fmla="*/ 0 h 1134"/>
              <a:gd name="T2" fmla="*/ 0 w 444"/>
              <a:gd name="T3" fmla="*/ 3 h 1134"/>
              <a:gd name="T4" fmla="*/ 440 w 444"/>
              <a:gd name="T5" fmla="*/ 444 h 1134"/>
              <a:gd name="T6" fmla="*/ 438 w 444"/>
              <a:gd name="T7" fmla="*/ 827 h 1134"/>
              <a:gd name="T8" fmla="*/ 303 w 444"/>
              <a:gd name="T9" fmla="*/ 961 h 1134"/>
              <a:gd name="T10" fmla="*/ 301 w 444"/>
              <a:gd name="T11" fmla="*/ 1001 h 1134"/>
              <a:gd name="T12" fmla="*/ 435 w 444"/>
              <a:gd name="T13" fmla="*/ 1134 h 1134"/>
              <a:gd name="T14" fmla="*/ 436 w 444"/>
              <a:gd name="T15" fmla="*/ 1133 h 1134"/>
              <a:gd name="T16" fmla="*/ 438 w 444"/>
              <a:gd name="T17" fmla="*/ 1132 h 1134"/>
              <a:gd name="T18" fmla="*/ 305 w 444"/>
              <a:gd name="T19" fmla="*/ 999 h 1134"/>
              <a:gd name="T20" fmla="*/ 307 w 444"/>
              <a:gd name="T21" fmla="*/ 963 h 1134"/>
              <a:gd name="T22" fmla="*/ 442 w 444"/>
              <a:gd name="T23" fmla="*/ 828 h 1134"/>
              <a:gd name="T24" fmla="*/ 444 w 444"/>
              <a:gd name="T25" fmla="*/ 442 h 1134"/>
              <a:gd name="T26" fmla="*/ 2 w 444"/>
              <a:gd name="T27" fmla="*/ 0 h 1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4" h="1134">
                <a:moveTo>
                  <a:pt x="2" y="0"/>
                </a:moveTo>
                <a:cubicBezTo>
                  <a:pt x="0" y="3"/>
                  <a:pt x="0" y="3"/>
                  <a:pt x="0" y="3"/>
                </a:cubicBezTo>
                <a:cubicBezTo>
                  <a:pt x="440" y="444"/>
                  <a:pt x="440" y="444"/>
                  <a:pt x="440" y="444"/>
                </a:cubicBezTo>
                <a:cubicBezTo>
                  <a:pt x="438" y="827"/>
                  <a:pt x="438" y="827"/>
                  <a:pt x="438" y="827"/>
                </a:cubicBezTo>
                <a:cubicBezTo>
                  <a:pt x="303" y="961"/>
                  <a:pt x="303" y="961"/>
                  <a:pt x="303" y="961"/>
                </a:cubicBezTo>
                <a:cubicBezTo>
                  <a:pt x="301" y="1001"/>
                  <a:pt x="301" y="1001"/>
                  <a:pt x="301" y="1001"/>
                </a:cubicBezTo>
                <a:cubicBezTo>
                  <a:pt x="435" y="1134"/>
                  <a:pt x="435" y="1134"/>
                  <a:pt x="435" y="1134"/>
                </a:cubicBezTo>
                <a:cubicBezTo>
                  <a:pt x="435" y="1134"/>
                  <a:pt x="436" y="1134"/>
                  <a:pt x="436" y="1133"/>
                </a:cubicBezTo>
                <a:cubicBezTo>
                  <a:pt x="436" y="1133"/>
                  <a:pt x="437" y="1132"/>
                  <a:pt x="438" y="1132"/>
                </a:cubicBezTo>
                <a:cubicBezTo>
                  <a:pt x="305" y="999"/>
                  <a:pt x="305" y="999"/>
                  <a:pt x="305" y="999"/>
                </a:cubicBezTo>
                <a:cubicBezTo>
                  <a:pt x="307" y="963"/>
                  <a:pt x="307" y="963"/>
                  <a:pt x="307" y="963"/>
                </a:cubicBezTo>
                <a:cubicBezTo>
                  <a:pt x="442" y="828"/>
                  <a:pt x="442" y="828"/>
                  <a:pt x="442" y="828"/>
                </a:cubicBezTo>
                <a:cubicBezTo>
                  <a:pt x="444" y="442"/>
                  <a:pt x="444" y="442"/>
                  <a:pt x="444" y="442"/>
                </a:cubicBezTo>
                <a:cubicBezTo>
                  <a:pt x="2" y="0"/>
                  <a:pt x="2" y="0"/>
                  <a:pt x="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84" name="Freeform 1041"/>
          <p:cNvSpPr>
            <a:spLocks/>
          </p:cNvSpPr>
          <p:nvPr/>
        </p:nvSpPr>
        <p:spPr bwMode="auto">
          <a:xfrm>
            <a:off x="770708" y="-4110037"/>
            <a:ext cx="1816100" cy="4216400"/>
          </a:xfrm>
          <a:custGeom>
            <a:avLst/>
            <a:gdLst>
              <a:gd name="T0" fmla="*/ 3 w 438"/>
              <a:gd name="T1" fmla="*/ 0 h 1017"/>
              <a:gd name="T2" fmla="*/ 0 w 438"/>
              <a:gd name="T3" fmla="*/ 3 h 1017"/>
              <a:gd name="T4" fmla="*/ 0 w 438"/>
              <a:gd name="T5" fmla="*/ 3 h 1017"/>
              <a:gd name="T6" fmla="*/ 434 w 438"/>
              <a:gd name="T7" fmla="*/ 436 h 1017"/>
              <a:gd name="T8" fmla="*/ 428 w 438"/>
              <a:gd name="T9" fmla="*/ 808 h 1017"/>
              <a:gd name="T10" fmla="*/ 284 w 438"/>
              <a:gd name="T11" fmla="*/ 952 h 1017"/>
              <a:gd name="T12" fmla="*/ 284 w 438"/>
              <a:gd name="T13" fmla="*/ 1017 h 1017"/>
              <a:gd name="T14" fmla="*/ 288 w 438"/>
              <a:gd name="T15" fmla="*/ 1016 h 1017"/>
              <a:gd name="T16" fmla="*/ 288 w 438"/>
              <a:gd name="T17" fmla="*/ 954 h 1017"/>
              <a:gd name="T18" fmla="*/ 432 w 438"/>
              <a:gd name="T19" fmla="*/ 809 h 1017"/>
              <a:gd name="T20" fmla="*/ 438 w 438"/>
              <a:gd name="T21" fmla="*/ 435 h 1017"/>
              <a:gd name="T22" fmla="*/ 3 w 438"/>
              <a:gd name="T23" fmla="*/ 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8" h="1017">
                <a:moveTo>
                  <a:pt x="3" y="0"/>
                </a:moveTo>
                <a:cubicBezTo>
                  <a:pt x="0" y="3"/>
                  <a:pt x="0" y="3"/>
                  <a:pt x="0" y="3"/>
                </a:cubicBezTo>
                <a:cubicBezTo>
                  <a:pt x="0" y="3"/>
                  <a:pt x="0" y="3"/>
                  <a:pt x="0" y="3"/>
                </a:cubicBezTo>
                <a:cubicBezTo>
                  <a:pt x="434" y="436"/>
                  <a:pt x="434" y="436"/>
                  <a:pt x="434" y="436"/>
                </a:cubicBezTo>
                <a:cubicBezTo>
                  <a:pt x="428" y="808"/>
                  <a:pt x="428" y="808"/>
                  <a:pt x="428" y="808"/>
                </a:cubicBezTo>
                <a:cubicBezTo>
                  <a:pt x="284" y="952"/>
                  <a:pt x="284" y="952"/>
                  <a:pt x="284" y="952"/>
                </a:cubicBezTo>
                <a:cubicBezTo>
                  <a:pt x="284" y="1017"/>
                  <a:pt x="284" y="1017"/>
                  <a:pt x="284" y="1017"/>
                </a:cubicBezTo>
                <a:cubicBezTo>
                  <a:pt x="286" y="1017"/>
                  <a:pt x="287" y="1016"/>
                  <a:pt x="288" y="1016"/>
                </a:cubicBezTo>
                <a:cubicBezTo>
                  <a:pt x="288" y="954"/>
                  <a:pt x="288" y="954"/>
                  <a:pt x="288" y="954"/>
                </a:cubicBezTo>
                <a:cubicBezTo>
                  <a:pt x="432" y="809"/>
                  <a:pt x="432" y="809"/>
                  <a:pt x="432" y="809"/>
                </a:cubicBezTo>
                <a:cubicBezTo>
                  <a:pt x="438" y="435"/>
                  <a:pt x="438" y="435"/>
                  <a:pt x="438" y="435"/>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85" name="Freeform 1042"/>
          <p:cNvSpPr>
            <a:spLocks/>
          </p:cNvSpPr>
          <p:nvPr/>
        </p:nvSpPr>
        <p:spPr bwMode="auto">
          <a:xfrm>
            <a:off x="713558" y="-4051300"/>
            <a:ext cx="1785938" cy="4594225"/>
          </a:xfrm>
          <a:custGeom>
            <a:avLst/>
            <a:gdLst>
              <a:gd name="T0" fmla="*/ 3 w 431"/>
              <a:gd name="T1" fmla="*/ 0 h 1108"/>
              <a:gd name="T2" fmla="*/ 0 w 431"/>
              <a:gd name="T3" fmla="*/ 3 h 1108"/>
              <a:gd name="T4" fmla="*/ 427 w 431"/>
              <a:gd name="T5" fmla="*/ 429 h 1108"/>
              <a:gd name="T6" fmla="*/ 424 w 431"/>
              <a:gd name="T7" fmla="*/ 790 h 1108"/>
              <a:gd name="T8" fmla="*/ 243 w 431"/>
              <a:gd name="T9" fmla="*/ 971 h 1108"/>
              <a:gd name="T10" fmla="*/ 242 w 431"/>
              <a:gd name="T11" fmla="*/ 1065 h 1108"/>
              <a:gd name="T12" fmla="*/ 285 w 431"/>
              <a:gd name="T13" fmla="*/ 1108 h 1108"/>
              <a:gd name="T14" fmla="*/ 371 w 431"/>
              <a:gd name="T15" fmla="*/ 1108 h 1108"/>
              <a:gd name="T16" fmla="*/ 371 w 431"/>
              <a:gd name="T17" fmla="*/ 1105 h 1108"/>
              <a:gd name="T18" fmla="*/ 371 w 431"/>
              <a:gd name="T19" fmla="*/ 1104 h 1108"/>
              <a:gd name="T20" fmla="*/ 287 w 431"/>
              <a:gd name="T21" fmla="*/ 1104 h 1108"/>
              <a:gd name="T22" fmla="*/ 246 w 431"/>
              <a:gd name="T23" fmla="*/ 1063 h 1108"/>
              <a:gd name="T24" fmla="*/ 247 w 431"/>
              <a:gd name="T25" fmla="*/ 972 h 1108"/>
              <a:gd name="T26" fmla="*/ 428 w 431"/>
              <a:gd name="T27" fmla="*/ 791 h 1108"/>
              <a:gd name="T28" fmla="*/ 431 w 431"/>
              <a:gd name="T29" fmla="*/ 428 h 1108"/>
              <a:gd name="T30" fmla="*/ 3 w 431"/>
              <a:gd name="T31" fmla="*/ 0 h 1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1" h="1108">
                <a:moveTo>
                  <a:pt x="3" y="0"/>
                </a:moveTo>
                <a:cubicBezTo>
                  <a:pt x="0" y="3"/>
                  <a:pt x="0" y="3"/>
                  <a:pt x="0" y="3"/>
                </a:cubicBezTo>
                <a:cubicBezTo>
                  <a:pt x="427" y="429"/>
                  <a:pt x="427" y="429"/>
                  <a:pt x="427" y="429"/>
                </a:cubicBezTo>
                <a:cubicBezTo>
                  <a:pt x="424" y="790"/>
                  <a:pt x="424" y="790"/>
                  <a:pt x="424" y="790"/>
                </a:cubicBezTo>
                <a:cubicBezTo>
                  <a:pt x="243" y="971"/>
                  <a:pt x="243" y="971"/>
                  <a:pt x="243" y="971"/>
                </a:cubicBezTo>
                <a:cubicBezTo>
                  <a:pt x="242" y="1065"/>
                  <a:pt x="242" y="1065"/>
                  <a:pt x="242" y="1065"/>
                </a:cubicBezTo>
                <a:cubicBezTo>
                  <a:pt x="285" y="1108"/>
                  <a:pt x="285" y="1108"/>
                  <a:pt x="285" y="1108"/>
                </a:cubicBezTo>
                <a:cubicBezTo>
                  <a:pt x="371" y="1108"/>
                  <a:pt x="371" y="1108"/>
                  <a:pt x="371" y="1108"/>
                </a:cubicBezTo>
                <a:cubicBezTo>
                  <a:pt x="371" y="1107"/>
                  <a:pt x="371" y="1106"/>
                  <a:pt x="371" y="1105"/>
                </a:cubicBezTo>
                <a:cubicBezTo>
                  <a:pt x="371" y="1104"/>
                  <a:pt x="371" y="1104"/>
                  <a:pt x="371" y="1104"/>
                </a:cubicBezTo>
                <a:cubicBezTo>
                  <a:pt x="287" y="1104"/>
                  <a:pt x="287" y="1104"/>
                  <a:pt x="287" y="1104"/>
                </a:cubicBezTo>
                <a:cubicBezTo>
                  <a:pt x="246" y="1063"/>
                  <a:pt x="246" y="1063"/>
                  <a:pt x="246" y="1063"/>
                </a:cubicBezTo>
                <a:cubicBezTo>
                  <a:pt x="247" y="972"/>
                  <a:pt x="247" y="972"/>
                  <a:pt x="247" y="972"/>
                </a:cubicBezTo>
                <a:cubicBezTo>
                  <a:pt x="428" y="791"/>
                  <a:pt x="428" y="791"/>
                  <a:pt x="428" y="791"/>
                </a:cubicBezTo>
                <a:cubicBezTo>
                  <a:pt x="431" y="428"/>
                  <a:pt x="431" y="428"/>
                  <a:pt x="431" y="428"/>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86" name="Freeform 1043"/>
          <p:cNvSpPr>
            <a:spLocks/>
          </p:cNvSpPr>
          <p:nvPr/>
        </p:nvSpPr>
        <p:spPr bwMode="auto">
          <a:xfrm>
            <a:off x="654820" y="-3994150"/>
            <a:ext cx="1816100" cy="4913313"/>
          </a:xfrm>
          <a:custGeom>
            <a:avLst/>
            <a:gdLst>
              <a:gd name="T0" fmla="*/ 8 w 1144"/>
              <a:gd name="T1" fmla="*/ 0 h 3095"/>
              <a:gd name="T2" fmla="*/ 0 w 1144"/>
              <a:gd name="T3" fmla="*/ 8 h 3095"/>
              <a:gd name="T4" fmla="*/ 1097 w 1144"/>
              <a:gd name="T5" fmla="*/ 1105 h 3095"/>
              <a:gd name="T6" fmla="*/ 1089 w 1144"/>
              <a:gd name="T7" fmla="*/ 2009 h 3095"/>
              <a:gd name="T8" fmla="*/ 611 w 1144"/>
              <a:gd name="T9" fmla="*/ 2484 h 3095"/>
              <a:gd name="T10" fmla="*/ 611 w 1144"/>
              <a:gd name="T11" fmla="*/ 2745 h 3095"/>
              <a:gd name="T12" fmla="*/ 752 w 1144"/>
              <a:gd name="T13" fmla="*/ 2886 h 3095"/>
              <a:gd name="T14" fmla="*/ 930 w 1144"/>
              <a:gd name="T15" fmla="*/ 2889 h 3095"/>
              <a:gd name="T16" fmla="*/ 1102 w 1144"/>
              <a:gd name="T17" fmla="*/ 3061 h 3095"/>
              <a:gd name="T18" fmla="*/ 1138 w 1144"/>
              <a:gd name="T19" fmla="*/ 3095 h 3095"/>
              <a:gd name="T20" fmla="*/ 1144 w 1144"/>
              <a:gd name="T21" fmla="*/ 3087 h 3095"/>
              <a:gd name="T22" fmla="*/ 1110 w 1144"/>
              <a:gd name="T23" fmla="*/ 3053 h 3095"/>
              <a:gd name="T24" fmla="*/ 935 w 1144"/>
              <a:gd name="T25" fmla="*/ 2878 h 3095"/>
              <a:gd name="T26" fmla="*/ 755 w 1144"/>
              <a:gd name="T27" fmla="*/ 2876 h 3095"/>
              <a:gd name="T28" fmla="*/ 621 w 1144"/>
              <a:gd name="T29" fmla="*/ 2740 h 3095"/>
              <a:gd name="T30" fmla="*/ 621 w 1144"/>
              <a:gd name="T31" fmla="*/ 2489 h 3095"/>
              <a:gd name="T32" fmla="*/ 1099 w 1144"/>
              <a:gd name="T33" fmla="*/ 2011 h 3095"/>
              <a:gd name="T34" fmla="*/ 1107 w 1144"/>
              <a:gd name="T35" fmla="*/ 1100 h 3095"/>
              <a:gd name="T36" fmla="*/ 8 w 1144"/>
              <a:gd name="T37" fmla="*/ 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4" h="3095">
                <a:moveTo>
                  <a:pt x="8" y="0"/>
                </a:moveTo>
                <a:lnTo>
                  <a:pt x="0" y="8"/>
                </a:lnTo>
                <a:lnTo>
                  <a:pt x="1097" y="1105"/>
                </a:lnTo>
                <a:lnTo>
                  <a:pt x="1089" y="2009"/>
                </a:lnTo>
                <a:lnTo>
                  <a:pt x="611" y="2484"/>
                </a:lnTo>
                <a:lnTo>
                  <a:pt x="611" y="2745"/>
                </a:lnTo>
                <a:lnTo>
                  <a:pt x="752" y="2886"/>
                </a:lnTo>
                <a:lnTo>
                  <a:pt x="930" y="2889"/>
                </a:lnTo>
                <a:lnTo>
                  <a:pt x="1102" y="3061"/>
                </a:lnTo>
                <a:lnTo>
                  <a:pt x="1138" y="3095"/>
                </a:lnTo>
                <a:lnTo>
                  <a:pt x="1144" y="3087"/>
                </a:lnTo>
                <a:lnTo>
                  <a:pt x="1110" y="3053"/>
                </a:lnTo>
                <a:lnTo>
                  <a:pt x="935" y="2878"/>
                </a:lnTo>
                <a:lnTo>
                  <a:pt x="755" y="2876"/>
                </a:lnTo>
                <a:lnTo>
                  <a:pt x="621" y="2740"/>
                </a:lnTo>
                <a:lnTo>
                  <a:pt x="621" y="2489"/>
                </a:lnTo>
                <a:lnTo>
                  <a:pt x="1099" y="2011"/>
                </a:lnTo>
                <a:lnTo>
                  <a:pt x="1107" y="1100"/>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87" name="Freeform 1044"/>
          <p:cNvSpPr>
            <a:spLocks/>
          </p:cNvSpPr>
          <p:nvPr/>
        </p:nvSpPr>
        <p:spPr bwMode="auto">
          <a:xfrm>
            <a:off x="654820" y="-3994150"/>
            <a:ext cx="1816100" cy="4913313"/>
          </a:xfrm>
          <a:custGeom>
            <a:avLst/>
            <a:gdLst>
              <a:gd name="T0" fmla="*/ 8 w 1144"/>
              <a:gd name="T1" fmla="*/ 0 h 3095"/>
              <a:gd name="T2" fmla="*/ 0 w 1144"/>
              <a:gd name="T3" fmla="*/ 8 h 3095"/>
              <a:gd name="T4" fmla="*/ 1097 w 1144"/>
              <a:gd name="T5" fmla="*/ 1105 h 3095"/>
              <a:gd name="T6" fmla="*/ 1089 w 1144"/>
              <a:gd name="T7" fmla="*/ 2009 h 3095"/>
              <a:gd name="T8" fmla="*/ 611 w 1144"/>
              <a:gd name="T9" fmla="*/ 2484 h 3095"/>
              <a:gd name="T10" fmla="*/ 611 w 1144"/>
              <a:gd name="T11" fmla="*/ 2745 h 3095"/>
              <a:gd name="T12" fmla="*/ 752 w 1144"/>
              <a:gd name="T13" fmla="*/ 2886 h 3095"/>
              <a:gd name="T14" fmla="*/ 930 w 1144"/>
              <a:gd name="T15" fmla="*/ 2889 h 3095"/>
              <a:gd name="T16" fmla="*/ 1102 w 1144"/>
              <a:gd name="T17" fmla="*/ 3061 h 3095"/>
              <a:gd name="T18" fmla="*/ 1138 w 1144"/>
              <a:gd name="T19" fmla="*/ 3095 h 3095"/>
              <a:gd name="T20" fmla="*/ 1144 w 1144"/>
              <a:gd name="T21" fmla="*/ 3087 h 3095"/>
              <a:gd name="T22" fmla="*/ 1110 w 1144"/>
              <a:gd name="T23" fmla="*/ 3053 h 3095"/>
              <a:gd name="T24" fmla="*/ 935 w 1144"/>
              <a:gd name="T25" fmla="*/ 2878 h 3095"/>
              <a:gd name="T26" fmla="*/ 755 w 1144"/>
              <a:gd name="T27" fmla="*/ 2876 h 3095"/>
              <a:gd name="T28" fmla="*/ 621 w 1144"/>
              <a:gd name="T29" fmla="*/ 2740 h 3095"/>
              <a:gd name="T30" fmla="*/ 621 w 1144"/>
              <a:gd name="T31" fmla="*/ 2489 h 3095"/>
              <a:gd name="T32" fmla="*/ 1099 w 1144"/>
              <a:gd name="T33" fmla="*/ 2011 h 3095"/>
              <a:gd name="T34" fmla="*/ 1107 w 1144"/>
              <a:gd name="T35" fmla="*/ 1100 h 3095"/>
              <a:gd name="T36" fmla="*/ 8 w 1144"/>
              <a:gd name="T37" fmla="*/ 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4" h="3095">
                <a:moveTo>
                  <a:pt x="8" y="0"/>
                </a:moveTo>
                <a:lnTo>
                  <a:pt x="0" y="8"/>
                </a:lnTo>
                <a:lnTo>
                  <a:pt x="1097" y="1105"/>
                </a:lnTo>
                <a:lnTo>
                  <a:pt x="1089" y="2009"/>
                </a:lnTo>
                <a:lnTo>
                  <a:pt x="611" y="2484"/>
                </a:lnTo>
                <a:lnTo>
                  <a:pt x="611" y="2745"/>
                </a:lnTo>
                <a:lnTo>
                  <a:pt x="752" y="2886"/>
                </a:lnTo>
                <a:lnTo>
                  <a:pt x="930" y="2889"/>
                </a:lnTo>
                <a:lnTo>
                  <a:pt x="1102" y="3061"/>
                </a:lnTo>
                <a:lnTo>
                  <a:pt x="1138" y="3095"/>
                </a:lnTo>
                <a:lnTo>
                  <a:pt x="1144" y="3087"/>
                </a:lnTo>
                <a:lnTo>
                  <a:pt x="1110" y="3053"/>
                </a:lnTo>
                <a:lnTo>
                  <a:pt x="935" y="2878"/>
                </a:lnTo>
                <a:lnTo>
                  <a:pt x="755" y="2876"/>
                </a:lnTo>
                <a:lnTo>
                  <a:pt x="621" y="2740"/>
                </a:lnTo>
                <a:lnTo>
                  <a:pt x="621" y="2489"/>
                </a:lnTo>
                <a:lnTo>
                  <a:pt x="1099" y="2011"/>
                </a:lnTo>
                <a:lnTo>
                  <a:pt x="1107" y="1100"/>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88" name="Freeform 1045"/>
          <p:cNvSpPr>
            <a:spLocks noEditPoints="1"/>
          </p:cNvSpPr>
          <p:nvPr/>
        </p:nvSpPr>
        <p:spPr bwMode="auto">
          <a:xfrm>
            <a:off x="559570" y="-3897312"/>
            <a:ext cx="1670050" cy="2362200"/>
          </a:xfrm>
          <a:custGeom>
            <a:avLst/>
            <a:gdLst>
              <a:gd name="T0" fmla="*/ 366 w 403"/>
              <a:gd name="T1" fmla="*/ 363 h 570"/>
              <a:gd name="T2" fmla="*/ 365 w 403"/>
              <a:gd name="T3" fmla="*/ 365 h 570"/>
              <a:gd name="T4" fmla="*/ 364 w 403"/>
              <a:gd name="T5" fmla="*/ 366 h 570"/>
              <a:gd name="T6" fmla="*/ 399 w 403"/>
              <a:gd name="T7" fmla="*/ 401 h 570"/>
              <a:gd name="T8" fmla="*/ 399 w 403"/>
              <a:gd name="T9" fmla="*/ 570 h 570"/>
              <a:gd name="T10" fmla="*/ 403 w 403"/>
              <a:gd name="T11" fmla="*/ 569 h 570"/>
              <a:gd name="T12" fmla="*/ 403 w 403"/>
              <a:gd name="T13" fmla="*/ 399 h 570"/>
              <a:gd name="T14" fmla="*/ 366 w 403"/>
              <a:gd name="T15" fmla="*/ 363 h 570"/>
              <a:gd name="T16" fmla="*/ 3 w 403"/>
              <a:gd name="T17" fmla="*/ 0 h 570"/>
              <a:gd name="T18" fmla="*/ 0 w 403"/>
              <a:gd name="T19" fmla="*/ 3 h 570"/>
              <a:gd name="T20" fmla="*/ 335 w 403"/>
              <a:gd name="T21" fmla="*/ 337 h 570"/>
              <a:gd name="T22" fmla="*/ 335 w 403"/>
              <a:gd name="T23" fmla="*/ 336 h 570"/>
              <a:gd name="T24" fmla="*/ 337 w 403"/>
              <a:gd name="T25" fmla="*/ 334 h 570"/>
              <a:gd name="T26" fmla="*/ 3 w 403"/>
              <a:gd name="T27" fmla="*/ 0 h 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3" h="570">
                <a:moveTo>
                  <a:pt x="366" y="363"/>
                </a:moveTo>
                <a:cubicBezTo>
                  <a:pt x="366" y="364"/>
                  <a:pt x="365" y="364"/>
                  <a:pt x="365" y="365"/>
                </a:cubicBezTo>
                <a:cubicBezTo>
                  <a:pt x="364" y="365"/>
                  <a:pt x="364" y="366"/>
                  <a:pt x="364" y="366"/>
                </a:cubicBezTo>
                <a:cubicBezTo>
                  <a:pt x="399" y="401"/>
                  <a:pt x="399" y="401"/>
                  <a:pt x="399" y="401"/>
                </a:cubicBezTo>
                <a:cubicBezTo>
                  <a:pt x="399" y="570"/>
                  <a:pt x="399" y="570"/>
                  <a:pt x="399" y="570"/>
                </a:cubicBezTo>
                <a:cubicBezTo>
                  <a:pt x="400" y="569"/>
                  <a:pt x="401" y="569"/>
                  <a:pt x="403" y="569"/>
                </a:cubicBezTo>
                <a:cubicBezTo>
                  <a:pt x="403" y="399"/>
                  <a:pt x="403" y="399"/>
                  <a:pt x="403" y="399"/>
                </a:cubicBezTo>
                <a:cubicBezTo>
                  <a:pt x="366" y="363"/>
                  <a:pt x="366" y="363"/>
                  <a:pt x="366" y="363"/>
                </a:cubicBezTo>
                <a:moveTo>
                  <a:pt x="3" y="0"/>
                </a:moveTo>
                <a:cubicBezTo>
                  <a:pt x="0" y="3"/>
                  <a:pt x="0" y="3"/>
                  <a:pt x="0" y="3"/>
                </a:cubicBezTo>
                <a:cubicBezTo>
                  <a:pt x="335" y="337"/>
                  <a:pt x="335" y="337"/>
                  <a:pt x="335" y="337"/>
                </a:cubicBezTo>
                <a:cubicBezTo>
                  <a:pt x="335" y="336"/>
                  <a:pt x="335" y="336"/>
                  <a:pt x="335" y="336"/>
                </a:cubicBezTo>
                <a:cubicBezTo>
                  <a:pt x="336" y="335"/>
                  <a:pt x="337" y="335"/>
                  <a:pt x="337" y="334"/>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89" name="Freeform 1046"/>
          <p:cNvSpPr>
            <a:spLocks/>
          </p:cNvSpPr>
          <p:nvPr/>
        </p:nvSpPr>
        <p:spPr bwMode="auto">
          <a:xfrm>
            <a:off x="410345" y="-3748087"/>
            <a:ext cx="1716088" cy="4162425"/>
          </a:xfrm>
          <a:custGeom>
            <a:avLst/>
            <a:gdLst>
              <a:gd name="T0" fmla="*/ 2 w 414"/>
              <a:gd name="T1" fmla="*/ 0 h 1004"/>
              <a:gd name="T2" fmla="*/ 0 w 414"/>
              <a:gd name="T3" fmla="*/ 3 h 1004"/>
              <a:gd name="T4" fmla="*/ 406 w 414"/>
              <a:gd name="T5" fmla="*/ 410 h 1004"/>
              <a:gd name="T6" fmla="*/ 410 w 414"/>
              <a:gd name="T7" fmla="*/ 707 h 1004"/>
              <a:gd name="T8" fmla="*/ 204 w 414"/>
              <a:gd name="T9" fmla="*/ 913 h 1004"/>
              <a:gd name="T10" fmla="*/ 205 w 414"/>
              <a:gd name="T11" fmla="*/ 980 h 1004"/>
              <a:gd name="T12" fmla="*/ 184 w 414"/>
              <a:gd name="T13" fmla="*/ 1001 h 1004"/>
              <a:gd name="T14" fmla="*/ 187 w 414"/>
              <a:gd name="T15" fmla="*/ 1004 h 1004"/>
              <a:gd name="T16" fmla="*/ 209 w 414"/>
              <a:gd name="T17" fmla="*/ 982 h 1004"/>
              <a:gd name="T18" fmla="*/ 208 w 414"/>
              <a:gd name="T19" fmla="*/ 915 h 1004"/>
              <a:gd name="T20" fmla="*/ 414 w 414"/>
              <a:gd name="T21" fmla="*/ 709 h 1004"/>
              <a:gd name="T22" fmla="*/ 410 w 414"/>
              <a:gd name="T23" fmla="*/ 408 h 1004"/>
              <a:gd name="T24" fmla="*/ 2 w 414"/>
              <a:gd name="T25" fmla="*/ 0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4" h="1004">
                <a:moveTo>
                  <a:pt x="2" y="0"/>
                </a:moveTo>
                <a:cubicBezTo>
                  <a:pt x="0" y="3"/>
                  <a:pt x="0" y="3"/>
                  <a:pt x="0" y="3"/>
                </a:cubicBezTo>
                <a:cubicBezTo>
                  <a:pt x="406" y="410"/>
                  <a:pt x="406" y="410"/>
                  <a:pt x="406" y="410"/>
                </a:cubicBezTo>
                <a:cubicBezTo>
                  <a:pt x="410" y="707"/>
                  <a:pt x="410" y="707"/>
                  <a:pt x="410" y="707"/>
                </a:cubicBezTo>
                <a:cubicBezTo>
                  <a:pt x="204" y="913"/>
                  <a:pt x="204" y="913"/>
                  <a:pt x="204" y="913"/>
                </a:cubicBezTo>
                <a:cubicBezTo>
                  <a:pt x="205" y="980"/>
                  <a:pt x="205" y="980"/>
                  <a:pt x="205" y="980"/>
                </a:cubicBezTo>
                <a:cubicBezTo>
                  <a:pt x="184" y="1001"/>
                  <a:pt x="184" y="1001"/>
                  <a:pt x="184" y="1001"/>
                </a:cubicBezTo>
                <a:cubicBezTo>
                  <a:pt x="185" y="1002"/>
                  <a:pt x="186" y="1003"/>
                  <a:pt x="187" y="1004"/>
                </a:cubicBezTo>
                <a:cubicBezTo>
                  <a:pt x="209" y="982"/>
                  <a:pt x="209" y="982"/>
                  <a:pt x="209" y="982"/>
                </a:cubicBezTo>
                <a:cubicBezTo>
                  <a:pt x="208" y="915"/>
                  <a:pt x="208" y="915"/>
                  <a:pt x="208" y="915"/>
                </a:cubicBezTo>
                <a:cubicBezTo>
                  <a:pt x="414" y="709"/>
                  <a:pt x="414" y="709"/>
                  <a:pt x="414" y="709"/>
                </a:cubicBezTo>
                <a:cubicBezTo>
                  <a:pt x="410" y="408"/>
                  <a:pt x="410" y="408"/>
                  <a:pt x="410" y="408"/>
                </a:cubicBezTo>
                <a:cubicBezTo>
                  <a:pt x="2" y="0"/>
                  <a:pt x="2" y="0"/>
                  <a:pt x="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90" name="Freeform 1047"/>
          <p:cNvSpPr>
            <a:spLocks/>
          </p:cNvSpPr>
          <p:nvPr/>
        </p:nvSpPr>
        <p:spPr bwMode="auto">
          <a:xfrm>
            <a:off x="373833" y="-3711575"/>
            <a:ext cx="1652588" cy="3698875"/>
          </a:xfrm>
          <a:custGeom>
            <a:avLst/>
            <a:gdLst>
              <a:gd name="T0" fmla="*/ 3 w 399"/>
              <a:gd name="T1" fmla="*/ 0 h 892"/>
              <a:gd name="T2" fmla="*/ 0 w 399"/>
              <a:gd name="T3" fmla="*/ 3 h 892"/>
              <a:gd name="T4" fmla="*/ 394 w 399"/>
              <a:gd name="T5" fmla="*/ 397 h 892"/>
              <a:gd name="T6" fmla="*/ 395 w 399"/>
              <a:gd name="T7" fmla="*/ 683 h 892"/>
              <a:gd name="T8" fmla="*/ 188 w 399"/>
              <a:gd name="T9" fmla="*/ 890 h 892"/>
              <a:gd name="T10" fmla="*/ 191 w 399"/>
              <a:gd name="T11" fmla="*/ 892 h 892"/>
              <a:gd name="T12" fmla="*/ 191 w 399"/>
              <a:gd name="T13" fmla="*/ 892 h 892"/>
              <a:gd name="T14" fmla="*/ 191 w 399"/>
              <a:gd name="T15" fmla="*/ 892 h 892"/>
              <a:gd name="T16" fmla="*/ 399 w 399"/>
              <a:gd name="T17" fmla="*/ 684 h 892"/>
              <a:gd name="T18" fmla="*/ 398 w 399"/>
              <a:gd name="T19" fmla="*/ 395 h 892"/>
              <a:gd name="T20" fmla="*/ 3 w 399"/>
              <a:gd name="T21" fmla="*/ 0 h 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9" h="892">
                <a:moveTo>
                  <a:pt x="3" y="0"/>
                </a:moveTo>
                <a:cubicBezTo>
                  <a:pt x="0" y="3"/>
                  <a:pt x="0" y="3"/>
                  <a:pt x="0" y="3"/>
                </a:cubicBezTo>
                <a:cubicBezTo>
                  <a:pt x="394" y="397"/>
                  <a:pt x="394" y="397"/>
                  <a:pt x="394" y="397"/>
                </a:cubicBezTo>
                <a:cubicBezTo>
                  <a:pt x="395" y="683"/>
                  <a:pt x="395" y="683"/>
                  <a:pt x="395" y="683"/>
                </a:cubicBezTo>
                <a:cubicBezTo>
                  <a:pt x="188" y="890"/>
                  <a:pt x="188" y="890"/>
                  <a:pt x="188" y="890"/>
                </a:cubicBezTo>
                <a:cubicBezTo>
                  <a:pt x="189" y="890"/>
                  <a:pt x="190" y="891"/>
                  <a:pt x="191" y="892"/>
                </a:cubicBezTo>
                <a:cubicBezTo>
                  <a:pt x="191" y="892"/>
                  <a:pt x="191" y="892"/>
                  <a:pt x="191" y="892"/>
                </a:cubicBezTo>
                <a:cubicBezTo>
                  <a:pt x="191" y="892"/>
                  <a:pt x="191" y="892"/>
                  <a:pt x="191" y="892"/>
                </a:cubicBezTo>
                <a:cubicBezTo>
                  <a:pt x="399" y="684"/>
                  <a:pt x="399" y="684"/>
                  <a:pt x="399" y="684"/>
                </a:cubicBezTo>
                <a:cubicBezTo>
                  <a:pt x="398" y="395"/>
                  <a:pt x="398" y="395"/>
                  <a:pt x="398" y="395"/>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91" name="Freeform 1048"/>
          <p:cNvSpPr>
            <a:spLocks/>
          </p:cNvSpPr>
          <p:nvPr/>
        </p:nvSpPr>
        <p:spPr bwMode="auto">
          <a:xfrm>
            <a:off x="315095" y="-3652837"/>
            <a:ext cx="1600200" cy="3867150"/>
          </a:xfrm>
          <a:custGeom>
            <a:avLst/>
            <a:gdLst>
              <a:gd name="T0" fmla="*/ 8 w 1008"/>
              <a:gd name="T1" fmla="*/ 0 h 2436"/>
              <a:gd name="T2" fmla="*/ 0 w 1008"/>
              <a:gd name="T3" fmla="*/ 7 h 2436"/>
              <a:gd name="T4" fmla="*/ 990 w 1008"/>
              <a:gd name="T5" fmla="*/ 997 h 2436"/>
              <a:gd name="T6" fmla="*/ 997 w 1008"/>
              <a:gd name="T7" fmla="*/ 1713 h 2436"/>
              <a:gd name="T8" fmla="*/ 405 w 1008"/>
              <a:gd name="T9" fmla="*/ 2306 h 2436"/>
              <a:gd name="T10" fmla="*/ 405 w 1008"/>
              <a:gd name="T11" fmla="*/ 2379 h 2436"/>
              <a:gd name="T12" fmla="*/ 402 w 1008"/>
              <a:gd name="T13" fmla="*/ 2436 h 2436"/>
              <a:gd name="T14" fmla="*/ 413 w 1008"/>
              <a:gd name="T15" fmla="*/ 2436 h 2436"/>
              <a:gd name="T16" fmla="*/ 415 w 1008"/>
              <a:gd name="T17" fmla="*/ 2381 h 2436"/>
              <a:gd name="T18" fmla="*/ 415 w 1008"/>
              <a:gd name="T19" fmla="*/ 2308 h 2436"/>
              <a:gd name="T20" fmla="*/ 1008 w 1008"/>
              <a:gd name="T21" fmla="*/ 1718 h 2436"/>
              <a:gd name="T22" fmla="*/ 1000 w 1008"/>
              <a:gd name="T23" fmla="*/ 992 h 2436"/>
              <a:gd name="T24" fmla="*/ 8 w 1008"/>
              <a:gd name="T25" fmla="*/ 0 h 2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8" h="2436">
                <a:moveTo>
                  <a:pt x="8" y="0"/>
                </a:moveTo>
                <a:lnTo>
                  <a:pt x="0" y="7"/>
                </a:lnTo>
                <a:lnTo>
                  <a:pt x="990" y="997"/>
                </a:lnTo>
                <a:lnTo>
                  <a:pt x="997" y="1713"/>
                </a:lnTo>
                <a:lnTo>
                  <a:pt x="405" y="2306"/>
                </a:lnTo>
                <a:lnTo>
                  <a:pt x="405" y="2379"/>
                </a:lnTo>
                <a:lnTo>
                  <a:pt x="402" y="2436"/>
                </a:lnTo>
                <a:lnTo>
                  <a:pt x="413" y="2436"/>
                </a:lnTo>
                <a:lnTo>
                  <a:pt x="415" y="2381"/>
                </a:lnTo>
                <a:lnTo>
                  <a:pt x="415" y="2308"/>
                </a:lnTo>
                <a:lnTo>
                  <a:pt x="1008" y="1718"/>
                </a:lnTo>
                <a:lnTo>
                  <a:pt x="1000" y="992"/>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92" name="Freeform 1049"/>
          <p:cNvSpPr>
            <a:spLocks/>
          </p:cNvSpPr>
          <p:nvPr/>
        </p:nvSpPr>
        <p:spPr bwMode="auto">
          <a:xfrm>
            <a:off x="315095" y="-3652837"/>
            <a:ext cx="1600200" cy="3867150"/>
          </a:xfrm>
          <a:custGeom>
            <a:avLst/>
            <a:gdLst>
              <a:gd name="T0" fmla="*/ 8 w 1008"/>
              <a:gd name="T1" fmla="*/ 0 h 2436"/>
              <a:gd name="T2" fmla="*/ 0 w 1008"/>
              <a:gd name="T3" fmla="*/ 7 h 2436"/>
              <a:gd name="T4" fmla="*/ 990 w 1008"/>
              <a:gd name="T5" fmla="*/ 997 h 2436"/>
              <a:gd name="T6" fmla="*/ 997 w 1008"/>
              <a:gd name="T7" fmla="*/ 1713 h 2436"/>
              <a:gd name="T8" fmla="*/ 405 w 1008"/>
              <a:gd name="T9" fmla="*/ 2306 h 2436"/>
              <a:gd name="T10" fmla="*/ 405 w 1008"/>
              <a:gd name="T11" fmla="*/ 2379 h 2436"/>
              <a:gd name="T12" fmla="*/ 402 w 1008"/>
              <a:gd name="T13" fmla="*/ 2436 h 2436"/>
              <a:gd name="T14" fmla="*/ 413 w 1008"/>
              <a:gd name="T15" fmla="*/ 2436 h 2436"/>
              <a:gd name="T16" fmla="*/ 415 w 1008"/>
              <a:gd name="T17" fmla="*/ 2381 h 2436"/>
              <a:gd name="T18" fmla="*/ 415 w 1008"/>
              <a:gd name="T19" fmla="*/ 2308 h 2436"/>
              <a:gd name="T20" fmla="*/ 1008 w 1008"/>
              <a:gd name="T21" fmla="*/ 1718 h 2436"/>
              <a:gd name="T22" fmla="*/ 1000 w 1008"/>
              <a:gd name="T23" fmla="*/ 992 h 2436"/>
              <a:gd name="T24" fmla="*/ 8 w 1008"/>
              <a:gd name="T25" fmla="*/ 0 h 2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8" h="2436">
                <a:moveTo>
                  <a:pt x="8" y="0"/>
                </a:moveTo>
                <a:lnTo>
                  <a:pt x="0" y="7"/>
                </a:lnTo>
                <a:lnTo>
                  <a:pt x="990" y="997"/>
                </a:lnTo>
                <a:lnTo>
                  <a:pt x="997" y="1713"/>
                </a:lnTo>
                <a:lnTo>
                  <a:pt x="405" y="2306"/>
                </a:lnTo>
                <a:lnTo>
                  <a:pt x="405" y="2379"/>
                </a:lnTo>
                <a:lnTo>
                  <a:pt x="402" y="2436"/>
                </a:lnTo>
                <a:lnTo>
                  <a:pt x="413" y="2436"/>
                </a:lnTo>
                <a:lnTo>
                  <a:pt x="415" y="2381"/>
                </a:lnTo>
                <a:lnTo>
                  <a:pt x="415" y="2308"/>
                </a:lnTo>
                <a:lnTo>
                  <a:pt x="1008" y="1718"/>
                </a:lnTo>
                <a:lnTo>
                  <a:pt x="1000" y="992"/>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93" name="Freeform 1050"/>
          <p:cNvSpPr>
            <a:spLocks/>
          </p:cNvSpPr>
          <p:nvPr/>
        </p:nvSpPr>
        <p:spPr bwMode="auto">
          <a:xfrm>
            <a:off x="186508" y="-3524250"/>
            <a:ext cx="1528763" cy="4675188"/>
          </a:xfrm>
          <a:custGeom>
            <a:avLst/>
            <a:gdLst>
              <a:gd name="T0" fmla="*/ 3 w 369"/>
              <a:gd name="T1" fmla="*/ 0 h 1128"/>
              <a:gd name="T2" fmla="*/ 0 w 369"/>
              <a:gd name="T3" fmla="*/ 3 h 1128"/>
              <a:gd name="T4" fmla="*/ 362 w 369"/>
              <a:gd name="T5" fmla="*/ 365 h 1128"/>
              <a:gd name="T6" fmla="*/ 365 w 369"/>
              <a:gd name="T7" fmla="*/ 617 h 1128"/>
              <a:gd name="T8" fmla="*/ 122 w 369"/>
              <a:gd name="T9" fmla="*/ 859 h 1128"/>
              <a:gd name="T10" fmla="*/ 121 w 369"/>
              <a:gd name="T11" fmla="*/ 950 h 1128"/>
              <a:gd name="T12" fmla="*/ 299 w 369"/>
              <a:gd name="T13" fmla="*/ 1128 h 1128"/>
              <a:gd name="T14" fmla="*/ 300 w 369"/>
              <a:gd name="T15" fmla="*/ 1127 h 1128"/>
              <a:gd name="T16" fmla="*/ 302 w 369"/>
              <a:gd name="T17" fmla="*/ 1126 h 1128"/>
              <a:gd name="T18" fmla="*/ 125 w 369"/>
              <a:gd name="T19" fmla="*/ 948 h 1128"/>
              <a:gd name="T20" fmla="*/ 126 w 369"/>
              <a:gd name="T21" fmla="*/ 861 h 1128"/>
              <a:gd name="T22" fmla="*/ 369 w 369"/>
              <a:gd name="T23" fmla="*/ 618 h 1128"/>
              <a:gd name="T24" fmla="*/ 366 w 369"/>
              <a:gd name="T25" fmla="*/ 364 h 1128"/>
              <a:gd name="T26" fmla="*/ 3 w 369"/>
              <a:gd name="T27" fmla="*/ 0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9" h="1128">
                <a:moveTo>
                  <a:pt x="3" y="0"/>
                </a:moveTo>
                <a:cubicBezTo>
                  <a:pt x="0" y="3"/>
                  <a:pt x="0" y="3"/>
                  <a:pt x="0" y="3"/>
                </a:cubicBezTo>
                <a:cubicBezTo>
                  <a:pt x="362" y="365"/>
                  <a:pt x="362" y="365"/>
                  <a:pt x="362" y="365"/>
                </a:cubicBezTo>
                <a:cubicBezTo>
                  <a:pt x="365" y="617"/>
                  <a:pt x="365" y="617"/>
                  <a:pt x="365" y="617"/>
                </a:cubicBezTo>
                <a:cubicBezTo>
                  <a:pt x="122" y="859"/>
                  <a:pt x="122" y="859"/>
                  <a:pt x="122" y="859"/>
                </a:cubicBezTo>
                <a:cubicBezTo>
                  <a:pt x="121" y="950"/>
                  <a:pt x="121" y="950"/>
                  <a:pt x="121" y="950"/>
                </a:cubicBezTo>
                <a:cubicBezTo>
                  <a:pt x="299" y="1128"/>
                  <a:pt x="299" y="1128"/>
                  <a:pt x="299" y="1128"/>
                </a:cubicBezTo>
                <a:cubicBezTo>
                  <a:pt x="299" y="1128"/>
                  <a:pt x="300" y="1128"/>
                  <a:pt x="300" y="1127"/>
                </a:cubicBezTo>
                <a:cubicBezTo>
                  <a:pt x="301" y="1127"/>
                  <a:pt x="301" y="1126"/>
                  <a:pt x="302" y="1126"/>
                </a:cubicBezTo>
                <a:cubicBezTo>
                  <a:pt x="125" y="948"/>
                  <a:pt x="125" y="948"/>
                  <a:pt x="125" y="948"/>
                </a:cubicBezTo>
                <a:cubicBezTo>
                  <a:pt x="126" y="861"/>
                  <a:pt x="126" y="861"/>
                  <a:pt x="126" y="861"/>
                </a:cubicBezTo>
                <a:cubicBezTo>
                  <a:pt x="369" y="618"/>
                  <a:pt x="369" y="618"/>
                  <a:pt x="369" y="618"/>
                </a:cubicBezTo>
                <a:cubicBezTo>
                  <a:pt x="366" y="364"/>
                  <a:pt x="366" y="364"/>
                  <a:pt x="366" y="364"/>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94" name="Freeform 1051"/>
          <p:cNvSpPr>
            <a:spLocks/>
          </p:cNvSpPr>
          <p:nvPr/>
        </p:nvSpPr>
        <p:spPr bwMode="auto">
          <a:xfrm>
            <a:off x="149995" y="-3487737"/>
            <a:ext cx="1512888" cy="5245100"/>
          </a:xfrm>
          <a:custGeom>
            <a:avLst/>
            <a:gdLst>
              <a:gd name="T0" fmla="*/ 3 w 365"/>
              <a:gd name="T1" fmla="*/ 0 h 1265"/>
              <a:gd name="T2" fmla="*/ 0 w 365"/>
              <a:gd name="T3" fmla="*/ 3 h 1265"/>
              <a:gd name="T4" fmla="*/ 359 w 365"/>
              <a:gd name="T5" fmla="*/ 361 h 1265"/>
              <a:gd name="T6" fmla="*/ 361 w 365"/>
              <a:gd name="T7" fmla="*/ 598 h 1265"/>
              <a:gd name="T8" fmla="*/ 108 w 365"/>
              <a:gd name="T9" fmla="*/ 851 h 1265"/>
              <a:gd name="T10" fmla="*/ 108 w 365"/>
              <a:gd name="T11" fmla="*/ 942 h 1265"/>
              <a:gd name="T12" fmla="*/ 283 w 365"/>
              <a:gd name="T13" fmla="*/ 1117 h 1265"/>
              <a:gd name="T14" fmla="*/ 280 w 365"/>
              <a:gd name="T15" fmla="*/ 1187 h 1265"/>
              <a:gd name="T16" fmla="*/ 346 w 365"/>
              <a:gd name="T17" fmla="*/ 1253 h 1265"/>
              <a:gd name="T18" fmla="*/ 346 w 365"/>
              <a:gd name="T19" fmla="*/ 1265 h 1265"/>
              <a:gd name="T20" fmla="*/ 350 w 365"/>
              <a:gd name="T21" fmla="*/ 1265 h 1265"/>
              <a:gd name="T22" fmla="*/ 350 w 365"/>
              <a:gd name="T23" fmla="*/ 1252 h 1265"/>
              <a:gd name="T24" fmla="*/ 284 w 365"/>
              <a:gd name="T25" fmla="*/ 1186 h 1265"/>
              <a:gd name="T26" fmla="*/ 287 w 365"/>
              <a:gd name="T27" fmla="*/ 1115 h 1265"/>
              <a:gd name="T28" fmla="*/ 112 w 365"/>
              <a:gd name="T29" fmla="*/ 940 h 1265"/>
              <a:gd name="T30" fmla="*/ 112 w 365"/>
              <a:gd name="T31" fmla="*/ 853 h 1265"/>
              <a:gd name="T32" fmla="*/ 365 w 365"/>
              <a:gd name="T33" fmla="*/ 600 h 1265"/>
              <a:gd name="T34" fmla="*/ 363 w 365"/>
              <a:gd name="T35" fmla="*/ 359 h 1265"/>
              <a:gd name="T36" fmla="*/ 3 w 365"/>
              <a:gd name="T37" fmla="*/ 0 h 1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65" h="1265">
                <a:moveTo>
                  <a:pt x="3" y="0"/>
                </a:moveTo>
                <a:cubicBezTo>
                  <a:pt x="0" y="3"/>
                  <a:pt x="0" y="3"/>
                  <a:pt x="0" y="3"/>
                </a:cubicBezTo>
                <a:cubicBezTo>
                  <a:pt x="359" y="361"/>
                  <a:pt x="359" y="361"/>
                  <a:pt x="359" y="361"/>
                </a:cubicBezTo>
                <a:cubicBezTo>
                  <a:pt x="361" y="598"/>
                  <a:pt x="361" y="598"/>
                  <a:pt x="361" y="598"/>
                </a:cubicBezTo>
                <a:cubicBezTo>
                  <a:pt x="108" y="851"/>
                  <a:pt x="108" y="851"/>
                  <a:pt x="108" y="851"/>
                </a:cubicBezTo>
                <a:cubicBezTo>
                  <a:pt x="108" y="942"/>
                  <a:pt x="108" y="942"/>
                  <a:pt x="108" y="942"/>
                </a:cubicBezTo>
                <a:cubicBezTo>
                  <a:pt x="283" y="1117"/>
                  <a:pt x="283" y="1117"/>
                  <a:pt x="283" y="1117"/>
                </a:cubicBezTo>
                <a:cubicBezTo>
                  <a:pt x="280" y="1187"/>
                  <a:pt x="280" y="1187"/>
                  <a:pt x="280" y="1187"/>
                </a:cubicBezTo>
                <a:cubicBezTo>
                  <a:pt x="346" y="1253"/>
                  <a:pt x="346" y="1253"/>
                  <a:pt x="346" y="1253"/>
                </a:cubicBezTo>
                <a:cubicBezTo>
                  <a:pt x="346" y="1265"/>
                  <a:pt x="346" y="1265"/>
                  <a:pt x="346" y="1265"/>
                </a:cubicBezTo>
                <a:cubicBezTo>
                  <a:pt x="347" y="1265"/>
                  <a:pt x="349" y="1265"/>
                  <a:pt x="350" y="1265"/>
                </a:cubicBezTo>
                <a:cubicBezTo>
                  <a:pt x="350" y="1252"/>
                  <a:pt x="350" y="1252"/>
                  <a:pt x="350" y="1252"/>
                </a:cubicBezTo>
                <a:cubicBezTo>
                  <a:pt x="284" y="1186"/>
                  <a:pt x="284" y="1186"/>
                  <a:pt x="284" y="1186"/>
                </a:cubicBezTo>
                <a:cubicBezTo>
                  <a:pt x="287" y="1115"/>
                  <a:pt x="287" y="1115"/>
                  <a:pt x="287" y="1115"/>
                </a:cubicBezTo>
                <a:cubicBezTo>
                  <a:pt x="112" y="940"/>
                  <a:pt x="112" y="940"/>
                  <a:pt x="112" y="940"/>
                </a:cubicBezTo>
                <a:cubicBezTo>
                  <a:pt x="112" y="853"/>
                  <a:pt x="112" y="853"/>
                  <a:pt x="112" y="853"/>
                </a:cubicBezTo>
                <a:cubicBezTo>
                  <a:pt x="365" y="600"/>
                  <a:pt x="365" y="600"/>
                  <a:pt x="365" y="600"/>
                </a:cubicBezTo>
                <a:cubicBezTo>
                  <a:pt x="363" y="359"/>
                  <a:pt x="363" y="359"/>
                  <a:pt x="363" y="359"/>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095" name="Freeform 1052"/>
          <p:cNvSpPr>
            <a:spLocks/>
          </p:cNvSpPr>
          <p:nvPr/>
        </p:nvSpPr>
        <p:spPr bwMode="auto">
          <a:xfrm>
            <a:off x="103958" y="-3441700"/>
            <a:ext cx="1474788" cy="5148263"/>
          </a:xfrm>
          <a:custGeom>
            <a:avLst/>
            <a:gdLst>
              <a:gd name="T0" fmla="*/ 8 w 929"/>
              <a:gd name="T1" fmla="*/ 0 h 3243"/>
              <a:gd name="T2" fmla="*/ 0 w 929"/>
              <a:gd name="T3" fmla="*/ 8 h 3243"/>
              <a:gd name="T4" fmla="*/ 0 w 929"/>
              <a:gd name="T5" fmla="*/ 8 h 3243"/>
              <a:gd name="T6" fmla="*/ 919 w 929"/>
              <a:gd name="T7" fmla="*/ 924 h 3243"/>
              <a:gd name="T8" fmla="*/ 916 w 929"/>
              <a:gd name="T9" fmla="*/ 1515 h 3243"/>
              <a:gd name="T10" fmla="*/ 227 w 929"/>
              <a:gd name="T11" fmla="*/ 2201 h 3243"/>
              <a:gd name="T12" fmla="*/ 230 w 929"/>
              <a:gd name="T13" fmla="*/ 2455 h 3243"/>
              <a:gd name="T14" fmla="*/ 692 w 929"/>
              <a:gd name="T15" fmla="*/ 2917 h 3243"/>
              <a:gd name="T16" fmla="*/ 700 w 929"/>
              <a:gd name="T17" fmla="*/ 3115 h 3243"/>
              <a:gd name="T18" fmla="*/ 794 w 929"/>
              <a:gd name="T19" fmla="*/ 3209 h 3243"/>
              <a:gd name="T20" fmla="*/ 827 w 929"/>
              <a:gd name="T21" fmla="*/ 3243 h 3243"/>
              <a:gd name="T22" fmla="*/ 835 w 929"/>
              <a:gd name="T23" fmla="*/ 3236 h 3243"/>
              <a:gd name="T24" fmla="*/ 801 w 929"/>
              <a:gd name="T25" fmla="*/ 3202 h 3243"/>
              <a:gd name="T26" fmla="*/ 710 w 929"/>
              <a:gd name="T27" fmla="*/ 3110 h 3243"/>
              <a:gd name="T28" fmla="*/ 702 w 929"/>
              <a:gd name="T29" fmla="*/ 2912 h 3243"/>
              <a:gd name="T30" fmla="*/ 240 w 929"/>
              <a:gd name="T31" fmla="*/ 2449 h 3243"/>
              <a:gd name="T32" fmla="*/ 237 w 929"/>
              <a:gd name="T33" fmla="*/ 2207 h 3243"/>
              <a:gd name="T34" fmla="*/ 927 w 929"/>
              <a:gd name="T35" fmla="*/ 1520 h 3243"/>
              <a:gd name="T36" fmla="*/ 929 w 929"/>
              <a:gd name="T37" fmla="*/ 922 h 3243"/>
              <a:gd name="T38" fmla="*/ 8 w 929"/>
              <a:gd name="T39" fmla="*/ 0 h 3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29" h="3243">
                <a:moveTo>
                  <a:pt x="8" y="0"/>
                </a:moveTo>
                <a:lnTo>
                  <a:pt x="0" y="8"/>
                </a:lnTo>
                <a:lnTo>
                  <a:pt x="0" y="8"/>
                </a:lnTo>
                <a:lnTo>
                  <a:pt x="919" y="924"/>
                </a:lnTo>
                <a:lnTo>
                  <a:pt x="916" y="1515"/>
                </a:lnTo>
                <a:lnTo>
                  <a:pt x="227" y="2201"/>
                </a:lnTo>
                <a:lnTo>
                  <a:pt x="230" y="2455"/>
                </a:lnTo>
                <a:lnTo>
                  <a:pt x="692" y="2917"/>
                </a:lnTo>
                <a:lnTo>
                  <a:pt x="700" y="3115"/>
                </a:lnTo>
                <a:lnTo>
                  <a:pt x="794" y="3209"/>
                </a:lnTo>
                <a:lnTo>
                  <a:pt x="827" y="3243"/>
                </a:lnTo>
                <a:lnTo>
                  <a:pt x="835" y="3236"/>
                </a:lnTo>
                <a:lnTo>
                  <a:pt x="801" y="3202"/>
                </a:lnTo>
                <a:lnTo>
                  <a:pt x="710" y="3110"/>
                </a:lnTo>
                <a:lnTo>
                  <a:pt x="702" y="2912"/>
                </a:lnTo>
                <a:lnTo>
                  <a:pt x="240" y="2449"/>
                </a:lnTo>
                <a:lnTo>
                  <a:pt x="237" y="2207"/>
                </a:lnTo>
                <a:lnTo>
                  <a:pt x="927" y="1520"/>
                </a:lnTo>
                <a:lnTo>
                  <a:pt x="929" y="922"/>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96" name="Freeform 1054"/>
          <p:cNvSpPr>
            <a:spLocks/>
          </p:cNvSpPr>
          <p:nvPr/>
        </p:nvSpPr>
        <p:spPr bwMode="auto">
          <a:xfrm>
            <a:off x="103957" y="-3441700"/>
            <a:ext cx="1474788" cy="5148263"/>
          </a:xfrm>
          <a:custGeom>
            <a:avLst/>
            <a:gdLst>
              <a:gd name="T0" fmla="*/ 8 w 929"/>
              <a:gd name="T1" fmla="*/ 0 h 3243"/>
              <a:gd name="T2" fmla="*/ 0 w 929"/>
              <a:gd name="T3" fmla="*/ 8 h 3243"/>
              <a:gd name="T4" fmla="*/ 0 w 929"/>
              <a:gd name="T5" fmla="*/ 8 h 3243"/>
              <a:gd name="T6" fmla="*/ 919 w 929"/>
              <a:gd name="T7" fmla="*/ 924 h 3243"/>
              <a:gd name="T8" fmla="*/ 916 w 929"/>
              <a:gd name="T9" fmla="*/ 1515 h 3243"/>
              <a:gd name="T10" fmla="*/ 227 w 929"/>
              <a:gd name="T11" fmla="*/ 2201 h 3243"/>
              <a:gd name="T12" fmla="*/ 230 w 929"/>
              <a:gd name="T13" fmla="*/ 2455 h 3243"/>
              <a:gd name="T14" fmla="*/ 692 w 929"/>
              <a:gd name="T15" fmla="*/ 2917 h 3243"/>
              <a:gd name="T16" fmla="*/ 700 w 929"/>
              <a:gd name="T17" fmla="*/ 3115 h 3243"/>
              <a:gd name="T18" fmla="*/ 794 w 929"/>
              <a:gd name="T19" fmla="*/ 3209 h 3243"/>
              <a:gd name="T20" fmla="*/ 827 w 929"/>
              <a:gd name="T21" fmla="*/ 3243 h 3243"/>
              <a:gd name="T22" fmla="*/ 835 w 929"/>
              <a:gd name="T23" fmla="*/ 3236 h 3243"/>
              <a:gd name="T24" fmla="*/ 801 w 929"/>
              <a:gd name="T25" fmla="*/ 3202 h 3243"/>
              <a:gd name="T26" fmla="*/ 710 w 929"/>
              <a:gd name="T27" fmla="*/ 3110 h 3243"/>
              <a:gd name="T28" fmla="*/ 702 w 929"/>
              <a:gd name="T29" fmla="*/ 2912 h 3243"/>
              <a:gd name="T30" fmla="*/ 240 w 929"/>
              <a:gd name="T31" fmla="*/ 2449 h 3243"/>
              <a:gd name="T32" fmla="*/ 237 w 929"/>
              <a:gd name="T33" fmla="*/ 2207 h 3243"/>
              <a:gd name="T34" fmla="*/ 927 w 929"/>
              <a:gd name="T35" fmla="*/ 1520 h 3243"/>
              <a:gd name="T36" fmla="*/ 929 w 929"/>
              <a:gd name="T37" fmla="*/ 922 h 3243"/>
              <a:gd name="T38" fmla="*/ 8 w 929"/>
              <a:gd name="T39" fmla="*/ 0 h 3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29" h="3243">
                <a:moveTo>
                  <a:pt x="8" y="0"/>
                </a:moveTo>
                <a:lnTo>
                  <a:pt x="0" y="8"/>
                </a:lnTo>
                <a:lnTo>
                  <a:pt x="0" y="8"/>
                </a:lnTo>
                <a:lnTo>
                  <a:pt x="919" y="924"/>
                </a:lnTo>
                <a:lnTo>
                  <a:pt x="916" y="1515"/>
                </a:lnTo>
                <a:lnTo>
                  <a:pt x="227" y="2201"/>
                </a:lnTo>
                <a:lnTo>
                  <a:pt x="230" y="2455"/>
                </a:lnTo>
                <a:lnTo>
                  <a:pt x="692" y="2917"/>
                </a:lnTo>
                <a:lnTo>
                  <a:pt x="700" y="3115"/>
                </a:lnTo>
                <a:lnTo>
                  <a:pt x="794" y="3209"/>
                </a:lnTo>
                <a:lnTo>
                  <a:pt x="827" y="3243"/>
                </a:lnTo>
                <a:lnTo>
                  <a:pt x="835" y="3236"/>
                </a:lnTo>
                <a:lnTo>
                  <a:pt x="801" y="3202"/>
                </a:lnTo>
                <a:lnTo>
                  <a:pt x="710" y="3110"/>
                </a:lnTo>
                <a:lnTo>
                  <a:pt x="702" y="2912"/>
                </a:lnTo>
                <a:lnTo>
                  <a:pt x="240" y="2449"/>
                </a:lnTo>
                <a:lnTo>
                  <a:pt x="237" y="2207"/>
                </a:lnTo>
                <a:lnTo>
                  <a:pt x="927" y="1520"/>
                </a:lnTo>
                <a:lnTo>
                  <a:pt x="929" y="922"/>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97" name="Freeform 1055"/>
          <p:cNvSpPr>
            <a:spLocks noEditPoints="1"/>
          </p:cNvSpPr>
          <p:nvPr/>
        </p:nvSpPr>
        <p:spPr bwMode="auto">
          <a:xfrm>
            <a:off x="45220" y="-3384550"/>
            <a:ext cx="1617663" cy="5581650"/>
          </a:xfrm>
          <a:custGeom>
            <a:avLst/>
            <a:gdLst>
              <a:gd name="T0" fmla="*/ 77 w 390"/>
              <a:gd name="T1" fmla="*/ 905 h 1346"/>
              <a:gd name="T2" fmla="*/ 74 w 390"/>
              <a:gd name="T3" fmla="*/ 905 h 1346"/>
              <a:gd name="T4" fmla="*/ 74 w 390"/>
              <a:gd name="T5" fmla="*/ 905 h 1346"/>
              <a:gd name="T6" fmla="*/ 73 w 390"/>
              <a:gd name="T7" fmla="*/ 905 h 1346"/>
              <a:gd name="T8" fmla="*/ 73 w 390"/>
              <a:gd name="T9" fmla="*/ 936 h 1346"/>
              <a:gd name="T10" fmla="*/ 259 w 390"/>
              <a:gd name="T11" fmla="*/ 1122 h 1346"/>
              <a:gd name="T12" fmla="*/ 259 w 390"/>
              <a:gd name="T13" fmla="*/ 1218 h 1346"/>
              <a:gd name="T14" fmla="*/ 380 w 390"/>
              <a:gd name="T15" fmla="*/ 1339 h 1346"/>
              <a:gd name="T16" fmla="*/ 387 w 390"/>
              <a:gd name="T17" fmla="*/ 1346 h 1346"/>
              <a:gd name="T18" fmla="*/ 390 w 390"/>
              <a:gd name="T19" fmla="*/ 1344 h 1346"/>
              <a:gd name="T20" fmla="*/ 383 w 390"/>
              <a:gd name="T21" fmla="*/ 1336 h 1346"/>
              <a:gd name="T22" fmla="*/ 263 w 390"/>
              <a:gd name="T23" fmla="*/ 1216 h 1346"/>
              <a:gd name="T24" fmla="*/ 264 w 390"/>
              <a:gd name="T25" fmla="*/ 1121 h 1346"/>
              <a:gd name="T26" fmla="*/ 77 w 390"/>
              <a:gd name="T27" fmla="*/ 934 h 1346"/>
              <a:gd name="T28" fmla="*/ 77 w 390"/>
              <a:gd name="T29" fmla="*/ 905 h 1346"/>
              <a:gd name="T30" fmla="*/ 3 w 390"/>
              <a:gd name="T31" fmla="*/ 0 h 1346"/>
              <a:gd name="T32" fmla="*/ 0 w 390"/>
              <a:gd name="T33" fmla="*/ 3 h 1346"/>
              <a:gd name="T34" fmla="*/ 345 w 390"/>
              <a:gd name="T35" fmla="*/ 348 h 1346"/>
              <a:gd name="T36" fmla="*/ 346 w 390"/>
              <a:gd name="T37" fmla="*/ 562 h 1346"/>
              <a:gd name="T38" fmla="*/ 73 w 390"/>
              <a:gd name="T39" fmla="*/ 835 h 1346"/>
              <a:gd name="T40" fmla="*/ 73 w 390"/>
              <a:gd name="T41" fmla="*/ 864 h 1346"/>
              <a:gd name="T42" fmla="*/ 74 w 390"/>
              <a:gd name="T43" fmla="*/ 864 h 1346"/>
              <a:gd name="T44" fmla="*/ 74 w 390"/>
              <a:gd name="T45" fmla="*/ 864 h 1346"/>
              <a:gd name="T46" fmla="*/ 77 w 390"/>
              <a:gd name="T47" fmla="*/ 864 h 1346"/>
              <a:gd name="T48" fmla="*/ 77 w 390"/>
              <a:gd name="T49" fmla="*/ 837 h 1346"/>
              <a:gd name="T50" fmla="*/ 350 w 390"/>
              <a:gd name="T51" fmla="*/ 563 h 1346"/>
              <a:gd name="T52" fmla="*/ 349 w 390"/>
              <a:gd name="T53" fmla="*/ 346 h 1346"/>
              <a:gd name="T54" fmla="*/ 3 w 390"/>
              <a:gd name="T55" fmla="*/ 0 h 1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90" h="1346">
                <a:moveTo>
                  <a:pt x="77" y="905"/>
                </a:moveTo>
                <a:cubicBezTo>
                  <a:pt x="76" y="905"/>
                  <a:pt x="75" y="905"/>
                  <a:pt x="74" y="905"/>
                </a:cubicBezTo>
                <a:cubicBezTo>
                  <a:pt x="74" y="905"/>
                  <a:pt x="74" y="905"/>
                  <a:pt x="74" y="905"/>
                </a:cubicBezTo>
                <a:cubicBezTo>
                  <a:pt x="74" y="905"/>
                  <a:pt x="73" y="905"/>
                  <a:pt x="73" y="905"/>
                </a:cubicBezTo>
                <a:cubicBezTo>
                  <a:pt x="73" y="936"/>
                  <a:pt x="73" y="936"/>
                  <a:pt x="73" y="936"/>
                </a:cubicBezTo>
                <a:cubicBezTo>
                  <a:pt x="259" y="1122"/>
                  <a:pt x="259" y="1122"/>
                  <a:pt x="259" y="1122"/>
                </a:cubicBezTo>
                <a:cubicBezTo>
                  <a:pt x="259" y="1218"/>
                  <a:pt x="259" y="1218"/>
                  <a:pt x="259" y="1218"/>
                </a:cubicBezTo>
                <a:cubicBezTo>
                  <a:pt x="380" y="1339"/>
                  <a:pt x="380" y="1339"/>
                  <a:pt x="380" y="1339"/>
                </a:cubicBezTo>
                <a:cubicBezTo>
                  <a:pt x="387" y="1346"/>
                  <a:pt x="387" y="1346"/>
                  <a:pt x="387" y="1346"/>
                </a:cubicBezTo>
                <a:cubicBezTo>
                  <a:pt x="390" y="1344"/>
                  <a:pt x="390" y="1344"/>
                  <a:pt x="390" y="1344"/>
                </a:cubicBezTo>
                <a:cubicBezTo>
                  <a:pt x="383" y="1336"/>
                  <a:pt x="383" y="1336"/>
                  <a:pt x="383" y="1336"/>
                </a:cubicBezTo>
                <a:cubicBezTo>
                  <a:pt x="263" y="1216"/>
                  <a:pt x="263" y="1216"/>
                  <a:pt x="263" y="1216"/>
                </a:cubicBezTo>
                <a:cubicBezTo>
                  <a:pt x="264" y="1121"/>
                  <a:pt x="264" y="1121"/>
                  <a:pt x="264" y="1121"/>
                </a:cubicBezTo>
                <a:cubicBezTo>
                  <a:pt x="77" y="934"/>
                  <a:pt x="77" y="934"/>
                  <a:pt x="77" y="934"/>
                </a:cubicBezTo>
                <a:cubicBezTo>
                  <a:pt x="77" y="905"/>
                  <a:pt x="77" y="905"/>
                  <a:pt x="77" y="905"/>
                </a:cubicBezTo>
                <a:moveTo>
                  <a:pt x="3" y="0"/>
                </a:moveTo>
                <a:cubicBezTo>
                  <a:pt x="0" y="3"/>
                  <a:pt x="0" y="3"/>
                  <a:pt x="0" y="3"/>
                </a:cubicBezTo>
                <a:cubicBezTo>
                  <a:pt x="345" y="348"/>
                  <a:pt x="345" y="348"/>
                  <a:pt x="345" y="348"/>
                </a:cubicBezTo>
                <a:cubicBezTo>
                  <a:pt x="346" y="562"/>
                  <a:pt x="346" y="562"/>
                  <a:pt x="346" y="562"/>
                </a:cubicBezTo>
                <a:cubicBezTo>
                  <a:pt x="73" y="835"/>
                  <a:pt x="73" y="835"/>
                  <a:pt x="73" y="835"/>
                </a:cubicBezTo>
                <a:cubicBezTo>
                  <a:pt x="73" y="864"/>
                  <a:pt x="73" y="864"/>
                  <a:pt x="73" y="864"/>
                </a:cubicBezTo>
                <a:cubicBezTo>
                  <a:pt x="73" y="864"/>
                  <a:pt x="74" y="864"/>
                  <a:pt x="74" y="864"/>
                </a:cubicBezTo>
                <a:cubicBezTo>
                  <a:pt x="74" y="864"/>
                  <a:pt x="74" y="864"/>
                  <a:pt x="74" y="864"/>
                </a:cubicBezTo>
                <a:cubicBezTo>
                  <a:pt x="75" y="864"/>
                  <a:pt x="76" y="864"/>
                  <a:pt x="77" y="864"/>
                </a:cubicBezTo>
                <a:cubicBezTo>
                  <a:pt x="77" y="837"/>
                  <a:pt x="77" y="837"/>
                  <a:pt x="77" y="837"/>
                </a:cubicBezTo>
                <a:cubicBezTo>
                  <a:pt x="350" y="563"/>
                  <a:pt x="350" y="563"/>
                  <a:pt x="350" y="563"/>
                </a:cubicBezTo>
                <a:cubicBezTo>
                  <a:pt x="349" y="346"/>
                  <a:pt x="349" y="346"/>
                  <a:pt x="349" y="346"/>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98" name="Freeform 1056"/>
          <p:cNvSpPr>
            <a:spLocks/>
          </p:cNvSpPr>
          <p:nvPr/>
        </p:nvSpPr>
        <p:spPr bwMode="auto">
          <a:xfrm>
            <a:off x="-62730" y="-3276600"/>
            <a:ext cx="1517650" cy="5527675"/>
          </a:xfrm>
          <a:custGeom>
            <a:avLst/>
            <a:gdLst>
              <a:gd name="T0" fmla="*/ 3 w 366"/>
              <a:gd name="T1" fmla="*/ 0 h 1333"/>
              <a:gd name="T2" fmla="*/ 0 w 366"/>
              <a:gd name="T3" fmla="*/ 2 h 1333"/>
              <a:gd name="T4" fmla="*/ 331 w 366"/>
              <a:gd name="T5" fmla="*/ 333 h 1333"/>
              <a:gd name="T6" fmla="*/ 330 w 366"/>
              <a:gd name="T7" fmla="*/ 522 h 1333"/>
              <a:gd name="T8" fmla="*/ 36 w 366"/>
              <a:gd name="T9" fmla="*/ 816 h 1333"/>
              <a:gd name="T10" fmla="*/ 36 w 366"/>
              <a:gd name="T11" fmla="*/ 881 h 1333"/>
              <a:gd name="T12" fmla="*/ 264 w 366"/>
              <a:gd name="T13" fmla="*/ 1109 h 1333"/>
              <a:gd name="T14" fmla="*/ 263 w 366"/>
              <a:gd name="T15" fmla="*/ 1198 h 1333"/>
              <a:gd name="T16" fmla="*/ 362 w 366"/>
              <a:gd name="T17" fmla="*/ 1298 h 1333"/>
              <a:gd name="T18" fmla="*/ 362 w 366"/>
              <a:gd name="T19" fmla="*/ 1333 h 1333"/>
              <a:gd name="T20" fmla="*/ 363 w 366"/>
              <a:gd name="T21" fmla="*/ 1333 h 1333"/>
              <a:gd name="T22" fmla="*/ 363 w 366"/>
              <a:gd name="T23" fmla="*/ 1333 h 1333"/>
              <a:gd name="T24" fmla="*/ 366 w 366"/>
              <a:gd name="T25" fmla="*/ 1333 h 1333"/>
              <a:gd name="T26" fmla="*/ 366 w 366"/>
              <a:gd name="T27" fmla="*/ 1296 h 1333"/>
              <a:gd name="T28" fmla="*/ 267 w 366"/>
              <a:gd name="T29" fmla="*/ 1197 h 1333"/>
              <a:gd name="T30" fmla="*/ 268 w 366"/>
              <a:gd name="T31" fmla="*/ 1107 h 1333"/>
              <a:gd name="T32" fmla="*/ 40 w 366"/>
              <a:gd name="T33" fmla="*/ 879 h 1333"/>
              <a:gd name="T34" fmla="*/ 40 w 366"/>
              <a:gd name="T35" fmla="*/ 817 h 1333"/>
              <a:gd name="T36" fmla="*/ 334 w 366"/>
              <a:gd name="T37" fmla="*/ 523 h 1333"/>
              <a:gd name="T38" fmla="*/ 335 w 366"/>
              <a:gd name="T39" fmla="*/ 332 h 1333"/>
              <a:gd name="T40" fmla="*/ 3 w 366"/>
              <a:gd name="T41" fmla="*/ 0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66" h="1333">
                <a:moveTo>
                  <a:pt x="3" y="0"/>
                </a:moveTo>
                <a:cubicBezTo>
                  <a:pt x="0" y="2"/>
                  <a:pt x="0" y="2"/>
                  <a:pt x="0" y="2"/>
                </a:cubicBezTo>
                <a:cubicBezTo>
                  <a:pt x="331" y="333"/>
                  <a:pt x="331" y="333"/>
                  <a:pt x="331" y="333"/>
                </a:cubicBezTo>
                <a:cubicBezTo>
                  <a:pt x="330" y="522"/>
                  <a:pt x="330" y="522"/>
                  <a:pt x="330" y="522"/>
                </a:cubicBezTo>
                <a:cubicBezTo>
                  <a:pt x="36" y="816"/>
                  <a:pt x="36" y="816"/>
                  <a:pt x="36" y="816"/>
                </a:cubicBezTo>
                <a:cubicBezTo>
                  <a:pt x="36" y="881"/>
                  <a:pt x="36" y="881"/>
                  <a:pt x="36" y="881"/>
                </a:cubicBezTo>
                <a:cubicBezTo>
                  <a:pt x="264" y="1109"/>
                  <a:pt x="264" y="1109"/>
                  <a:pt x="264" y="1109"/>
                </a:cubicBezTo>
                <a:cubicBezTo>
                  <a:pt x="263" y="1198"/>
                  <a:pt x="263" y="1198"/>
                  <a:pt x="263" y="1198"/>
                </a:cubicBezTo>
                <a:cubicBezTo>
                  <a:pt x="362" y="1298"/>
                  <a:pt x="362" y="1298"/>
                  <a:pt x="362" y="1298"/>
                </a:cubicBezTo>
                <a:cubicBezTo>
                  <a:pt x="362" y="1333"/>
                  <a:pt x="362" y="1333"/>
                  <a:pt x="362" y="1333"/>
                </a:cubicBezTo>
                <a:cubicBezTo>
                  <a:pt x="363" y="1333"/>
                  <a:pt x="363" y="1333"/>
                  <a:pt x="363" y="1333"/>
                </a:cubicBezTo>
                <a:cubicBezTo>
                  <a:pt x="363" y="1333"/>
                  <a:pt x="363" y="1333"/>
                  <a:pt x="363" y="1333"/>
                </a:cubicBezTo>
                <a:cubicBezTo>
                  <a:pt x="364" y="1333"/>
                  <a:pt x="365" y="1333"/>
                  <a:pt x="366" y="1333"/>
                </a:cubicBezTo>
                <a:cubicBezTo>
                  <a:pt x="366" y="1296"/>
                  <a:pt x="366" y="1296"/>
                  <a:pt x="366" y="1296"/>
                </a:cubicBezTo>
                <a:cubicBezTo>
                  <a:pt x="267" y="1197"/>
                  <a:pt x="267" y="1197"/>
                  <a:pt x="267" y="1197"/>
                </a:cubicBezTo>
                <a:cubicBezTo>
                  <a:pt x="268" y="1107"/>
                  <a:pt x="268" y="1107"/>
                  <a:pt x="268" y="1107"/>
                </a:cubicBezTo>
                <a:cubicBezTo>
                  <a:pt x="40" y="879"/>
                  <a:pt x="40" y="879"/>
                  <a:pt x="40" y="879"/>
                </a:cubicBezTo>
                <a:cubicBezTo>
                  <a:pt x="40" y="817"/>
                  <a:pt x="40" y="817"/>
                  <a:pt x="40" y="817"/>
                </a:cubicBezTo>
                <a:cubicBezTo>
                  <a:pt x="334" y="523"/>
                  <a:pt x="334" y="523"/>
                  <a:pt x="334" y="523"/>
                </a:cubicBezTo>
                <a:cubicBezTo>
                  <a:pt x="335" y="332"/>
                  <a:pt x="335" y="332"/>
                  <a:pt x="335" y="332"/>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99" name="Freeform 1057"/>
          <p:cNvSpPr>
            <a:spLocks/>
          </p:cNvSpPr>
          <p:nvPr/>
        </p:nvSpPr>
        <p:spPr bwMode="auto">
          <a:xfrm>
            <a:off x="-119880" y="-3217863"/>
            <a:ext cx="1363663" cy="3354388"/>
          </a:xfrm>
          <a:custGeom>
            <a:avLst/>
            <a:gdLst>
              <a:gd name="T0" fmla="*/ 8 w 859"/>
              <a:gd name="T1" fmla="*/ 0 h 2113"/>
              <a:gd name="T2" fmla="*/ 0 w 859"/>
              <a:gd name="T3" fmla="*/ 8 h 2113"/>
              <a:gd name="T4" fmla="*/ 846 w 859"/>
              <a:gd name="T5" fmla="*/ 854 h 2113"/>
              <a:gd name="T6" fmla="*/ 848 w 859"/>
              <a:gd name="T7" fmla="*/ 1316 h 2113"/>
              <a:gd name="T8" fmla="*/ 60 w 859"/>
              <a:gd name="T9" fmla="*/ 2105 h 2113"/>
              <a:gd name="T10" fmla="*/ 68 w 859"/>
              <a:gd name="T11" fmla="*/ 2113 h 2113"/>
              <a:gd name="T12" fmla="*/ 859 w 859"/>
              <a:gd name="T13" fmla="*/ 1319 h 2113"/>
              <a:gd name="T14" fmla="*/ 856 w 859"/>
              <a:gd name="T15" fmla="*/ 849 h 2113"/>
              <a:gd name="T16" fmla="*/ 8 w 859"/>
              <a:gd name="T17" fmla="*/ 0 h 2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9" h="2113">
                <a:moveTo>
                  <a:pt x="8" y="0"/>
                </a:moveTo>
                <a:lnTo>
                  <a:pt x="0" y="8"/>
                </a:lnTo>
                <a:lnTo>
                  <a:pt x="846" y="854"/>
                </a:lnTo>
                <a:lnTo>
                  <a:pt x="848" y="1316"/>
                </a:lnTo>
                <a:lnTo>
                  <a:pt x="60" y="2105"/>
                </a:lnTo>
                <a:lnTo>
                  <a:pt x="68" y="2113"/>
                </a:lnTo>
                <a:lnTo>
                  <a:pt x="859" y="1319"/>
                </a:lnTo>
                <a:lnTo>
                  <a:pt x="856" y="849"/>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00" name="Freeform 1058"/>
          <p:cNvSpPr>
            <a:spLocks/>
          </p:cNvSpPr>
          <p:nvPr/>
        </p:nvSpPr>
        <p:spPr bwMode="auto">
          <a:xfrm>
            <a:off x="-119880" y="-3217863"/>
            <a:ext cx="1363663" cy="3354388"/>
          </a:xfrm>
          <a:custGeom>
            <a:avLst/>
            <a:gdLst>
              <a:gd name="T0" fmla="*/ 8 w 859"/>
              <a:gd name="T1" fmla="*/ 0 h 2113"/>
              <a:gd name="T2" fmla="*/ 0 w 859"/>
              <a:gd name="T3" fmla="*/ 8 h 2113"/>
              <a:gd name="T4" fmla="*/ 846 w 859"/>
              <a:gd name="T5" fmla="*/ 854 h 2113"/>
              <a:gd name="T6" fmla="*/ 848 w 859"/>
              <a:gd name="T7" fmla="*/ 1316 h 2113"/>
              <a:gd name="T8" fmla="*/ 60 w 859"/>
              <a:gd name="T9" fmla="*/ 2105 h 2113"/>
              <a:gd name="T10" fmla="*/ 68 w 859"/>
              <a:gd name="T11" fmla="*/ 2113 h 2113"/>
              <a:gd name="T12" fmla="*/ 859 w 859"/>
              <a:gd name="T13" fmla="*/ 1319 h 2113"/>
              <a:gd name="T14" fmla="*/ 856 w 859"/>
              <a:gd name="T15" fmla="*/ 849 h 2113"/>
              <a:gd name="T16" fmla="*/ 8 w 859"/>
              <a:gd name="T17" fmla="*/ 0 h 2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9" h="2113">
                <a:moveTo>
                  <a:pt x="8" y="0"/>
                </a:moveTo>
                <a:lnTo>
                  <a:pt x="0" y="8"/>
                </a:lnTo>
                <a:lnTo>
                  <a:pt x="846" y="854"/>
                </a:lnTo>
                <a:lnTo>
                  <a:pt x="848" y="1316"/>
                </a:lnTo>
                <a:lnTo>
                  <a:pt x="60" y="2105"/>
                </a:lnTo>
                <a:lnTo>
                  <a:pt x="68" y="2113"/>
                </a:lnTo>
                <a:lnTo>
                  <a:pt x="859" y="1319"/>
                </a:lnTo>
                <a:lnTo>
                  <a:pt x="856" y="849"/>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01" name="Freeform 1059"/>
          <p:cNvSpPr>
            <a:spLocks/>
          </p:cNvSpPr>
          <p:nvPr/>
        </p:nvSpPr>
        <p:spPr bwMode="auto">
          <a:xfrm>
            <a:off x="-2797993" y="1343025"/>
            <a:ext cx="1231900" cy="977900"/>
          </a:xfrm>
          <a:custGeom>
            <a:avLst/>
            <a:gdLst>
              <a:gd name="T0" fmla="*/ 0 w 297"/>
              <a:gd name="T1" fmla="*/ 0 h 236"/>
              <a:gd name="T2" fmla="*/ 1 w 297"/>
              <a:gd name="T3" fmla="*/ 4 h 236"/>
              <a:gd name="T4" fmla="*/ 17 w 297"/>
              <a:gd name="T5" fmla="*/ 5 h 236"/>
              <a:gd name="T6" fmla="*/ 193 w 297"/>
              <a:gd name="T7" fmla="*/ 180 h 236"/>
              <a:gd name="T8" fmla="*/ 239 w 297"/>
              <a:gd name="T9" fmla="*/ 181 h 236"/>
              <a:gd name="T10" fmla="*/ 294 w 297"/>
              <a:gd name="T11" fmla="*/ 236 h 236"/>
              <a:gd name="T12" fmla="*/ 295 w 297"/>
              <a:gd name="T13" fmla="*/ 235 h 236"/>
              <a:gd name="T14" fmla="*/ 297 w 297"/>
              <a:gd name="T15" fmla="*/ 233 h 236"/>
              <a:gd name="T16" fmla="*/ 240 w 297"/>
              <a:gd name="T17" fmla="*/ 177 h 236"/>
              <a:gd name="T18" fmla="*/ 195 w 297"/>
              <a:gd name="T19" fmla="*/ 176 h 236"/>
              <a:gd name="T20" fmla="*/ 19 w 297"/>
              <a:gd name="T21" fmla="*/ 1 h 236"/>
              <a:gd name="T22" fmla="*/ 0 w 297"/>
              <a:gd name="T23" fmla="*/ 0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7" h="236">
                <a:moveTo>
                  <a:pt x="0" y="0"/>
                </a:moveTo>
                <a:cubicBezTo>
                  <a:pt x="1" y="2"/>
                  <a:pt x="1" y="3"/>
                  <a:pt x="1" y="4"/>
                </a:cubicBezTo>
                <a:cubicBezTo>
                  <a:pt x="17" y="5"/>
                  <a:pt x="17" y="5"/>
                  <a:pt x="17" y="5"/>
                </a:cubicBezTo>
                <a:cubicBezTo>
                  <a:pt x="193" y="180"/>
                  <a:pt x="193" y="180"/>
                  <a:pt x="193" y="180"/>
                </a:cubicBezTo>
                <a:cubicBezTo>
                  <a:pt x="239" y="181"/>
                  <a:pt x="239" y="181"/>
                  <a:pt x="239" y="181"/>
                </a:cubicBezTo>
                <a:cubicBezTo>
                  <a:pt x="294" y="236"/>
                  <a:pt x="294" y="236"/>
                  <a:pt x="294" y="236"/>
                </a:cubicBezTo>
                <a:cubicBezTo>
                  <a:pt x="294" y="235"/>
                  <a:pt x="294" y="235"/>
                  <a:pt x="295" y="235"/>
                </a:cubicBezTo>
                <a:cubicBezTo>
                  <a:pt x="295" y="234"/>
                  <a:pt x="296" y="234"/>
                  <a:pt x="297" y="233"/>
                </a:cubicBezTo>
                <a:cubicBezTo>
                  <a:pt x="240" y="177"/>
                  <a:pt x="240" y="177"/>
                  <a:pt x="240" y="177"/>
                </a:cubicBezTo>
                <a:cubicBezTo>
                  <a:pt x="195" y="176"/>
                  <a:pt x="195" y="176"/>
                  <a:pt x="195" y="176"/>
                </a:cubicBezTo>
                <a:cubicBezTo>
                  <a:pt x="19" y="1"/>
                  <a:pt x="19" y="1"/>
                  <a:pt x="19" y="1"/>
                </a:cubicBezTo>
                <a:cubicBezTo>
                  <a:pt x="0" y="0"/>
                  <a:pt x="0" y="0"/>
                  <a:pt x="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02" name="Freeform 1060"/>
          <p:cNvSpPr>
            <a:spLocks noEditPoints="1"/>
          </p:cNvSpPr>
          <p:nvPr/>
        </p:nvSpPr>
        <p:spPr bwMode="auto">
          <a:xfrm>
            <a:off x="-5641206" y="-1709738"/>
            <a:ext cx="5006975" cy="4532313"/>
          </a:xfrm>
          <a:custGeom>
            <a:avLst/>
            <a:gdLst>
              <a:gd name="T0" fmla="*/ 1206 w 1208"/>
              <a:gd name="T1" fmla="*/ 982 h 1093"/>
              <a:gd name="T2" fmla="*/ 1202 w 1208"/>
              <a:gd name="T3" fmla="*/ 983 h 1093"/>
              <a:gd name="T4" fmla="*/ 1204 w 1208"/>
              <a:gd name="T5" fmla="*/ 1028 h 1093"/>
              <a:gd name="T6" fmla="*/ 1184 w 1208"/>
              <a:gd name="T7" fmla="*/ 1049 h 1093"/>
              <a:gd name="T8" fmla="*/ 1186 w 1208"/>
              <a:gd name="T9" fmla="*/ 1052 h 1093"/>
              <a:gd name="T10" fmla="*/ 1208 w 1208"/>
              <a:gd name="T11" fmla="*/ 1030 h 1093"/>
              <a:gd name="T12" fmla="*/ 1206 w 1208"/>
              <a:gd name="T13" fmla="*/ 982 h 1093"/>
              <a:gd name="T14" fmla="*/ 665 w 1208"/>
              <a:gd name="T15" fmla="*/ 663 h 1093"/>
              <a:gd name="T16" fmla="*/ 663 w 1208"/>
              <a:gd name="T17" fmla="*/ 665 h 1093"/>
              <a:gd name="T18" fmla="*/ 662 w 1208"/>
              <a:gd name="T19" fmla="*/ 666 h 1093"/>
              <a:gd name="T20" fmla="*/ 892 w 1208"/>
              <a:gd name="T21" fmla="*/ 895 h 1093"/>
              <a:gd name="T22" fmla="*/ 947 w 1208"/>
              <a:gd name="T23" fmla="*/ 894 h 1093"/>
              <a:gd name="T24" fmla="*/ 1023 w 1208"/>
              <a:gd name="T25" fmla="*/ 970 h 1093"/>
              <a:gd name="T26" fmla="*/ 1021 w 1208"/>
              <a:gd name="T27" fmla="*/ 1047 h 1093"/>
              <a:gd name="T28" fmla="*/ 1067 w 1208"/>
              <a:gd name="T29" fmla="*/ 1093 h 1093"/>
              <a:gd name="T30" fmla="*/ 1145 w 1208"/>
              <a:gd name="T31" fmla="*/ 1093 h 1093"/>
              <a:gd name="T32" fmla="*/ 1158 w 1208"/>
              <a:gd name="T33" fmla="*/ 1080 h 1093"/>
              <a:gd name="T34" fmla="*/ 1155 w 1208"/>
              <a:gd name="T35" fmla="*/ 1078 h 1093"/>
              <a:gd name="T36" fmla="*/ 1143 w 1208"/>
              <a:gd name="T37" fmla="*/ 1089 h 1093"/>
              <a:gd name="T38" fmla="*/ 1069 w 1208"/>
              <a:gd name="T39" fmla="*/ 1089 h 1093"/>
              <a:gd name="T40" fmla="*/ 1025 w 1208"/>
              <a:gd name="T41" fmla="*/ 1045 h 1093"/>
              <a:gd name="T42" fmla="*/ 1027 w 1208"/>
              <a:gd name="T43" fmla="*/ 968 h 1093"/>
              <a:gd name="T44" fmla="*/ 949 w 1208"/>
              <a:gd name="T45" fmla="*/ 890 h 1093"/>
              <a:gd name="T46" fmla="*/ 893 w 1208"/>
              <a:gd name="T47" fmla="*/ 891 h 1093"/>
              <a:gd name="T48" fmla="*/ 665 w 1208"/>
              <a:gd name="T49" fmla="*/ 663 h 1093"/>
              <a:gd name="T50" fmla="*/ 3 w 1208"/>
              <a:gd name="T51" fmla="*/ 0 h 1093"/>
              <a:gd name="T52" fmla="*/ 0 w 1208"/>
              <a:gd name="T53" fmla="*/ 3 h 1093"/>
              <a:gd name="T54" fmla="*/ 633 w 1208"/>
              <a:gd name="T55" fmla="*/ 637 h 1093"/>
              <a:gd name="T56" fmla="*/ 634 w 1208"/>
              <a:gd name="T57" fmla="*/ 636 h 1093"/>
              <a:gd name="T58" fmla="*/ 636 w 1208"/>
              <a:gd name="T59" fmla="*/ 634 h 1093"/>
              <a:gd name="T60" fmla="*/ 3 w 1208"/>
              <a:gd name="T61" fmla="*/ 0 h 10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08" h="1093">
                <a:moveTo>
                  <a:pt x="1206" y="982"/>
                </a:moveTo>
                <a:cubicBezTo>
                  <a:pt x="1205" y="982"/>
                  <a:pt x="1203" y="983"/>
                  <a:pt x="1202" y="983"/>
                </a:cubicBezTo>
                <a:cubicBezTo>
                  <a:pt x="1204" y="1028"/>
                  <a:pt x="1204" y="1028"/>
                  <a:pt x="1204" y="1028"/>
                </a:cubicBezTo>
                <a:cubicBezTo>
                  <a:pt x="1184" y="1049"/>
                  <a:pt x="1184" y="1049"/>
                  <a:pt x="1184" y="1049"/>
                </a:cubicBezTo>
                <a:cubicBezTo>
                  <a:pt x="1185" y="1050"/>
                  <a:pt x="1186" y="1051"/>
                  <a:pt x="1186" y="1052"/>
                </a:cubicBezTo>
                <a:cubicBezTo>
                  <a:pt x="1208" y="1030"/>
                  <a:pt x="1208" y="1030"/>
                  <a:pt x="1208" y="1030"/>
                </a:cubicBezTo>
                <a:cubicBezTo>
                  <a:pt x="1206" y="982"/>
                  <a:pt x="1206" y="982"/>
                  <a:pt x="1206" y="982"/>
                </a:cubicBezTo>
                <a:moveTo>
                  <a:pt x="665" y="663"/>
                </a:moveTo>
                <a:cubicBezTo>
                  <a:pt x="665" y="663"/>
                  <a:pt x="664" y="664"/>
                  <a:pt x="663" y="665"/>
                </a:cubicBezTo>
                <a:cubicBezTo>
                  <a:pt x="663" y="665"/>
                  <a:pt x="663" y="665"/>
                  <a:pt x="662" y="666"/>
                </a:cubicBezTo>
                <a:cubicBezTo>
                  <a:pt x="892" y="895"/>
                  <a:pt x="892" y="895"/>
                  <a:pt x="892" y="895"/>
                </a:cubicBezTo>
                <a:cubicBezTo>
                  <a:pt x="947" y="894"/>
                  <a:pt x="947" y="894"/>
                  <a:pt x="947" y="894"/>
                </a:cubicBezTo>
                <a:cubicBezTo>
                  <a:pt x="1023" y="970"/>
                  <a:pt x="1023" y="970"/>
                  <a:pt x="1023" y="970"/>
                </a:cubicBezTo>
                <a:cubicBezTo>
                  <a:pt x="1021" y="1047"/>
                  <a:pt x="1021" y="1047"/>
                  <a:pt x="1021" y="1047"/>
                </a:cubicBezTo>
                <a:cubicBezTo>
                  <a:pt x="1067" y="1093"/>
                  <a:pt x="1067" y="1093"/>
                  <a:pt x="1067" y="1093"/>
                </a:cubicBezTo>
                <a:cubicBezTo>
                  <a:pt x="1145" y="1093"/>
                  <a:pt x="1145" y="1093"/>
                  <a:pt x="1145" y="1093"/>
                </a:cubicBezTo>
                <a:cubicBezTo>
                  <a:pt x="1158" y="1080"/>
                  <a:pt x="1158" y="1080"/>
                  <a:pt x="1158" y="1080"/>
                </a:cubicBezTo>
                <a:cubicBezTo>
                  <a:pt x="1157" y="1080"/>
                  <a:pt x="1156" y="1079"/>
                  <a:pt x="1155" y="1078"/>
                </a:cubicBezTo>
                <a:cubicBezTo>
                  <a:pt x="1143" y="1089"/>
                  <a:pt x="1143" y="1089"/>
                  <a:pt x="1143" y="1089"/>
                </a:cubicBezTo>
                <a:cubicBezTo>
                  <a:pt x="1069" y="1089"/>
                  <a:pt x="1069" y="1089"/>
                  <a:pt x="1069" y="1089"/>
                </a:cubicBezTo>
                <a:cubicBezTo>
                  <a:pt x="1025" y="1045"/>
                  <a:pt x="1025" y="1045"/>
                  <a:pt x="1025" y="1045"/>
                </a:cubicBezTo>
                <a:cubicBezTo>
                  <a:pt x="1027" y="968"/>
                  <a:pt x="1027" y="968"/>
                  <a:pt x="1027" y="968"/>
                </a:cubicBezTo>
                <a:cubicBezTo>
                  <a:pt x="949" y="890"/>
                  <a:pt x="949" y="890"/>
                  <a:pt x="949" y="890"/>
                </a:cubicBezTo>
                <a:cubicBezTo>
                  <a:pt x="893" y="891"/>
                  <a:pt x="893" y="891"/>
                  <a:pt x="893" y="891"/>
                </a:cubicBezTo>
                <a:cubicBezTo>
                  <a:pt x="665" y="663"/>
                  <a:pt x="665" y="663"/>
                  <a:pt x="665" y="663"/>
                </a:cubicBezTo>
                <a:moveTo>
                  <a:pt x="3" y="0"/>
                </a:moveTo>
                <a:cubicBezTo>
                  <a:pt x="0" y="3"/>
                  <a:pt x="0" y="3"/>
                  <a:pt x="0" y="3"/>
                </a:cubicBezTo>
                <a:cubicBezTo>
                  <a:pt x="633" y="637"/>
                  <a:pt x="633" y="637"/>
                  <a:pt x="633" y="637"/>
                </a:cubicBezTo>
                <a:cubicBezTo>
                  <a:pt x="633" y="636"/>
                  <a:pt x="634" y="636"/>
                  <a:pt x="634" y="636"/>
                </a:cubicBezTo>
                <a:cubicBezTo>
                  <a:pt x="635" y="635"/>
                  <a:pt x="635" y="634"/>
                  <a:pt x="636" y="634"/>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03" name="Freeform 1061"/>
          <p:cNvSpPr>
            <a:spLocks/>
          </p:cNvSpPr>
          <p:nvPr/>
        </p:nvSpPr>
        <p:spPr bwMode="auto">
          <a:xfrm>
            <a:off x="-5615806" y="-2222500"/>
            <a:ext cx="4721225" cy="4675188"/>
          </a:xfrm>
          <a:custGeom>
            <a:avLst/>
            <a:gdLst>
              <a:gd name="T0" fmla="*/ 2 w 1139"/>
              <a:gd name="T1" fmla="*/ 0 h 1128"/>
              <a:gd name="T2" fmla="*/ 0 w 1139"/>
              <a:gd name="T3" fmla="*/ 3 h 1128"/>
              <a:gd name="T4" fmla="*/ 880 w 1139"/>
              <a:gd name="T5" fmla="*/ 883 h 1128"/>
              <a:gd name="T6" fmla="*/ 879 w 1139"/>
              <a:gd name="T7" fmla="*/ 933 h 1128"/>
              <a:gd name="T8" fmla="*/ 1073 w 1139"/>
              <a:gd name="T9" fmla="*/ 1127 h 1128"/>
              <a:gd name="T10" fmla="*/ 1139 w 1139"/>
              <a:gd name="T11" fmla="*/ 1128 h 1128"/>
              <a:gd name="T12" fmla="*/ 1139 w 1139"/>
              <a:gd name="T13" fmla="*/ 1124 h 1128"/>
              <a:gd name="T14" fmla="*/ 1075 w 1139"/>
              <a:gd name="T15" fmla="*/ 1123 h 1128"/>
              <a:gd name="T16" fmla="*/ 883 w 1139"/>
              <a:gd name="T17" fmla="*/ 931 h 1128"/>
              <a:gd name="T18" fmla="*/ 884 w 1139"/>
              <a:gd name="T19" fmla="*/ 882 h 1128"/>
              <a:gd name="T20" fmla="*/ 2 w 1139"/>
              <a:gd name="T21" fmla="*/ 0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9" h="1128">
                <a:moveTo>
                  <a:pt x="2" y="0"/>
                </a:moveTo>
                <a:cubicBezTo>
                  <a:pt x="0" y="3"/>
                  <a:pt x="0" y="3"/>
                  <a:pt x="0" y="3"/>
                </a:cubicBezTo>
                <a:cubicBezTo>
                  <a:pt x="880" y="883"/>
                  <a:pt x="880" y="883"/>
                  <a:pt x="880" y="883"/>
                </a:cubicBezTo>
                <a:cubicBezTo>
                  <a:pt x="879" y="933"/>
                  <a:pt x="879" y="933"/>
                  <a:pt x="879" y="933"/>
                </a:cubicBezTo>
                <a:cubicBezTo>
                  <a:pt x="1073" y="1127"/>
                  <a:pt x="1073" y="1127"/>
                  <a:pt x="1073" y="1127"/>
                </a:cubicBezTo>
                <a:cubicBezTo>
                  <a:pt x="1139" y="1128"/>
                  <a:pt x="1139" y="1128"/>
                  <a:pt x="1139" y="1128"/>
                </a:cubicBezTo>
                <a:cubicBezTo>
                  <a:pt x="1139" y="1126"/>
                  <a:pt x="1139" y="1125"/>
                  <a:pt x="1139" y="1124"/>
                </a:cubicBezTo>
                <a:cubicBezTo>
                  <a:pt x="1075" y="1123"/>
                  <a:pt x="1075" y="1123"/>
                  <a:pt x="1075" y="1123"/>
                </a:cubicBezTo>
                <a:cubicBezTo>
                  <a:pt x="883" y="931"/>
                  <a:pt x="883" y="931"/>
                  <a:pt x="883" y="931"/>
                </a:cubicBezTo>
                <a:cubicBezTo>
                  <a:pt x="884" y="882"/>
                  <a:pt x="884" y="882"/>
                  <a:pt x="884" y="882"/>
                </a:cubicBezTo>
                <a:cubicBezTo>
                  <a:pt x="2" y="0"/>
                  <a:pt x="2" y="0"/>
                  <a:pt x="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04" name="Freeform 1062"/>
          <p:cNvSpPr>
            <a:spLocks/>
          </p:cNvSpPr>
          <p:nvPr/>
        </p:nvSpPr>
        <p:spPr bwMode="auto">
          <a:xfrm>
            <a:off x="-5633268" y="-2381250"/>
            <a:ext cx="6702425" cy="6029325"/>
          </a:xfrm>
          <a:custGeom>
            <a:avLst/>
            <a:gdLst>
              <a:gd name="T0" fmla="*/ 2 w 1617"/>
              <a:gd name="T1" fmla="*/ 0 h 1454"/>
              <a:gd name="T2" fmla="*/ 0 w 1617"/>
              <a:gd name="T3" fmla="*/ 3 h 1454"/>
              <a:gd name="T4" fmla="*/ 901 w 1617"/>
              <a:gd name="T5" fmla="*/ 904 h 1454"/>
              <a:gd name="T6" fmla="*/ 900 w 1617"/>
              <a:gd name="T7" fmla="*/ 965 h 1454"/>
              <a:gd name="T8" fmla="*/ 1080 w 1617"/>
              <a:gd name="T9" fmla="*/ 1145 h 1454"/>
              <a:gd name="T10" fmla="*/ 1120 w 1617"/>
              <a:gd name="T11" fmla="*/ 1148 h 1454"/>
              <a:gd name="T12" fmla="*/ 1186 w 1617"/>
              <a:gd name="T13" fmla="*/ 1082 h 1454"/>
              <a:gd name="T14" fmla="*/ 1209 w 1617"/>
              <a:gd name="T15" fmla="*/ 1082 h 1454"/>
              <a:gd name="T16" fmla="*/ 1244 w 1617"/>
              <a:gd name="T17" fmla="*/ 1118 h 1454"/>
              <a:gd name="T18" fmla="*/ 1243 w 1617"/>
              <a:gd name="T19" fmla="*/ 1161 h 1454"/>
              <a:gd name="T20" fmla="*/ 1406 w 1617"/>
              <a:gd name="T21" fmla="*/ 1324 h 1454"/>
              <a:gd name="T22" fmla="*/ 1456 w 1617"/>
              <a:gd name="T23" fmla="*/ 1324 h 1454"/>
              <a:gd name="T24" fmla="*/ 1492 w 1617"/>
              <a:gd name="T25" fmla="*/ 1360 h 1454"/>
              <a:gd name="T26" fmla="*/ 1573 w 1617"/>
              <a:gd name="T27" fmla="*/ 1361 h 1454"/>
              <a:gd name="T28" fmla="*/ 1613 w 1617"/>
              <a:gd name="T29" fmla="*/ 1401 h 1454"/>
              <a:gd name="T30" fmla="*/ 1613 w 1617"/>
              <a:gd name="T31" fmla="*/ 1454 h 1454"/>
              <a:gd name="T32" fmla="*/ 1617 w 1617"/>
              <a:gd name="T33" fmla="*/ 1453 h 1454"/>
              <a:gd name="T34" fmla="*/ 1617 w 1617"/>
              <a:gd name="T35" fmla="*/ 1400 h 1454"/>
              <a:gd name="T36" fmla="*/ 1575 w 1617"/>
              <a:gd name="T37" fmla="*/ 1357 h 1454"/>
              <a:gd name="T38" fmla="*/ 1494 w 1617"/>
              <a:gd name="T39" fmla="*/ 1356 h 1454"/>
              <a:gd name="T40" fmla="*/ 1458 w 1617"/>
              <a:gd name="T41" fmla="*/ 1320 h 1454"/>
              <a:gd name="T42" fmla="*/ 1407 w 1617"/>
              <a:gd name="T43" fmla="*/ 1320 h 1454"/>
              <a:gd name="T44" fmla="*/ 1247 w 1617"/>
              <a:gd name="T45" fmla="*/ 1160 h 1454"/>
              <a:gd name="T46" fmla="*/ 1248 w 1617"/>
              <a:gd name="T47" fmla="*/ 1116 h 1454"/>
              <a:gd name="T48" fmla="*/ 1210 w 1617"/>
              <a:gd name="T49" fmla="*/ 1078 h 1454"/>
              <a:gd name="T50" fmla="*/ 1185 w 1617"/>
              <a:gd name="T51" fmla="*/ 1078 h 1454"/>
              <a:gd name="T52" fmla="*/ 1118 w 1617"/>
              <a:gd name="T53" fmla="*/ 1144 h 1454"/>
              <a:gd name="T54" fmla="*/ 1082 w 1617"/>
              <a:gd name="T55" fmla="*/ 1141 h 1454"/>
              <a:gd name="T56" fmla="*/ 904 w 1617"/>
              <a:gd name="T57" fmla="*/ 963 h 1454"/>
              <a:gd name="T58" fmla="*/ 905 w 1617"/>
              <a:gd name="T59" fmla="*/ 903 h 1454"/>
              <a:gd name="T60" fmla="*/ 2 w 1617"/>
              <a:gd name="T61" fmla="*/ 0 h 1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617" h="1454">
                <a:moveTo>
                  <a:pt x="2" y="0"/>
                </a:moveTo>
                <a:cubicBezTo>
                  <a:pt x="0" y="3"/>
                  <a:pt x="0" y="3"/>
                  <a:pt x="0" y="3"/>
                </a:cubicBezTo>
                <a:cubicBezTo>
                  <a:pt x="901" y="904"/>
                  <a:pt x="901" y="904"/>
                  <a:pt x="901" y="904"/>
                </a:cubicBezTo>
                <a:cubicBezTo>
                  <a:pt x="900" y="965"/>
                  <a:pt x="900" y="965"/>
                  <a:pt x="900" y="965"/>
                </a:cubicBezTo>
                <a:cubicBezTo>
                  <a:pt x="1080" y="1145"/>
                  <a:pt x="1080" y="1145"/>
                  <a:pt x="1080" y="1145"/>
                </a:cubicBezTo>
                <a:cubicBezTo>
                  <a:pt x="1120" y="1148"/>
                  <a:pt x="1120" y="1148"/>
                  <a:pt x="1120" y="1148"/>
                </a:cubicBezTo>
                <a:cubicBezTo>
                  <a:pt x="1186" y="1082"/>
                  <a:pt x="1186" y="1082"/>
                  <a:pt x="1186" y="1082"/>
                </a:cubicBezTo>
                <a:cubicBezTo>
                  <a:pt x="1209" y="1082"/>
                  <a:pt x="1209" y="1082"/>
                  <a:pt x="1209" y="1082"/>
                </a:cubicBezTo>
                <a:cubicBezTo>
                  <a:pt x="1244" y="1118"/>
                  <a:pt x="1244" y="1118"/>
                  <a:pt x="1244" y="1118"/>
                </a:cubicBezTo>
                <a:cubicBezTo>
                  <a:pt x="1243" y="1161"/>
                  <a:pt x="1243" y="1161"/>
                  <a:pt x="1243" y="1161"/>
                </a:cubicBezTo>
                <a:cubicBezTo>
                  <a:pt x="1406" y="1324"/>
                  <a:pt x="1406" y="1324"/>
                  <a:pt x="1406" y="1324"/>
                </a:cubicBezTo>
                <a:cubicBezTo>
                  <a:pt x="1456" y="1324"/>
                  <a:pt x="1456" y="1324"/>
                  <a:pt x="1456" y="1324"/>
                </a:cubicBezTo>
                <a:cubicBezTo>
                  <a:pt x="1492" y="1360"/>
                  <a:pt x="1492" y="1360"/>
                  <a:pt x="1492" y="1360"/>
                </a:cubicBezTo>
                <a:cubicBezTo>
                  <a:pt x="1573" y="1361"/>
                  <a:pt x="1573" y="1361"/>
                  <a:pt x="1573" y="1361"/>
                </a:cubicBezTo>
                <a:cubicBezTo>
                  <a:pt x="1613" y="1401"/>
                  <a:pt x="1613" y="1401"/>
                  <a:pt x="1613" y="1401"/>
                </a:cubicBezTo>
                <a:cubicBezTo>
                  <a:pt x="1613" y="1454"/>
                  <a:pt x="1613" y="1454"/>
                  <a:pt x="1613" y="1454"/>
                </a:cubicBezTo>
                <a:cubicBezTo>
                  <a:pt x="1615" y="1453"/>
                  <a:pt x="1616" y="1453"/>
                  <a:pt x="1617" y="1453"/>
                </a:cubicBezTo>
                <a:cubicBezTo>
                  <a:pt x="1617" y="1400"/>
                  <a:pt x="1617" y="1400"/>
                  <a:pt x="1617" y="1400"/>
                </a:cubicBezTo>
                <a:cubicBezTo>
                  <a:pt x="1575" y="1357"/>
                  <a:pt x="1575" y="1357"/>
                  <a:pt x="1575" y="1357"/>
                </a:cubicBezTo>
                <a:cubicBezTo>
                  <a:pt x="1494" y="1356"/>
                  <a:pt x="1494" y="1356"/>
                  <a:pt x="1494" y="1356"/>
                </a:cubicBezTo>
                <a:cubicBezTo>
                  <a:pt x="1458" y="1320"/>
                  <a:pt x="1458" y="1320"/>
                  <a:pt x="1458" y="1320"/>
                </a:cubicBezTo>
                <a:cubicBezTo>
                  <a:pt x="1407" y="1320"/>
                  <a:pt x="1407" y="1320"/>
                  <a:pt x="1407" y="1320"/>
                </a:cubicBezTo>
                <a:cubicBezTo>
                  <a:pt x="1247" y="1160"/>
                  <a:pt x="1247" y="1160"/>
                  <a:pt x="1247" y="1160"/>
                </a:cubicBezTo>
                <a:cubicBezTo>
                  <a:pt x="1248" y="1116"/>
                  <a:pt x="1248" y="1116"/>
                  <a:pt x="1248" y="1116"/>
                </a:cubicBezTo>
                <a:cubicBezTo>
                  <a:pt x="1210" y="1078"/>
                  <a:pt x="1210" y="1078"/>
                  <a:pt x="1210" y="1078"/>
                </a:cubicBezTo>
                <a:cubicBezTo>
                  <a:pt x="1185" y="1078"/>
                  <a:pt x="1185" y="1078"/>
                  <a:pt x="1185" y="1078"/>
                </a:cubicBezTo>
                <a:cubicBezTo>
                  <a:pt x="1118" y="1144"/>
                  <a:pt x="1118" y="1144"/>
                  <a:pt x="1118" y="1144"/>
                </a:cubicBezTo>
                <a:cubicBezTo>
                  <a:pt x="1082" y="1141"/>
                  <a:pt x="1082" y="1141"/>
                  <a:pt x="1082" y="1141"/>
                </a:cubicBezTo>
                <a:cubicBezTo>
                  <a:pt x="904" y="963"/>
                  <a:pt x="904" y="963"/>
                  <a:pt x="904" y="963"/>
                </a:cubicBezTo>
                <a:cubicBezTo>
                  <a:pt x="905" y="903"/>
                  <a:pt x="905" y="903"/>
                  <a:pt x="905" y="903"/>
                </a:cubicBezTo>
                <a:cubicBezTo>
                  <a:pt x="2" y="0"/>
                  <a:pt x="2" y="0"/>
                  <a:pt x="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05" name="Freeform 1063"/>
          <p:cNvSpPr>
            <a:spLocks noEditPoints="1"/>
          </p:cNvSpPr>
          <p:nvPr/>
        </p:nvSpPr>
        <p:spPr bwMode="auto">
          <a:xfrm>
            <a:off x="-5769793" y="-2679700"/>
            <a:ext cx="4662488" cy="4879975"/>
          </a:xfrm>
          <a:custGeom>
            <a:avLst/>
            <a:gdLst>
              <a:gd name="T0" fmla="*/ 693 w 1125"/>
              <a:gd name="T1" fmla="*/ 690 h 1177"/>
              <a:gd name="T2" fmla="*/ 692 w 1125"/>
              <a:gd name="T3" fmla="*/ 692 h 1177"/>
              <a:gd name="T4" fmla="*/ 691 w 1125"/>
              <a:gd name="T5" fmla="*/ 693 h 1177"/>
              <a:gd name="T6" fmla="*/ 954 w 1125"/>
              <a:gd name="T7" fmla="*/ 956 h 1177"/>
              <a:gd name="T8" fmla="*/ 951 w 1125"/>
              <a:gd name="T9" fmla="*/ 1027 h 1177"/>
              <a:gd name="T10" fmla="*/ 1101 w 1125"/>
              <a:gd name="T11" fmla="*/ 1177 h 1177"/>
              <a:gd name="T12" fmla="*/ 1125 w 1125"/>
              <a:gd name="T13" fmla="*/ 1177 h 1177"/>
              <a:gd name="T14" fmla="*/ 1125 w 1125"/>
              <a:gd name="T15" fmla="*/ 1173 h 1177"/>
              <a:gd name="T16" fmla="*/ 1102 w 1125"/>
              <a:gd name="T17" fmla="*/ 1173 h 1177"/>
              <a:gd name="T18" fmla="*/ 955 w 1125"/>
              <a:gd name="T19" fmla="*/ 1026 h 1177"/>
              <a:gd name="T20" fmla="*/ 958 w 1125"/>
              <a:gd name="T21" fmla="*/ 955 h 1177"/>
              <a:gd name="T22" fmla="*/ 693 w 1125"/>
              <a:gd name="T23" fmla="*/ 690 h 1177"/>
              <a:gd name="T24" fmla="*/ 3 w 1125"/>
              <a:gd name="T25" fmla="*/ 0 h 1177"/>
              <a:gd name="T26" fmla="*/ 0 w 1125"/>
              <a:gd name="T27" fmla="*/ 3 h 1177"/>
              <a:gd name="T28" fmla="*/ 661 w 1125"/>
              <a:gd name="T29" fmla="*/ 664 h 1177"/>
              <a:gd name="T30" fmla="*/ 662 w 1125"/>
              <a:gd name="T31" fmla="*/ 663 h 1177"/>
              <a:gd name="T32" fmla="*/ 664 w 1125"/>
              <a:gd name="T33" fmla="*/ 661 h 1177"/>
              <a:gd name="T34" fmla="*/ 3 w 1125"/>
              <a:gd name="T35" fmla="*/ 0 h 1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25" h="1177">
                <a:moveTo>
                  <a:pt x="693" y="690"/>
                </a:moveTo>
                <a:cubicBezTo>
                  <a:pt x="693" y="691"/>
                  <a:pt x="692" y="692"/>
                  <a:pt x="692" y="692"/>
                </a:cubicBezTo>
                <a:cubicBezTo>
                  <a:pt x="691" y="693"/>
                  <a:pt x="691" y="693"/>
                  <a:pt x="691" y="693"/>
                </a:cubicBezTo>
                <a:cubicBezTo>
                  <a:pt x="954" y="956"/>
                  <a:pt x="954" y="956"/>
                  <a:pt x="954" y="956"/>
                </a:cubicBezTo>
                <a:cubicBezTo>
                  <a:pt x="951" y="1027"/>
                  <a:pt x="951" y="1027"/>
                  <a:pt x="951" y="1027"/>
                </a:cubicBezTo>
                <a:cubicBezTo>
                  <a:pt x="1101" y="1177"/>
                  <a:pt x="1101" y="1177"/>
                  <a:pt x="1101" y="1177"/>
                </a:cubicBezTo>
                <a:cubicBezTo>
                  <a:pt x="1125" y="1177"/>
                  <a:pt x="1125" y="1177"/>
                  <a:pt x="1125" y="1177"/>
                </a:cubicBezTo>
                <a:cubicBezTo>
                  <a:pt x="1125" y="1176"/>
                  <a:pt x="1125" y="1174"/>
                  <a:pt x="1125" y="1173"/>
                </a:cubicBezTo>
                <a:cubicBezTo>
                  <a:pt x="1102" y="1173"/>
                  <a:pt x="1102" y="1173"/>
                  <a:pt x="1102" y="1173"/>
                </a:cubicBezTo>
                <a:cubicBezTo>
                  <a:pt x="955" y="1026"/>
                  <a:pt x="955" y="1026"/>
                  <a:pt x="955" y="1026"/>
                </a:cubicBezTo>
                <a:cubicBezTo>
                  <a:pt x="958" y="955"/>
                  <a:pt x="958" y="955"/>
                  <a:pt x="958" y="955"/>
                </a:cubicBezTo>
                <a:cubicBezTo>
                  <a:pt x="693" y="690"/>
                  <a:pt x="693" y="690"/>
                  <a:pt x="693" y="690"/>
                </a:cubicBezTo>
                <a:moveTo>
                  <a:pt x="3" y="0"/>
                </a:moveTo>
                <a:cubicBezTo>
                  <a:pt x="0" y="3"/>
                  <a:pt x="0" y="3"/>
                  <a:pt x="0" y="3"/>
                </a:cubicBezTo>
                <a:cubicBezTo>
                  <a:pt x="661" y="664"/>
                  <a:pt x="661" y="664"/>
                  <a:pt x="661" y="664"/>
                </a:cubicBezTo>
                <a:cubicBezTo>
                  <a:pt x="662" y="664"/>
                  <a:pt x="662" y="663"/>
                  <a:pt x="662" y="663"/>
                </a:cubicBezTo>
                <a:cubicBezTo>
                  <a:pt x="663" y="662"/>
                  <a:pt x="664" y="662"/>
                  <a:pt x="664" y="661"/>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06" name="Freeform 1064"/>
          <p:cNvSpPr>
            <a:spLocks/>
          </p:cNvSpPr>
          <p:nvPr/>
        </p:nvSpPr>
        <p:spPr bwMode="auto">
          <a:xfrm>
            <a:off x="49983" y="4124325"/>
            <a:ext cx="2925763" cy="4991100"/>
          </a:xfrm>
          <a:custGeom>
            <a:avLst/>
            <a:gdLst>
              <a:gd name="T0" fmla="*/ 53 w 706"/>
              <a:gd name="T1" fmla="*/ 0 h 1204"/>
              <a:gd name="T2" fmla="*/ 0 w 706"/>
              <a:gd name="T3" fmla="*/ 0 h 1204"/>
              <a:gd name="T4" fmla="*/ 1 w 706"/>
              <a:gd name="T5" fmla="*/ 4 h 1204"/>
              <a:gd name="T6" fmla="*/ 1 w 706"/>
              <a:gd name="T7" fmla="*/ 4 h 1204"/>
              <a:gd name="T8" fmla="*/ 51 w 706"/>
              <a:gd name="T9" fmla="*/ 4 h 1204"/>
              <a:gd name="T10" fmla="*/ 71 w 706"/>
              <a:gd name="T11" fmla="*/ 23 h 1204"/>
              <a:gd name="T12" fmla="*/ 194 w 706"/>
              <a:gd name="T13" fmla="*/ 22 h 1204"/>
              <a:gd name="T14" fmla="*/ 241 w 706"/>
              <a:gd name="T15" fmla="*/ 69 h 1204"/>
              <a:gd name="T16" fmla="*/ 240 w 706"/>
              <a:gd name="T17" fmla="*/ 198 h 1204"/>
              <a:gd name="T18" fmla="*/ 376 w 706"/>
              <a:gd name="T19" fmla="*/ 334 h 1204"/>
              <a:gd name="T20" fmla="*/ 373 w 706"/>
              <a:gd name="T21" fmla="*/ 376 h 1204"/>
              <a:gd name="T22" fmla="*/ 480 w 706"/>
              <a:gd name="T23" fmla="*/ 484 h 1204"/>
              <a:gd name="T24" fmla="*/ 681 w 706"/>
              <a:gd name="T25" fmla="*/ 484 h 1204"/>
              <a:gd name="T26" fmla="*/ 702 w 706"/>
              <a:gd name="T27" fmla="*/ 506 h 1204"/>
              <a:gd name="T28" fmla="*/ 702 w 706"/>
              <a:gd name="T29" fmla="*/ 1204 h 1204"/>
              <a:gd name="T30" fmla="*/ 706 w 706"/>
              <a:gd name="T31" fmla="*/ 1204 h 1204"/>
              <a:gd name="T32" fmla="*/ 706 w 706"/>
              <a:gd name="T33" fmla="*/ 505 h 1204"/>
              <a:gd name="T34" fmla="*/ 682 w 706"/>
              <a:gd name="T35" fmla="*/ 480 h 1204"/>
              <a:gd name="T36" fmla="*/ 482 w 706"/>
              <a:gd name="T37" fmla="*/ 480 h 1204"/>
              <a:gd name="T38" fmla="*/ 377 w 706"/>
              <a:gd name="T39" fmla="*/ 375 h 1204"/>
              <a:gd name="T40" fmla="*/ 380 w 706"/>
              <a:gd name="T41" fmla="*/ 332 h 1204"/>
              <a:gd name="T42" fmla="*/ 244 w 706"/>
              <a:gd name="T43" fmla="*/ 197 h 1204"/>
              <a:gd name="T44" fmla="*/ 245 w 706"/>
              <a:gd name="T45" fmla="*/ 67 h 1204"/>
              <a:gd name="T46" fmla="*/ 196 w 706"/>
              <a:gd name="T47" fmla="*/ 18 h 1204"/>
              <a:gd name="T48" fmla="*/ 72 w 706"/>
              <a:gd name="T49" fmla="*/ 19 h 1204"/>
              <a:gd name="T50" fmla="*/ 53 w 706"/>
              <a:gd name="T51" fmla="*/ 0 h 1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6" h="1204">
                <a:moveTo>
                  <a:pt x="53" y="0"/>
                </a:moveTo>
                <a:cubicBezTo>
                  <a:pt x="0" y="0"/>
                  <a:pt x="0" y="0"/>
                  <a:pt x="0" y="0"/>
                </a:cubicBezTo>
                <a:cubicBezTo>
                  <a:pt x="1" y="1"/>
                  <a:pt x="1" y="3"/>
                  <a:pt x="1" y="4"/>
                </a:cubicBezTo>
                <a:cubicBezTo>
                  <a:pt x="1" y="4"/>
                  <a:pt x="1" y="4"/>
                  <a:pt x="1" y="4"/>
                </a:cubicBezTo>
                <a:cubicBezTo>
                  <a:pt x="51" y="4"/>
                  <a:pt x="51" y="4"/>
                  <a:pt x="51" y="4"/>
                </a:cubicBezTo>
                <a:cubicBezTo>
                  <a:pt x="71" y="23"/>
                  <a:pt x="71" y="23"/>
                  <a:pt x="71" y="23"/>
                </a:cubicBezTo>
                <a:cubicBezTo>
                  <a:pt x="194" y="22"/>
                  <a:pt x="194" y="22"/>
                  <a:pt x="194" y="22"/>
                </a:cubicBezTo>
                <a:cubicBezTo>
                  <a:pt x="241" y="69"/>
                  <a:pt x="241" y="69"/>
                  <a:pt x="241" y="69"/>
                </a:cubicBezTo>
                <a:cubicBezTo>
                  <a:pt x="240" y="198"/>
                  <a:pt x="240" y="198"/>
                  <a:pt x="240" y="198"/>
                </a:cubicBezTo>
                <a:cubicBezTo>
                  <a:pt x="376" y="334"/>
                  <a:pt x="376" y="334"/>
                  <a:pt x="376" y="334"/>
                </a:cubicBezTo>
                <a:cubicBezTo>
                  <a:pt x="373" y="376"/>
                  <a:pt x="373" y="376"/>
                  <a:pt x="373" y="376"/>
                </a:cubicBezTo>
                <a:cubicBezTo>
                  <a:pt x="480" y="484"/>
                  <a:pt x="480" y="484"/>
                  <a:pt x="480" y="484"/>
                </a:cubicBezTo>
                <a:cubicBezTo>
                  <a:pt x="681" y="484"/>
                  <a:pt x="681" y="484"/>
                  <a:pt x="681" y="484"/>
                </a:cubicBezTo>
                <a:cubicBezTo>
                  <a:pt x="702" y="506"/>
                  <a:pt x="702" y="506"/>
                  <a:pt x="702" y="506"/>
                </a:cubicBezTo>
                <a:cubicBezTo>
                  <a:pt x="702" y="1204"/>
                  <a:pt x="702" y="1204"/>
                  <a:pt x="702" y="1204"/>
                </a:cubicBezTo>
                <a:cubicBezTo>
                  <a:pt x="706" y="1204"/>
                  <a:pt x="706" y="1204"/>
                  <a:pt x="706" y="1204"/>
                </a:cubicBezTo>
                <a:cubicBezTo>
                  <a:pt x="706" y="505"/>
                  <a:pt x="706" y="505"/>
                  <a:pt x="706" y="505"/>
                </a:cubicBezTo>
                <a:cubicBezTo>
                  <a:pt x="682" y="480"/>
                  <a:pt x="682" y="480"/>
                  <a:pt x="682" y="480"/>
                </a:cubicBezTo>
                <a:cubicBezTo>
                  <a:pt x="482" y="480"/>
                  <a:pt x="482" y="480"/>
                  <a:pt x="482" y="480"/>
                </a:cubicBezTo>
                <a:cubicBezTo>
                  <a:pt x="377" y="375"/>
                  <a:pt x="377" y="375"/>
                  <a:pt x="377" y="375"/>
                </a:cubicBezTo>
                <a:cubicBezTo>
                  <a:pt x="380" y="332"/>
                  <a:pt x="380" y="332"/>
                  <a:pt x="380" y="332"/>
                </a:cubicBezTo>
                <a:cubicBezTo>
                  <a:pt x="244" y="197"/>
                  <a:pt x="244" y="197"/>
                  <a:pt x="244" y="197"/>
                </a:cubicBezTo>
                <a:cubicBezTo>
                  <a:pt x="245" y="67"/>
                  <a:pt x="245" y="67"/>
                  <a:pt x="245" y="67"/>
                </a:cubicBezTo>
                <a:cubicBezTo>
                  <a:pt x="196" y="18"/>
                  <a:pt x="196" y="18"/>
                  <a:pt x="196" y="18"/>
                </a:cubicBezTo>
                <a:cubicBezTo>
                  <a:pt x="72" y="19"/>
                  <a:pt x="72" y="19"/>
                  <a:pt x="72" y="19"/>
                </a:cubicBezTo>
                <a:cubicBezTo>
                  <a:pt x="53" y="0"/>
                  <a:pt x="53" y="0"/>
                  <a:pt x="5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07" name="Freeform 1065"/>
          <p:cNvSpPr>
            <a:spLocks/>
          </p:cNvSpPr>
          <p:nvPr/>
        </p:nvSpPr>
        <p:spPr bwMode="auto">
          <a:xfrm>
            <a:off x="323033" y="4268788"/>
            <a:ext cx="2487613" cy="5178425"/>
          </a:xfrm>
          <a:custGeom>
            <a:avLst/>
            <a:gdLst>
              <a:gd name="T0" fmla="*/ 113 w 600"/>
              <a:gd name="T1" fmla="*/ 0 h 1249"/>
              <a:gd name="T2" fmla="*/ 0 w 600"/>
              <a:gd name="T3" fmla="*/ 1 h 1249"/>
              <a:gd name="T4" fmla="*/ 0 w 600"/>
              <a:gd name="T5" fmla="*/ 5 h 1249"/>
              <a:gd name="T6" fmla="*/ 111 w 600"/>
              <a:gd name="T7" fmla="*/ 4 h 1249"/>
              <a:gd name="T8" fmla="*/ 158 w 600"/>
              <a:gd name="T9" fmla="*/ 51 h 1249"/>
              <a:gd name="T10" fmla="*/ 157 w 600"/>
              <a:gd name="T11" fmla="*/ 180 h 1249"/>
              <a:gd name="T12" fmla="*/ 293 w 600"/>
              <a:gd name="T13" fmla="*/ 316 h 1249"/>
              <a:gd name="T14" fmla="*/ 290 w 600"/>
              <a:gd name="T15" fmla="*/ 358 h 1249"/>
              <a:gd name="T16" fmla="*/ 398 w 600"/>
              <a:gd name="T17" fmla="*/ 465 h 1249"/>
              <a:gd name="T18" fmla="*/ 573 w 600"/>
              <a:gd name="T19" fmla="*/ 465 h 1249"/>
              <a:gd name="T20" fmla="*/ 596 w 600"/>
              <a:gd name="T21" fmla="*/ 489 h 1249"/>
              <a:gd name="T22" fmla="*/ 596 w 600"/>
              <a:gd name="T23" fmla="*/ 1249 h 1249"/>
              <a:gd name="T24" fmla="*/ 600 w 600"/>
              <a:gd name="T25" fmla="*/ 1249 h 1249"/>
              <a:gd name="T26" fmla="*/ 600 w 600"/>
              <a:gd name="T27" fmla="*/ 487 h 1249"/>
              <a:gd name="T28" fmla="*/ 574 w 600"/>
              <a:gd name="T29" fmla="*/ 461 h 1249"/>
              <a:gd name="T30" fmla="*/ 399 w 600"/>
              <a:gd name="T31" fmla="*/ 461 h 1249"/>
              <a:gd name="T32" fmla="*/ 294 w 600"/>
              <a:gd name="T33" fmla="*/ 356 h 1249"/>
              <a:gd name="T34" fmla="*/ 297 w 600"/>
              <a:gd name="T35" fmla="*/ 314 h 1249"/>
              <a:gd name="T36" fmla="*/ 161 w 600"/>
              <a:gd name="T37" fmla="*/ 179 h 1249"/>
              <a:gd name="T38" fmla="*/ 162 w 600"/>
              <a:gd name="T39" fmla="*/ 49 h 1249"/>
              <a:gd name="T40" fmla="*/ 113 w 600"/>
              <a:gd name="T41" fmla="*/ 0 h 1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0" h="1249">
                <a:moveTo>
                  <a:pt x="113" y="0"/>
                </a:moveTo>
                <a:cubicBezTo>
                  <a:pt x="0" y="1"/>
                  <a:pt x="0" y="1"/>
                  <a:pt x="0" y="1"/>
                </a:cubicBezTo>
                <a:cubicBezTo>
                  <a:pt x="1" y="3"/>
                  <a:pt x="1" y="4"/>
                  <a:pt x="0" y="5"/>
                </a:cubicBezTo>
                <a:cubicBezTo>
                  <a:pt x="111" y="4"/>
                  <a:pt x="111" y="4"/>
                  <a:pt x="111" y="4"/>
                </a:cubicBezTo>
                <a:cubicBezTo>
                  <a:pt x="158" y="51"/>
                  <a:pt x="158" y="51"/>
                  <a:pt x="158" y="51"/>
                </a:cubicBezTo>
                <a:cubicBezTo>
                  <a:pt x="157" y="180"/>
                  <a:pt x="157" y="180"/>
                  <a:pt x="157" y="180"/>
                </a:cubicBezTo>
                <a:cubicBezTo>
                  <a:pt x="293" y="316"/>
                  <a:pt x="293" y="316"/>
                  <a:pt x="293" y="316"/>
                </a:cubicBezTo>
                <a:cubicBezTo>
                  <a:pt x="290" y="358"/>
                  <a:pt x="290" y="358"/>
                  <a:pt x="290" y="358"/>
                </a:cubicBezTo>
                <a:cubicBezTo>
                  <a:pt x="398" y="465"/>
                  <a:pt x="398" y="465"/>
                  <a:pt x="398" y="465"/>
                </a:cubicBezTo>
                <a:cubicBezTo>
                  <a:pt x="573" y="465"/>
                  <a:pt x="573" y="465"/>
                  <a:pt x="573" y="465"/>
                </a:cubicBezTo>
                <a:cubicBezTo>
                  <a:pt x="596" y="489"/>
                  <a:pt x="596" y="489"/>
                  <a:pt x="596" y="489"/>
                </a:cubicBezTo>
                <a:cubicBezTo>
                  <a:pt x="596" y="1249"/>
                  <a:pt x="596" y="1249"/>
                  <a:pt x="596" y="1249"/>
                </a:cubicBezTo>
                <a:cubicBezTo>
                  <a:pt x="600" y="1249"/>
                  <a:pt x="600" y="1249"/>
                  <a:pt x="600" y="1249"/>
                </a:cubicBezTo>
                <a:cubicBezTo>
                  <a:pt x="600" y="487"/>
                  <a:pt x="600" y="487"/>
                  <a:pt x="600" y="487"/>
                </a:cubicBezTo>
                <a:cubicBezTo>
                  <a:pt x="574" y="461"/>
                  <a:pt x="574" y="461"/>
                  <a:pt x="574" y="461"/>
                </a:cubicBezTo>
                <a:cubicBezTo>
                  <a:pt x="399" y="461"/>
                  <a:pt x="399" y="461"/>
                  <a:pt x="399" y="461"/>
                </a:cubicBezTo>
                <a:cubicBezTo>
                  <a:pt x="294" y="356"/>
                  <a:pt x="294" y="356"/>
                  <a:pt x="294" y="356"/>
                </a:cubicBezTo>
                <a:cubicBezTo>
                  <a:pt x="297" y="314"/>
                  <a:pt x="297" y="314"/>
                  <a:pt x="297" y="314"/>
                </a:cubicBezTo>
                <a:cubicBezTo>
                  <a:pt x="161" y="179"/>
                  <a:pt x="161" y="179"/>
                  <a:pt x="161" y="179"/>
                </a:cubicBezTo>
                <a:cubicBezTo>
                  <a:pt x="162" y="49"/>
                  <a:pt x="162" y="49"/>
                  <a:pt x="162" y="49"/>
                </a:cubicBezTo>
                <a:cubicBezTo>
                  <a:pt x="113" y="0"/>
                  <a:pt x="113" y="0"/>
                  <a:pt x="11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08" name="Freeform 1066"/>
          <p:cNvSpPr>
            <a:spLocks/>
          </p:cNvSpPr>
          <p:nvPr/>
        </p:nvSpPr>
        <p:spPr bwMode="auto">
          <a:xfrm>
            <a:off x="497657" y="4438651"/>
            <a:ext cx="2179638" cy="4610100"/>
          </a:xfrm>
          <a:custGeom>
            <a:avLst/>
            <a:gdLst>
              <a:gd name="T0" fmla="*/ 0 w 526"/>
              <a:gd name="T1" fmla="*/ 0 h 1112"/>
              <a:gd name="T2" fmla="*/ 1 w 526"/>
              <a:gd name="T3" fmla="*/ 4 h 1112"/>
              <a:gd name="T4" fmla="*/ 37 w 526"/>
              <a:gd name="T5" fmla="*/ 4 h 1112"/>
              <a:gd name="T6" fmla="*/ 75 w 526"/>
              <a:gd name="T7" fmla="*/ 42 h 1112"/>
              <a:gd name="T8" fmla="*/ 77 w 526"/>
              <a:gd name="T9" fmla="*/ 134 h 1112"/>
              <a:gd name="T10" fmla="*/ 234 w 526"/>
              <a:gd name="T11" fmla="*/ 292 h 1112"/>
              <a:gd name="T12" fmla="*/ 231 w 526"/>
              <a:gd name="T13" fmla="*/ 333 h 1112"/>
              <a:gd name="T14" fmla="*/ 339 w 526"/>
              <a:gd name="T15" fmla="*/ 440 h 1112"/>
              <a:gd name="T16" fmla="*/ 487 w 526"/>
              <a:gd name="T17" fmla="*/ 440 h 1112"/>
              <a:gd name="T18" fmla="*/ 522 w 526"/>
              <a:gd name="T19" fmla="*/ 476 h 1112"/>
              <a:gd name="T20" fmla="*/ 522 w 526"/>
              <a:gd name="T21" fmla="*/ 1112 h 1112"/>
              <a:gd name="T22" fmla="*/ 526 w 526"/>
              <a:gd name="T23" fmla="*/ 1112 h 1112"/>
              <a:gd name="T24" fmla="*/ 526 w 526"/>
              <a:gd name="T25" fmla="*/ 474 h 1112"/>
              <a:gd name="T26" fmla="*/ 488 w 526"/>
              <a:gd name="T27" fmla="*/ 436 h 1112"/>
              <a:gd name="T28" fmla="*/ 340 w 526"/>
              <a:gd name="T29" fmla="*/ 436 h 1112"/>
              <a:gd name="T30" fmla="*/ 235 w 526"/>
              <a:gd name="T31" fmla="*/ 332 h 1112"/>
              <a:gd name="T32" fmla="*/ 238 w 526"/>
              <a:gd name="T33" fmla="*/ 290 h 1112"/>
              <a:gd name="T34" fmla="*/ 80 w 526"/>
              <a:gd name="T35" fmla="*/ 133 h 1112"/>
              <a:gd name="T36" fmla="*/ 79 w 526"/>
              <a:gd name="T37" fmla="*/ 41 h 1112"/>
              <a:gd name="T38" fmla="*/ 38 w 526"/>
              <a:gd name="T39" fmla="*/ 0 h 1112"/>
              <a:gd name="T40" fmla="*/ 0 w 526"/>
              <a:gd name="T41" fmla="*/ 0 h 1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6" h="1112">
                <a:moveTo>
                  <a:pt x="0" y="0"/>
                </a:moveTo>
                <a:cubicBezTo>
                  <a:pt x="1" y="1"/>
                  <a:pt x="1" y="3"/>
                  <a:pt x="1" y="4"/>
                </a:cubicBezTo>
                <a:cubicBezTo>
                  <a:pt x="37" y="4"/>
                  <a:pt x="37" y="4"/>
                  <a:pt x="37" y="4"/>
                </a:cubicBezTo>
                <a:cubicBezTo>
                  <a:pt x="75" y="42"/>
                  <a:pt x="75" y="42"/>
                  <a:pt x="75" y="42"/>
                </a:cubicBezTo>
                <a:cubicBezTo>
                  <a:pt x="77" y="134"/>
                  <a:pt x="77" y="134"/>
                  <a:pt x="77" y="134"/>
                </a:cubicBezTo>
                <a:cubicBezTo>
                  <a:pt x="234" y="292"/>
                  <a:pt x="234" y="292"/>
                  <a:pt x="234" y="292"/>
                </a:cubicBezTo>
                <a:cubicBezTo>
                  <a:pt x="231" y="333"/>
                  <a:pt x="231" y="333"/>
                  <a:pt x="231" y="333"/>
                </a:cubicBezTo>
                <a:cubicBezTo>
                  <a:pt x="339" y="440"/>
                  <a:pt x="339" y="440"/>
                  <a:pt x="339" y="440"/>
                </a:cubicBezTo>
                <a:cubicBezTo>
                  <a:pt x="487" y="440"/>
                  <a:pt x="487" y="440"/>
                  <a:pt x="487" y="440"/>
                </a:cubicBezTo>
                <a:cubicBezTo>
                  <a:pt x="522" y="476"/>
                  <a:pt x="522" y="476"/>
                  <a:pt x="522" y="476"/>
                </a:cubicBezTo>
                <a:cubicBezTo>
                  <a:pt x="522" y="1112"/>
                  <a:pt x="522" y="1112"/>
                  <a:pt x="522" y="1112"/>
                </a:cubicBezTo>
                <a:cubicBezTo>
                  <a:pt x="526" y="1112"/>
                  <a:pt x="526" y="1112"/>
                  <a:pt x="526" y="1112"/>
                </a:cubicBezTo>
                <a:cubicBezTo>
                  <a:pt x="526" y="474"/>
                  <a:pt x="526" y="474"/>
                  <a:pt x="526" y="474"/>
                </a:cubicBezTo>
                <a:cubicBezTo>
                  <a:pt x="488" y="436"/>
                  <a:pt x="488" y="436"/>
                  <a:pt x="488" y="436"/>
                </a:cubicBezTo>
                <a:cubicBezTo>
                  <a:pt x="340" y="436"/>
                  <a:pt x="340" y="436"/>
                  <a:pt x="340" y="436"/>
                </a:cubicBezTo>
                <a:cubicBezTo>
                  <a:pt x="235" y="332"/>
                  <a:pt x="235" y="332"/>
                  <a:pt x="235" y="332"/>
                </a:cubicBezTo>
                <a:cubicBezTo>
                  <a:pt x="238" y="290"/>
                  <a:pt x="238" y="290"/>
                  <a:pt x="238" y="290"/>
                </a:cubicBezTo>
                <a:cubicBezTo>
                  <a:pt x="80" y="133"/>
                  <a:pt x="80" y="133"/>
                  <a:pt x="80" y="133"/>
                </a:cubicBezTo>
                <a:cubicBezTo>
                  <a:pt x="79" y="41"/>
                  <a:pt x="79" y="41"/>
                  <a:pt x="79" y="41"/>
                </a:cubicBezTo>
                <a:cubicBezTo>
                  <a:pt x="38" y="0"/>
                  <a:pt x="38" y="0"/>
                  <a:pt x="38" y="0"/>
                </a:cubicBezTo>
                <a:cubicBezTo>
                  <a:pt x="0" y="0"/>
                  <a:pt x="0" y="0"/>
                  <a:pt x="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09" name="Freeform 1067"/>
          <p:cNvSpPr>
            <a:spLocks/>
          </p:cNvSpPr>
          <p:nvPr/>
        </p:nvSpPr>
        <p:spPr bwMode="auto">
          <a:xfrm>
            <a:off x="-253230" y="4132263"/>
            <a:ext cx="2320925" cy="2459038"/>
          </a:xfrm>
          <a:custGeom>
            <a:avLst/>
            <a:gdLst>
              <a:gd name="T0" fmla="*/ 0 w 560"/>
              <a:gd name="T1" fmla="*/ 0 h 593"/>
              <a:gd name="T2" fmla="*/ 0 w 560"/>
              <a:gd name="T3" fmla="*/ 31 h 593"/>
              <a:gd name="T4" fmla="*/ 50 w 560"/>
              <a:gd name="T5" fmla="*/ 80 h 593"/>
              <a:gd name="T6" fmla="*/ 119 w 560"/>
              <a:gd name="T7" fmla="*/ 81 h 593"/>
              <a:gd name="T8" fmla="*/ 222 w 560"/>
              <a:gd name="T9" fmla="*/ 184 h 593"/>
              <a:gd name="T10" fmla="*/ 221 w 560"/>
              <a:gd name="T11" fmla="*/ 234 h 593"/>
              <a:gd name="T12" fmla="*/ 297 w 560"/>
              <a:gd name="T13" fmla="*/ 310 h 593"/>
              <a:gd name="T14" fmla="*/ 299 w 560"/>
              <a:gd name="T15" fmla="*/ 335 h 593"/>
              <a:gd name="T16" fmla="*/ 557 w 560"/>
              <a:gd name="T17" fmla="*/ 593 h 593"/>
              <a:gd name="T18" fmla="*/ 558 w 560"/>
              <a:gd name="T19" fmla="*/ 592 h 593"/>
              <a:gd name="T20" fmla="*/ 560 w 560"/>
              <a:gd name="T21" fmla="*/ 590 h 593"/>
              <a:gd name="T22" fmla="*/ 303 w 560"/>
              <a:gd name="T23" fmla="*/ 333 h 593"/>
              <a:gd name="T24" fmla="*/ 301 w 560"/>
              <a:gd name="T25" fmla="*/ 308 h 593"/>
              <a:gd name="T26" fmla="*/ 225 w 560"/>
              <a:gd name="T27" fmla="*/ 232 h 593"/>
              <a:gd name="T28" fmla="*/ 226 w 560"/>
              <a:gd name="T29" fmla="*/ 183 h 593"/>
              <a:gd name="T30" fmla="*/ 121 w 560"/>
              <a:gd name="T31" fmla="*/ 77 h 593"/>
              <a:gd name="T32" fmla="*/ 52 w 560"/>
              <a:gd name="T33" fmla="*/ 76 h 593"/>
              <a:gd name="T34" fmla="*/ 4 w 560"/>
              <a:gd name="T35" fmla="*/ 29 h 593"/>
              <a:gd name="T36" fmla="*/ 4 w 560"/>
              <a:gd name="T37" fmla="*/ 0 h 593"/>
              <a:gd name="T38" fmla="*/ 2 w 560"/>
              <a:gd name="T39" fmla="*/ 0 h 593"/>
              <a:gd name="T40" fmla="*/ 2 w 560"/>
              <a:gd name="T41" fmla="*/ 0 h 593"/>
              <a:gd name="T42" fmla="*/ 0 w 560"/>
              <a:gd name="T43" fmla="*/ 0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0" h="593">
                <a:moveTo>
                  <a:pt x="0" y="0"/>
                </a:moveTo>
                <a:cubicBezTo>
                  <a:pt x="0" y="31"/>
                  <a:pt x="0" y="31"/>
                  <a:pt x="0" y="31"/>
                </a:cubicBezTo>
                <a:cubicBezTo>
                  <a:pt x="50" y="80"/>
                  <a:pt x="50" y="80"/>
                  <a:pt x="50" y="80"/>
                </a:cubicBezTo>
                <a:cubicBezTo>
                  <a:pt x="119" y="81"/>
                  <a:pt x="119" y="81"/>
                  <a:pt x="119" y="81"/>
                </a:cubicBezTo>
                <a:cubicBezTo>
                  <a:pt x="222" y="184"/>
                  <a:pt x="222" y="184"/>
                  <a:pt x="222" y="184"/>
                </a:cubicBezTo>
                <a:cubicBezTo>
                  <a:pt x="221" y="234"/>
                  <a:pt x="221" y="234"/>
                  <a:pt x="221" y="234"/>
                </a:cubicBezTo>
                <a:cubicBezTo>
                  <a:pt x="297" y="310"/>
                  <a:pt x="297" y="310"/>
                  <a:pt x="297" y="310"/>
                </a:cubicBezTo>
                <a:cubicBezTo>
                  <a:pt x="299" y="335"/>
                  <a:pt x="299" y="335"/>
                  <a:pt x="299" y="335"/>
                </a:cubicBezTo>
                <a:cubicBezTo>
                  <a:pt x="557" y="593"/>
                  <a:pt x="557" y="593"/>
                  <a:pt x="557" y="593"/>
                </a:cubicBezTo>
                <a:cubicBezTo>
                  <a:pt x="557" y="593"/>
                  <a:pt x="558" y="592"/>
                  <a:pt x="558" y="592"/>
                </a:cubicBezTo>
                <a:cubicBezTo>
                  <a:pt x="559" y="591"/>
                  <a:pt x="559" y="591"/>
                  <a:pt x="560" y="590"/>
                </a:cubicBezTo>
                <a:cubicBezTo>
                  <a:pt x="303" y="333"/>
                  <a:pt x="303" y="333"/>
                  <a:pt x="303" y="333"/>
                </a:cubicBezTo>
                <a:cubicBezTo>
                  <a:pt x="301" y="308"/>
                  <a:pt x="301" y="308"/>
                  <a:pt x="301" y="308"/>
                </a:cubicBezTo>
                <a:cubicBezTo>
                  <a:pt x="225" y="232"/>
                  <a:pt x="225" y="232"/>
                  <a:pt x="225" y="232"/>
                </a:cubicBezTo>
                <a:cubicBezTo>
                  <a:pt x="226" y="183"/>
                  <a:pt x="226" y="183"/>
                  <a:pt x="226" y="183"/>
                </a:cubicBezTo>
                <a:cubicBezTo>
                  <a:pt x="121" y="77"/>
                  <a:pt x="121" y="77"/>
                  <a:pt x="121" y="77"/>
                </a:cubicBezTo>
                <a:cubicBezTo>
                  <a:pt x="52" y="76"/>
                  <a:pt x="52" y="76"/>
                  <a:pt x="52" y="76"/>
                </a:cubicBezTo>
                <a:cubicBezTo>
                  <a:pt x="4" y="29"/>
                  <a:pt x="4" y="29"/>
                  <a:pt x="4" y="29"/>
                </a:cubicBezTo>
                <a:cubicBezTo>
                  <a:pt x="4" y="0"/>
                  <a:pt x="4" y="0"/>
                  <a:pt x="4" y="0"/>
                </a:cubicBezTo>
                <a:cubicBezTo>
                  <a:pt x="3" y="0"/>
                  <a:pt x="3" y="0"/>
                  <a:pt x="2" y="0"/>
                </a:cubicBezTo>
                <a:cubicBezTo>
                  <a:pt x="2" y="0"/>
                  <a:pt x="2" y="0"/>
                  <a:pt x="2" y="0"/>
                </a:cubicBezTo>
                <a:cubicBezTo>
                  <a:pt x="1" y="0"/>
                  <a:pt x="0" y="0"/>
                  <a:pt x="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10" name="Freeform 1068"/>
          <p:cNvSpPr>
            <a:spLocks noEditPoints="1"/>
          </p:cNvSpPr>
          <p:nvPr/>
        </p:nvSpPr>
        <p:spPr bwMode="auto">
          <a:xfrm>
            <a:off x="351607" y="4754564"/>
            <a:ext cx="1036638" cy="1438275"/>
          </a:xfrm>
          <a:custGeom>
            <a:avLst/>
            <a:gdLst>
              <a:gd name="T0" fmla="*/ 39 w 250"/>
              <a:gd name="T1" fmla="*/ 58 h 347"/>
              <a:gd name="T2" fmla="*/ 35 w 250"/>
              <a:gd name="T3" fmla="*/ 59 h 347"/>
              <a:gd name="T4" fmla="*/ 37 w 250"/>
              <a:gd name="T5" fmla="*/ 91 h 347"/>
              <a:gd name="T6" fmla="*/ 115 w 250"/>
              <a:gd name="T7" fmla="*/ 170 h 347"/>
              <a:gd name="T8" fmla="*/ 114 w 250"/>
              <a:gd name="T9" fmla="*/ 214 h 347"/>
              <a:gd name="T10" fmla="*/ 247 w 250"/>
              <a:gd name="T11" fmla="*/ 347 h 347"/>
              <a:gd name="T12" fmla="*/ 248 w 250"/>
              <a:gd name="T13" fmla="*/ 346 h 347"/>
              <a:gd name="T14" fmla="*/ 250 w 250"/>
              <a:gd name="T15" fmla="*/ 344 h 347"/>
              <a:gd name="T16" fmla="*/ 118 w 250"/>
              <a:gd name="T17" fmla="*/ 212 h 347"/>
              <a:gd name="T18" fmla="*/ 119 w 250"/>
              <a:gd name="T19" fmla="*/ 168 h 347"/>
              <a:gd name="T20" fmla="*/ 41 w 250"/>
              <a:gd name="T21" fmla="*/ 89 h 347"/>
              <a:gd name="T22" fmla="*/ 39 w 250"/>
              <a:gd name="T23" fmla="*/ 58 h 347"/>
              <a:gd name="T24" fmla="*/ 3 w 250"/>
              <a:gd name="T25" fmla="*/ 0 h 347"/>
              <a:gd name="T26" fmla="*/ 1 w 250"/>
              <a:gd name="T27" fmla="*/ 2 h 347"/>
              <a:gd name="T28" fmla="*/ 0 w 250"/>
              <a:gd name="T29" fmla="*/ 3 h 347"/>
              <a:gd name="T30" fmla="*/ 19 w 250"/>
              <a:gd name="T31" fmla="*/ 22 h 347"/>
              <a:gd name="T32" fmla="*/ 22 w 250"/>
              <a:gd name="T33" fmla="*/ 20 h 347"/>
              <a:gd name="T34" fmla="*/ 3 w 250"/>
              <a:gd name="T35" fmla="*/ 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0" h="347">
                <a:moveTo>
                  <a:pt x="39" y="58"/>
                </a:moveTo>
                <a:cubicBezTo>
                  <a:pt x="38" y="58"/>
                  <a:pt x="37" y="59"/>
                  <a:pt x="35" y="59"/>
                </a:cubicBezTo>
                <a:cubicBezTo>
                  <a:pt x="37" y="91"/>
                  <a:pt x="37" y="91"/>
                  <a:pt x="37" y="91"/>
                </a:cubicBezTo>
                <a:cubicBezTo>
                  <a:pt x="115" y="170"/>
                  <a:pt x="115" y="170"/>
                  <a:pt x="115" y="170"/>
                </a:cubicBezTo>
                <a:cubicBezTo>
                  <a:pt x="114" y="214"/>
                  <a:pt x="114" y="214"/>
                  <a:pt x="114" y="214"/>
                </a:cubicBezTo>
                <a:cubicBezTo>
                  <a:pt x="247" y="347"/>
                  <a:pt x="247" y="347"/>
                  <a:pt x="247" y="347"/>
                </a:cubicBezTo>
                <a:cubicBezTo>
                  <a:pt x="247" y="347"/>
                  <a:pt x="248" y="346"/>
                  <a:pt x="248" y="346"/>
                </a:cubicBezTo>
                <a:cubicBezTo>
                  <a:pt x="249" y="345"/>
                  <a:pt x="249" y="345"/>
                  <a:pt x="250" y="344"/>
                </a:cubicBezTo>
                <a:cubicBezTo>
                  <a:pt x="118" y="212"/>
                  <a:pt x="118" y="212"/>
                  <a:pt x="118" y="212"/>
                </a:cubicBezTo>
                <a:cubicBezTo>
                  <a:pt x="119" y="168"/>
                  <a:pt x="119" y="168"/>
                  <a:pt x="119" y="168"/>
                </a:cubicBezTo>
                <a:cubicBezTo>
                  <a:pt x="41" y="89"/>
                  <a:pt x="41" y="89"/>
                  <a:pt x="41" y="89"/>
                </a:cubicBezTo>
                <a:cubicBezTo>
                  <a:pt x="39" y="58"/>
                  <a:pt x="39" y="58"/>
                  <a:pt x="39" y="58"/>
                </a:cubicBezTo>
                <a:moveTo>
                  <a:pt x="3" y="0"/>
                </a:moveTo>
                <a:cubicBezTo>
                  <a:pt x="2" y="1"/>
                  <a:pt x="1" y="2"/>
                  <a:pt x="1" y="2"/>
                </a:cubicBezTo>
                <a:cubicBezTo>
                  <a:pt x="0" y="3"/>
                  <a:pt x="0" y="3"/>
                  <a:pt x="0" y="3"/>
                </a:cubicBezTo>
                <a:cubicBezTo>
                  <a:pt x="19" y="22"/>
                  <a:pt x="19" y="22"/>
                  <a:pt x="19" y="22"/>
                </a:cubicBezTo>
                <a:cubicBezTo>
                  <a:pt x="20" y="21"/>
                  <a:pt x="21" y="21"/>
                  <a:pt x="22" y="20"/>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11" name="Freeform 1069"/>
          <p:cNvSpPr>
            <a:spLocks/>
          </p:cNvSpPr>
          <p:nvPr/>
        </p:nvSpPr>
        <p:spPr bwMode="auto">
          <a:xfrm>
            <a:off x="-2470968" y="177800"/>
            <a:ext cx="3328988" cy="2984500"/>
          </a:xfrm>
          <a:custGeom>
            <a:avLst/>
            <a:gdLst>
              <a:gd name="T0" fmla="*/ 12 w 803"/>
              <a:gd name="T1" fmla="*/ 0 h 720"/>
              <a:gd name="T2" fmla="*/ 0 w 803"/>
              <a:gd name="T3" fmla="*/ 0 h 720"/>
              <a:gd name="T4" fmla="*/ 1 w 803"/>
              <a:gd name="T5" fmla="*/ 4 h 720"/>
              <a:gd name="T6" fmla="*/ 11 w 803"/>
              <a:gd name="T7" fmla="*/ 4 h 720"/>
              <a:gd name="T8" fmla="*/ 41 w 803"/>
              <a:gd name="T9" fmla="*/ 35 h 720"/>
              <a:gd name="T10" fmla="*/ 123 w 803"/>
              <a:gd name="T11" fmla="*/ 35 h 720"/>
              <a:gd name="T12" fmla="*/ 187 w 803"/>
              <a:gd name="T13" fmla="*/ 99 h 720"/>
              <a:gd name="T14" fmla="*/ 186 w 803"/>
              <a:gd name="T15" fmla="*/ 126 h 720"/>
              <a:gd name="T16" fmla="*/ 364 w 803"/>
              <a:gd name="T17" fmla="*/ 304 h 720"/>
              <a:gd name="T18" fmla="*/ 363 w 803"/>
              <a:gd name="T19" fmla="*/ 354 h 720"/>
              <a:gd name="T20" fmla="*/ 500 w 803"/>
              <a:gd name="T21" fmla="*/ 491 h 720"/>
              <a:gd name="T22" fmla="*/ 500 w 803"/>
              <a:gd name="T23" fmla="*/ 530 h 720"/>
              <a:gd name="T24" fmla="*/ 651 w 803"/>
              <a:gd name="T25" fmla="*/ 681 h 720"/>
              <a:gd name="T26" fmla="*/ 704 w 803"/>
              <a:gd name="T27" fmla="*/ 684 h 720"/>
              <a:gd name="T28" fmla="*/ 741 w 803"/>
              <a:gd name="T29" fmla="*/ 720 h 720"/>
              <a:gd name="T30" fmla="*/ 803 w 803"/>
              <a:gd name="T31" fmla="*/ 719 h 720"/>
              <a:gd name="T32" fmla="*/ 802 w 803"/>
              <a:gd name="T33" fmla="*/ 715 h 720"/>
              <a:gd name="T34" fmla="*/ 743 w 803"/>
              <a:gd name="T35" fmla="*/ 716 h 720"/>
              <a:gd name="T36" fmla="*/ 706 w 803"/>
              <a:gd name="T37" fmla="*/ 680 h 720"/>
              <a:gd name="T38" fmla="*/ 653 w 803"/>
              <a:gd name="T39" fmla="*/ 677 h 720"/>
              <a:gd name="T40" fmla="*/ 504 w 803"/>
              <a:gd name="T41" fmla="*/ 529 h 720"/>
              <a:gd name="T42" fmla="*/ 504 w 803"/>
              <a:gd name="T43" fmla="*/ 489 h 720"/>
              <a:gd name="T44" fmla="*/ 367 w 803"/>
              <a:gd name="T45" fmla="*/ 352 h 720"/>
              <a:gd name="T46" fmla="*/ 368 w 803"/>
              <a:gd name="T47" fmla="*/ 303 h 720"/>
              <a:gd name="T48" fmla="*/ 190 w 803"/>
              <a:gd name="T49" fmla="*/ 125 h 720"/>
              <a:gd name="T50" fmla="*/ 191 w 803"/>
              <a:gd name="T51" fmla="*/ 97 h 720"/>
              <a:gd name="T52" fmla="*/ 125 w 803"/>
              <a:gd name="T53" fmla="*/ 31 h 720"/>
              <a:gd name="T54" fmla="*/ 42 w 803"/>
              <a:gd name="T55" fmla="*/ 31 h 720"/>
              <a:gd name="T56" fmla="*/ 12 w 803"/>
              <a:gd name="T57" fmla="*/ 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03" h="720">
                <a:moveTo>
                  <a:pt x="12" y="0"/>
                </a:moveTo>
                <a:cubicBezTo>
                  <a:pt x="0" y="0"/>
                  <a:pt x="0" y="0"/>
                  <a:pt x="0" y="0"/>
                </a:cubicBezTo>
                <a:cubicBezTo>
                  <a:pt x="0" y="1"/>
                  <a:pt x="0" y="3"/>
                  <a:pt x="1" y="4"/>
                </a:cubicBezTo>
                <a:cubicBezTo>
                  <a:pt x="11" y="4"/>
                  <a:pt x="11" y="4"/>
                  <a:pt x="11" y="4"/>
                </a:cubicBezTo>
                <a:cubicBezTo>
                  <a:pt x="41" y="35"/>
                  <a:pt x="41" y="35"/>
                  <a:pt x="41" y="35"/>
                </a:cubicBezTo>
                <a:cubicBezTo>
                  <a:pt x="123" y="35"/>
                  <a:pt x="123" y="35"/>
                  <a:pt x="123" y="35"/>
                </a:cubicBezTo>
                <a:cubicBezTo>
                  <a:pt x="187" y="99"/>
                  <a:pt x="187" y="99"/>
                  <a:pt x="187" y="99"/>
                </a:cubicBezTo>
                <a:cubicBezTo>
                  <a:pt x="186" y="126"/>
                  <a:pt x="186" y="126"/>
                  <a:pt x="186" y="126"/>
                </a:cubicBezTo>
                <a:cubicBezTo>
                  <a:pt x="364" y="304"/>
                  <a:pt x="364" y="304"/>
                  <a:pt x="364" y="304"/>
                </a:cubicBezTo>
                <a:cubicBezTo>
                  <a:pt x="363" y="354"/>
                  <a:pt x="363" y="354"/>
                  <a:pt x="363" y="354"/>
                </a:cubicBezTo>
                <a:cubicBezTo>
                  <a:pt x="500" y="491"/>
                  <a:pt x="500" y="491"/>
                  <a:pt x="500" y="491"/>
                </a:cubicBezTo>
                <a:cubicBezTo>
                  <a:pt x="500" y="530"/>
                  <a:pt x="500" y="530"/>
                  <a:pt x="500" y="530"/>
                </a:cubicBezTo>
                <a:cubicBezTo>
                  <a:pt x="651" y="681"/>
                  <a:pt x="651" y="681"/>
                  <a:pt x="651" y="681"/>
                </a:cubicBezTo>
                <a:cubicBezTo>
                  <a:pt x="704" y="684"/>
                  <a:pt x="704" y="684"/>
                  <a:pt x="704" y="684"/>
                </a:cubicBezTo>
                <a:cubicBezTo>
                  <a:pt x="741" y="720"/>
                  <a:pt x="741" y="720"/>
                  <a:pt x="741" y="720"/>
                </a:cubicBezTo>
                <a:cubicBezTo>
                  <a:pt x="803" y="719"/>
                  <a:pt x="803" y="719"/>
                  <a:pt x="803" y="719"/>
                </a:cubicBezTo>
                <a:cubicBezTo>
                  <a:pt x="803" y="718"/>
                  <a:pt x="802" y="717"/>
                  <a:pt x="802" y="715"/>
                </a:cubicBezTo>
                <a:cubicBezTo>
                  <a:pt x="743" y="716"/>
                  <a:pt x="743" y="716"/>
                  <a:pt x="743" y="716"/>
                </a:cubicBezTo>
                <a:cubicBezTo>
                  <a:pt x="706" y="680"/>
                  <a:pt x="706" y="680"/>
                  <a:pt x="706" y="680"/>
                </a:cubicBezTo>
                <a:cubicBezTo>
                  <a:pt x="653" y="677"/>
                  <a:pt x="653" y="677"/>
                  <a:pt x="653" y="677"/>
                </a:cubicBezTo>
                <a:cubicBezTo>
                  <a:pt x="504" y="529"/>
                  <a:pt x="504" y="529"/>
                  <a:pt x="504" y="529"/>
                </a:cubicBezTo>
                <a:cubicBezTo>
                  <a:pt x="504" y="489"/>
                  <a:pt x="504" y="489"/>
                  <a:pt x="504" y="489"/>
                </a:cubicBezTo>
                <a:cubicBezTo>
                  <a:pt x="367" y="352"/>
                  <a:pt x="367" y="352"/>
                  <a:pt x="367" y="352"/>
                </a:cubicBezTo>
                <a:cubicBezTo>
                  <a:pt x="368" y="303"/>
                  <a:pt x="368" y="303"/>
                  <a:pt x="368" y="303"/>
                </a:cubicBezTo>
                <a:cubicBezTo>
                  <a:pt x="190" y="125"/>
                  <a:pt x="190" y="125"/>
                  <a:pt x="190" y="125"/>
                </a:cubicBezTo>
                <a:cubicBezTo>
                  <a:pt x="191" y="97"/>
                  <a:pt x="191" y="97"/>
                  <a:pt x="191" y="97"/>
                </a:cubicBezTo>
                <a:cubicBezTo>
                  <a:pt x="125" y="31"/>
                  <a:pt x="125" y="31"/>
                  <a:pt x="125" y="31"/>
                </a:cubicBezTo>
                <a:cubicBezTo>
                  <a:pt x="42" y="31"/>
                  <a:pt x="42" y="31"/>
                  <a:pt x="42" y="31"/>
                </a:cubicBezTo>
                <a:cubicBezTo>
                  <a:pt x="12" y="0"/>
                  <a:pt x="12" y="0"/>
                  <a:pt x="1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12" name="Freeform 1070"/>
          <p:cNvSpPr>
            <a:spLocks/>
          </p:cNvSpPr>
          <p:nvPr/>
        </p:nvSpPr>
        <p:spPr bwMode="auto">
          <a:xfrm>
            <a:off x="-2602731" y="-100013"/>
            <a:ext cx="3455988" cy="3221038"/>
          </a:xfrm>
          <a:custGeom>
            <a:avLst/>
            <a:gdLst>
              <a:gd name="T0" fmla="*/ 3 w 834"/>
              <a:gd name="T1" fmla="*/ 0 h 777"/>
              <a:gd name="T2" fmla="*/ 1 w 834"/>
              <a:gd name="T3" fmla="*/ 2 h 777"/>
              <a:gd name="T4" fmla="*/ 0 w 834"/>
              <a:gd name="T5" fmla="*/ 3 h 777"/>
              <a:gd name="T6" fmla="*/ 87 w 834"/>
              <a:gd name="T7" fmla="*/ 90 h 777"/>
              <a:gd name="T8" fmla="*/ 170 w 834"/>
              <a:gd name="T9" fmla="*/ 88 h 777"/>
              <a:gd name="T10" fmla="*/ 233 w 834"/>
              <a:gd name="T11" fmla="*/ 152 h 777"/>
              <a:gd name="T12" fmla="*/ 233 w 834"/>
              <a:gd name="T13" fmla="*/ 179 h 777"/>
              <a:gd name="T14" fmla="*/ 411 w 834"/>
              <a:gd name="T15" fmla="*/ 357 h 777"/>
              <a:gd name="T16" fmla="*/ 409 w 834"/>
              <a:gd name="T17" fmla="*/ 407 h 777"/>
              <a:gd name="T18" fmla="*/ 546 w 834"/>
              <a:gd name="T19" fmla="*/ 544 h 777"/>
              <a:gd name="T20" fmla="*/ 543 w 834"/>
              <a:gd name="T21" fmla="*/ 586 h 777"/>
              <a:gd name="T22" fmla="*/ 694 w 834"/>
              <a:gd name="T23" fmla="*/ 737 h 777"/>
              <a:gd name="T24" fmla="*/ 748 w 834"/>
              <a:gd name="T25" fmla="*/ 740 h 777"/>
              <a:gd name="T26" fmla="*/ 785 w 834"/>
              <a:gd name="T27" fmla="*/ 777 h 777"/>
              <a:gd name="T28" fmla="*/ 834 w 834"/>
              <a:gd name="T29" fmla="*/ 776 h 777"/>
              <a:gd name="T30" fmla="*/ 834 w 834"/>
              <a:gd name="T31" fmla="*/ 772 h 777"/>
              <a:gd name="T32" fmla="*/ 787 w 834"/>
              <a:gd name="T33" fmla="*/ 773 h 777"/>
              <a:gd name="T34" fmla="*/ 750 w 834"/>
              <a:gd name="T35" fmla="*/ 736 h 777"/>
              <a:gd name="T36" fmla="*/ 696 w 834"/>
              <a:gd name="T37" fmla="*/ 733 h 777"/>
              <a:gd name="T38" fmla="*/ 547 w 834"/>
              <a:gd name="T39" fmla="*/ 585 h 777"/>
              <a:gd name="T40" fmla="*/ 550 w 834"/>
              <a:gd name="T41" fmla="*/ 542 h 777"/>
              <a:gd name="T42" fmla="*/ 413 w 834"/>
              <a:gd name="T43" fmla="*/ 405 h 777"/>
              <a:gd name="T44" fmla="*/ 415 w 834"/>
              <a:gd name="T45" fmla="*/ 356 h 777"/>
              <a:gd name="T46" fmla="*/ 237 w 834"/>
              <a:gd name="T47" fmla="*/ 178 h 777"/>
              <a:gd name="T48" fmla="*/ 237 w 834"/>
              <a:gd name="T49" fmla="*/ 150 h 777"/>
              <a:gd name="T50" fmla="*/ 171 w 834"/>
              <a:gd name="T51" fmla="*/ 84 h 777"/>
              <a:gd name="T52" fmla="*/ 88 w 834"/>
              <a:gd name="T53" fmla="*/ 86 h 777"/>
              <a:gd name="T54" fmla="*/ 3 w 834"/>
              <a:gd name="T55" fmla="*/ 0 h 7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34" h="777">
                <a:moveTo>
                  <a:pt x="3" y="0"/>
                </a:moveTo>
                <a:cubicBezTo>
                  <a:pt x="2" y="1"/>
                  <a:pt x="2" y="2"/>
                  <a:pt x="1" y="2"/>
                </a:cubicBezTo>
                <a:cubicBezTo>
                  <a:pt x="1" y="3"/>
                  <a:pt x="0" y="3"/>
                  <a:pt x="0" y="3"/>
                </a:cubicBezTo>
                <a:cubicBezTo>
                  <a:pt x="87" y="90"/>
                  <a:pt x="87" y="90"/>
                  <a:pt x="87" y="90"/>
                </a:cubicBezTo>
                <a:cubicBezTo>
                  <a:pt x="170" y="88"/>
                  <a:pt x="170" y="88"/>
                  <a:pt x="170" y="88"/>
                </a:cubicBezTo>
                <a:cubicBezTo>
                  <a:pt x="233" y="152"/>
                  <a:pt x="233" y="152"/>
                  <a:pt x="233" y="152"/>
                </a:cubicBezTo>
                <a:cubicBezTo>
                  <a:pt x="233" y="179"/>
                  <a:pt x="233" y="179"/>
                  <a:pt x="233" y="179"/>
                </a:cubicBezTo>
                <a:cubicBezTo>
                  <a:pt x="411" y="357"/>
                  <a:pt x="411" y="357"/>
                  <a:pt x="411" y="357"/>
                </a:cubicBezTo>
                <a:cubicBezTo>
                  <a:pt x="409" y="407"/>
                  <a:pt x="409" y="407"/>
                  <a:pt x="409" y="407"/>
                </a:cubicBezTo>
                <a:cubicBezTo>
                  <a:pt x="546" y="544"/>
                  <a:pt x="546" y="544"/>
                  <a:pt x="546" y="544"/>
                </a:cubicBezTo>
                <a:cubicBezTo>
                  <a:pt x="543" y="586"/>
                  <a:pt x="543" y="586"/>
                  <a:pt x="543" y="586"/>
                </a:cubicBezTo>
                <a:cubicBezTo>
                  <a:pt x="694" y="737"/>
                  <a:pt x="694" y="737"/>
                  <a:pt x="694" y="737"/>
                </a:cubicBezTo>
                <a:cubicBezTo>
                  <a:pt x="748" y="740"/>
                  <a:pt x="748" y="740"/>
                  <a:pt x="748" y="740"/>
                </a:cubicBezTo>
                <a:cubicBezTo>
                  <a:pt x="785" y="777"/>
                  <a:pt x="785" y="777"/>
                  <a:pt x="785" y="777"/>
                </a:cubicBezTo>
                <a:cubicBezTo>
                  <a:pt x="834" y="776"/>
                  <a:pt x="834" y="776"/>
                  <a:pt x="834" y="776"/>
                </a:cubicBezTo>
                <a:cubicBezTo>
                  <a:pt x="834" y="775"/>
                  <a:pt x="834" y="773"/>
                  <a:pt x="834" y="772"/>
                </a:cubicBezTo>
                <a:cubicBezTo>
                  <a:pt x="787" y="773"/>
                  <a:pt x="787" y="773"/>
                  <a:pt x="787" y="773"/>
                </a:cubicBezTo>
                <a:cubicBezTo>
                  <a:pt x="750" y="736"/>
                  <a:pt x="750" y="736"/>
                  <a:pt x="750" y="736"/>
                </a:cubicBezTo>
                <a:cubicBezTo>
                  <a:pt x="696" y="733"/>
                  <a:pt x="696" y="733"/>
                  <a:pt x="696" y="733"/>
                </a:cubicBezTo>
                <a:cubicBezTo>
                  <a:pt x="547" y="585"/>
                  <a:pt x="547" y="585"/>
                  <a:pt x="547" y="585"/>
                </a:cubicBezTo>
                <a:cubicBezTo>
                  <a:pt x="550" y="542"/>
                  <a:pt x="550" y="542"/>
                  <a:pt x="550" y="542"/>
                </a:cubicBezTo>
                <a:cubicBezTo>
                  <a:pt x="413" y="405"/>
                  <a:pt x="413" y="405"/>
                  <a:pt x="413" y="405"/>
                </a:cubicBezTo>
                <a:cubicBezTo>
                  <a:pt x="415" y="356"/>
                  <a:pt x="415" y="356"/>
                  <a:pt x="415" y="356"/>
                </a:cubicBezTo>
                <a:cubicBezTo>
                  <a:pt x="237" y="178"/>
                  <a:pt x="237" y="178"/>
                  <a:pt x="237" y="178"/>
                </a:cubicBezTo>
                <a:cubicBezTo>
                  <a:pt x="237" y="150"/>
                  <a:pt x="237" y="150"/>
                  <a:pt x="237" y="150"/>
                </a:cubicBezTo>
                <a:cubicBezTo>
                  <a:pt x="171" y="84"/>
                  <a:pt x="171" y="84"/>
                  <a:pt x="171" y="84"/>
                </a:cubicBezTo>
                <a:cubicBezTo>
                  <a:pt x="88" y="86"/>
                  <a:pt x="88" y="86"/>
                  <a:pt x="88" y="86"/>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13" name="Freeform 1071"/>
          <p:cNvSpPr>
            <a:spLocks noEditPoints="1"/>
          </p:cNvSpPr>
          <p:nvPr/>
        </p:nvSpPr>
        <p:spPr bwMode="auto">
          <a:xfrm>
            <a:off x="-5620568" y="-3960813"/>
            <a:ext cx="6296025" cy="6862763"/>
          </a:xfrm>
          <a:custGeom>
            <a:avLst/>
            <a:gdLst>
              <a:gd name="T0" fmla="*/ 1387 w 1519"/>
              <a:gd name="T1" fmla="*/ 1582 h 1655"/>
              <a:gd name="T2" fmla="*/ 1384 w 1519"/>
              <a:gd name="T3" fmla="*/ 1584 h 1655"/>
              <a:gd name="T4" fmla="*/ 1423 w 1519"/>
              <a:gd name="T5" fmla="*/ 1624 h 1655"/>
              <a:gd name="T6" fmla="*/ 1484 w 1519"/>
              <a:gd name="T7" fmla="*/ 1622 h 1655"/>
              <a:gd name="T8" fmla="*/ 1516 w 1519"/>
              <a:gd name="T9" fmla="*/ 1655 h 1655"/>
              <a:gd name="T10" fmla="*/ 1517 w 1519"/>
              <a:gd name="T11" fmla="*/ 1654 h 1655"/>
              <a:gd name="T12" fmla="*/ 1519 w 1519"/>
              <a:gd name="T13" fmla="*/ 1652 h 1655"/>
              <a:gd name="T14" fmla="*/ 1485 w 1519"/>
              <a:gd name="T15" fmla="*/ 1618 h 1655"/>
              <a:gd name="T16" fmla="*/ 1425 w 1519"/>
              <a:gd name="T17" fmla="*/ 1620 h 1655"/>
              <a:gd name="T18" fmla="*/ 1387 w 1519"/>
              <a:gd name="T19" fmla="*/ 1582 h 1655"/>
              <a:gd name="T20" fmla="*/ 997 w 1519"/>
              <a:gd name="T21" fmla="*/ 994 h 1655"/>
              <a:gd name="T22" fmla="*/ 995 w 1519"/>
              <a:gd name="T23" fmla="*/ 996 h 1655"/>
              <a:gd name="T24" fmla="*/ 994 w 1519"/>
              <a:gd name="T25" fmla="*/ 997 h 1655"/>
              <a:gd name="T26" fmla="*/ 1034 w 1519"/>
              <a:gd name="T27" fmla="*/ 1036 h 1655"/>
              <a:gd name="T28" fmla="*/ 1034 w 1519"/>
              <a:gd name="T29" fmla="*/ 1076 h 1655"/>
              <a:gd name="T30" fmla="*/ 1127 w 1519"/>
              <a:gd name="T31" fmla="*/ 1169 h 1655"/>
              <a:gd name="T32" fmla="*/ 1126 w 1519"/>
              <a:gd name="T33" fmla="*/ 1230 h 1655"/>
              <a:gd name="T34" fmla="*/ 1183 w 1519"/>
              <a:gd name="T35" fmla="*/ 1287 h 1655"/>
              <a:gd name="T36" fmla="*/ 1184 w 1519"/>
              <a:gd name="T37" fmla="*/ 1333 h 1655"/>
              <a:gd name="T38" fmla="*/ 1321 w 1519"/>
              <a:gd name="T39" fmla="*/ 1471 h 1655"/>
              <a:gd name="T40" fmla="*/ 1320 w 1519"/>
              <a:gd name="T41" fmla="*/ 1521 h 1655"/>
              <a:gd name="T42" fmla="*/ 1356 w 1519"/>
              <a:gd name="T43" fmla="*/ 1556 h 1655"/>
              <a:gd name="T44" fmla="*/ 1358 w 1519"/>
              <a:gd name="T45" fmla="*/ 1553 h 1655"/>
              <a:gd name="T46" fmla="*/ 1324 w 1519"/>
              <a:gd name="T47" fmla="*/ 1519 h 1655"/>
              <a:gd name="T48" fmla="*/ 1325 w 1519"/>
              <a:gd name="T49" fmla="*/ 1469 h 1655"/>
              <a:gd name="T50" fmla="*/ 1187 w 1519"/>
              <a:gd name="T51" fmla="*/ 1332 h 1655"/>
              <a:gd name="T52" fmla="*/ 1187 w 1519"/>
              <a:gd name="T53" fmla="*/ 1286 h 1655"/>
              <a:gd name="T54" fmla="*/ 1130 w 1519"/>
              <a:gd name="T55" fmla="*/ 1228 h 1655"/>
              <a:gd name="T56" fmla="*/ 1131 w 1519"/>
              <a:gd name="T57" fmla="*/ 1168 h 1655"/>
              <a:gd name="T58" fmla="*/ 1038 w 1519"/>
              <a:gd name="T59" fmla="*/ 1074 h 1655"/>
              <a:gd name="T60" fmla="*/ 1038 w 1519"/>
              <a:gd name="T61" fmla="*/ 1035 h 1655"/>
              <a:gd name="T62" fmla="*/ 997 w 1519"/>
              <a:gd name="T63" fmla="*/ 994 h 1655"/>
              <a:gd name="T64" fmla="*/ 729 w 1519"/>
              <a:gd name="T65" fmla="*/ 726 h 1655"/>
              <a:gd name="T66" fmla="*/ 727 w 1519"/>
              <a:gd name="T67" fmla="*/ 729 h 1655"/>
              <a:gd name="T68" fmla="*/ 965 w 1519"/>
              <a:gd name="T69" fmla="*/ 967 h 1655"/>
              <a:gd name="T70" fmla="*/ 966 w 1519"/>
              <a:gd name="T71" fmla="*/ 966 h 1655"/>
              <a:gd name="T72" fmla="*/ 968 w 1519"/>
              <a:gd name="T73" fmla="*/ 965 h 1655"/>
              <a:gd name="T74" fmla="*/ 729 w 1519"/>
              <a:gd name="T75" fmla="*/ 726 h 1655"/>
              <a:gd name="T76" fmla="*/ 3 w 1519"/>
              <a:gd name="T77" fmla="*/ 0 h 1655"/>
              <a:gd name="T78" fmla="*/ 0 w 1519"/>
              <a:gd name="T79" fmla="*/ 3 h 1655"/>
              <a:gd name="T80" fmla="*/ 697 w 1519"/>
              <a:gd name="T81" fmla="*/ 700 h 1655"/>
              <a:gd name="T82" fmla="*/ 701 w 1519"/>
              <a:gd name="T83" fmla="*/ 698 h 1655"/>
              <a:gd name="T84" fmla="*/ 3 w 1519"/>
              <a:gd name="T85" fmla="*/ 0 h 1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19" h="1655">
                <a:moveTo>
                  <a:pt x="1387" y="1582"/>
                </a:moveTo>
                <a:cubicBezTo>
                  <a:pt x="1386" y="1583"/>
                  <a:pt x="1385" y="1584"/>
                  <a:pt x="1384" y="1584"/>
                </a:cubicBezTo>
                <a:cubicBezTo>
                  <a:pt x="1423" y="1624"/>
                  <a:pt x="1423" y="1624"/>
                  <a:pt x="1423" y="1624"/>
                </a:cubicBezTo>
                <a:cubicBezTo>
                  <a:pt x="1484" y="1622"/>
                  <a:pt x="1484" y="1622"/>
                  <a:pt x="1484" y="1622"/>
                </a:cubicBezTo>
                <a:cubicBezTo>
                  <a:pt x="1516" y="1655"/>
                  <a:pt x="1516" y="1655"/>
                  <a:pt x="1516" y="1655"/>
                </a:cubicBezTo>
                <a:cubicBezTo>
                  <a:pt x="1517" y="1654"/>
                  <a:pt x="1517" y="1654"/>
                  <a:pt x="1517" y="1654"/>
                </a:cubicBezTo>
                <a:cubicBezTo>
                  <a:pt x="1518" y="1653"/>
                  <a:pt x="1519" y="1653"/>
                  <a:pt x="1519" y="1652"/>
                </a:cubicBezTo>
                <a:cubicBezTo>
                  <a:pt x="1485" y="1618"/>
                  <a:pt x="1485" y="1618"/>
                  <a:pt x="1485" y="1618"/>
                </a:cubicBezTo>
                <a:cubicBezTo>
                  <a:pt x="1425" y="1620"/>
                  <a:pt x="1425" y="1620"/>
                  <a:pt x="1425" y="1620"/>
                </a:cubicBezTo>
                <a:cubicBezTo>
                  <a:pt x="1387" y="1582"/>
                  <a:pt x="1387" y="1582"/>
                  <a:pt x="1387" y="1582"/>
                </a:cubicBezTo>
                <a:moveTo>
                  <a:pt x="997" y="994"/>
                </a:moveTo>
                <a:cubicBezTo>
                  <a:pt x="996" y="994"/>
                  <a:pt x="996" y="995"/>
                  <a:pt x="995" y="996"/>
                </a:cubicBezTo>
                <a:cubicBezTo>
                  <a:pt x="995" y="996"/>
                  <a:pt x="994" y="996"/>
                  <a:pt x="994" y="997"/>
                </a:cubicBezTo>
                <a:cubicBezTo>
                  <a:pt x="1034" y="1036"/>
                  <a:pt x="1034" y="1036"/>
                  <a:pt x="1034" y="1036"/>
                </a:cubicBezTo>
                <a:cubicBezTo>
                  <a:pt x="1034" y="1076"/>
                  <a:pt x="1034" y="1076"/>
                  <a:pt x="1034" y="1076"/>
                </a:cubicBezTo>
                <a:cubicBezTo>
                  <a:pt x="1127" y="1169"/>
                  <a:pt x="1127" y="1169"/>
                  <a:pt x="1127" y="1169"/>
                </a:cubicBezTo>
                <a:cubicBezTo>
                  <a:pt x="1126" y="1230"/>
                  <a:pt x="1126" y="1230"/>
                  <a:pt x="1126" y="1230"/>
                </a:cubicBezTo>
                <a:cubicBezTo>
                  <a:pt x="1183" y="1287"/>
                  <a:pt x="1183" y="1287"/>
                  <a:pt x="1183" y="1287"/>
                </a:cubicBezTo>
                <a:cubicBezTo>
                  <a:pt x="1184" y="1333"/>
                  <a:pt x="1184" y="1333"/>
                  <a:pt x="1184" y="1333"/>
                </a:cubicBezTo>
                <a:cubicBezTo>
                  <a:pt x="1321" y="1471"/>
                  <a:pt x="1321" y="1471"/>
                  <a:pt x="1321" y="1471"/>
                </a:cubicBezTo>
                <a:cubicBezTo>
                  <a:pt x="1320" y="1521"/>
                  <a:pt x="1320" y="1521"/>
                  <a:pt x="1320" y="1521"/>
                </a:cubicBezTo>
                <a:cubicBezTo>
                  <a:pt x="1356" y="1556"/>
                  <a:pt x="1356" y="1556"/>
                  <a:pt x="1356" y="1556"/>
                </a:cubicBezTo>
                <a:cubicBezTo>
                  <a:pt x="1356" y="1555"/>
                  <a:pt x="1357" y="1554"/>
                  <a:pt x="1358" y="1553"/>
                </a:cubicBezTo>
                <a:cubicBezTo>
                  <a:pt x="1324" y="1519"/>
                  <a:pt x="1324" y="1519"/>
                  <a:pt x="1324" y="1519"/>
                </a:cubicBezTo>
                <a:cubicBezTo>
                  <a:pt x="1325" y="1469"/>
                  <a:pt x="1325" y="1469"/>
                  <a:pt x="1325" y="1469"/>
                </a:cubicBezTo>
                <a:cubicBezTo>
                  <a:pt x="1187" y="1332"/>
                  <a:pt x="1187" y="1332"/>
                  <a:pt x="1187" y="1332"/>
                </a:cubicBezTo>
                <a:cubicBezTo>
                  <a:pt x="1187" y="1286"/>
                  <a:pt x="1187" y="1286"/>
                  <a:pt x="1187" y="1286"/>
                </a:cubicBezTo>
                <a:cubicBezTo>
                  <a:pt x="1130" y="1228"/>
                  <a:pt x="1130" y="1228"/>
                  <a:pt x="1130" y="1228"/>
                </a:cubicBezTo>
                <a:cubicBezTo>
                  <a:pt x="1131" y="1168"/>
                  <a:pt x="1131" y="1168"/>
                  <a:pt x="1131" y="1168"/>
                </a:cubicBezTo>
                <a:cubicBezTo>
                  <a:pt x="1038" y="1074"/>
                  <a:pt x="1038" y="1074"/>
                  <a:pt x="1038" y="1074"/>
                </a:cubicBezTo>
                <a:cubicBezTo>
                  <a:pt x="1038" y="1035"/>
                  <a:pt x="1038" y="1035"/>
                  <a:pt x="1038" y="1035"/>
                </a:cubicBezTo>
                <a:cubicBezTo>
                  <a:pt x="997" y="994"/>
                  <a:pt x="997" y="994"/>
                  <a:pt x="997" y="994"/>
                </a:cubicBezTo>
                <a:moveTo>
                  <a:pt x="729" y="726"/>
                </a:moveTo>
                <a:cubicBezTo>
                  <a:pt x="728" y="727"/>
                  <a:pt x="728" y="728"/>
                  <a:pt x="727" y="729"/>
                </a:cubicBezTo>
                <a:cubicBezTo>
                  <a:pt x="965" y="967"/>
                  <a:pt x="965" y="967"/>
                  <a:pt x="965" y="967"/>
                </a:cubicBezTo>
                <a:cubicBezTo>
                  <a:pt x="965" y="967"/>
                  <a:pt x="965" y="967"/>
                  <a:pt x="966" y="966"/>
                </a:cubicBezTo>
                <a:cubicBezTo>
                  <a:pt x="966" y="966"/>
                  <a:pt x="967" y="965"/>
                  <a:pt x="968" y="965"/>
                </a:cubicBezTo>
                <a:cubicBezTo>
                  <a:pt x="729" y="726"/>
                  <a:pt x="729" y="726"/>
                  <a:pt x="729" y="726"/>
                </a:cubicBezTo>
                <a:moveTo>
                  <a:pt x="3" y="0"/>
                </a:moveTo>
                <a:cubicBezTo>
                  <a:pt x="0" y="3"/>
                  <a:pt x="0" y="3"/>
                  <a:pt x="0" y="3"/>
                </a:cubicBezTo>
                <a:cubicBezTo>
                  <a:pt x="697" y="700"/>
                  <a:pt x="697" y="700"/>
                  <a:pt x="697" y="700"/>
                </a:cubicBezTo>
                <a:cubicBezTo>
                  <a:pt x="698" y="699"/>
                  <a:pt x="699" y="698"/>
                  <a:pt x="701" y="698"/>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14" name="Freeform 1072"/>
          <p:cNvSpPr>
            <a:spLocks/>
          </p:cNvSpPr>
          <p:nvPr/>
        </p:nvSpPr>
        <p:spPr bwMode="auto">
          <a:xfrm>
            <a:off x="-4729981" y="-3536950"/>
            <a:ext cx="4692650" cy="5199063"/>
          </a:xfrm>
          <a:custGeom>
            <a:avLst/>
            <a:gdLst>
              <a:gd name="T0" fmla="*/ 3 w 1132"/>
              <a:gd name="T1" fmla="*/ 0 h 1254"/>
              <a:gd name="T2" fmla="*/ 0 w 1132"/>
              <a:gd name="T3" fmla="*/ 3 h 1254"/>
              <a:gd name="T4" fmla="*/ 923 w 1132"/>
              <a:gd name="T5" fmla="*/ 926 h 1254"/>
              <a:gd name="T6" fmla="*/ 923 w 1132"/>
              <a:gd name="T7" fmla="*/ 970 h 1254"/>
              <a:gd name="T8" fmla="*/ 957 w 1132"/>
              <a:gd name="T9" fmla="*/ 1005 h 1254"/>
              <a:gd name="T10" fmla="*/ 959 w 1132"/>
              <a:gd name="T11" fmla="*/ 1097 h 1254"/>
              <a:gd name="T12" fmla="*/ 1009 w 1132"/>
              <a:gd name="T13" fmla="*/ 1147 h 1254"/>
              <a:gd name="T14" fmla="*/ 1049 w 1132"/>
              <a:gd name="T15" fmla="*/ 1148 h 1254"/>
              <a:gd name="T16" fmla="*/ 1127 w 1132"/>
              <a:gd name="T17" fmla="*/ 1226 h 1254"/>
              <a:gd name="T18" fmla="*/ 1128 w 1132"/>
              <a:gd name="T19" fmla="*/ 1252 h 1254"/>
              <a:gd name="T20" fmla="*/ 1132 w 1132"/>
              <a:gd name="T21" fmla="*/ 1254 h 1254"/>
              <a:gd name="T22" fmla="*/ 1131 w 1132"/>
              <a:gd name="T23" fmla="*/ 1224 h 1254"/>
              <a:gd name="T24" fmla="*/ 1051 w 1132"/>
              <a:gd name="T25" fmla="*/ 1144 h 1254"/>
              <a:gd name="T26" fmla="*/ 1010 w 1132"/>
              <a:gd name="T27" fmla="*/ 1143 h 1254"/>
              <a:gd name="T28" fmla="*/ 963 w 1132"/>
              <a:gd name="T29" fmla="*/ 1096 h 1254"/>
              <a:gd name="T30" fmla="*/ 961 w 1132"/>
              <a:gd name="T31" fmla="*/ 1003 h 1254"/>
              <a:gd name="T32" fmla="*/ 927 w 1132"/>
              <a:gd name="T33" fmla="*/ 969 h 1254"/>
              <a:gd name="T34" fmla="*/ 927 w 1132"/>
              <a:gd name="T35" fmla="*/ 924 h 1254"/>
              <a:gd name="T36" fmla="*/ 3 w 1132"/>
              <a:gd name="T37" fmla="*/ 0 h 1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32" h="1254">
                <a:moveTo>
                  <a:pt x="3" y="0"/>
                </a:moveTo>
                <a:cubicBezTo>
                  <a:pt x="0" y="3"/>
                  <a:pt x="0" y="3"/>
                  <a:pt x="0" y="3"/>
                </a:cubicBezTo>
                <a:cubicBezTo>
                  <a:pt x="923" y="926"/>
                  <a:pt x="923" y="926"/>
                  <a:pt x="923" y="926"/>
                </a:cubicBezTo>
                <a:cubicBezTo>
                  <a:pt x="923" y="970"/>
                  <a:pt x="923" y="970"/>
                  <a:pt x="923" y="970"/>
                </a:cubicBezTo>
                <a:cubicBezTo>
                  <a:pt x="957" y="1005"/>
                  <a:pt x="957" y="1005"/>
                  <a:pt x="957" y="1005"/>
                </a:cubicBezTo>
                <a:cubicBezTo>
                  <a:pt x="959" y="1097"/>
                  <a:pt x="959" y="1097"/>
                  <a:pt x="959" y="1097"/>
                </a:cubicBezTo>
                <a:cubicBezTo>
                  <a:pt x="1009" y="1147"/>
                  <a:pt x="1009" y="1147"/>
                  <a:pt x="1009" y="1147"/>
                </a:cubicBezTo>
                <a:cubicBezTo>
                  <a:pt x="1049" y="1148"/>
                  <a:pt x="1049" y="1148"/>
                  <a:pt x="1049" y="1148"/>
                </a:cubicBezTo>
                <a:cubicBezTo>
                  <a:pt x="1127" y="1226"/>
                  <a:pt x="1127" y="1226"/>
                  <a:pt x="1127" y="1226"/>
                </a:cubicBezTo>
                <a:cubicBezTo>
                  <a:pt x="1128" y="1252"/>
                  <a:pt x="1128" y="1252"/>
                  <a:pt x="1128" y="1252"/>
                </a:cubicBezTo>
                <a:cubicBezTo>
                  <a:pt x="1129" y="1253"/>
                  <a:pt x="1130" y="1253"/>
                  <a:pt x="1132" y="1254"/>
                </a:cubicBezTo>
                <a:cubicBezTo>
                  <a:pt x="1131" y="1224"/>
                  <a:pt x="1131" y="1224"/>
                  <a:pt x="1131" y="1224"/>
                </a:cubicBezTo>
                <a:cubicBezTo>
                  <a:pt x="1051" y="1144"/>
                  <a:pt x="1051" y="1144"/>
                  <a:pt x="1051" y="1144"/>
                </a:cubicBezTo>
                <a:cubicBezTo>
                  <a:pt x="1010" y="1143"/>
                  <a:pt x="1010" y="1143"/>
                  <a:pt x="1010" y="1143"/>
                </a:cubicBezTo>
                <a:cubicBezTo>
                  <a:pt x="963" y="1096"/>
                  <a:pt x="963" y="1096"/>
                  <a:pt x="963" y="1096"/>
                </a:cubicBezTo>
                <a:cubicBezTo>
                  <a:pt x="961" y="1003"/>
                  <a:pt x="961" y="1003"/>
                  <a:pt x="961" y="1003"/>
                </a:cubicBezTo>
                <a:cubicBezTo>
                  <a:pt x="927" y="969"/>
                  <a:pt x="927" y="969"/>
                  <a:pt x="927" y="969"/>
                </a:cubicBezTo>
                <a:cubicBezTo>
                  <a:pt x="927" y="924"/>
                  <a:pt x="927" y="924"/>
                  <a:pt x="927" y="924"/>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15" name="Freeform 1073"/>
          <p:cNvSpPr>
            <a:spLocks/>
          </p:cNvSpPr>
          <p:nvPr/>
        </p:nvSpPr>
        <p:spPr bwMode="auto">
          <a:xfrm>
            <a:off x="-4622031" y="-3544888"/>
            <a:ext cx="6015038" cy="6442075"/>
          </a:xfrm>
          <a:custGeom>
            <a:avLst/>
            <a:gdLst>
              <a:gd name="T0" fmla="*/ 3 w 1451"/>
              <a:gd name="T1" fmla="*/ 0 h 1554"/>
              <a:gd name="T2" fmla="*/ 0 w 1451"/>
              <a:gd name="T3" fmla="*/ 3 h 1554"/>
              <a:gd name="T4" fmla="*/ 911 w 1451"/>
              <a:gd name="T5" fmla="*/ 914 h 1554"/>
              <a:gd name="T6" fmla="*/ 911 w 1451"/>
              <a:gd name="T7" fmla="*/ 958 h 1554"/>
              <a:gd name="T8" fmla="*/ 1167 w 1451"/>
              <a:gd name="T9" fmla="*/ 1215 h 1554"/>
              <a:gd name="T10" fmla="*/ 1169 w 1451"/>
              <a:gd name="T11" fmla="*/ 1335 h 1554"/>
              <a:gd name="T12" fmla="*/ 1387 w 1451"/>
              <a:gd name="T13" fmla="*/ 1554 h 1554"/>
              <a:gd name="T14" fmla="*/ 1451 w 1451"/>
              <a:gd name="T15" fmla="*/ 1554 h 1554"/>
              <a:gd name="T16" fmla="*/ 1451 w 1451"/>
              <a:gd name="T17" fmla="*/ 1551 h 1554"/>
              <a:gd name="T18" fmla="*/ 1451 w 1451"/>
              <a:gd name="T19" fmla="*/ 1550 h 1554"/>
              <a:gd name="T20" fmla="*/ 1389 w 1451"/>
              <a:gd name="T21" fmla="*/ 1550 h 1554"/>
              <a:gd name="T22" fmla="*/ 1173 w 1451"/>
              <a:gd name="T23" fmla="*/ 1334 h 1554"/>
              <a:gd name="T24" fmla="*/ 1171 w 1451"/>
              <a:gd name="T25" fmla="*/ 1213 h 1554"/>
              <a:gd name="T26" fmla="*/ 915 w 1451"/>
              <a:gd name="T27" fmla="*/ 957 h 1554"/>
              <a:gd name="T28" fmla="*/ 915 w 1451"/>
              <a:gd name="T29" fmla="*/ 912 h 1554"/>
              <a:gd name="T30" fmla="*/ 3 w 1451"/>
              <a:gd name="T31" fmla="*/ 0 h 1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51" h="1554">
                <a:moveTo>
                  <a:pt x="3" y="0"/>
                </a:moveTo>
                <a:cubicBezTo>
                  <a:pt x="0" y="3"/>
                  <a:pt x="0" y="3"/>
                  <a:pt x="0" y="3"/>
                </a:cubicBezTo>
                <a:cubicBezTo>
                  <a:pt x="911" y="914"/>
                  <a:pt x="911" y="914"/>
                  <a:pt x="911" y="914"/>
                </a:cubicBezTo>
                <a:cubicBezTo>
                  <a:pt x="911" y="958"/>
                  <a:pt x="911" y="958"/>
                  <a:pt x="911" y="958"/>
                </a:cubicBezTo>
                <a:cubicBezTo>
                  <a:pt x="1167" y="1215"/>
                  <a:pt x="1167" y="1215"/>
                  <a:pt x="1167" y="1215"/>
                </a:cubicBezTo>
                <a:cubicBezTo>
                  <a:pt x="1169" y="1335"/>
                  <a:pt x="1169" y="1335"/>
                  <a:pt x="1169" y="1335"/>
                </a:cubicBezTo>
                <a:cubicBezTo>
                  <a:pt x="1387" y="1554"/>
                  <a:pt x="1387" y="1554"/>
                  <a:pt x="1387" y="1554"/>
                </a:cubicBezTo>
                <a:cubicBezTo>
                  <a:pt x="1451" y="1554"/>
                  <a:pt x="1451" y="1554"/>
                  <a:pt x="1451" y="1554"/>
                </a:cubicBezTo>
                <a:cubicBezTo>
                  <a:pt x="1451" y="1553"/>
                  <a:pt x="1451" y="1552"/>
                  <a:pt x="1451" y="1551"/>
                </a:cubicBezTo>
                <a:cubicBezTo>
                  <a:pt x="1451" y="1551"/>
                  <a:pt x="1451" y="1551"/>
                  <a:pt x="1451" y="1550"/>
                </a:cubicBezTo>
                <a:cubicBezTo>
                  <a:pt x="1389" y="1550"/>
                  <a:pt x="1389" y="1550"/>
                  <a:pt x="1389" y="1550"/>
                </a:cubicBezTo>
                <a:cubicBezTo>
                  <a:pt x="1173" y="1334"/>
                  <a:pt x="1173" y="1334"/>
                  <a:pt x="1173" y="1334"/>
                </a:cubicBezTo>
                <a:cubicBezTo>
                  <a:pt x="1171" y="1213"/>
                  <a:pt x="1171" y="1213"/>
                  <a:pt x="1171" y="1213"/>
                </a:cubicBezTo>
                <a:cubicBezTo>
                  <a:pt x="915" y="957"/>
                  <a:pt x="915" y="957"/>
                  <a:pt x="915" y="957"/>
                </a:cubicBezTo>
                <a:cubicBezTo>
                  <a:pt x="915" y="912"/>
                  <a:pt x="915" y="912"/>
                  <a:pt x="915" y="912"/>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16" name="Freeform 1074"/>
          <p:cNvSpPr>
            <a:spLocks/>
          </p:cNvSpPr>
          <p:nvPr/>
        </p:nvSpPr>
        <p:spPr bwMode="auto">
          <a:xfrm>
            <a:off x="-4614093" y="-3636963"/>
            <a:ext cx="5716588" cy="6256338"/>
          </a:xfrm>
          <a:custGeom>
            <a:avLst/>
            <a:gdLst>
              <a:gd name="T0" fmla="*/ 8 w 3601"/>
              <a:gd name="T1" fmla="*/ 0 h 3941"/>
              <a:gd name="T2" fmla="*/ 0 w 3601"/>
              <a:gd name="T3" fmla="*/ 8 h 3941"/>
              <a:gd name="T4" fmla="*/ 2416 w 3601"/>
              <a:gd name="T5" fmla="*/ 2426 h 3941"/>
              <a:gd name="T6" fmla="*/ 2421 w 3601"/>
              <a:gd name="T7" fmla="*/ 2536 h 3941"/>
              <a:gd name="T8" fmla="*/ 3092 w 3601"/>
              <a:gd name="T9" fmla="*/ 3204 h 3941"/>
              <a:gd name="T10" fmla="*/ 3089 w 3601"/>
              <a:gd name="T11" fmla="*/ 3526 h 3941"/>
              <a:gd name="T12" fmla="*/ 3499 w 3601"/>
              <a:gd name="T13" fmla="*/ 3938 h 3941"/>
              <a:gd name="T14" fmla="*/ 3598 w 3601"/>
              <a:gd name="T15" fmla="*/ 3941 h 3941"/>
              <a:gd name="T16" fmla="*/ 3601 w 3601"/>
              <a:gd name="T17" fmla="*/ 3930 h 3941"/>
              <a:gd name="T18" fmla="*/ 3504 w 3601"/>
              <a:gd name="T19" fmla="*/ 3928 h 3941"/>
              <a:gd name="T20" fmla="*/ 3100 w 3601"/>
              <a:gd name="T21" fmla="*/ 3523 h 3941"/>
              <a:gd name="T22" fmla="*/ 3102 w 3601"/>
              <a:gd name="T23" fmla="*/ 3199 h 3941"/>
              <a:gd name="T24" fmla="*/ 2431 w 3601"/>
              <a:gd name="T25" fmla="*/ 2531 h 3941"/>
              <a:gd name="T26" fmla="*/ 2426 w 3601"/>
              <a:gd name="T27" fmla="*/ 2421 h 3941"/>
              <a:gd name="T28" fmla="*/ 8 w 3601"/>
              <a:gd name="T29" fmla="*/ 0 h 39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01" h="3941">
                <a:moveTo>
                  <a:pt x="8" y="0"/>
                </a:moveTo>
                <a:lnTo>
                  <a:pt x="0" y="8"/>
                </a:lnTo>
                <a:lnTo>
                  <a:pt x="2416" y="2426"/>
                </a:lnTo>
                <a:lnTo>
                  <a:pt x="2421" y="2536"/>
                </a:lnTo>
                <a:lnTo>
                  <a:pt x="3092" y="3204"/>
                </a:lnTo>
                <a:lnTo>
                  <a:pt x="3089" y="3526"/>
                </a:lnTo>
                <a:lnTo>
                  <a:pt x="3499" y="3938"/>
                </a:lnTo>
                <a:lnTo>
                  <a:pt x="3598" y="3941"/>
                </a:lnTo>
                <a:lnTo>
                  <a:pt x="3601" y="3930"/>
                </a:lnTo>
                <a:lnTo>
                  <a:pt x="3504" y="3928"/>
                </a:lnTo>
                <a:lnTo>
                  <a:pt x="3100" y="3523"/>
                </a:lnTo>
                <a:lnTo>
                  <a:pt x="3102" y="3199"/>
                </a:lnTo>
                <a:lnTo>
                  <a:pt x="2431" y="2531"/>
                </a:lnTo>
                <a:lnTo>
                  <a:pt x="2426" y="242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17" name="Freeform 1075"/>
          <p:cNvSpPr>
            <a:spLocks/>
          </p:cNvSpPr>
          <p:nvPr/>
        </p:nvSpPr>
        <p:spPr bwMode="auto">
          <a:xfrm>
            <a:off x="-4614093" y="-3636963"/>
            <a:ext cx="5716588" cy="6256338"/>
          </a:xfrm>
          <a:custGeom>
            <a:avLst/>
            <a:gdLst>
              <a:gd name="T0" fmla="*/ 8 w 3601"/>
              <a:gd name="T1" fmla="*/ 0 h 3941"/>
              <a:gd name="T2" fmla="*/ 0 w 3601"/>
              <a:gd name="T3" fmla="*/ 8 h 3941"/>
              <a:gd name="T4" fmla="*/ 2416 w 3601"/>
              <a:gd name="T5" fmla="*/ 2426 h 3941"/>
              <a:gd name="T6" fmla="*/ 2421 w 3601"/>
              <a:gd name="T7" fmla="*/ 2536 h 3941"/>
              <a:gd name="T8" fmla="*/ 3092 w 3601"/>
              <a:gd name="T9" fmla="*/ 3204 h 3941"/>
              <a:gd name="T10" fmla="*/ 3089 w 3601"/>
              <a:gd name="T11" fmla="*/ 3526 h 3941"/>
              <a:gd name="T12" fmla="*/ 3499 w 3601"/>
              <a:gd name="T13" fmla="*/ 3938 h 3941"/>
              <a:gd name="T14" fmla="*/ 3598 w 3601"/>
              <a:gd name="T15" fmla="*/ 3941 h 3941"/>
              <a:gd name="T16" fmla="*/ 3601 w 3601"/>
              <a:gd name="T17" fmla="*/ 3930 h 3941"/>
              <a:gd name="T18" fmla="*/ 3504 w 3601"/>
              <a:gd name="T19" fmla="*/ 3928 h 3941"/>
              <a:gd name="T20" fmla="*/ 3100 w 3601"/>
              <a:gd name="T21" fmla="*/ 3523 h 3941"/>
              <a:gd name="T22" fmla="*/ 3102 w 3601"/>
              <a:gd name="T23" fmla="*/ 3199 h 3941"/>
              <a:gd name="T24" fmla="*/ 2431 w 3601"/>
              <a:gd name="T25" fmla="*/ 2531 h 3941"/>
              <a:gd name="T26" fmla="*/ 2426 w 3601"/>
              <a:gd name="T27" fmla="*/ 2421 h 3941"/>
              <a:gd name="T28" fmla="*/ 8 w 3601"/>
              <a:gd name="T29" fmla="*/ 0 h 39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01" h="3941">
                <a:moveTo>
                  <a:pt x="8" y="0"/>
                </a:moveTo>
                <a:lnTo>
                  <a:pt x="0" y="8"/>
                </a:lnTo>
                <a:lnTo>
                  <a:pt x="2416" y="2426"/>
                </a:lnTo>
                <a:lnTo>
                  <a:pt x="2421" y="2536"/>
                </a:lnTo>
                <a:lnTo>
                  <a:pt x="3092" y="3204"/>
                </a:lnTo>
                <a:lnTo>
                  <a:pt x="3089" y="3526"/>
                </a:lnTo>
                <a:lnTo>
                  <a:pt x="3499" y="3938"/>
                </a:lnTo>
                <a:lnTo>
                  <a:pt x="3598" y="3941"/>
                </a:lnTo>
                <a:lnTo>
                  <a:pt x="3601" y="3930"/>
                </a:lnTo>
                <a:lnTo>
                  <a:pt x="3504" y="3928"/>
                </a:lnTo>
                <a:lnTo>
                  <a:pt x="3100" y="3523"/>
                </a:lnTo>
                <a:lnTo>
                  <a:pt x="3102" y="3199"/>
                </a:lnTo>
                <a:lnTo>
                  <a:pt x="2431" y="2531"/>
                </a:lnTo>
                <a:lnTo>
                  <a:pt x="2426" y="2421"/>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18" name="Freeform 1076"/>
          <p:cNvSpPr>
            <a:spLocks/>
          </p:cNvSpPr>
          <p:nvPr/>
        </p:nvSpPr>
        <p:spPr bwMode="auto">
          <a:xfrm>
            <a:off x="-4758556" y="-3475038"/>
            <a:ext cx="4672013" cy="5124450"/>
          </a:xfrm>
          <a:custGeom>
            <a:avLst/>
            <a:gdLst>
              <a:gd name="T0" fmla="*/ 3 w 1127"/>
              <a:gd name="T1" fmla="*/ 0 h 1236"/>
              <a:gd name="T2" fmla="*/ 0 w 1127"/>
              <a:gd name="T3" fmla="*/ 3 h 1236"/>
              <a:gd name="T4" fmla="*/ 915 w 1127"/>
              <a:gd name="T5" fmla="*/ 918 h 1236"/>
              <a:gd name="T6" fmla="*/ 914 w 1127"/>
              <a:gd name="T7" fmla="*/ 962 h 1236"/>
              <a:gd name="T8" fmla="*/ 948 w 1127"/>
              <a:gd name="T9" fmla="*/ 997 h 1236"/>
              <a:gd name="T10" fmla="*/ 947 w 1127"/>
              <a:gd name="T11" fmla="*/ 1092 h 1236"/>
              <a:gd name="T12" fmla="*/ 1002 w 1127"/>
              <a:gd name="T13" fmla="*/ 1146 h 1236"/>
              <a:gd name="T14" fmla="*/ 1045 w 1127"/>
              <a:gd name="T15" fmla="*/ 1144 h 1236"/>
              <a:gd name="T16" fmla="*/ 1123 w 1127"/>
              <a:gd name="T17" fmla="*/ 1222 h 1236"/>
              <a:gd name="T18" fmla="*/ 1123 w 1127"/>
              <a:gd name="T19" fmla="*/ 1236 h 1236"/>
              <a:gd name="T20" fmla="*/ 1126 w 1127"/>
              <a:gd name="T21" fmla="*/ 1236 h 1236"/>
              <a:gd name="T22" fmla="*/ 1126 w 1127"/>
              <a:gd name="T23" fmla="*/ 1236 h 1236"/>
              <a:gd name="T24" fmla="*/ 1127 w 1127"/>
              <a:gd name="T25" fmla="*/ 1236 h 1236"/>
              <a:gd name="T26" fmla="*/ 1127 w 1127"/>
              <a:gd name="T27" fmla="*/ 1221 h 1236"/>
              <a:gd name="T28" fmla="*/ 1046 w 1127"/>
              <a:gd name="T29" fmla="*/ 1140 h 1236"/>
              <a:gd name="T30" fmla="*/ 1003 w 1127"/>
              <a:gd name="T31" fmla="*/ 1142 h 1236"/>
              <a:gd name="T32" fmla="*/ 951 w 1127"/>
              <a:gd name="T33" fmla="*/ 1090 h 1236"/>
              <a:gd name="T34" fmla="*/ 952 w 1127"/>
              <a:gd name="T35" fmla="*/ 995 h 1236"/>
              <a:gd name="T36" fmla="*/ 918 w 1127"/>
              <a:gd name="T37" fmla="*/ 961 h 1236"/>
              <a:gd name="T38" fmla="*/ 919 w 1127"/>
              <a:gd name="T39" fmla="*/ 916 h 1236"/>
              <a:gd name="T40" fmla="*/ 3 w 1127"/>
              <a:gd name="T41" fmla="*/ 0 h 1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27" h="1236">
                <a:moveTo>
                  <a:pt x="3" y="0"/>
                </a:moveTo>
                <a:cubicBezTo>
                  <a:pt x="0" y="3"/>
                  <a:pt x="0" y="3"/>
                  <a:pt x="0" y="3"/>
                </a:cubicBezTo>
                <a:cubicBezTo>
                  <a:pt x="915" y="918"/>
                  <a:pt x="915" y="918"/>
                  <a:pt x="915" y="918"/>
                </a:cubicBezTo>
                <a:cubicBezTo>
                  <a:pt x="914" y="962"/>
                  <a:pt x="914" y="962"/>
                  <a:pt x="914" y="962"/>
                </a:cubicBezTo>
                <a:cubicBezTo>
                  <a:pt x="948" y="997"/>
                  <a:pt x="948" y="997"/>
                  <a:pt x="948" y="997"/>
                </a:cubicBezTo>
                <a:cubicBezTo>
                  <a:pt x="947" y="1092"/>
                  <a:pt x="947" y="1092"/>
                  <a:pt x="947" y="1092"/>
                </a:cubicBezTo>
                <a:cubicBezTo>
                  <a:pt x="1002" y="1146"/>
                  <a:pt x="1002" y="1146"/>
                  <a:pt x="1002" y="1146"/>
                </a:cubicBezTo>
                <a:cubicBezTo>
                  <a:pt x="1045" y="1144"/>
                  <a:pt x="1045" y="1144"/>
                  <a:pt x="1045" y="1144"/>
                </a:cubicBezTo>
                <a:cubicBezTo>
                  <a:pt x="1123" y="1222"/>
                  <a:pt x="1123" y="1222"/>
                  <a:pt x="1123" y="1222"/>
                </a:cubicBezTo>
                <a:cubicBezTo>
                  <a:pt x="1123" y="1236"/>
                  <a:pt x="1123" y="1236"/>
                  <a:pt x="1123" y="1236"/>
                </a:cubicBezTo>
                <a:cubicBezTo>
                  <a:pt x="1124" y="1236"/>
                  <a:pt x="1125" y="1236"/>
                  <a:pt x="1126" y="1236"/>
                </a:cubicBezTo>
                <a:cubicBezTo>
                  <a:pt x="1126" y="1236"/>
                  <a:pt x="1126" y="1236"/>
                  <a:pt x="1126" y="1236"/>
                </a:cubicBezTo>
                <a:cubicBezTo>
                  <a:pt x="1126" y="1236"/>
                  <a:pt x="1127" y="1236"/>
                  <a:pt x="1127" y="1236"/>
                </a:cubicBezTo>
                <a:cubicBezTo>
                  <a:pt x="1127" y="1221"/>
                  <a:pt x="1127" y="1221"/>
                  <a:pt x="1127" y="1221"/>
                </a:cubicBezTo>
                <a:cubicBezTo>
                  <a:pt x="1046" y="1140"/>
                  <a:pt x="1046" y="1140"/>
                  <a:pt x="1046" y="1140"/>
                </a:cubicBezTo>
                <a:cubicBezTo>
                  <a:pt x="1003" y="1142"/>
                  <a:pt x="1003" y="1142"/>
                  <a:pt x="1003" y="1142"/>
                </a:cubicBezTo>
                <a:cubicBezTo>
                  <a:pt x="951" y="1090"/>
                  <a:pt x="951" y="1090"/>
                  <a:pt x="951" y="1090"/>
                </a:cubicBezTo>
                <a:cubicBezTo>
                  <a:pt x="952" y="995"/>
                  <a:pt x="952" y="995"/>
                  <a:pt x="952" y="995"/>
                </a:cubicBezTo>
                <a:cubicBezTo>
                  <a:pt x="918" y="961"/>
                  <a:pt x="918" y="961"/>
                  <a:pt x="918" y="961"/>
                </a:cubicBezTo>
                <a:cubicBezTo>
                  <a:pt x="919" y="916"/>
                  <a:pt x="919" y="916"/>
                  <a:pt x="919" y="916"/>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19" name="Freeform 1077"/>
          <p:cNvSpPr>
            <a:spLocks/>
          </p:cNvSpPr>
          <p:nvPr/>
        </p:nvSpPr>
        <p:spPr bwMode="auto">
          <a:xfrm>
            <a:off x="-4506143" y="-3644900"/>
            <a:ext cx="5559425" cy="6110288"/>
          </a:xfrm>
          <a:custGeom>
            <a:avLst/>
            <a:gdLst>
              <a:gd name="T0" fmla="*/ 8 w 3502"/>
              <a:gd name="T1" fmla="*/ 0 h 3849"/>
              <a:gd name="T2" fmla="*/ 0 w 3502"/>
              <a:gd name="T3" fmla="*/ 8 h 3849"/>
              <a:gd name="T4" fmla="*/ 0 w 3502"/>
              <a:gd name="T5" fmla="*/ 8 h 3849"/>
              <a:gd name="T6" fmla="*/ 2452 w 3502"/>
              <a:gd name="T7" fmla="*/ 2463 h 3849"/>
              <a:gd name="T8" fmla="*/ 2457 w 3502"/>
              <a:gd name="T9" fmla="*/ 2554 h 3849"/>
              <a:gd name="T10" fmla="*/ 3170 w 3502"/>
              <a:gd name="T11" fmla="*/ 3267 h 3849"/>
              <a:gd name="T12" fmla="*/ 3170 w 3502"/>
              <a:gd name="T13" fmla="*/ 3609 h 3849"/>
              <a:gd name="T14" fmla="*/ 3410 w 3502"/>
              <a:gd name="T15" fmla="*/ 3849 h 3849"/>
              <a:gd name="T16" fmla="*/ 3450 w 3502"/>
              <a:gd name="T17" fmla="*/ 3849 h 3849"/>
              <a:gd name="T18" fmla="*/ 3502 w 3502"/>
              <a:gd name="T19" fmla="*/ 3849 h 3849"/>
              <a:gd name="T20" fmla="*/ 3502 w 3502"/>
              <a:gd name="T21" fmla="*/ 3839 h 3849"/>
              <a:gd name="T22" fmla="*/ 3450 w 3502"/>
              <a:gd name="T23" fmla="*/ 3839 h 3849"/>
              <a:gd name="T24" fmla="*/ 3416 w 3502"/>
              <a:gd name="T25" fmla="*/ 3839 h 3849"/>
              <a:gd name="T26" fmla="*/ 3181 w 3502"/>
              <a:gd name="T27" fmla="*/ 3604 h 3849"/>
              <a:gd name="T28" fmla="*/ 3181 w 3502"/>
              <a:gd name="T29" fmla="*/ 3262 h 3849"/>
              <a:gd name="T30" fmla="*/ 2468 w 3502"/>
              <a:gd name="T31" fmla="*/ 2549 h 3849"/>
              <a:gd name="T32" fmla="*/ 2463 w 3502"/>
              <a:gd name="T33" fmla="*/ 2457 h 3849"/>
              <a:gd name="T34" fmla="*/ 8 w 3502"/>
              <a:gd name="T35" fmla="*/ 0 h 3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02" h="3849">
                <a:moveTo>
                  <a:pt x="8" y="0"/>
                </a:moveTo>
                <a:lnTo>
                  <a:pt x="0" y="8"/>
                </a:lnTo>
                <a:lnTo>
                  <a:pt x="0" y="8"/>
                </a:lnTo>
                <a:lnTo>
                  <a:pt x="2452" y="2463"/>
                </a:lnTo>
                <a:lnTo>
                  <a:pt x="2457" y="2554"/>
                </a:lnTo>
                <a:lnTo>
                  <a:pt x="3170" y="3267"/>
                </a:lnTo>
                <a:lnTo>
                  <a:pt x="3170" y="3609"/>
                </a:lnTo>
                <a:lnTo>
                  <a:pt x="3410" y="3849"/>
                </a:lnTo>
                <a:lnTo>
                  <a:pt x="3450" y="3849"/>
                </a:lnTo>
                <a:lnTo>
                  <a:pt x="3502" y="3849"/>
                </a:lnTo>
                <a:lnTo>
                  <a:pt x="3502" y="3839"/>
                </a:lnTo>
                <a:lnTo>
                  <a:pt x="3450" y="3839"/>
                </a:lnTo>
                <a:lnTo>
                  <a:pt x="3416" y="3839"/>
                </a:lnTo>
                <a:lnTo>
                  <a:pt x="3181" y="3604"/>
                </a:lnTo>
                <a:lnTo>
                  <a:pt x="3181" y="3262"/>
                </a:lnTo>
                <a:lnTo>
                  <a:pt x="2468" y="2549"/>
                </a:lnTo>
                <a:lnTo>
                  <a:pt x="2463" y="2457"/>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20" name="Freeform 1078"/>
          <p:cNvSpPr>
            <a:spLocks/>
          </p:cNvSpPr>
          <p:nvPr/>
        </p:nvSpPr>
        <p:spPr bwMode="auto">
          <a:xfrm>
            <a:off x="-4506143" y="-3644900"/>
            <a:ext cx="5559425" cy="6110288"/>
          </a:xfrm>
          <a:custGeom>
            <a:avLst/>
            <a:gdLst>
              <a:gd name="T0" fmla="*/ 8 w 3502"/>
              <a:gd name="T1" fmla="*/ 0 h 3849"/>
              <a:gd name="T2" fmla="*/ 0 w 3502"/>
              <a:gd name="T3" fmla="*/ 8 h 3849"/>
              <a:gd name="T4" fmla="*/ 0 w 3502"/>
              <a:gd name="T5" fmla="*/ 8 h 3849"/>
              <a:gd name="T6" fmla="*/ 2452 w 3502"/>
              <a:gd name="T7" fmla="*/ 2463 h 3849"/>
              <a:gd name="T8" fmla="*/ 2457 w 3502"/>
              <a:gd name="T9" fmla="*/ 2554 h 3849"/>
              <a:gd name="T10" fmla="*/ 3170 w 3502"/>
              <a:gd name="T11" fmla="*/ 3267 h 3849"/>
              <a:gd name="T12" fmla="*/ 3170 w 3502"/>
              <a:gd name="T13" fmla="*/ 3609 h 3849"/>
              <a:gd name="T14" fmla="*/ 3410 w 3502"/>
              <a:gd name="T15" fmla="*/ 3849 h 3849"/>
              <a:gd name="T16" fmla="*/ 3450 w 3502"/>
              <a:gd name="T17" fmla="*/ 3849 h 3849"/>
              <a:gd name="T18" fmla="*/ 3502 w 3502"/>
              <a:gd name="T19" fmla="*/ 3849 h 3849"/>
              <a:gd name="T20" fmla="*/ 3502 w 3502"/>
              <a:gd name="T21" fmla="*/ 3839 h 3849"/>
              <a:gd name="T22" fmla="*/ 3450 w 3502"/>
              <a:gd name="T23" fmla="*/ 3839 h 3849"/>
              <a:gd name="T24" fmla="*/ 3416 w 3502"/>
              <a:gd name="T25" fmla="*/ 3839 h 3849"/>
              <a:gd name="T26" fmla="*/ 3181 w 3502"/>
              <a:gd name="T27" fmla="*/ 3604 h 3849"/>
              <a:gd name="T28" fmla="*/ 3181 w 3502"/>
              <a:gd name="T29" fmla="*/ 3262 h 3849"/>
              <a:gd name="T30" fmla="*/ 2468 w 3502"/>
              <a:gd name="T31" fmla="*/ 2549 h 3849"/>
              <a:gd name="T32" fmla="*/ 2463 w 3502"/>
              <a:gd name="T33" fmla="*/ 2457 h 3849"/>
              <a:gd name="T34" fmla="*/ 8 w 3502"/>
              <a:gd name="T35" fmla="*/ 0 h 3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02" h="3849">
                <a:moveTo>
                  <a:pt x="8" y="0"/>
                </a:moveTo>
                <a:lnTo>
                  <a:pt x="0" y="8"/>
                </a:lnTo>
                <a:lnTo>
                  <a:pt x="0" y="8"/>
                </a:lnTo>
                <a:lnTo>
                  <a:pt x="2452" y="2463"/>
                </a:lnTo>
                <a:lnTo>
                  <a:pt x="2457" y="2554"/>
                </a:lnTo>
                <a:lnTo>
                  <a:pt x="3170" y="3267"/>
                </a:lnTo>
                <a:lnTo>
                  <a:pt x="3170" y="3609"/>
                </a:lnTo>
                <a:lnTo>
                  <a:pt x="3410" y="3849"/>
                </a:lnTo>
                <a:lnTo>
                  <a:pt x="3450" y="3849"/>
                </a:lnTo>
                <a:lnTo>
                  <a:pt x="3502" y="3849"/>
                </a:lnTo>
                <a:lnTo>
                  <a:pt x="3502" y="3839"/>
                </a:lnTo>
                <a:lnTo>
                  <a:pt x="3450" y="3839"/>
                </a:lnTo>
                <a:lnTo>
                  <a:pt x="3416" y="3839"/>
                </a:lnTo>
                <a:lnTo>
                  <a:pt x="3181" y="3604"/>
                </a:lnTo>
                <a:lnTo>
                  <a:pt x="3181" y="3262"/>
                </a:lnTo>
                <a:lnTo>
                  <a:pt x="2468" y="2549"/>
                </a:lnTo>
                <a:lnTo>
                  <a:pt x="2463" y="2457"/>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21" name="Freeform 1079"/>
          <p:cNvSpPr>
            <a:spLocks/>
          </p:cNvSpPr>
          <p:nvPr/>
        </p:nvSpPr>
        <p:spPr bwMode="auto">
          <a:xfrm>
            <a:off x="-4318818" y="-3598863"/>
            <a:ext cx="3779838" cy="3668713"/>
          </a:xfrm>
          <a:custGeom>
            <a:avLst/>
            <a:gdLst>
              <a:gd name="T0" fmla="*/ 8 w 2381"/>
              <a:gd name="T1" fmla="*/ 0 h 2311"/>
              <a:gd name="T2" fmla="*/ 0 w 2381"/>
              <a:gd name="T3" fmla="*/ 7 h 2311"/>
              <a:gd name="T4" fmla="*/ 2303 w 2381"/>
              <a:gd name="T5" fmla="*/ 2311 h 2311"/>
              <a:gd name="T6" fmla="*/ 2347 w 2381"/>
              <a:gd name="T7" fmla="*/ 2311 h 2311"/>
              <a:gd name="T8" fmla="*/ 2381 w 2381"/>
              <a:gd name="T9" fmla="*/ 2311 h 2311"/>
              <a:gd name="T10" fmla="*/ 2381 w 2381"/>
              <a:gd name="T11" fmla="*/ 2300 h 2311"/>
              <a:gd name="T12" fmla="*/ 2350 w 2381"/>
              <a:gd name="T13" fmla="*/ 2300 h 2311"/>
              <a:gd name="T14" fmla="*/ 2308 w 2381"/>
              <a:gd name="T15" fmla="*/ 2300 h 2311"/>
              <a:gd name="T16" fmla="*/ 8 w 2381"/>
              <a:gd name="T17" fmla="*/ 0 h 2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81" h="2311">
                <a:moveTo>
                  <a:pt x="8" y="0"/>
                </a:moveTo>
                <a:lnTo>
                  <a:pt x="0" y="7"/>
                </a:lnTo>
                <a:lnTo>
                  <a:pt x="2303" y="2311"/>
                </a:lnTo>
                <a:lnTo>
                  <a:pt x="2347" y="2311"/>
                </a:lnTo>
                <a:lnTo>
                  <a:pt x="2381" y="2311"/>
                </a:lnTo>
                <a:lnTo>
                  <a:pt x="2381" y="2300"/>
                </a:lnTo>
                <a:lnTo>
                  <a:pt x="2350" y="2300"/>
                </a:lnTo>
                <a:lnTo>
                  <a:pt x="2308" y="2300"/>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22" name="Freeform 1080"/>
          <p:cNvSpPr>
            <a:spLocks/>
          </p:cNvSpPr>
          <p:nvPr/>
        </p:nvSpPr>
        <p:spPr bwMode="auto">
          <a:xfrm>
            <a:off x="-4318818" y="-3598863"/>
            <a:ext cx="3779838" cy="3668713"/>
          </a:xfrm>
          <a:custGeom>
            <a:avLst/>
            <a:gdLst>
              <a:gd name="T0" fmla="*/ 8 w 2381"/>
              <a:gd name="T1" fmla="*/ 0 h 2311"/>
              <a:gd name="T2" fmla="*/ 0 w 2381"/>
              <a:gd name="T3" fmla="*/ 7 h 2311"/>
              <a:gd name="T4" fmla="*/ 2303 w 2381"/>
              <a:gd name="T5" fmla="*/ 2311 h 2311"/>
              <a:gd name="T6" fmla="*/ 2347 w 2381"/>
              <a:gd name="T7" fmla="*/ 2311 h 2311"/>
              <a:gd name="T8" fmla="*/ 2381 w 2381"/>
              <a:gd name="T9" fmla="*/ 2311 h 2311"/>
              <a:gd name="T10" fmla="*/ 2381 w 2381"/>
              <a:gd name="T11" fmla="*/ 2300 h 2311"/>
              <a:gd name="T12" fmla="*/ 2350 w 2381"/>
              <a:gd name="T13" fmla="*/ 2300 h 2311"/>
              <a:gd name="T14" fmla="*/ 2308 w 2381"/>
              <a:gd name="T15" fmla="*/ 2300 h 2311"/>
              <a:gd name="T16" fmla="*/ 8 w 2381"/>
              <a:gd name="T17" fmla="*/ 0 h 2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81" h="2311">
                <a:moveTo>
                  <a:pt x="8" y="0"/>
                </a:moveTo>
                <a:lnTo>
                  <a:pt x="0" y="7"/>
                </a:lnTo>
                <a:lnTo>
                  <a:pt x="2303" y="2311"/>
                </a:lnTo>
                <a:lnTo>
                  <a:pt x="2347" y="2311"/>
                </a:lnTo>
                <a:lnTo>
                  <a:pt x="2381" y="2311"/>
                </a:lnTo>
                <a:lnTo>
                  <a:pt x="2381" y="2300"/>
                </a:lnTo>
                <a:lnTo>
                  <a:pt x="2350" y="2300"/>
                </a:lnTo>
                <a:lnTo>
                  <a:pt x="2308" y="2300"/>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23" name="Freeform 1081"/>
          <p:cNvSpPr>
            <a:spLocks noEditPoints="1"/>
          </p:cNvSpPr>
          <p:nvPr/>
        </p:nvSpPr>
        <p:spPr bwMode="auto">
          <a:xfrm>
            <a:off x="-3382193" y="-3106738"/>
            <a:ext cx="3017838" cy="2857500"/>
          </a:xfrm>
          <a:custGeom>
            <a:avLst/>
            <a:gdLst>
              <a:gd name="T0" fmla="*/ 470 w 728"/>
              <a:gd name="T1" fmla="*/ 467 h 689"/>
              <a:gd name="T2" fmla="*/ 467 w 728"/>
              <a:gd name="T3" fmla="*/ 470 h 689"/>
              <a:gd name="T4" fmla="*/ 544 w 728"/>
              <a:gd name="T5" fmla="*/ 547 h 689"/>
              <a:gd name="T6" fmla="*/ 619 w 728"/>
              <a:gd name="T7" fmla="*/ 548 h 689"/>
              <a:gd name="T8" fmla="*/ 724 w 728"/>
              <a:gd name="T9" fmla="*/ 653 h 689"/>
              <a:gd name="T10" fmla="*/ 724 w 728"/>
              <a:gd name="T11" fmla="*/ 669 h 689"/>
              <a:gd name="T12" fmla="*/ 724 w 728"/>
              <a:gd name="T13" fmla="*/ 689 h 689"/>
              <a:gd name="T14" fmla="*/ 728 w 728"/>
              <a:gd name="T15" fmla="*/ 689 h 689"/>
              <a:gd name="T16" fmla="*/ 728 w 728"/>
              <a:gd name="T17" fmla="*/ 669 h 689"/>
              <a:gd name="T18" fmla="*/ 728 w 728"/>
              <a:gd name="T19" fmla="*/ 651 h 689"/>
              <a:gd name="T20" fmla="*/ 620 w 728"/>
              <a:gd name="T21" fmla="*/ 544 h 689"/>
              <a:gd name="T22" fmla="*/ 546 w 728"/>
              <a:gd name="T23" fmla="*/ 543 h 689"/>
              <a:gd name="T24" fmla="*/ 470 w 728"/>
              <a:gd name="T25" fmla="*/ 467 h 689"/>
              <a:gd name="T26" fmla="*/ 2 w 728"/>
              <a:gd name="T27" fmla="*/ 0 h 689"/>
              <a:gd name="T28" fmla="*/ 0 w 728"/>
              <a:gd name="T29" fmla="*/ 2 h 689"/>
              <a:gd name="T30" fmla="*/ 438 w 728"/>
              <a:gd name="T31" fmla="*/ 441 h 689"/>
              <a:gd name="T32" fmla="*/ 442 w 728"/>
              <a:gd name="T33" fmla="*/ 439 h 689"/>
              <a:gd name="T34" fmla="*/ 2 w 728"/>
              <a:gd name="T35" fmla="*/ 0 h 6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28" h="689">
                <a:moveTo>
                  <a:pt x="470" y="467"/>
                </a:moveTo>
                <a:cubicBezTo>
                  <a:pt x="469" y="468"/>
                  <a:pt x="468" y="469"/>
                  <a:pt x="467" y="470"/>
                </a:cubicBezTo>
                <a:cubicBezTo>
                  <a:pt x="544" y="547"/>
                  <a:pt x="544" y="547"/>
                  <a:pt x="544" y="547"/>
                </a:cubicBezTo>
                <a:cubicBezTo>
                  <a:pt x="619" y="548"/>
                  <a:pt x="619" y="548"/>
                  <a:pt x="619" y="548"/>
                </a:cubicBezTo>
                <a:cubicBezTo>
                  <a:pt x="724" y="653"/>
                  <a:pt x="724" y="653"/>
                  <a:pt x="724" y="653"/>
                </a:cubicBezTo>
                <a:cubicBezTo>
                  <a:pt x="724" y="669"/>
                  <a:pt x="724" y="669"/>
                  <a:pt x="724" y="669"/>
                </a:cubicBezTo>
                <a:cubicBezTo>
                  <a:pt x="724" y="689"/>
                  <a:pt x="724" y="689"/>
                  <a:pt x="724" y="689"/>
                </a:cubicBezTo>
                <a:cubicBezTo>
                  <a:pt x="728" y="689"/>
                  <a:pt x="728" y="689"/>
                  <a:pt x="728" y="689"/>
                </a:cubicBezTo>
                <a:cubicBezTo>
                  <a:pt x="728" y="669"/>
                  <a:pt x="728" y="669"/>
                  <a:pt x="728" y="669"/>
                </a:cubicBezTo>
                <a:cubicBezTo>
                  <a:pt x="728" y="651"/>
                  <a:pt x="728" y="651"/>
                  <a:pt x="728" y="651"/>
                </a:cubicBezTo>
                <a:cubicBezTo>
                  <a:pt x="620" y="544"/>
                  <a:pt x="620" y="544"/>
                  <a:pt x="620" y="544"/>
                </a:cubicBezTo>
                <a:cubicBezTo>
                  <a:pt x="546" y="543"/>
                  <a:pt x="546" y="543"/>
                  <a:pt x="546" y="543"/>
                </a:cubicBezTo>
                <a:cubicBezTo>
                  <a:pt x="470" y="467"/>
                  <a:pt x="470" y="467"/>
                  <a:pt x="470" y="467"/>
                </a:cubicBezTo>
                <a:moveTo>
                  <a:pt x="2" y="0"/>
                </a:moveTo>
                <a:cubicBezTo>
                  <a:pt x="0" y="2"/>
                  <a:pt x="0" y="2"/>
                  <a:pt x="0" y="2"/>
                </a:cubicBezTo>
                <a:cubicBezTo>
                  <a:pt x="438" y="441"/>
                  <a:pt x="438" y="441"/>
                  <a:pt x="438" y="441"/>
                </a:cubicBezTo>
                <a:cubicBezTo>
                  <a:pt x="439" y="440"/>
                  <a:pt x="440" y="440"/>
                  <a:pt x="442" y="439"/>
                </a:cubicBezTo>
                <a:cubicBezTo>
                  <a:pt x="2" y="0"/>
                  <a:pt x="2" y="0"/>
                  <a:pt x="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24" name="Freeform 1082"/>
          <p:cNvSpPr>
            <a:spLocks noEditPoints="1"/>
          </p:cNvSpPr>
          <p:nvPr/>
        </p:nvSpPr>
        <p:spPr bwMode="auto">
          <a:xfrm>
            <a:off x="-3312343" y="-3246438"/>
            <a:ext cx="3221038" cy="2287588"/>
          </a:xfrm>
          <a:custGeom>
            <a:avLst/>
            <a:gdLst>
              <a:gd name="T0" fmla="*/ 777 w 777"/>
              <a:gd name="T1" fmla="*/ 517 h 552"/>
              <a:gd name="T2" fmla="*/ 761 w 777"/>
              <a:gd name="T3" fmla="*/ 517 h 552"/>
              <a:gd name="T4" fmla="*/ 732 w 777"/>
              <a:gd name="T5" fmla="*/ 517 h 552"/>
              <a:gd name="T6" fmla="*/ 732 w 777"/>
              <a:gd name="T7" fmla="*/ 521 h 552"/>
              <a:gd name="T8" fmla="*/ 732 w 777"/>
              <a:gd name="T9" fmla="*/ 521 h 552"/>
              <a:gd name="T10" fmla="*/ 761 w 777"/>
              <a:gd name="T11" fmla="*/ 521 h 552"/>
              <a:gd name="T12" fmla="*/ 777 w 777"/>
              <a:gd name="T13" fmla="*/ 521 h 552"/>
              <a:gd name="T14" fmla="*/ 777 w 777"/>
              <a:gd name="T15" fmla="*/ 517 h 552"/>
              <a:gd name="T16" fmla="*/ 3 w 777"/>
              <a:gd name="T17" fmla="*/ 0 h 552"/>
              <a:gd name="T18" fmla="*/ 0 w 777"/>
              <a:gd name="T19" fmla="*/ 3 h 552"/>
              <a:gd name="T20" fmla="*/ 549 w 777"/>
              <a:gd name="T21" fmla="*/ 552 h 552"/>
              <a:gd name="T22" fmla="*/ 624 w 777"/>
              <a:gd name="T23" fmla="*/ 552 h 552"/>
              <a:gd name="T24" fmla="*/ 654 w 777"/>
              <a:gd name="T25" fmla="*/ 522 h 552"/>
              <a:gd name="T26" fmla="*/ 691 w 777"/>
              <a:gd name="T27" fmla="*/ 521 h 552"/>
              <a:gd name="T28" fmla="*/ 691 w 777"/>
              <a:gd name="T29" fmla="*/ 521 h 552"/>
              <a:gd name="T30" fmla="*/ 691 w 777"/>
              <a:gd name="T31" fmla="*/ 517 h 552"/>
              <a:gd name="T32" fmla="*/ 653 w 777"/>
              <a:gd name="T33" fmla="*/ 518 h 552"/>
              <a:gd name="T34" fmla="*/ 622 w 777"/>
              <a:gd name="T35" fmla="*/ 548 h 552"/>
              <a:gd name="T36" fmla="*/ 551 w 777"/>
              <a:gd name="T37" fmla="*/ 548 h 552"/>
              <a:gd name="T38" fmla="*/ 3 w 777"/>
              <a:gd name="T39" fmla="*/ 0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77" h="552">
                <a:moveTo>
                  <a:pt x="777" y="517"/>
                </a:moveTo>
                <a:cubicBezTo>
                  <a:pt x="761" y="517"/>
                  <a:pt x="761" y="517"/>
                  <a:pt x="761" y="517"/>
                </a:cubicBezTo>
                <a:cubicBezTo>
                  <a:pt x="732" y="517"/>
                  <a:pt x="732" y="517"/>
                  <a:pt x="732" y="517"/>
                </a:cubicBezTo>
                <a:cubicBezTo>
                  <a:pt x="732" y="518"/>
                  <a:pt x="732" y="519"/>
                  <a:pt x="732" y="521"/>
                </a:cubicBezTo>
                <a:cubicBezTo>
                  <a:pt x="732" y="521"/>
                  <a:pt x="732" y="521"/>
                  <a:pt x="732" y="521"/>
                </a:cubicBezTo>
                <a:cubicBezTo>
                  <a:pt x="761" y="521"/>
                  <a:pt x="761" y="521"/>
                  <a:pt x="761" y="521"/>
                </a:cubicBezTo>
                <a:cubicBezTo>
                  <a:pt x="777" y="521"/>
                  <a:pt x="777" y="521"/>
                  <a:pt x="777" y="521"/>
                </a:cubicBezTo>
                <a:cubicBezTo>
                  <a:pt x="777" y="517"/>
                  <a:pt x="777" y="517"/>
                  <a:pt x="777" y="517"/>
                </a:cubicBezTo>
                <a:moveTo>
                  <a:pt x="3" y="0"/>
                </a:moveTo>
                <a:cubicBezTo>
                  <a:pt x="0" y="3"/>
                  <a:pt x="0" y="3"/>
                  <a:pt x="0" y="3"/>
                </a:cubicBezTo>
                <a:cubicBezTo>
                  <a:pt x="549" y="552"/>
                  <a:pt x="549" y="552"/>
                  <a:pt x="549" y="552"/>
                </a:cubicBezTo>
                <a:cubicBezTo>
                  <a:pt x="624" y="552"/>
                  <a:pt x="624" y="552"/>
                  <a:pt x="624" y="552"/>
                </a:cubicBezTo>
                <a:cubicBezTo>
                  <a:pt x="654" y="522"/>
                  <a:pt x="654" y="522"/>
                  <a:pt x="654" y="522"/>
                </a:cubicBezTo>
                <a:cubicBezTo>
                  <a:pt x="691" y="521"/>
                  <a:pt x="691" y="521"/>
                  <a:pt x="691" y="521"/>
                </a:cubicBezTo>
                <a:cubicBezTo>
                  <a:pt x="691" y="521"/>
                  <a:pt x="691" y="521"/>
                  <a:pt x="691" y="521"/>
                </a:cubicBezTo>
                <a:cubicBezTo>
                  <a:pt x="691" y="519"/>
                  <a:pt x="691" y="518"/>
                  <a:pt x="691" y="517"/>
                </a:cubicBezTo>
                <a:cubicBezTo>
                  <a:pt x="653" y="518"/>
                  <a:pt x="653" y="518"/>
                  <a:pt x="653" y="518"/>
                </a:cubicBezTo>
                <a:cubicBezTo>
                  <a:pt x="622" y="548"/>
                  <a:pt x="622" y="548"/>
                  <a:pt x="622" y="548"/>
                </a:cubicBezTo>
                <a:cubicBezTo>
                  <a:pt x="551" y="548"/>
                  <a:pt x="551" y="548"/>
                  <a:pt x="551" y="548"/>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25" name="Freeform 1083"/>
          <p:cNvSpPr>
            <a:spLocks noEditPoints="1"/>
          </p:cNvSpPr>
          <p:nvPr/>
        </p:nvSpPr>
        <p:spPr bwMode="auto">
          <a:xfrm>
            <a:off x="-745355" y="-3421063"/>
            <a:ext cx="1433513" cy="5446713"/>
          </a:xfrm>
          <a:custGeom>
            <a:avLst/>
            <a:gdLst>
              <a:gd name="T0" fmla="*/ 211 w 346"/>
              <a:gd name="T1" fmla="*/ 701 h 1314"/>
              <a:gd name="T2" fmla="*/ 207 w 346"/>
              <a:gd name="T3" fmla="*/ 702 h 1314"/>
              <a:gd name="T4" fmla="*/ 207 w 346"/>
              <a:gd name="T5" fmla="*/ 726 h 1314"/>
              <a:gd name="T6" fmla="*/ 98 w 346"/>
              <a:gd name="T7" fmla="*/ 835 h 1314"/>
              <a:gd name="T8" fmla="*/ 100 w 346"/>
              <a:gd name="T9" fmla="*/ 945 h 1314"/>
              <a:gd name="T10" fmla="*/ 342 w 346"/>
              <a:gd name="T11" fmla="*/ 1187 h 1314"/>
              <a:gd name="T12" fmla="*/ 342 w 346"/>
              <a:gd name="T13" fmla="*/ 1291 h 1314"/>
              <a:gd name="T14" fmla="*/ 342 w 346"/>
              <a:gd name="T15" fmla="*/ 1314 h 1314"/>
              <a:gd name="T16" fmla="*/ 346 w 346"/>
              <a:gd name="T17" fmla="*/ 1314 h 1314"/>
              <a:gd name="T18" fmla="*/ 346 w 346"/>
              <a:gd name="T19" fmla="*/ 1291 h 1314"/>
              <a:gd name="T20" fmla="*/ 346 w 346"/>
              <a:gd name="T21" fmla="*/ 1186 h 1314"/>
              <a:gd name="T22" fmla="*/ 104 w 346"/>
              <a:gd name="T23" fmla="*/ 943 h 1314"/>
              <a:gd name="T24" fmla="*/ 102 w 346"/>
              <a:gd name="T25" fmla="*/ 836 h 1314"/>
              <a:gd name="T26" fmla="*/ 211 w 346"/>
              <a:gd name="T27" fmla="*/ 727 h 1314"/>
              <a:gd name="T28" fmla="*/ 211 w 346"/>
              <a:gd name="T29" fmla="*/ 701 h 1314"/>
              <a:gd name="T30" fmla="*/ 3 w 346"/>
              <a:gd name="T31" fmla="*/ 0 h 1314"/>
              <a:gd name="T32" fmla="*/ 0 w 346"/>
              <a:gd name="T33" fmla="*/ 3 h 1314"/>
              <a:gd name="T34" fmla="*/ 320 w 346"/>
              <a:gd name="T35" fmla="*/ 322 h 1314"/>
              <a:gd name="T36" fmla="*/ 318 w 346"/>
              <a:gd name="T37" fmla="*/ 354 h 1314"/>
              <a:gd name="T38" fmla="*/ 278 w 346"/>
              <a:gd name="T39" fmla="*/ 395 h 1314"/>
              <a:gd name="T40" fmla="*/ 205 w 346"/>
              <a:gd name="T41" fmla="*/ 394 h 1314"/>
              <a:gd name="T42" fmla="*/ 157 w 346"/>
              <a:gd name="T43" fmla="*/ 442 h 1314"/>
              <a:gd name="T44" fmla="*/ 161 w 346"/>
              <a:gd name="T45" fmla="*/ 485 h 1314"/>
              <a:gd name="T46" fmla="*/ 233 w 346"/>
              <a:gd name="T47" fmla="*/ 557 h 1314"/>
              <a:gd name="T48" fmla="*/ 234 w 346"/>
              <a:gd name="T49" fmla="*/ 602 h 1314"/>
              <a:gd name="T50" fmla="*/ 206 w 346"/>
              <a:gd name="T51" fmla="*/ 630 h 1314"/>
              <a:gd name="T52" fmla="*/ 206 w 346"/>
              <a:gd name="T53" fmla="*/ 661 h 1314"/>
              <a:gd name="T54" fmla="*/ 210 w 346"/>
              <a:gd name="T55" fmla="*/ 661 h 1314"/>
              <a:gd name="T56" fmla="*/ 210 w 346"/>
              <a:gd name="T57" fmla="*/ 632 h 1314"/>
              <a:gd name="T58" fmla="*/ 238 w 346"/>
              <a:gd name="T59" fmla="*/ 604 h 1314"/>
              <a:gd name="T60" fmla="*/ 237 w 346"/>
              <a:gd name="T61" fmla="*/ 556 h 1314"/>
              <a:gd name="T62" fmla="*/ 165 w 346"/>
              <a:gd name="T63" fmla="*/ 484 h 1314"/>
              <a:gd name="T64" fmla="*/ 161 w 346"/>
              <a:gd name="T65" fmla="*/ 443 h 1314"/>
              <a:gd name="T66" fmla="*/ 207 w 346"/>
              <a:gd name="T67" fmla="*/ 398 h 1314"/>
              <a:gd name="T68" fmla="*/ 279 w 346"/>
              <a:gd name="T69" fmla="*/ 399 h 1314"/>
              <a:gd name="T70" fmla="*/ 322 w 346"/>
              <a:gd name="T71" fmla="*/ 356 h 1314"/>
              <a:gd name="T72" fmla="*/ 324 w 346"/>
              <a:gd name="T73" fmla="*/ 321 h 1314"/>
              <a:gd name="T74" fmla="*/ 3 w 346"/>
              <a:gd name="T75" fmla="*/ 0 h 1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46" h="1314">
                <a:moveTo>
                  <a:pt x="211" y="701"/>
                </a:moveTo>
                <a:cubicBezTo>
                  <a:pt x="209" y="702"/>
                  <a:pt x="208" y="702"/>
                  <a:pt x="207" y="702"/>
                </a:cubicBezTo>
                <a:cubicBezTo>
                  <a:pt x="207" y="726"/>
                  <a:pt x="207" y="726"/>
                  <a:pt x="207" y="726"/>
                </a:cubicBezTo>
                <a:cubicBezTo>
                  <a:pt x="98" y="835"/>
                  <a:pt x="98" y="835"/>
                  <a:pt x="98" y="835"/>
                </a:cubicBezTo>
                <a:cubicBezTo>
                  <a:pt x="100" y="945"/>
                  <a:pt x="100" y="945"/>
                  <a:pt x="100" y="945"/>
                </a:cubicBezTo>
                <a:cubicBezTo>
                  <a:pt x="342" y="1187"/>
                  <a:pt x="342" y="1187"/>
                  <a:pt x="342" y="1187"/>
                </a:cubicBezTo>
                <a:cubicBezTo>
                  <a:pt x="342" y="1291"/>
                  <a:pt x="342" y="1291"/>
                  <a:pt x="342" y="1291"/>
                </a:cubicBezTo>
                <a:cubicBezTo>
                  <a:pt x="342" y="1314"/>
                  <a:pt x="342" y="1314"/>
                  <a:pt x="342" y="1314"/>
                </a:cubicBezTo>
                <a:cubicBezTo>
                  <a:pt x="346" y="1314"/>
                  <a:pt x="346" y="1314"/>
                  <a:pt x="346" y="1314"/>
                </a:cubicBezTo>
                <a:cubicBezTo>
                  <a:pt x="346" y="1291"/>
                  <a:pt x="346" y="1291"/>
                  <a:pt x="346" y="1291"/>
                </a:cubicBezTo>
                <a:cubicBezTo>
                  <a:pt x="346" y="1186"/>
                  <a:pt x="346" y="1186"/>
                  <a:pt x="346" y="1186"/>
                </a:cubicBezTo>
                <a:cubicBezTo>
                  <a:pt x="104" y="943"/>
                  <a:pt x="104" y="943"/>
                  <a:pt x="104" y="943"/>
                </a:cubicBezTo>
                <a:cubicBezTo>
                  <a:pt x="102" y="836"/>
                  <a:pt x="102" y="836"/>
                  <a:pt x="102" y="836"/>
                </a:cubicBezTo>
                <a:cubicBezTo>
                  <a:pt x="211" y="727"/>
                  <a:pt x="211" y="727"/>
                  <a:pt x="211" y="727"/>
                </a:cubicBezTo>
                <a:cubicBezTo>
                  <a:pt x="211" y="701"/>
                  <a:pt x="211" y="701"/>
                  <a:pt x="211" y="701"/>
                </a:cubicBezTo>
                <a:moveTo>
                  <a:pt x="3" y="0"/>
                </a:moveTo>
                <a:cubicBezTo>
                  <a:pt x="0" y="3"/>
                  <a:pt x="0" y="3"/>
                  <a:pt x="0" y="3"/>
                </a:cubicBezTo>
                <a:cubicBezTo>
                  <a:pt x="320" y="322"/>
                  <a:pt x="320" y="322"/>
                  <a:pt x="320" y="322"/>
                </a:cubicBezTo>
                <a:cubicBezTo>
                  <a:pt x="318" y="354"/>
                  <a:pt x="318" y="354"/>
                  <a:pt x="318" y="354"/>
                </a:cubicBezTo>
                <a:cubicBezTo>
                  <a:pt x="278" y="395"/>
                  <a:pt x="278" y="395"/>
                  <a:pt x="278" y="395"/>
                </a:cubicBezTo>
                <a:cubicBezTo>
                  <a:pt x="205" y="394"/>
                  <a:pt x="205" y="394"/>
                  <a:pt x="205" y="394"/>
                </a:cubicBezTo>
                <a:cubicBezTo>
                  <a:pt x="157" y="442"/>
                  <a:pt x="157" y="442"/>
                  <a:pt x="157" y="442"/>
                </a:cubicBezTo>
                <a:cubicBezTo>
                  <a:pt x="161" y="485"/>
                  <a:pt x="161" y="485"/>
                  <a:pt x="161" y="485"/>
                </a:cubicBezTo>
                <a:cubicBezTo>
                  <a:pt x="233" y="557"/>
                  <a:pt x="233" y="557"/>
                  <a:pt x="233" y="557"/>
                </a:cubicBezTo>
                <a:cubicBezTo>
                  <a:pt x="234" y="602"/>
                  <a:pt x="234" y="602"/>
                  <a:pt x="234" y="602"/>
                </a:cubicBezTo>
                <a:cubicBezTo>
                  <a:pt x="206" y="630"/>
                  <a:pt x="206" y="630"/>
                  <a:pt x="206" y="630"/>
                </a:cubicBezTo>
                <a:cubicBezTo>
                  <a:pt x="206" y="661"/>
                  <a:pt x="206" y="661"/>
                  <a:pt x="206" y="661"/>
                </a:cubicBezTo>
                <a:cubicBezTo>
                  <a:pt x="208" y="661"/>
                  <a:pt x="209" y="661"/>
                  <a:pt x="210" y="661"/>
                </a:cubicBezTo>
                <a:cubicBezTo>
                  <a:pt x="210" y="632"/>
                  <a:pt x="210" y="632"/>
                  <a:pt x="210" y="632"/>
                </a:cubicBezTo>
                <a:cubicBezTo>
                  <a:pt x="238" y="604"/>
                  <a:pt x="238" y="604"/>
                  <a:pt x="238" y="604"/>
                </a:cubicBezTo>
                <a:cubicBezTo>
                  <a:pt x="237" y="556"/>
                  <a:pt x="237" y="556"/>
                  <a:pt x="237" y="556"/>
                </a:cubicBezTo>
                <a:cubicBezTo>
                  <a:pt x="165" y="484"/>
                  <a:pt x="165" y="484"/>
                  <a:pt x="165" y="484"/>
                </a:cubicBezTo>
                <a:cubicBezTo>
                  <a:pt x="161" y="443"/>
                  <a:pt x="161" y="443"/>
                  <a:pt x="161" y="443"/>
                </a:cubicBezTo>
                <a:cubicBezTo>
                  <a:pt x="207" y="398"/>
                  <a:pt x="207" y="398"/>
                  <a:pt x="207" y="398"/>
                </a:cubicBezTo>
                <a:cubicBezTo>
                  <a:pt x="279" y="399"/>
                  <a:pt x="279" y="399"/>
                  <a:pt x="279" y="399"/>
                </a:cubicBezTo>
                <a:cubicBezTo>
                  <a:pt x="322" y="356"/>
                  <a:pt x="322" y="356"/>
                  <a:pt x="322" y="356"/>
                </a:cubicBezTo>
                <a:cubicBezTo>
                  <a:pt x="324" y="321"/>
                  <a:pt x="324" y="321"/>
                  <a:pt x="324" y="321"/>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26" name="Freeform 1084"/>
          <p:cNvSpPr>
            <a:spLocks noEditPoints="1"/>
          </p:cNvSpPr>
          <p:nvPr/>
        </p:nvSpPr>
        <p:spPr bwMode="auto">
          <a:xfrm>
            <a:off x="-696143" y="-3470275"/>
            <a:ext cx="2138363" cy="6126163"/>
          </a:xfrm>
          <a:custGeom>
            <a:avLst/>
            <a:gdLst>
              <a:gd name="T0" fmla="*/ 273 w 516"/>
              <a:gd name="T1" fmla="*/ 479 h 1478"/>
              <a:gd name="T2" fmla="*/ 273 w 516"/>
              <a:gd name="T3" fmla="*/ 495 h 1478"/>
              <a:gd name="T4" fmla="*/ 234 w 516"/>
              <a:gd name="T5" fmla="*/ 534 h 1478"/>
              <a:gd name="T6" fmla="*/ 232 w 516"/>
              <a:gd name="T7" fmla="*/ 563 h 1478"/>
              <a:gd name="T8" fmla="*/ 260 w 516"/>
              <a:gd name="T9" fmla="*/ 591 h 1478"/>
              <a:gd name="T10" fmla="*/ 261 w 516"/>
              <a:gd name="T11" fmla="*/ 620 h 1478"/>
              <a:gd name="T12" fmla="*/ 281 w 516"/>
              <a:gd name="T13" fmla="*/ 640 h 1478"/>
              <a:gd name="T14" fmla="*/ 283 w 516"/>
              <a:gd name="T15" fmla="*/ 694 h 1478"/>
              <a:gd name="T16" fmla="*/ 113 w 516"/>
              <a:gd name="T17" fmla="*/ 865 h 1478"/>
              <a:gd name="T18" fmla="*/ 110 w 516"/>
              <a:gd name="T19" fmla="*/ 939 h 1478"/>
              <a:gd name="T20" fmla="*/ 368 w 516"/>
              <a:gd name="T21" fmla="*/ 1197 h 1478"/>
              <a:gd name="T22" fmla="*/ 369 w 516"/>
              <a:gd name="T23" fmla="*/ 1300 h 1478"/>
              <a:gd name="T24" fmla="*/ 512 w 516"/>
              <a:gd name="T25" fmla="*/ 1444 h 1478"/>
              <a:gd name="T26" fmla="*/ 512 w 516"/>
              <a:gd name="T27" fmla="*/ 1455 h 1478"/>
              <a:gd name="T28" fmla="*/ 512 w 516"/>
              <a:gd name="T29" fmla="*/ 1478 h 1478"/>
              <a:gd name="T30" fmla="*/ 516 w 516"/>
              <a:gd name="T31" fmla="*/ 1478 h 1478"/>
              <a:gd name="T32" fmla="*/ 516 w 516"/>
              <a:gd name="T33" fmla="*/ 1456 h 1478"/>
              <a:gd name="T34" fmla="*/ 516 w 516"/>
              <a:gd name="T35" fmla="*/ 1442 h 1478"/>
              <a:gd name="T36" fmla="*/ 373 w 516"/>
              <a:gd name="T37" fmla="*/ 1299 h 1478"/>
              <a:gd name="T38" fmla="*/ 372 w 516"/>
              <a:gd name="T39" fmla="*/ 1195 h 1478"/>
              <a:gd name="T40" fmla="*/ 114 w 516"/>
              <a:gd name="T41" fmla="*/ 938 h 1478"/>
              <a:gd name="T42" fmla="*/ 117 w 516"/>
              <a:gd name="T43" fmla="*/ 867 h 1478"/>
              <a:gd name="T44" fmla="*/ 288 w 516"/>
              <a:gd name="T45" fmla="*/ 696 h 1478"/>
              <a:gd name="T46" fmla="*/ 284 w 516"/>
              <a:gd name="T47" fmla="*/ 639 h 1478"/>
              <a:gd name="T48" fmla="*/ 264 w 516"/>
              <a:gd name="T49" fmla="*/ 619 h 1478"/>
              <a:gd name="T50" fmla="*/ 264 w 516"/>
              <a:gd name="T51" fmla="*/ 590 h 1478"/>
              <a:gd name="T52" fmla="*/ 236 w 516"/>
              <a:gd name="T53" fmla="*/ 562 h 1478"/>
              <a:gd name="T54" fmla="*/ 238 w 516"/>
              <a:gd name="T55" fmla="*/ 536 h 1478"/>
              <a:gd name="T56" fmla="*/ 277 w 516"/>
              <a:gd name="T57" fmla="*/ 497 h 1478"/>
              <a:gd name="T58" fmla="*/ 277 w 516"/>
              <a:gd name="T59" fmla="*/ 479 h 1478"/>
              <a:gd name="T60" fmla="*/ 276 w 516"/>
              <a:gd name="T61" fmla="*/ 479 h 1478"/>
              <a:gd name="T62" fmla="*/ 276 w 516"/>
              <a:gd name="T63" fmla="*/ 479 h 1478"/>
              <a:gd name="T64" fmla="*/ 273 w 516"/>
              <a:gd name="T65" fmla="*/ 479 h 1478"/>
              <a:gd name="T66" fmla="*/ 3 w 516"/>
              <a:gd name="T67" fmla="*/ 0 h 1478"/>
              <a:gd name="T68" fmla="*/ 0 w 516"/>
              <a:gd name="T69" fmla="*/ 3 h 1478"/>
              <a:gd name="T70" fmla="*/ 332 w 516"/>
              <a:gd name="T71" fmla="*/ 336 h 1478"/>
              <a:gd name="T72" fmla="*/ 331 w 516"/>
              <a:gd name="T73" fmla="*/ 364 h 1478"/>
              <a:gd name="T74" fmla="*/ 271 w 516"/>
              <a:gd name="T75" fmla="*/ 424 h 1478"/>
              <a:gd name="T76" fmla="*/ 272 w 516"/>
              <a:gd name="T77" fmla="*/ 438 h 1478"/>
              <a:gd name="T78" fmla="*/ 276 w 516"/>
              <a:gd name="T79" fmla="*/ 438 h 1478"/>
              <a:gd name="T80" fmla="*/ 275 w 516"/>
              <a:gd name="T81" fmla="*/ 425 h 1478"/>
              <a:gd name="T82" fmla="*/ 335 w 516"/>
              <a:gd name="T83" fmla="*/ 366 h 1478"/>
              <a:gd name="T84" fmla="*/ 337 w 516"/>
              <a:gd name="T85" fmla="*/ 334 h 1478"/>
              <a:gd name="T86" fmla="*/ 3 w 516"/>
              <a:gd name="T87" fmla="*/ 0 h 1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6" h="1478">
                <a:moveTo>
                  <a:pt x="273" y="479"/>
                </a:moveTo>
                <a:cubicBezTo>
                  <a:pt x="273" y="495"/>
                  <a:pt x="273" y="495"/>
                  <a:pt x="273" y="495"/>
                </a:cubicBezTo>
                <a:cubicBezTo>
                  <a:pt x="234" y="534"/>
                  <a:pt x="234" y="534"/>
                  <a:pt x="234" y="534"/>
                </a:cubicBezTo>
                <a:cubicBezTo>
                  <a:pt x="232" y="563"/>
                  <a:pt x="232" y="563"/>
                  <a:pt x="232" y="563"/>
                </a:cubicBezTo>
                <a:cubicBezTo>
                  <a:pt x="260" y="591"/>
                  <a:pt x="260" y="591"/>
                  <a:pt x="260" y="591"/>
                </a:cubicBezTo>
                <a:cubicBezTo>
                  <a:pt x="261" y="620"/>
                  <a:pt x="261" y="620"/>
                  <a:pt x="261" y="620"/>
                </a:cubicBezTo>
                <a:cubicBezTo>
                  <a:pt x="281" y="640"/>
                  <a:pt x="281" y="640"/>
                  <a:pt x="281" y="640"/>
                </a:cubicBezTo>
                <a:cubicBezTo>
                  <a:pt x="283" y="694"/>
                  <a:pt x="283" y="694"/>
                  <a:pt x="283" y="694"/>
                </a:cubicBezTo>
                <a:cubicBezTo>
                  <a:pt x="113" y="865"/>
                  <a:pt x="113" y="865"/>
                  <a:pt x="113" y="865"/>
                </a:cubicBezTo>
                <a:cubicBezTo>
                  <a:pt x="110" y="939"/>
                  <a:pt x="110" y="939"/>
                  <a:pt x="110" y="939"/>
                </a:cubicBezTo>
                <a:cubicBezTo>
                  <a:pt x="368" y="1197"/>
                  <a:pt x="368" y="1197"/>
                  <a:pt x="368" y="1197"/>
                </a:cubicBezTo>
                <a:cubicBezTo>
                  <a:pt x="369" y="1300"/>
                  <a:pt x="369" y="1300"/>
                  <a:pt x="369" y="1300"/>
                </a:cubicBezTo>
                <a:cubicBezTo>
                  <a:pt x="512" y="1444"/>
                  <a:pt x="512" y="1444"/>
                  <a:pt x="512" y="1444"/>
                </a:cubicBezTo>
                <a:cubicBezTo>
                  <a:pt x="512" y="1455"/>
                  <a:pt x="512" y="1455"/>
                  <a:pt x="512" y="1455"/>
                </a:cubicBezTo>
                <a:cubicBezTo>
                  <a:pt x="512" y="1478"/>
                  <a:pt x="512" y="1478"/>
                  <a:pt x="512" y="1478"/>
                </a:cubicBezTo>
                <a:cubicBezTo>
                  <a:pt x="516" y="1478"/>
                  <a:pt x="516" y="1478"/>
                  <a:pt x="516" y="1478"/>
                </a:cubicBezTo>
                <a:cubicBezTo>
                  <a:pt x="516" y="1456"/>
                  <a:pt x="516" y="1456"/>
                  <a:pt x="516" y="1456"/>
                </a:cubicBezTo>
                <a:cubicBezTo>
                  <a:pt x="516" y="1442"/>
                  <a:pt x="516" y="1442"/>
                  <a:pt x="516" y="1442"/>
                </a:cubicBezTo>
                <a:cubicBezTo>
                  <a:pt x="373" y="1299"/>
                  <a:pt x="373" y="1299"/>
                  <a:pt x="373" y="1299"/>
                </a:cubicBezTo>
                <a:cubicBezTo>
                  <a:pt x="372" y="1195"/>
                  <a:pt x="372" y="1195"/>
                  <a:pt x="372" y="1195"/>
                </a:cubicBezTo>
                <a:cubicBezTo>
                  <a:pt x="114" y="938"/>
                  <a:pt x="114" y="938"/>
                  <a:pt x="114" y="938"/>
                </a:cubicBezTo>
                <a:cubicBezTo>
                  <a:pt x="117" y="867"/>
                  <a:pt x="117" y="867"/>
                  <a:pt x="117" y="867"/>
                </a:cubicBezTo>
                <a:cubicBezTo>
                  <a:pt x="288" y="696"/>
                  <a:pt x="288" y="696"/>
                  <a:pt x="288" y="696"/>
                </a:cubicBezTo>
                <a:cubicBezTo>
                  <a:pt x="284" y="639"/>
                  <a:pt x="284" y="639"/>
                  <a:pt x="284" y="639"/>
                </a:cubicBezTo>
                <a:cubicBezTo>
                  <a:pt x="264" y="619"/>
                  <a:pt x="264" y="619"/>
                  <a:pt x="264" y="619"/>
                </a:cubicBezTo>
                <a:cubicBezTo>
                  <a:pt x="264" y="590"/>
                  <a:pt x="264" y="590"/>
                  <a:pt x="264" y="590"/>
                </a:cubicBezTo>
                <a:cubicBezTo>
                  <a:pt x="236" y="562"/>
                  <a:pt x="236" y="562"/>
                  <a:pt x="236" y="562"/>
                </a:cubicBezTo>
                <a:cubicBezTo>
                  <a:pt x="238" y="536"/>
                  <a:pt x="238" y="536"/>
                  <a:pt x="238" y="536"/>
                </a:cubicBezTo>
                <a:cubicBezTo>
                  <a:pt x="277" y="497"/>
                  <a:pt x="277" y="497"/>
                  <a:pt x="277" y="497"/>
                </a:cubicBezTo>
                <a:cubicBezTo>
                  <a:pt x="277" y="479"/>
                  <a:pt x="277" y="479"/>
                  <a:pt x="277" y="479"/>
                </a:cubicBezTo>
                <a:cubicBezTo>
                  <a:pt x="276" y="479"/>
                  <a:pt x="276" y="479"/>
                  <a:pt x="276" y="479"/>
                </a:cubicBezTo>
                <a:cubicBezTo>
                  <a:pt x="276" y="479"/>
                  <a:pt x="276" y="479"/>
                  <a:pt x="276" y="479"/>
                </a:cubicBezTo>
                <a:cubicBezTo>
                  <a:pt x="275" y="479"/>
                  <a:pt x="274" y="479"/>
                  <a:pt x="273" y="479"/>
                </a:cubicBezTo>
                <a:moveTo>
                  <a:pt x="3" y="0"/>
                </a:moveTo>
                <a:cubicBezTo>
                  <a:pt x="0" y="3"/>
                  <a:pt x="0" y="3"/>
                  <a:pt x="0" y="3"/>
                </a:cubicBezTo>
                <a:cubicBezTo>
                  <a:pt x="332" y="336"/>
                  <a:pt x="332" y="336"/>
                  <a:pt x="332" y="336"/>
                </a:cubicBezTo>
                <a:cubicBezTo>
                  <a:pt x="331" y="364"/>
                  <a:pt x="331" y="364"/>
                  <a:pt x="331" y="364"/>
                </a:cubicBezTo>
                <a:cubicBezTo>
                  <a:pt x="271" y="424"/>
                  <a:pt x="271" y="424"/>
                  <a:pt x="271" y="424"/>
                </a:cubicBezTo>
                <a:cubicBezTo>
                  <a:pt x="272" y="438"/>
                  <a:pt x="272" y="438"/>
                  <a:pt x="272" y="438"/>
                </a:cubicBezTo>
                <a:cubicBezTo>
                  <a:pt x="273" y="438"/>
                  <a:pt x="274" y="438"/>
                  <a:pt x="276" y="438"/>
                </a:cubicBezTo>
                <a:cubicBezTo>
                  <a:pt x="275" y="425"/>
                  <a:pt x="275" y="425"/>
                  <a:pt x="275" y="425"/>
                </a:cubicBezTo>
                <a:cubicBezTo>
                  <a:pt x="335" y="366"/>
                  <a:pt x="335" y="366"/>
                  <a:pt x="335" y="366"/>
                </a:cubicBezTo>
                <a:cubicBezTo>
                  <a:pt x="337" y="334"/>
                  <a:pt x="337" y="334"/>
                  <a:pt x="337" y="334"/>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27" name="Freeform 1085"/>
          <p:cNvSpPr>
            <a:spLocks/>
          </p:cNvSpPr>
          <p:nvPr/>
        </p:nvSpPr>
        <p:spPr bwMode="auto">
          <a:xfrm>
            <a:off x="-596130" y="-3441700"/>
            <a:ext cx="1533525" cy="2433638"/>
          </a:xfrm>
          <a:custGeom>
            <a:avLst/>
            <a:gdLst>
              <a:gd name="T0" fmla="*/ 3 w 370"/>
              <a:gd name="T1" fmla="*/ 0 h 587"/>
              <a:gd name="T2" fmla="*/ 0 w 370"/>
              <a:gd name="T3" fmla="*/ 3 h 587"/>
              <a:gd name="T4" fmla="*/ 0 w 370"/>
              <a:gd name="T5" fmla="*/ 3 h 587"/>
              <a:gd name="T6" fmla="*/ 365 w 370"/>
              <a:gd name="T7" fmla="*/ 368 h 587"/>
              <a:gd name="T8" fmla="*/ 366 w 370"/>
              <a:gd name="T9" fmla="*/ 423 h 587"/>
              <a:gd name="T10" fmla="*/ 297 w 370"/>
              <a:gd name="T11" fmla="*/ 492 h 587"/>
              <a:gd name="T12" fmla="*/ 294 w 370"/>
              <a:gd name="T13" fmla="*/ 524 h 587"/>
              <a:gd name="T14" fmla="*/ 334 w 370"/>
              <a:gd name="T15" fmla="*/ 564 h 587"/>
              <a:gd name="T16" fmla="*/ 334 w 370"/>
              <a:gd name="T17" fmla="*/ 586 h 587"/>
              <a:gd name="T18" fmla="*/ 334 w 370"/>
              <a:gd name="T19" fmla="*/ 586 h 587"/>
              <a:gd name="T20" fmla="*/ 334 w 370"/>
              <a:gd name="T21" fmla="*/ 586 h 587"/>
              <a:gd name="T22" fmla="*/ 338 w 370"/>
              <a:gd name="T23" fmla="*/ 587 h 587"/>
              <a:gd name="T24" fmla="*/ 338 w 370"/>
              <a:gd name="T25" fmla="*/ 563 h 587"/>
              <a:gd name="T26" fmla="*/ 298 w 370"/>
              <a:gd name="T27" fmla="*/ 522 h 587"/>
              <a:gd name="T28" fmla="*/ 301 w 370"/>
              <a:gd name="T29" fmla="*/ 494 h 587"/>
              <a:gd name="T30" fmla="*/ 370 w 370"/>
              <a:gd name="T31" fmla="*/ 424 h 587"/>
              <a:gd name="T32" fmla="*/ 369 w 370"/>
              <a:gd name="T33" fmla="*/ 367 h 587"/>
              <a:gd name="T34" fmla="*/ 3 w 370"/>
              <a:gd name="T35" fmla="*/ 0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0" h="587">
                <a:moveTo>
                  <a:pt x="3" y="0"/>
                </a:moveTo>
                <a:cubicBezTo>
                  <a:pt x="0" y="3"/>
                  <a:pt x="0" y="3"/>
                  <a:pt x="0" y="3"/>
                </a:cubicBezTo>
                <a:cubicBezTo>
                  <a:pt x="0" y="3"/>
                  <a:pt x="0" y="3"/>
                  <a:pt x="0" y="3"/>
                </a:cubicBezTo>
                <a:cubicBezTo>
                  <a:pt x="365" y="368"/>
                  <a:pt x="365" y="368"/>
                  <a:pt x="365" y="368"/>
                </a:cubicBezTo>
                <a:cubicBezTo>
                  <a:pt x="366" y="423"/>
                  <a:pt x="366" y="423"/>
                  <a:pt x="366" y="423"/>
                </a:cubicBezTo>
                <a:cubicBezTo>
                  <a:pt x="297" y="492"/>
                  <a:pt x="297" y="492"/>
                  <a:pt x="297" y="492"/>
                </a:cubicBezTo>
                <a:cubicBezTo>
                  <a:pt x="294" y="524"/>
                  <a:pt x="294" y="524"/>
                  <a:pt x="294" y="524"/>
                </a:cubicBezTo>
                <a:cubicBezTo>
                  <a:pt x="334" y="564"/>
                  <a:pt x="334" y="564"/>
                  <a:pt x="334" y="564"/>
                </a:cubicBezTo>
                <a:cubicBezTo>
                  <a:pt x="334" y="586"/>
                  <a:pt x="334" y="586"/>
                  <a:pt x="334" y="586"/>
                </a:cubicBezTo>
                <a:cubicBezTo>
                  <a:pt x="334" y="586"/>
                  <a:pt x="334" y="586"/>
                  <a:pt x="334" y="586"/>
                </a:cubicBezTo>
                <a:cubicBezTo>
                  <a:pt x="334" y="586"/>
                  <a:pt x="334" y="586"/>
                  <a:pt x="334" y="586"/>
                </a:cubicBezTo>
                <a:cubicBezTo>
                  <a:pt x="335" y="586"/>
                  <a:pt x="337" y="587"/>
                  <a:pt x="338" y="587"/>
                </a:cubicBezTo>
                <a:cubicBezTo>
                  <a:pt x="338" y="563"/>
                  <a:pt x="338" y="563"/>
                  <a:pt x="338" y="563"/>
                </a:cubicBezTo>
                <a:cubicBezTo>
                  <a:pt x="298" y="522"/>
                  <a:pt x="298" y="522"/>
                  <a:pt x="298" y="522"/>
                </a:cubicBezTo>
                <a:cubicBezTo>
                  <a:pt x="301" y="494"/>
                  <a:pt x="301" y="494"/>
                  <a:pt x="301" y="494"/>
                </a:cubicBezTo>
                <a:cubicBezTo>
                  <a:pt x="370" y="424"/>
                  <a:pt x="370" y="424"/>
                  <a:pt x="370" y="424"/>
                </a:cubicBezTo>
                <a:cubicBezTo>
                  <a:pt x="369" y="367"/>
                  <a:pt x="369" y="367"/>
                  <a:pt x="369" y="367"/>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28" name="Freeform 1086"/>
          <p:cNvSpPr>
            <a:spLocks/>
          </p:cNvSpPr>
          <p:nvPr/>
        </p:nvSpPr>
        <p:spPr bwMode="auto">
          <a:xfrm>
            <a:off x="-745355" y="-3706813"/>
            <a:ext cx="1778000" cy="2251075"/>
          </a:xfrm>
          <a:custGeom>
            <a:avLst/>
            <a:gdLst>
              <a:gd name="T0" fmla="*/ 3 w 429"/>
              <a:gd name="T1" fmla="*/ 0 h 543"/>
              <a:gd name="T2" fmla="*/ 0 w 429"/>
              <a:gd name="T3" fmla="*/ 3 h 543"/>
              <a:gd name="T4" fmla="*/ 424 w 429"/>
              <a:gd name="T5" fmla="*/ 427 h 543"/>
              <a:gd name="T6" fmla="*/ 425 w 429"/>
              <a:gd name="T7" fmla="*/ 497 h 543"/>
              <a:gd name="T8" fmla="*/ 389 w 429"/>
              <a:gd name="T9" fmla="*/ 534 h 543"/>
              <a:gd name="T10" fmla="*/ 388 w 429"/>
              <a:gd name="T11" fmla="*/ 543 h 543"/>
              <a:gd name="T12" fmla="*/ 392 w 429"/>
              <a:gd name="T13" fmla="*/ 543 h 543"/>
              <a:gd name="T14" fmla="*/ 393 w 429"/>
              <a:gd name="T15" fmla="*/ 535 h 543"/>
              <a:gd name="T16" fmla="*/ 429 w 429"/>
              <a:gd name="T17" fmla="*/ 499 h 543"/>
              <a:gd name="T18" fmla="*/ 428 w 429"/>
              <a:gd name="T19" fmla="*/ 425 h 543"/>
              <a:gd name="T20" fmla="*/ 3 w 429"/>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9" h="543">
                <a:moveTo>
                  <a:pt x="3" y="0"/>
                </a:moveTo>
                <a:cubicBezTo>
                  <a:pt x="0" y="3"/>
                  <a:pt x="0" y="3"/>
                  <a:pt x="0" y="3"/>
                </a:cubicBezTo>
                <a:cubicBezTo>
                  <a:pt x="424" y="427"/>
                  <a:pt x="424" y="427"/>
                  <a:pt x="424" y="427"/>
                </a:cubicBezTo>
                <a:cubicBezTo>
                  <a:pt x="425" y="497"/>
                  <a:pt x="425" y="497"/>
                  <a:pt x="425" y="497"/>
                </a:cubicBezTo>
                <a:cubicBezTo>
                  <a:pt x="389" y="534"/>
                  <a:pt x="389" y="534"/>
                  <a:pt x="389" y="534"/>
                </a:cubicBezTo>
                <a:cubicBezTo>
                  <a:pt x="388" y="543"/>
                  <a:pt x="388" y="543"/>
                  <a:pt x="388" y="543"/>
                </a:cubicBezTo>
                <a:cubicBezTo>
                  <a:pt x="390" y="543"/>
                  <a:pt x="391" y="543"/>
                  <a:pt x="392" y="543"/>
                </a:cubicBezTo>
                <a:cubicBezTo>
                  <a:pt x="393" y="535"/>
                  <a:pt x="393" y="535"/>
                  <a:pt x="393" y="535"/>
                </a:cubicBezTo>
                <a:cubicBezTo>
                  <a:pt x="429" y="499"/>
                  <a:pt x="429" y="499"/>
                  <a:pt x="429" y="499"/>
                </a:cubicBezTo>
                <a:cubicBezTo>
                  <a:pt x="428" y="425"/>
                  <a:pt x="428" y="425"/>
                  <a:pt x="428" y="425"/>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29" name="Freeform 1087"/>
          <p:cNvSpPr>
            <a:spLocks/>
          </p:cNvSpPr>
          <p:nvPr/>
        </p:nvSpPr>
        <p:spPr bwMode="auto">
          <a:xfrm>
            <a:off x="-431030" y="-1157288"/>
            <a:ext cx="136525" cy="136525"/>
          </a:xfrm>
          <a:custGeom>
            <a:avLst/>
            <a:gdLst>
              <a:gd name="T0" fmla="*/ 17 w 33"/>
              <a:gd name="T1" fmla="*/ 0 h 33"/>
              <a:gd name="T2" fmla="*/ 5 w 33"/>
              <a:gd name="T3" fmla="*/ 5 h 33"/>
              <a:gd name="T4" fmla="*/ 0 w 33"/>
              <a:gd name="T5" fmla="*/ 17 h 33"/>
              <a:gd name="T6" fmla="*/ 5 w 33"/>
              <a:gd name="T7" fmla="*/ 28 h 33"/>
              <a:gd name="T8" fmla="*/ 17 w 33"/>
              <a:gd name="T9" fmla="*/ 33 h 33"/>
              <a:gd name="T10" fmla="*/ 29 w 33"/>
              <a:gd name="T11" fmla="*/ 28 h 33"/>
              <a:gd name="T12" fmla="*/ 33 w 33"/>
              <a:gd name="T13" fmla="*/ 17 h 33"/>
              <a:gd name="T14" fmla="*/ 29 w 33"/>
              <a:gd name="T15" fmla="*/ 5 h 33"/>
              <a:gd name="T16" fmla="*/ 30 w 33"/>
              <a:gd name="T17" fmla="*/ 3 h 33"/>
              <a:gd name="T18" fmla="*/ 30 w 33"/>
              <a:gd name="T19" fmla="*/ 3 h 33"/>
              <a:gd name="T20" fmla="*/ 29 w 33"/>
              <a:gd name="T21" fmla="*/ 5 h 33"/>
              <a:gd name="T22" fmla="*/ 17 w 33"/>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3">
                <a:moveTo>
                  <a:pt x="17" y="0"/>
                </a:moveTo>
                <a:cubicBezTo>
                  <a:pt x="13" y="0"/>
                  <a:pt x="8" y="1"/>
                  <a:pt x="5" y="5"/>
                </a:cubicBezTo>
                <a:cubicBezTo>
                  <a:pt x="2" y="8"/>
                  <a:pt x="0" y="12"/>
                  <a:pt x="0" y="17"/>
                </a:cubicBezTo>
                <a:cubicBezTo>
                  <a:pt x="0" y="21"/>
                  <a:pt x="2" y="25"/>
                  <a:pt x="5" y="28"/>
                </a:cubicBezTo>
                <a:cubicBezTo>
                  <a:pt x="8" y="32"/>
                  <a:pt x="13" y="33"/>
                  <a:pt x="17" y="33"/>
                </a:cubicBezTo>
                <a:cubicBezTo>
                  <a:pt x="21" y="33"/>
                  <a:pt x="25" y="32"/>
                  <a:pt x="29" y="28"/>
                </a:cubicBezTo>
                <a:cubicBezTo>
                  <a:pt x="32" y="25"/>
                  <a:pt x="33" y="21"/>
                  <a:pt x="33" y="17"/>
                </a:cubicBezTo>
                <a:cubicBezTo>
                  <a:pt x="33" y="12"/>
                  <a:pt x="32" y="8"/>
                  <a:pt x="29" y="5"/>
                </a:cubicBezTo>
                <a:cubicBezTo>
                  <a:pt x="30" y="3"/>
                  <a:pt x="30" y="3"/>
                  <a:pt x="30" y="3"/>
                </a:cubicBezTo>
                <a:cubicBezTo>
                  <a:pt x="30" y="3"/>
                  <a:pt x="30" y="3"/>
                  <a:pt x="30" y="3"/>
                </a:cubicBezTo>
                <a:cubicBezTo>
                  <a:pt x="29" y="5"/>
                  <a:pt x="29" y="5"/>
                  <a:pt x="29" y="5"/>
                </a:cubicBezTo>
                <a:cubicBezTo>
                  <a:pt x="25" y="1"/>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30" name="Freeform 1088"/>
          <p:cNvSpPr>
            <a:spLocks noEditPoints="1"/>
          </p:cNvSpPr>
          <p:nvPr/>
        </p:nvSpPr>
        <p:spPr bwMode="auto">
          <a:xfrm>
            <a:off x="-446905" y="-1174750"/>
            <a:ext cx="169863" cy="169863"/>
          </a:xfrm>
          <a:custGeom>
            <a:avLst/>
            <a:gdLst>
              <a:gd name="T0" fmla="*/ 21 w 41"/>
              <a:gd name="T1" fmla="*/ 37 h 41"/>
              <a:gd name="T2" fmla="*/ 9 w 41"/>
              <a:gd name="T3" fmla="*/ 32 h 41"/>
              <a:gd name="T4" fmla="*/ 4 w 41"/>
              <a:gd name="T5" fmla="*/ 21 h 41"/>
              <a:gd name="T6" fmla="*/ 9 w 41"/>
              <a:gd name="T7" fmla="*/ 9 h 41"/>
              <a:gd name="T8" fmla="*/ 21 w 41"/>
              <a:gd name="T9" fmla="*/ 4 h 41"/>
              <a:gd name="T10" fmla="*/ 33 w 41"/>
              <a:gd name="T11" fmla="*/ 9 h 41"/>
              <a:gd name="T12" fmla="*/ 34 w 41"/>
              <a:gd name="T13" fmla="*/ 7 h 41"/>
              <a:gd name="T14" fmla="*/ 35 w 41"/>
              <a:gd name="T15" fmla="*/ 6 h 41"/>
              <a:gd name="T16" fmla="*/ 34 w 41"/>
              <a:gd name="T17" fmla="*/ 7 h 41"/>
              <a:gd name="T18" fmla="*/ 33 w 41"/>
              <a:gd name="T19" fmla="*/ 9 h 41"/>
              <a:gd name="T20" fmla="*/ 37 w 41"/>
              <a:gd name="T21" fmla="*/ 21 h 41"/>
              <a:gd name="T22" fmla="*/ 33 w 41"/>
              <a:gd name="T23" fmla="*/ 32 h 41"/>
              <a:gd name="T24" fmla="*/ 21 w 41"/>
              <a:gd name="T25" fmla="*/ 37 h 41"/>
              <a:gd name="T26" fmla="*/ 21 w 41"/>
              <a:gd name="T27" fmla="*/ 0 h 41"/>
              <a:gd name="T28" fmla="*/ 21 w 41"/>
              <a:gd name="T29" fmla="*/ 0 h 41"/>
              <a:gd name="T30" fmla="*/ 6 w 41"/>
              <a:gd name="T31" fmla="*/ 6 h 41"/>
              <a:gd name="T32" fmla="*/ 0 w 41"/>
              <a:gd name="T33" fmla="*/ 17 h 41"/>
              <a:gd name="T34" fmla="*/ 0 w 41"/>
              <a:gd name="T35" fmla="*/ 21 h 41"/>
              <a:gd name="T36" fmla="*/ 0 w 41"/>
              <a:gd name="T37" fmla="*/ 21 h 41"/>
              <a:gd name="T38" fmla="*/ 6 w 41"/>
              <a:gd name="T39" fmla="*/ 35 h 41"/>
              <a:gd name="T40" fmla="*/ 21 w 41"/>
              <a:gd name="T41" fmla="*/ 41 h 41"/>
              <a:gd name="T42" fmla="*/ 21 w 41"/>
              <a:gd name="T43" fmla="*/ 41 h 41"/>
              <a:gd name="T44" fmla="*/ 35 w 41"/>
              <a:gd name="T45" fmla="*/ 35 h 41"/>
              <a:gd name="T46" fmla="*/ 41 w 41"/>
              <a:gd name="T47" fmla="*/ 21 h 41"/>
              <a:gd name="T48" fmla="*/ 41 w 41"/>
              <a:gd name="T49" fmla="*/ 21 h 41"/>
              <a:gd name="T50" fmla="*/ 41 w 41"/>
              <a:gd name="T51" fmla="*/ 17 h 41"/>
              <a:gd name="T52" fmla="*/ 35 w 41"/>
              <a:gd name="T53" fmla="*/ 6 h 41"/>
              <a:gd name="T54" fmla="*/ 35 w 41"/>
              <a:gd name="T55" fmla="*/ 6 h 41"/>
              <a:gd name="T56" fmla="*/ 21 w 41"/>
              <a:gd name="T5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41">
                <a:moveTo>
                  <a:pt x="21" y="37"/>
                </a:moveTo>
                <a:cubicBezTo>
                  <a:pt x="17" y="37"/>
                  <a:pt x="12" y="36"/>
                  <a:pt x="9" y="32"/>
                </a:cubicBezTo>
                <a:cubicBezTo>
                  <a:pt x="6" y="29"/>
                  <a:pt x="4" y="25"/>
                  <a:pt x="4" y="21"/>
                </a:cubicBezTo>
                <a:cubicBezTo>
                  <a:pt x="4" y="16"/>
                  <a:pt x="6" y="12"/>
                  <a:pt x="9" y="9"/>
                </a:cubicBezTo>
                <a:cubicBezTo>
                  <a:pt x="12" y="5"/>
                  <a:pt x="17" y="4"/>
                  <a:pt x="21" y="4"/>
                </a:cubicBezTo>
                <a:cubicBezTo>
                  <a:pt x="25" y="4"/>
                  <a:pt x="29" y="5"/>
                  <a:pt x="33" y="9"/>
                </a:cubicBezTo>
                <a:cubicBezTo>
                  <a:pt x="34" y="7"/>
                  <a:pt x="34" y="7"/>
                  <a:pt x="34" y="7"/>
                </a:cubicBezTo>
                <a:cubicBezTo>
                  <a:pt x="35" y="6"/>
                  <a:pt x="35" y="6"/>
                  <a:pt x="35" y="6"/>
                </a:cubicBezTo>
                <a:cubicBezTo>
                  <a:pt x="34" y="7"/>
                  <a:pt x="34" y="7"/>
                  <a:pt x="34" y="7"/>
                </a:cubicBezTo>
                <a:cubicBezTo>
                  <a:pt x="33" y="9"/>
                  <a:pt x="33" y="9"/>
                  <a:pt x="33" y="9"/>
                </a:cubicBezTo>
                <a:cubicBezTo>
                  <a:pt x="36" y="12"/>
                  <a:pt x="37" y="16"/>
                  <a:pt x="37" y="21"/>
                </a:cubicBezTo>
                <a:cubicBezTo>
                  <a:pt x="37" y="25"/>
                  <a:pt x="36" y="29"/>
                  <a:pt x="33" y="32"/>
                </a:cubicBezTo>
                <a:cubicBezTo>
                  <a:pt x="29" y="36"/>
                  <a:pt x="25" y="37"/>
                  <a:pt x="21" y="37"/>
                </a:cubicBezTo>
                <a:moveTo>
                  <a:pt x="21" y="0"/>
                </a:moveTo>
                <a:cubicBezTo>
                  <a:pt x="21" y="0"/>
                  <a:pt x="21" y="0"/>
                  <a:pt x="21" y="0"/>
                </a:cubicBezTo>
                <a:cubicBezTo>
                  <a:pt x="16" y="0"/>
                  <a:pt x="10" y="2"/>
                  <a:pt x="6" y="6"/>
                </a:cubicBezTo>
                <a:cubicBezTo>
                  <a:pt x="3" y="9"/>
                  <a:pt x="1" y="13"/>
                  <a:pt x="0" y="17"/>
                </a:cubicBezTo>
                <a:cubicBezTo>
                  <a:pt x="0" y="18"/>
                  <a:pt x="0" y="19"/>
                  <a:pt x="0" y="21"/>
                </a:cubicBezTo>
                <a:cubicBezTo>
                  <a:pt x="0" y="21"/>
                  <a:pt x="0" y="21"/>
                  <a:pt x="0" y="21"/>
                </a:cubicBezTo>
                <a:cubicBezTo>
                  <a:pt x="0" y="26"/>
                  <a:pt x="2" y="31"/>
                  <a:pt x="6" y="35"/>
                </a:cubicBezTo>
                <a:cubicBezTo>
                  <a:pt x="10" y="39"/>
                  <a:pt x="16" y="41"/>
                  <a:pt x="21" y="41"/>
                </a:cubicBezTo>
                <a:cubicBezTo>
                  <a:pt x="21" y="41"/>
                  <a:pt x="21" y="41"/>
                  <a:pt x="21" y="41"/>
                </a:cubicBezTo>
                <a:cubicBezTo>
                  <a:pt x="26" y="41"/>
                  <a:pt x="31" y="39"/>
                  <a:pt x="35" y="35"/>
                </a:cubicBezTo>
                <a:cubicBezTo>
                  <a:pt x="39" y="31"/>
                  <a:pt x="41" y="26"/>
                  <a:pt x="41" y="21"/>
                </a:cubicBezTo>
                <a:cubicBezTo>
                  <a:pt x="41" y="21"/>
                  <a:pt x="41" y="21"/>
                  <a:pt x="41" y="21"/>
                </a:cubicBezTo>
                <a:cubicBezTo>
                  <a:pt x="41" y="19"/>
                  <a:pt x="41" y="18"/>
                  <a:pt x="41" y="17"/>
                </a:cubicBezTo>
                <a:cubicBezTo>
                  <a:pt x="41" y="13"/>
                  <a:pt x="39" y="9"/>
                  <a:pt x="35" y="6"/>
                </a:cubicBezTo>
                <a:cubicBezTo>
                  <a:pt x="35" y="6"/>
                  <a:pt x="35" y="6"/>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31" name="Freeform 1089"/>
          <p:cNvSpPr>
            <a:spLocks/>
          </p:cNvSpPr>
          <p:nvPr/>
        </p:nvSpPr>
        <p:spPr bwMode="auto">
          <a:xfrm>
            <a:off x="377007" y="-1638300"/>
            <a:ext cx="141288" cy="136525"/>
          </a:xfrm>
          <a:custGeom>
            <a:avLst/>
            <a:gdLst>
              <a:gd name="T0" fmla="*/ 17 w 34"/>
              <a:gd name="T1" fmla="*/ 0 h 33"/>
              <a:gd name="T2" fmla="*/ 5 w 34"/>
              <a:gd name="T3" fmla="*/ 5 h 33"/>
              <a:gd name="T4" fmla="*/ 0 w 34"/>
              <a:gd name="T5" fmla="*/ 17 h 33"/>
              <a:gd name="T6" fmla="*/ 5 w 34"/>
              <a:gd name="T7" fmla="*/ 28 h 33"/>
              <a:gd name="T8" fmla="*/ 17 w 34"/>
              <a:gd name="T9" fmla="*/ 33 h 33"/>
              <a:gd name="T10" fmla="*/ 29 w 34"/>
              <a:gd name="T11" fmla="*/ 28 h 33"/>
              <a:gd name="T12" fmla="*/ 34 w 34"/>
              <a:gd name="T13" fmla="*/ 17 h 33"/>
              <a:gd name="T14" fmla="*/ 29 w 34"/>
              <a:gd name="T15" fmla="*/ 5 h 33"/>
              <a:gd name="T16" fmla="*/ 30 w 34"/>
              <a:gd name="T17" fmla="*/ 3 h 33"/>
              <a:gd name="T18" fmla="*/ 30 w 34"/>
              <a:gd name="T19" fmla="*/ 3 h 33"/>
              <a:gd name="T20" fmla="*/ 29 w 34"/>
              <a:gd name="T21" fmla="*/ 5 h 33"/>
              <a:gd name="T22" fmla="*/ 17 w 34"/>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33">
                <a:moveTo>
                  <a:pt x="17" y="0"/>
                </a:moveTo>
                <a:cubicBezTo>
                  <a:pt x="13" y="0"/>
                  <a:pt x="8" y="2"/>
                  <a:pt x="5" y="5"/>
                </a:cubicBezTo>
                <a:cubicBezTo>
                  <a:pt x="2" y="8"/>
                  <a:pt x="0" y="12"/>
                  <a:pt x="0" y="17"/>
                </a:cubicBezTo>
                <a:cubicBezTo>
                  <a:pt x="0" y="21"/>
                  <a:pt x="2" y="25"/>
                  <a:pt x="5" y="28"/>
                </a:cubicBezTo>
                <a:cubicBezTo>
                  <a:pt x="8" y="32"/>
                  <a:pt x="13" y="33"/>
                  <a:pt x="17" y="33"/>
                </a:cubicBezTo>
                <a:cubicBezTo>
                  <a:pt x="21" y="33"/>
                  <a:pt x="26" y="32"/>
                  <a:pt x="29" y="28"/>
                </a:cubicBezTo>
                <a:cubicBezTo>
                  <a:pt x="32" y="25"/>
                  <a:pt x="34" y="21"/>
                  <a:pt x="34" y="17"/>
                </a:cubicBezTo>
                <a:cubicBezTo>
                  <a:pt x="34" y="12"/>
                  <a:pt x="32" y="8"/>
                  <a:pt x="29" y="5"/>
                </a:cubicBezTo>
                <a:cubicBezTo>
                  <a:pt x="30" y="3"/>
                  <a:pt x="30" y="3"/>
                  <a:pt x="30" y="3"/>
                </a:cubicBezTo>
                <a:cubicBezTo>
                  <a:pt x="30" y="3"/>
                  <a:pt x="30" y="3"/>
                  <a:pt x="30" y="3"/>
                </a:cubicBezTo>
                <a:cubicBezTo>
                  <a:pt x="29" y="5"/>
                  <a:pt x="29" y="5"/>
                  <a:pt x="29" y="5"/>
                </a:cubicBezTo>
                <a:cubicBezTo>
                  <a:pt x="26"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32" name="Freeform 1090"/>
          <p:cNvSpPr>
            <a:spLocks noEditPoints="1"/>
          </p:cNvSpPr>
          <p:nvPr/>
        </p:nvSpPr>
        <p:spPr bwMode="auto">
          <a:xfrm>
            <a:off x="361132" y="-1655763"/>
            <a:ext cx="173038" cy="169863"/>
          </a:xfrm>
          <a:custGeom>
            <a:avLst/>
            <a:gdLst>
              <a:gd name="T0" fmla="*/ 21 w 42"/>
              <a:gd name="T1" fmla="*/ 37 h 41"/>
              <a:gd name="T2" fmla="*/ 9 w 42"/>
              <a:gd name="T3" fmla="*/ 32 h 41"/>
              <a:gd name="T4" fmla="*/ 4 w 42"/>
              <a:gd name="T5" fmla="*/ 21 h 41"/>
              <a:gd name="T6" fmla="*/ 9 w 42"/>
              <a:gd name="T7" fmla="*/ 9 h 41"/>
              <a:gd name="T8" fmla="*/ 21 w 42"/>
              <a:gd name="T9" fmla="*/ 4 h 41"/>
              <a:gd name="T10" fmla="*/ 33 w 42"/>
              <a:gd name="T11" fmla="*/ 9 h 41"/>
              <a:gd name="T12" fmla="*/ 34 w 42"/>
              <a:gd name="T13" fmla="*/ 7 h 41"/>
              <a:gd name="T14" fmla="*/ 36 w 42"/>
              <a:gd name="T15" fmla="*/ 6 h 41"/>
              <a:gd name="T16" fmla="*/ 34 w 42"/>
              <a:gd name="T17" fmla="*/ 7 h 41"/>
              <a:gd name="T18" fmla="*/ 33 w 42"/>
              <a:gd name="T19" fmla="*/ 9 h 41"/>
              <a:gd name="T20" fmla="*/ 38 w 42"/>
              <a:gd name="T21" fmla="*/ 21 h 41"/>
              <a:gd name="T22" fmla="*/ 33 w 42"/>
              <a:gd name="T23" fmla="*/ 32 h 41"/>
              <a:gd name="T24" fmla="*/ 21 w 42"/>
              <a:gd name="T25" fmla="*/ 37 h 41"/>
              <a:gd name="T26" fmla="*/ 21 w 42"/>
              <a:gd name="T27" fmla="*/ 0 h 41"/>
              <a:gd name="T28" fmla="*/ 21 w 42"/>
              <a:gd name="T29" fmla="*/ 0 h 41"/>
              <a:gd name="T30" fmla="*/ 21 w 42"/>
              <a:gd name="T31" fmla="*/ 0 h 41"/>
              <a:gd name="T32" fmla="*/ 17 w 42"/>
              <a:gd name="T33" fmla="*/ 0 h 41"/>
              <a:gd name="T34" fmla="*/ 6 w 42"/>
              <a:gd name="T35" fmla="*/ 6 h 41"/>
              <a:gd name="T36" fmla="*/ 0 w 42"/>
              <a:gd name="T37" fmla="*/ 21 h 41"/>
              <a:gd name="T38" fmla="*/ 6 w 42"/>
              <a:gd name="T39" fmla="*/ 35 h 41"/>
              <a:gd name="T40" fmla="*/ 18 w 42"/>
              <a:gd name="T41" fmla="*/ 41 h 41"/>
              <a:gd name="T42" fmla="*/ 21 w 42"/>
              <a:gd name="T43" fmla="*/ 41 h 41"/>
              <a:gd name="T44" fmla="*/ 21 w 42"/>
              <a:gd name="T45" fmla="*/ 41 h 41"/>
              <a:gd name="T46" fmla="*/ 22 w 42"/>
              <a:gd name="T47" fmla="*/ 41 h 41"/>
              <a:gd name="T48" fmla="*/ 36 w 42"/>
              <a:gd name="T49" fmla="*/ 35 h 41"/>
              <a:gd name="T50" fmla="*/ 42 w 42"/>
              <a:gd name="T51" fmla="*/ 21 h 41"/>
              <a:gd name="T52" fmla="*/ 36 w 42"/>
              <a:gd name="T53" fmla="*/ 6 h 41"/>
              <a:gd name="T54" fmla="*/ 36 w 42"/>
              <a:gd name="T55" fmla="*/ 6 h 41"/>
              <a:gd name="T56" fmla="*/ 21 w 42"/>
              <a:gd name="T5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2" h="41">
                <a:moveTo>
                  <a:pt x="21" y="37"/>
                </a:moveTo>
                <a:cubicBezTo>
                  <a:pt x="17" y="37"/>
                  <a:pt x="12" y="36"/>
                  <a:pt x="9" y="32"/>
                </a:cubicBezTo>
                <a:cubicBezTo>
                  <a:pt x="6" y="29"/>
                  <a:pt x="4" y="25"/>
                  <a:pt x="4" y="21"/>
                </a:cubicBezTo>
                <a:cubicBezTo>
                  <a:pt x="4" y="16"/>
                  <a:pt x="6" y="12"/>
                  <a:pt x="9" y="9"/>
                </a:cubicBezTo>
                <a:cubicBezTo>
                  <a:pt x="12" y="6"/>
                  <a:pt x="17" y="4"/>
                  <a:pt x="21" y="4"/>
                </a:cubicBezTo>
                <a:cubicBezTo>
                  <a:pt x="25" y="4"/>
                  <a:pt x="30" y="6"/>
                  <a:pt x="33" y="9"/>
                </a:cubicBezTo>
                <a:cubicBezTo>
                  <a:pt x="34" y="7"/>
                  <a:pt x="34" y="7"/>
                  <a:pt x="34" y="7"/>
                </a:cubicBezTo>
                <a:cubicBezTo>
                  <a:pt x="36" y="6"/>
                  <a:pt x="36" y="6"/>
                  <a:pt x="36" y="6"/>
                </a:cubicBezTo>
                <a:cubicBezTo>
                  <a:pt x="34" y="7"/>
                  <a:pt x="34" y="7"/>
                  <a:pt x="34" y="7"/>
                </a:cubicBezTo>
                <a:cubicBezTo>
                  <a:pt x="33" y="9"/>
                  <a:pt x="33" y="9"/>
                  <a:pt x="33" y="9"/>
                </a:cubicBezTo>
                <a:cubicBezTo>
                  <a:pt x="36" y="12"/>
                  <a:pt x="38" y="16"/>
                  <a:pt x="38" y="21"/>
                </a:cubicBezTo>
                <a:cubicBezTo>
                  <a:pt x="38" y="25"/>
                  <a:pt x="36" y="29"/>
                  <a:pt x="33" y="32"/>
                </a:cubicBezTo>
                <a:cubicBezTo>
                  <a:pt x="30" y="36"/>
                  <a:pt x="25" y="37"/>
                  <a:pt x="21" y="37"/>
                </a:cubicBezTo>
                <a:moveTo>
                  <a:pt x="21" y="0"/>
                </a:moveTo>
                <a:cubicBezTo>
                  <a:pt x="21" y="0"/>
                  <a:pt x="21" y="0"/>
                  <a:pt x="21" y="0"/>
                </a:cubicBezTo>
                <a:cubicBezTo>
                  <a:pt x="21" y="0"/>
                  <a:pt x="21" y="0"/>
                  <a:pt x="21" y="0"/>
                </a:cubicBezTo>
                <a:cubicBezTo>
                  <a:pt x="19" y="0"/>
                  <a:pt x="18" y="0"/>
                  <a:pt x="17" y="0"/>
                </a:cubicBezTo>
                <a:cubicBezTo>
                  <a:pt x="13" y="1"/>
                  <a:pt x="9" y="3"/>
                  <a:pt x="6" y="6"/>
                </a:cubicBezTo>
                <a:cubicBezTo>
                  <a:pt x="2" y="10"/>
                  <a:pt x="0" y="15"/>
                  <a:pt x="0" y="21"/>
                </a:cubicBezTo>
                <a:cubicBezTo>
                  <a:pt x="0" y="26"/>
                  <a:pt x="2" y="31"/>
                  <a:pt x="6" y="35"/>
                </a:cubicBezTo>
                <a:cubicBezTo>
                  <a:pt x="10" y="38"/>
                  <a:pt x="14" y="40"/>
                  <a:pt x="18" y="41"/>
                </a:cubicBezTo>
                <a:cubicBezTo>
                  <a:pt x="19" y="41"/>
                  <a:pt x="20" y="41"/>
                  <a:pt x="21" y="41"/>
                </a:cubicBezTo>
                <a:cubicBezTo>
                  <a:pt x="21" y="41"/>
                  <a:pt x="21" y="41"/>
                  <a:pt x="21" y="41"/>
                </a:cubicBezTo>
                <a:cubicBezTo>
                  <a:pt x="21" y="41"/>
                  <a:pt x="21" y="41"/>
                  <a:pt x="22" y="41"/>
                </a:cubicBezTo>
                <a:cubicBezTo>
                  <a:pt x="27" y="41"/>
                  <a:pt x="32" y="39"/>
                  <a:pt x="36" y="35"/>
                </a:cubicBezTo>
                <a:cubicBezTo>
                  <a:pt x="40" y="31"/>
                  <a:pt x="42" y="26"/>
                  <a:pt x="42" y="21"/>
                </a:cubicBezTo>
                <a:cubicBezTo>
                  <a:pt x="42" y="15"/>
                  <a:pt x="40" y="10"/>
                  <a:pt x="36" y="6"/>
                </a:cubicBezTo>
                <a:cubicBezTo>
                  <a:pt x="36" y="6"/>
                  <a:pt x="36" y="6"/>
                  <a:pt x="36" y="6"/>
                </a:cubicBezTo>
                <a:cubicBezTo>
                  <a:pt x="32"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33" name="Freeform 1091"/>
          <p:cNvSpPr>
            <a:spLocks noEditPoints="1"/>
          </p:cNvSpPr>
          <p:nvPr/>
        </p:nvSpPr>
        <p:spPr bwMode="auto">
          <a:xfrm>
            <a:off x="2602682" y="517525"/>
            <a:ext cx="236538" cy="236538"/>
          </a:xfrm>
          <a:custGeom>
            <a:avLst/>
            <a:gdLst>
              <a:gd name="T0" fmla="*/ 29 w 57"/>
              <a:gd name="T1" fmla="*/ 47 h 57"/>
              <a:gd name="T2" fmla="*/ 15 w 57"/>
              <a:gd name="T3" fmla="*/ 42 h 57"/>
              <a:gd name="T4" fmla="*/ 15 w 57"/>
              <a:gd name="T5" fmla="*/ 15 h 57"/>
              <a:gd name="T6" fmla="*/ 29 w 57"/>
              <a:gd name="T7" fmla="*/ 10 h 57"/>
              <a:gd name="T8" fmla="*/ 42 w 57"/>
              <a:gd name="T9" fmla="*/ 15 h 57"/>
              <a:gd name="T10" fmla="*/ 42 w 57"/>
              <a:gd name="T11" fmla="*/ 42 h 57"/>
              <a:gd name="T12" fmla="*/ 29 w 57"/>
              <a:gd name="T13" fmla="*/ 47 h 57"/>
              <a:gd name="T14" fmla="*/ 29 w 57"/>
              <a:gd name="T15" fmla="*/ 0 h 57"/>
              <a:gd name="T16" fmla="*/ 9 w 57"/>
              <a:gd name="T17" fmla="*/ 8 h 57"/>
              <a:gd name="T18" fmla="*/ 0 w 57"/>
              <a:gd name="T19" fmla="*/ 28 h 57"/>
              <a:gd name="T20" fmla="*/ 9 w 57"/>
              <a:gd name="T21" fmla="*/ 48 h 57"/>
              <a:gd name="T22" fmla="*/ 29 w 57"/>
              <a:gd name="T23" fmla="*/ 57 h 57"/>
              <a:gd name="T24" fmla="*/ 49 w 57"/>
              <a:gd name="T25" fmla="*/ 48 h 57"/>
              <a:gd name="T26" fmla="*/ 57 w 57"/>
              <a:gd name="T27" fmla="*/ 28 h 57"/>
              <a:gd name="T28" fmla="*/ 49 w 57"/>
              <a:gd name="T29" fmla="*/ 8 h 57"/>
              <a:gd name="T30" fmla="*/ 50 w 57"/>
              <a:gd name="T31" fmla="*/ 7 h 57"/>
              <a:gd name="T32" fmla="*/ 50 w 57"/>
              <a:gd name="T33" fmla="*/ 7 h 57"/>
              <a:gd name="T34" fmla="*/ 49 w 57"/>
              <a:gd name="T35" fmla="*/ 8 h 57"/>
              <a:gd name="T36" fmla="*/ 29 w 57"/>
              <a:gd name="T3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57">
                <a:moveTo>
                  <a:pt x="29" y="47"/>
                </a:moveTo>
                <a:cubicBezTo>
                  <a:pt x="24" y="47"/>
                  <a:pt x="19" y="45"/>
                  <a:pt x="15" y="42"/>
                </a:cubicBezTo>
                <a:cubicBezTo>
                  <a:pt x="8" y="34"/>
                  <a:pt x="8" y="22"/>
                  <a:pt x="15" y="15"/>
                </a:cubicBezTo>
                <a:cubicBezTo>
                  <a:pt x="19" y="11"/>
                  <a:pt x="24" y="10"/>
                  <a:pt x="29" y="10"/>
                </a:cubicBezTo>
                <a:cubicBezTo>
                  <a:pt x="33" y="10"/>
                  <a:pt x="38" y="11"/>
                  <a:pt x="42" y="15"/>
                </a:cubicBezTo>
                <a:cubicBezTo>
                  <a:pt x="49" y="22"/>
                  <a:pt x="49" y="34"/>
                  <a:pt x="42" y="42"/>
                </a:cubicBezTo>
                <a:cubicBezTo>
                  <a:pt x="38" y="45"/>
                  <a:pt x="33" y="47"/>
                  <a:pt x="29" y="47"/>
                </a:cubicBezTo>
                <a:moveTo>
                  <a:pt x="29" y="0"/>
                </a:moveTo>
                <a:cubicBezTo>
                  <a:pt x="21" y="0"/>
                  <a:pt x="14" y="3"/>
                  <a:pt x="9" y="8"/>
                </a:cubicBezTo>
                <a:cubicBezTo>
                  <a:pt x="3" y="14"/>
                  <a:pt x="0" y="21"/>
                  <a:pt x="0" y="28"/>
                </a:cubicBezTo>
                <a:cubicBezTo>
                  <a:pt x="0" y="36"/>
                  <a:pt x="3" y="43"/>
                  <a:pt x="9" y="48"/>
                </a:cubicBezTo>
                <a:cubicBezTo>
                  <a:pt x="14" y="54"/>
                  <a:pt x="21" y="57"/>
                  <a:pt x="29" y="57"/>
                </a:cubicBezTo>
                <a:cubicBezTo>
                  <a:pt x="36" y="57"/>
                  <a:pt x="43" y="54"/>
                  <a:pt x="49" y="48"/>
                </a:cubicBezTo>
                <a:cubicBezTo>
                  <a:pt x="54" y="43"/>
                  <a:pt x="57" y="36"/>
                  <a:pt x="57" y="28"/>
                </a:cubicBezTo>
                <a:cubicBezTo>
                  <a:pt x="57" y="21"/>
                  <a:pt x="54" y="14"/>
                  <a:pt x="49" y="8"/>
                </a:cubicBezTo>
                <a:cubicBezTo>
                  <a:pt x="50" y="7"/>
                  <a:pt x="50" y="7"/>
                  <a:pt x="50" y="7"/>
                </a:cubicBezTo>
                <a:cubicBezTo>
                  <a:pt x="50" y="7"/>
                  <a:pt x="50" y="7"/>
                  <a:pt x="50" y="7"/>
                </a:cubicBezTo>
                <a:cubicBezTo>
                  <a:pt x="49" y="8"/>
                  <a:pt x="49" y="8"/>
                  <a:pt x="49" y="8"/>
                </a:cubicBezTo>
                <a:cubicBezTo>
                  <a:pt x="43" y="3"/>
                  <a:pt x="36" y="0"/>
                  <a:pt x="29"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34" name="Freeform 1092"/>
          <p:cNvSpPr>
            <a:spLocks noEditPoints="1"/>
          </p:cNvSpPr>
          <p:nvPr/>
        </p:nvSpPr>
        <p:spPr bwMode="auto">
          <a:xfrm>
            <a:off x="2586810" y="500065"/>
            <a:ext cx="269875" cy="269875"/>
          </a:xfrm>
          <a:custGeom>
            <a:avLst/>
            <a:gdLst>
              <a:gd name="T0" fmla="*/ 33 w 65"/>
              <a:gd name="T1" fmla="*/ 61 h 65"/>
              <a:gd name="T2" fmla="*/ 13 w 65"/>
              <a:gd name="T3" fmla="*/ 52 h 65"/>
              <a:gd name="T4" fmla="*/ 4 w 65"/>
              <a:gd name="T5" fmla="*/ 32 h 65"/>
              <a:gd name="T6" fmla="*/ 13 w 65"/>
              <a:gd name="T7" fmla="*/ 12 h 65"/>
              <a:gd name="T8" fmla="*/ 33 w 65"/>
              <a:gd name="T9" fmla="*/ 4 h 65"/>
              <a:gd name="T10" fmla="*/ 53 w 65"/>
              <a:gd name="T11" fmla="*/ 12 h 65"/>
              <a:gd name="T12" fmla="*/ 54 w 65"/>
              <a:gd name="T13" fmla="*/ 11 h 65"/>
              <a:gd name="T14" fmla="*/ 56 w 65"/>
              <a:gd name="T15" fmla="*/ 9 h 65"/>
              <a:gd name="T16" fmla="*/ 54 w 65"/>
              <a:gd name="T17" fmla="*/ 11 h 65"/>
              <a:gd name="T18" fmla="*/ 53 w 65"/>
              <a:gd name="T19" fmla="*/ 12 h 65"/>
              <a:gd name="T20" fmla="*/ 61 w 65"/>
              <a:gd name="T21" fmla="*/ 32 h 65"/>
              <a:gd name="T22" fmla="*/ 53 w 65"/>
              <a:gd name="T23" fmla="*/ 52 h 65"/>
              <a:gd name="T24" fmla="*/ 33 w 65"/>
              <a:gd name="T25" fmla="*/ 61 h 65"/>
              <a:gd name="T26" fmla="*/ 33 w 65"/>
              <a:gd name="T27" fmla="*/ 0 h 65"/>
              <a:gd name="T28" fmla="*/ 33 w 65"/>
              <a:gd name="T29" fmla="*/ 0 h 65"/>
              <a:gd name="T30" fmla="*/ 12 w 65"/>
              <a:gd name="T31" fmla="*/ 8 h 65"/>
              <a:gd name="T32" fmla="*/ 10 w 65"/>
              <a:gd name="T33" fmla="*/ 9 h 65"/>
              <a:gd name="T34" fmla="*/ 9 w 65"/>
              <a:gd name="T35" fmla="*/ 10 h 65"/>
              <a:gd name="T36" fmla="*/ 0 w 65"/>
              <a:gd name="T37" fmla="*/ 32 h 65"/>
              <a:gd name="T38" fmla="*/ 10 w 65"/>
              <a:gd name="T39" fmla="*/ 55 h 65"/>
              <a:gd name="T40" fmla="*/ 33 w 65"/>
              <a:gd name="T41" fmla="*/ 65 h 65"/>
              <a:gd name="T42" fmla="*/ 33 w 65"/>
              <a:gd name="T43" fmla="*/ 65 h 65"/>
              <a:gd name="T44" fmla="*/ 56 w 65"/>
              <a:gd name="T45" fmla="*/ 55 h 65"/>
              <a:gd name="T46" fmla="*/ 65 w 65"/>
              <a:gd name="T47" fmla="*/ 32 h 65"/>
              <a:gd name="T48" fmla="*/ 56 w 65"/>
              <a:gd name="T49" fmla="*/ 9 h 65"/>
              <a:gd name="T50" fmla="*/ 56 w 65"/>
              <a:gd name="T51" fmla="*/ 9 h 65"/>
              <a:gd name="T52" fmla="*/ 33 w 65"/>
              <a:gd name="T5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65">
                <a:moveTo>
                  <a:pt x="33" y="61"/>
                </a:moveTo>
                <a:cubicBezTo>
                  <a:pt x="25" y="61"/>
                  <a:pt x="18" y="58"/>
                  <a:pt x="13" y="52"/>
                </a:cubicBezTo>
                <a:cubicBezTo>
                  <a:pt x="7" y="47"/>
                  <a:pt x="4" y="40"/>
                  <a:pt x="4" y="32"/>
                </a:cubicBezTo>
                <a:cubicBezTo>
                  <a:pt x="4" y="25"/>
                  <a:pt x="7" y="18"/>
                  <a:pt x="13" y="12"/>
                </a:cubicBezTo>
                <a:cubicBezTo>
                  <a:pt x="18" y="7"/>
                  <a:pt x="25" y="4"/>
                  <a:pt x="33" y="4"/>
                </a:cubicBezTo>
                <a:cubicBezTo>
                  <a:pt x="40" y="4"/>
                  <a:pt x="47" y="7"/>
                  <a:pt x="53" y="12"/>
                </a:cubicBezTo>
                <a:cubicBezTo>
                  <a:pt x="54" y="11"/>
                  <a:pt x="54" y="11"/>
                  <a:pt x="54" y="11"/>
                </a:cubicBezTo>
                <a:cubicBezTo>
                  <a:pt x="56" y="9"/>
                  <a:pt x="56" y="9"/>
                  <a:pt x="56" y="9"/>
                </a:cubicBezTo>
                <a:cubicBezTo>
                  <a:pt x="54" y="11"/>
                  <a:pt x="54" y="11"/>
                  <a:pt x="54" y="11"/>
                </a:cubicBezTo>
                <a:cubicBezTo>
                  <a:pt x="53" y="12"/>
                  <a:pt x="53" y="12"/>
                  <a:pt x="53" y="12"/>
                </a:cubicBezTo>
                <a:cubicBezTo>
                  <a:pt x="58" y="18"/>
                  <a:pt x="61" y="25"/>
                  <a:pt x="61" y="32"/>
                </a:cubicBezTo>
                <a:cubicBezTo>
                  <a:pt x="61" y="40"/>
                  <a:pt x="58" y="47"/>
                  <a:pt x="53" y="52"/>
                </a:cubicBezTo>
                <a:cubicBezTo>
                  <a:pt x="47" y="58"/>
                  <a:pt x="40" y="61"/>
                  <a:pt x="33" y="61"/>
                </a:cubicBezTo>
                <a:moveTo>
                  <a:pt x="33" y="0"/>
                </a:moveTo>
                <a:cubicBezTo>
                  <a:pt x="33" y="0"/>
                  <a:pt x="33" y="0"/>
                  <a:pt x="33" y="0"/>
                </a:cubicBezTo>
                <a:cubicBezTo>
                  <a:pt x="25" y="0"/>
                  <a:pt x="18" y="3"/>
                  <a:pt x="12" y="8"/>
                </a:cubicBezTo>
                <a:cubicBezTo>
                  <a:pt x="11" y="8"/>
                  <a:pt x="10" y="9"/>
                  <a:pt x="10" y="9"/>
                </a:cubicBezTo>
                <a:cubicBezTo>
                  <a:pt x="10" y="10"/>
                  <a:pt x="9" y="10"/>
                  <a:pt x="9" y="10"/>
                </a:cubicBezTo>
                <a:cubicBezTo>
                  <a:pt x="3" y="17"/>
                  <a:pt x="0" y="24"/>
                  <a:pt x="0" y="32"/>
                </a:cubicBezTo>
                <a:cubicBezTo>
                  <a:pt x="0" y="41"/>
                  <a:pt x="4" y="49"/>
                  <a:pt x="10" y="55"/>
                </a:cubicBezTo>
                <a:cubicBezTo>
                  <a:pt x="16" y="61"/>
                  <a:pt x="24" y="65"/>
                  <a:pt x="33" y="65"/>
                </a:cubicBezTo>
                <a:cubicBezTo>
                  <a:pt x="33" y="65"/>
                  <a:pt x="33" y="65"/>
                  <a:pt x="33" y="65"/>
                </a:cubicBezTo>
                <a:cubicBezTo>
                  <a:pt x="41" y="65"/>
                  <a:pt x="49" y="61"/>
                  <a:pt x="56" y="55"/>
                </a:cubicBezTo>
                <a:cubicBezTo>
                  <a:pt x="62" y="49"/>
                  <a:pt x="65" y="41"/>
                  <a:pt x="65" y="32"/>
                </a:cubicBezTo>
                <a:cubicBezTo>
                  <a:pt x="65" y="24"/>
                  <a:pt x="62" y="16"/>
                  <a:pt x="56" y="9"/>
                </a:cubicBezTo>
                <a:cubicBezTo>
                  <a:pt x="56" y="9"/>
                  <a:pt x="56" y="9"/>
                  <a:pt x="56" y="9"/>
                </a:cubicBezTo>
                <a:cubicBezTo>
                  <a:pt x="49" y="3"/>
                  <a:pt x="41" y="0"/>
                  <a:pt x="3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35" name="Freeform 1093"/>
          <p:cNvSpPr>
            <a:spLocks/>
          </p:cNvSpPr>
          <p:nvPr/>
        </p:nvSpPr>
        <p:spPr bwMode="auto">
          <a:xfrm>
            <a:off x="2636023" y="558800"/>
            <a:ext cx="169863" cy="153988"/>
          </a:xfrm>
          <a:custGeom>
            <a:avLst/>
            <a:gdLst>
              <a:gd name="T0" fmla="*/ 21 w 41"/>
              <a:gd name="T1" fmla="*/ 0 h 37"/>
              <a:gd name="T2" fmla="*/ 7 w 41"/>
              <a:gd name="T3" fmla="*/ 5 h 37"/>
              <a:gd name="T4" fmla="*/ 7 w 41"/>
              <a:gd name="T5" fmla="*/ 32 h 37"/>
              <a:gd name="T6" fmla="*/ 21 w 41"/>
              <a:gd name="T7" fmla="*/ 37 h 37"/>
              <a:gd name="T8" fmla="*/ 34 w 41"/>
              <a:gd name="T9" fmla="*/ 32 h 37"/>
              <a:gd name="T10" fmla="*/ 34 w 41"/>
              <a:gd name="T11" fmla="*/ 5 h 37"/>
              <a:gd name="T12" fmla="*/ 21 w 41"/>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41" h="37">
                <a:moveTo>
                  <a:pt x="21" y="0"/>
                </a:moveTo>
                <a:cubicBezTo>
                  <a:pt x="16" y="0"/>
                  <a:pt x="11" y="1"/>
                  <a:pt x="7" y="5"/>
                </a:cubicBezTo>
                <a:cubicBezTo>
                  <a:pt x="0" y="12"/>
                  <a:pt x="0" y="24"/>
                  <a:pt x="7" y="32"/>
                </a:cubicBezTo>
                <a:cubicBezTo>
                  <a:pt x="11" y="35"/>
                  <a:pt x="16" y="37"/>
                  <a:pt x="21" y="37"/>
                </a:cubicBezTo>
                <a:cubicBezTo>
                  <a:pt x="25" y="37"/>
                  <a:pt x="30" y="35"/>
                  <a:pt x="34" y="32"/>
                </a:cubicBezTo>
                <a:cubicBezTo>
                  <a:pt x="41" y="24"/>
                  <a:pt x="41" y="12"/>
                  <a:pt x="34" y="5"/>
                </a:cubicBezTo>
                <a:cubicBezTo>
                  <a:pt x="30" y="1"/>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36" name="Freeform 1094"/>
          <p:cNvSpPr>
            <a:spLocks noEditPoints="1"/>
          </p:cNvSpPr>
          <p:nvPr/>
        </p:nvSpPr>
        <p:spPr bwMode="auto">
          <a:xfrm>
            <a:off x="1491433" y="1773237"/>
            <a:ext cx="233363" cy="231775"/>
          </a:xfrm>
          <a:custGeom>
            <a:avLst/>
            <a:gdLst>
              <a:gd name="T0" fmla="*/ 28 w 56"/>
              <a:gd name="T1" fmla="*/ 47 h 56"/>
              <a:gd name="T2" fmla="*/ 15 w 56"/>
              <a:gd name="T3" fmla="*/ 41 h 56"/>
              <a:gd name="T4" fmla="*/ 15 w 56"/>
              <a:gd name="T5" fmla="*/ 15 h 56"/>
              <a:gd name="T6" fmla="*/ 28 w 56"/>
              <a:gd name="T7" fmla="*/ 9 h 56"/>
              <a:gd name="T8" fmla="*/ 41 w 56"/>
              <a:gd name="T9" fmla="*/ 15 h 56"/>
              <a:gd name="T10" fmla="*/ 41 w 56"/>
              <a:gd name="T11" fmla="*/ 41 h 56"/>
              <a:gd name="T12" fmla="*/ 28 w 56"/>
              <a:gd name="T13" fmla="*/ 47 h 56"/>
              <a:gd name="T14" fmla="*/ 28 w 56"/>
              <a:gd name="T15" fmla="*/ 0 h 56"/>
              <a:gd name="T16" fmla="*/ 8 w 56"/>
              <a:gd name="T17" fmla="*/ 8 h 56"/>
              <a:gd name="T18" fmla="*/ 0 w 56"/>
              <a:gd name="T19" fmla="*/ 28 h 56"/>
              <a:gd name="T20" fmla="*/ 8 w 56"/>
              <a:gd name="T21" fmla="*/ 48 h 56"/>
              <a:gd name="T22" fmla="*/ 28 w 56"/>
              <a:gd name="T23" fmla="*/ 56 h 56"/>
              <a:gd name="T24" fmla="*/ 48 w 56"/>
              <a:gd name="T25" fmla="*/ 48 h 56"/>
              <a:gd name="T26" fmla="*/ 56 w 56"/>
              <a:gd name="T27" fmla="*/ 28 h 56"/>
              <a:gd name="T28" fmla="*/ 48 w 56"/>
              <a:gd name="T29" fmla="*/ 8 h 56"/>
              <a:gd name="T30" fmla="*/ 49 w 56"/>
              <a:gd name="T31" fmla="*/ 7 h 56"/>
              <a:gd name="T32" fmla="*/ 49 w 56"/>
              <a:gd name="T33" fmla="*/ 7 h 56"/>
              <a:gd name="T34" fmla="*/ 48 w 56"/>
              <a:gd name="T35" fmla="*/ 8 h 56"/>
              <a:gd name="T36" fmla="*/ 28 w 56"/>
              <a:gd name="T3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6" h="56">
                <a:moveTo>
                  <a:pt x="28" y="47"/>
                </a:moveTo>
                <a:cubicBezTo>
                  <a:pt x="23" y="47"/>
                  <a:pt x="18" y="45"/>
                  <a:pt x="15" y="41"/>
                </a:cubicBezTo>
                <a:cubicBezTo>
                  <a:pt x="8" y="34"/>
                  <a:pt x="8" y="22"/>
                  <a:pt x="15" y="15"/>
                </a:cubicBezTo>
                <a:cubicBezTo>
                  <a:pt x="18" y="11"/>
                  <a:pt x="23" y="9"/>
                  <a:pt x="28" y="9"/>
                </a:cubicBezTo>
                <a:cubicBezTo>
                  <a:pt x="33" y="9"/>
                  <a:pt x="38" y="11"/>
                  <a:pt x="41" y="15"/>
                </a:cubicBezTo>
                <a:cubicBezTo>
                  <a:pt x="48" y="22"/>
                  <a:pt x="48" y="34"/>
                  <a:pt x="41" y="41"/>
                </a:cubicBezTo>
                <a:cubicBezTo>
                  <a:pt x="38" y="45"/>
                  <a:pt x="33" y="47"/>
                  <a:pt x="28" y="47"/>
                </a:cubicBezTo>
                <a:moveTo>
                  <a:pt x="28" y="0"/>
                </a:moveTo>
                <a:cubicBezTo>
                  <a:pt x="21" y="0"/>
                  <a:pt x="14" y="2"/>
                  <a:pt x="8" y="8"/>
                </a:cubicBezTo>
                <a:cubicBezTo>
                  <a:pt x="2" y="13"/>
                  <a:pt x="0" y="21"/>
                  <a:pt x="0" y="28"/>
                </a:cubicBezTo>
                <a:cubicBezTo>
                  <a:pt x="0" y="35"/>
                  <a:pt x="2" y="42"/>
                  <a:pt x="8" y="48"/>
                </a:cubicBezTo>
                <a:cubicBezTo>
                  <a:pt x="13" y="54"/>
                  <a:pt x="21" y="56"/>
                  <a:pt x="28" y="56"/>
                </a:cubicBezTo>
                <a:cubicBezTo>
                  <a:pt x="35" y="56"/>
                  <a:pt x="42" y="54"/>
                  <a:pt x="48" y="48"/>
                </a:cubicBezTo>
                <a:cubicBezTo>
                  <a:pt x="54" y="42"/>
                  <a:pt x="56" y="35"/>
                  <a:pt x="56" y="28"/>
                </a:cubicBezTo>
                <a:cubicBezTo>
                  <a:pt x="56" y="21"/>
                  <a:pt x="54" y="13"/>
                  <a:pt x="48" y="8"/>
                </a:cubicBezTo>
                <a:cubicBezTo>
                  <a:pt x="49" y="7"/>
                  <a:pt x="49" y="7"/>
                  <a:pt x="49" y="7"/>
                </a:cubicBezTo>
                <a:cubicBezTo>
                  <a:pt x="49" y="7"/>
                  <a:pt x="49" y="7"/>
                  <a:pt x="49" y="7"/>
                </a:cubicBezTo>
                <a:cubicBezTo>
                  <a:pt x="48" y="8"/>
                  <a:pt x="48" y="8"/>
                  <a:pt x="48" y="8"/>
                </a:cubicBezTo>
                <a:cubicBezTo>
                  <a:pt x="42" y="2"/>
                  <a:pt x="35"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37" name="Freeform 1095"/>
          <p:cNvSpPr>
            <a:spLocks noEditPoints="1"/>
          </p:cNvSpPr>
          <p:nvPr/>
        </p:nvSpPr>
        <p:spPr bwMode="auto">
          <a:xfrm>
            <a:off x="1475558" y="1757363"/>
            <a:ext cx="265113" cy="265113"/>
          </a:xfrm>
          <a:custGeom>
            <a:avLst/>
            <a:gdLst>
              <a:gd name="T0" fmla="*/ 32 w 64"/>
              <a:gd name="T1" fmla="*/ 60 h 64"/>
              <a:gd name="T2" fmla="*/ 12 w 64"/>
              <a:gd name="T3" fmla="*/ 52 h 64"/>
              <a:gd name="T4" fmla="*/ 4 w 64"/>
              <a:gd name="T5" fmla="*/ 32 h 64"/>
              <a:gd name="T6" fmla="*/ 12 w 64"/>
              <a:gd name="T7" fmla="*/ 12 h 64"/>
              <a:gd name="T8" fmla="*/ 32 w 64"/>
              <a:gd name="T9" fmla="*/ 4 h 64"/>
              <a:gd name="T10" fmla="*/ 52 w 64"/>
              <a:gd name="T11" fmla="*/ 12 h 64"/>
              <a:gd name="T12" fmla="*/ 53 w 64"/>
              <a:gd name="T13" fmla="*/ 11 h 64"/>
              <a:gd name="T14" fmla="*/ 55 w 64"/>
              <a:gd name="T15" fmla="*/ 9 h 64"/>
              <a:gd name="T16" fmla="*/ 53 w 64"/>
              <a:gd name="T17" fmla="*/ 11 h 64"/>
              <a:gd name="T18" fmla="*/ 52 w 64"/>
              <a:gd name="T19" fmla="*/ 12 h 64"/>
              <a:gd name="T20" fmla="*/ 60 w 64"/>
              <a:gd name="T21" fmla="*/ 32 h 64"/>
              <a:gd name="T22" fmla="*/ 52 w 64"/>
              <a:gd name="T23" fmla="*/ 52 h 64"/>
              <a:gd name="T24" fmla="*/ 32 w 64"/>
              <a:gd name="T25" fmla="*/ 60 h 64"/>
              <a:gd name="T26" fmla="*/ 32 w 64"/>
              <a:gd name="T27" fmla="*/ 0 h 64"/>
              <a:gd name="T28" fmla="*/ 32 w 64"/>
              <a:gd name="T29" fmla="*/ 0 h 64"/>
              <a:gd name="T30" fmla="*/ 30 w 64"/>
              <a:gd name="T31" fmla="*/ 0 h 64"/>
              <a:gd name="T32" fmla="*/ 26 w 64"/>
              <a:gd name="T33" fmla="*/ 0 h 64"/>
              <a:gd name="T34" fmla="*/ 9 w 64"/>
              <a:gd name="T35" fmla="*/ 9 h 64"/>
              <a:gd name="T36" fmla="*/ 0 w 64"/>
              <a:gd name="T37" fmla="*/ 32 h 64"/>
              <a:gd name="T38" fmla="*/ 9 w 64"/>
              <a:gd name="T39" fmla="*/ 55 h 64"/>
              <a:gd name="T40" fmla="*/ 32 w 64"/>
              <a:gd name="T41" fmla="*/ 64 h 64"/>
              <a:gd name="T42" fmla="*/ 32 w 64"/>
              <a:gd name="T43" fmla="*/ 64 h 64"/>
              <a:gd name="T44" fmla="*/ 55 w 64"/>
              <a:gd name="T45" fmla="*/ 55 h 64"/>
              <a:gd name="T46" fmla="*/ 64 w 64"/>
              <a:gd name="T47" fmla="*/ 32 h 64"/>
              <a:gd name="T48" fmla="*/ 55 w 64"/>
              <a:gd name="T49" fmla="*/ 9 h 64"/>
              <a:gd name="T50" fmla="*/ 55 w 64"/>
              <a:gd name="T51" fmla="*/ 9 h 64"/>
              <a:gd name="T52" fmla="*/ 32 w 64"/>
              <a:gd name="T53"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4" h="64">
                <a:moveTo>
                  <a:pt x="32" y="60"/>
                </a:moveTo>
                <a:cubicBezTo>
                  <a:pt x="25" y="60"/>
                  <a:pt x="17" y="58"/>
                  <a:pt x="12" y="52"/>
                </a:cubicBezTo>
                <a:cubicBezTo>
                  <a:pt x="6" y="46"/>
                  <a:pt x="4" y="39"/>
                  <a:pt x="4" y="32"/>
                </a:cubicBezTo>
                <a:cubicBezTo>
                  <a:pt x="4" y="25"/>
                  <a:pt x="6" y="17"/>
                  <a:pt x="12" y="12"/>
                </a:cubicBezTo>
                <a:cubicBezTo>
                  <a:pt x="18" y="6"/>
                  <a:pt x="25" y="4"/>
                  <a:pt x="32" y="4"/>
                </a:cubicBezTo>
                <a:cubicBezTo>
                  <a:pt x="39" y="4"/>
                  <a:pt x="46" y="6"/>
                  <a:pt x="52" y="12"/>
                </a:cubicBezTo>
                <a:cubicBezTo>
                  <a:pt x="53" y="11"/>
                  <a:pt x="53" y="11"/>
                  <a:pt x="53" y="11"/>
                </a:cubicBezTo>
                <a:cubicBezTo>
                  <a:pt x="55" y="9"/>
                  <a:pt x="55" y="9"/>
                  <a:pt x="55" y="9"/>
                </a:cubicBezTo>
                <a:cubicBezTo>
                  <a:pt x="53" y="11"/>
                  <a:pt x="53" y="11"/>
                  <a:pt x="53" y="11"/>
                </a:cubicBezTo>
                <a:cubicBezTo>
                  <a:pt x="52" y="12"/>
                  <a:pt x="52" y="12"/>
                  <a:pt x="52" y="12"/>
                </a:cubicBezTo>
                <a:cubicBezTo>
                  <a:pt x="58" y="17"/>
                  <a:pt x="60" y="25"/>
                  <a:pt x="60" y="32"/>
                </a:cubicBezTo>
                <a:cubicBezTo>
                  <a:pt x="60" y="39"/>
                  <a:pt x="58" y="46"/>
                  <a:pt x="52" y="52"/>
                </a:cubicBezTo>
                <a:cubicBezTo>
                  <a:pt x="46" y="58"/>
                  <a:pt x="39" y="60"/>
                  <a:pt x="32" y="60"/>
                </a:cubicBezTo>
                <a:moveTo>
                  <a:pt x="32" y="0"/>
                </a:moveTo>
                <a:cubicBezTo>
                  <a:pt x="32" y="0"/>
                  <a:pt x="32" y="0"/>
                  <a:pt x="32" y="0"/>
                </a:cubicBezTo>
                <a:cubicBezTo>
                  <a:pt x="31" y="0"/>
                  <a:pt x="31" y="0"/>
                  <a:pt x="30" y="0"/>
                </a:cubicBezTo>
                <a:cubicBezTo>
                  <a:pt x="29" y="0"/>
                  <a:pt x="27" y="0"/>
                  <a:pt x="26" y="0"/>
                </a:cubicBezTo>
                <a:cubicBezTo>
                  <a:pt x="20" y="1"/>
                  <a:pt x="14" y="4"/>
                  <a:pt x="9" y="9"/>
                </a:cubicBezTo>
                <a:cubicBezTo>
                  <a:pt x="3" y="15"/>
                  <a:pt x="0" y="24"/>
                  <a:pt x="0" y="32"/>
                </a:cubicBezTo>
                <a:cubicBezTo>
                  <a:pt x="0" y="40"/>
                  <a:pt x="3" y="49"/>
                  <a:pt x="9" y="55"/>
                </a:cubicBezTo>
                <a:cubicBezTo>
                  <a:pt x="15" y="61"/>
                  <a:pt x="24" y="64"/>
                  <a:pt x="32" y="64"/>
                </a:cubicBezTo>
                <a:cubicBezTo>
                  <a:pt x="32" y="64"/>
                  <a:pt x="32" y="64"/>
                  <a:pt x="32" y="64"/>
                </a:cubicBezTo>
                <a:cubicBezTo>
                  <a:pt x="40" y="64"/>
                  <a:pt x="49" y="61"/>
                  <a:pt x="55" y="55"/>
                </a:cubicBezTo>
                <a:cubicBezTo>
                  <a:pt x="61" y="49"/>
                  <a:pt x="64" y="40"/>
                  <a:pt x="64" y="32"/>
                </a:cubicBezTo>
                <a:cubicBezTo>
                  <a:pt x="64" y="24"/>
                  <a:pt x="61" y="15"/>
                  <a:pt x="55" y="9"/>
                </a:cubicBezTo>
                <a:cubicBezTo>
                  <a:pt x="55" y="9"/>
                  <a:pt x="55" y="9"/>
                  <a:pt x="55" y="9"/>
                </a:cubicBezTo>
                <a:cubicBezTo>
                  <a:pt x="49" y="3"/>
                  <a:pt x="40"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38" name="Freeform 1096"/>
          <p:cNvSpPr>
            <a:spLocks/>
          </p:cNvSpPr>
          <p:nvPr/>
        </p:nvSpPr>
        <p:spPr bwMode="auto">
          <a:xfrm>
            <a:off x="1524770" y="1811340"/>
            <a:ext cx="166688" cy="157163"/>
          </a:xfrm>
          <a:custGeom>
            <a:avLst/>
            <a:gdLst>
              <a:gd name="T0" fmla="*/ 20 w 40"/>
              <a:gd name="T1" fmla="*/ 0 h 38"/>
              <a:gd name="T2" fmla="*/ 7 w 40"/>
              <a:gd name="T3" fmla="*/ 6 h 38"/>
              <a:gd name="T4" fmla="*/ 7 w 40"/>
              <a:gd name="T5" fmla="*/ 32 h 38"/>
              <a:gd name="T6" fmla="*/ 20 w 40"/>
              <a:gd name="T7" fmla="*/ 38 h 38"/>
              <a:gd name="T8" fmla="*/ 33 w 40"/>
              <a:gd name="T9" fmla="*/ 32 h 38"/>
              <a:gd name="T10" fmla="*/ 33 w 40"/>
              <a:gd name="T11" fmla="*/ 6 h 38"/>
              <a:gd name="T12" fmla="*/ 20 w 40"/>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0" h="38">
                <a:moveTo>
                  <a:pt x="20" y="0"/>
                </a:moveTo>
                <a:cubicBezTo>
                  <a:pt x="15" y="0"/>
                  <a:pt x="10" y="2"/>
                  <a:pt x="7" y="6"/>
                </a:cubicBezTo>
                <a:cubicBezTo>
                  <a:pt x="0" y="13"/>
                  <a:pt x="0" y="25"/>
                  <a:pt x="7" y="32"/>
                </a:cubicBezTo>
                <a:cubicBezTo>
                  <a:pt x="10" y="36"/>
                  <a:pt x="15" y="38"/>
                  <a:pt x="20" y="38"/>
                </a:cubicBezTo>
                <a:cubicBezTo>
                  <a:pt x="25" y="38"/>
                  <a:pt x="30" y="36"/>
                  <a:pt x="33" y="32"/>
                </a:cubicBezTo>
                <a:cubicBezTo>
                  <a:pt x="40" y="25"/>
                  <a:pt x="40" y="13"/>
                  <a:pt x="33"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39" name="Freeform 1097"/>
          <p:cNvSpPr>
            <a:spLocks noEditPoints="1"/>
          </p:cNvSpPr>
          <p:nvPr/>
        </p:nvSpPr>
        <p:spPr bwMode="auto">
          <a:xfrm>
            <a:off x="961207" y="3659188"/>
            <a:ext cx="236538" cy="236538"/>
          </a:xfrm>
          <a:custGeom>
            <a:avLst/>
            <a:gdLst>
              <a:gd name="T0" fmla="*/ 29 w 57"/>
              <a:gd name="T1" fmla="*/ 47 h 57"/>
              <a:gd name="T2" fmla="*/ 16 w 57"/>
              <a:gd name="T3" fmla="*/ 42 h 57"/>
              <a:gd name="T4" fmla="*/ 16 w 57"/>
              <a:gd name="T5" fmla="*/ 15 h 57"/>
              <a:gd name="T6" fmla="*/ 29 w 57"/>
              <a:gd name="T7" fmla="*/ 10 h 57"/>
              <a:gd name="T8" fmla="*/ 42 w 57"/>
              <a:gd name="T9" fmla="*/ 15 h 57"/>
              <a:gd name="T10" fmla="*/ 42 w 57"/>
              <a:gd name="T11" fmla="*/ 42 h 57"/>
              <a:gd name="T12" fmla="*/ 29 w 57"/>
              <a:gd name="T13" fmla="*/ 47 h 57"/>
              <a:gd name="T14" fmla="*/ 29 w 57"/>
              <a:gd name="T15" fmla="*/ 0 h 57"/>
              <a:gd name="T16" fmla="*/ 9 w 57"/>
              <a:gd name="T17" fmla="*/ 8 h 57"/>
              <a:gd name="T18" fmla="*/ 0 w 57"/>
              <a:gd name="T19" fmla="*/ 28 h 57"/>
              <a:gd name="T20" fmla="*/ 9 w 57"/>
              <a:gd name="T21" fmla="*/ 48 h 57"/>
              <a:gd name="T22" fmla="*/ 29 w 57"/>
              <a:gd name="T23" fmla="*/ 57 h 57"/>
              <a:gd name="T24" fmla="*/ 49 w 57"/>
              <a:gd name="T25" fmla="*/ 48 h 57"/>
              <a:gd name="T26" fmla="*/ 57 w 57"/>
              <a:gd name="T27" fmla="*/ 28 h 57"/>
              <a:gd name="T28" fmla="*/ 49 w 57"/>
              <a:gd name="T29" fmla="*/ 8 h 57"/>
              <a:gd name="T30" fmla="*/ 50 w 57"/>
              <a:gd name="T31" fmla="*/ 7 h 57"/>
              <a:gd name="T32" fmla="*/ 50 w 57"/>
              <a:gd name="T33" fmla="*/ 7 h 57"/>
              <a:gd name="T34" fmla="*/ 49 w 57"/>
              <a:gd name="T35" fmla="*/ 8 h 57"/>
              <a:gd name="T36" fmla="*/ 29 w 57"/>
              <a:gd name="T3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57">
                <a:moveTo>
                  <a:pt x="29" y="47"/>
                </a:moveTo>
                <a:cubicBezTo>
                  <a:pt x="24" y="47"/>
                  <a:pt x="19" y="45"/>
                  <a:pt x="16" y="42"/>
                </a:cubicBezTo>
                <a:cubicBezTo>
                  <a:pt x="8" y="34"/>
                  <a:pt x="8" y="22"/>
                  <a:pt x="16" y="15"/>
                </a:cubicBezTo>
                <a:cubicBezTo>
                  <a:pt x="19" y="11"/>
                  <a:pt x="24" y="10"/>
                  <a:pt x="29" y="10"/>
                </a:cubicBezTo>
                <a:cubicBezTo>
                  <a:pt x="33" y="10"/>
                  <a:pt x="38" y="11"/>
                  <a:pt x="42" y="15"/>
                </a:cubicBezTo>
                <a:cubicBezTo>
                  <a:pt x="49" y="22"/>
                  <a:pt x="49" y="34"/>
                  <a:pt x="42" y="42"/>
                </a:cubicBezTo>
                <a:cubicBezTo>
                  <a:pt x="38" y="45"/>
                  <a:pt x="33" y="47"/>
                  <a:pt x="29" y="47"/>
                </a:cubicBezTo>
                <a:moveTo>
                  <a:pt x="29" y="0"/>
                </a:moveTo>
                <a:cubicBezTo>
                  <a:pt x="21" y="0"/>
                  <a:pt x="14" y="3"/>
                  <a:pt x="9" y="8"/>
                </a:cubicBezTo>
                <a:cubicBezTo>
                  <a:pt x="3" y="14"/>
                  <a:pt x="0" y="21"/>
                  <a:pt x="0" y="28"/>
                </a:cubicBezTo>
                <a:cubicBezTo>
                  <a:pt x="0" y="36"/>
                  <a:pt x="3" y="43"/>
                  <a:pt x="9" y="48"/>
                </a:cubicBezTo>
                <a:cubicBezTo>
                  <a:pt x="14" y="54"/>
                  <a:pt x="21" y="57"/>
                  <a:pt x="29" y="57"/>
                </a:cubicBezTo>
                <a:cubicBezTo>
                  <a:pt x="36" y="57"/>
                  <a:pt x="43" y="54"/>
                  <a:pt x="49" y="48"/>
                </a:cubicBezTo>
                <a:cubicBezTo>
                  <a:pt x="54" y="43"/>
                  <a:pt x="57" y="36"/>
                  <a:pt x="57" y="28"/>
                </a:cubicBezTo>
                <a:cubicBezTo>
                  <a:pt x="57" y="21"/>
                  <a:pt x="54" y="14"/>
                  <a:pt x="49" y="8"/>
                </a:cubicBezTo>
                <a:cubicBezTo>
                  <a:pt x="50" y="7"/>
                  <a:pt x="50" y="7"/>
                  <a:pt x="50" y="7"/>
                </a:cubicBezTo>
                <a:cubicBezTo>
                  <a:pt x="50" y="7"/>
                  <a:pt x="50" y="7"/>
                  <a:pt x="50" y="7"/>
                </a:cubicBezTo>
                <a:cubicBezTo>
                  <a:pt x="49" y="8"/>
                  <a:pt x="49" y="8"/>
                  <a:pt x="49" y="8"/>
                </a:cubicBezTo>
                <a:cubicBezTo>
                  <a:pt x="43" y="3"/>
                  <a:pt x="36" y="0"/>
                  <a:pt x="29"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40" name="Freeform 1098"/>
          <p:cNvSpPr>
            <a:spLocks noEditPoints="1"/>
          </p:cNvSpPr>
          <p:nvPr/>
        </p:nvSpPr>
        <p:spPr bwMode="auto">
          <a:xfrm>
            <a:off x="945333" y="3643314"/>
            <a:ext cx="269875" cy="269875"/>
          </a:xfrm>
          <a:custGeom>
            <a:avLst/>
            <a:gdLst>
              <a:gd name="T0" fmla="*/ 33 w 65"/>
              <a:gd name="T1" fmla="*/ 61 h 65"/>
              <a:gd name="T2" fmla="*/ 13 w 65"/>
              <a:gd name="T3" fmla="*/ 52 h 65"/>
              <a:gd name="T4" fmla="*/ 4 w 65"/>
              <a:gd name="T5" fmla="*/ 32 h 65"/>
              <a:gd name="T6" fmla="*/ 13 w 65"/>
              <a:gd name="T7" fmla="*/ 12 h 65"/>
              <a:gd name="T8" fmla="*/ 33 w 65"/>
              <a:gd name="T9" fmla="*/ 4 h 65"/>
              <a:gd name="T10" fmla="*/ 53 w 65"/>
              <a:gd name="T11" fmla="*/ 12 h 65"/>
              <a:gd name="T12" fmla="*/ 54 w 65"/>
              <a:gd name="T13" fmla="*/ 11 h 65"/>
              <a:gd name="T14" fmla="*/ 56 w 65"/>
              <a:gd name="T15" fmla="*/ 9 h 65"/>
              <a:gd name="T16" fmla="*/ 54 w 65"/>
              <a:gd name="T17" fmla="*/ 11 h 65"/>
              <a:gd name="T18" fmla="*/ 53 w 65"/>
              <a:gd name="T19" fmla="*/ 12 h 65"/>
              <a:gd name="T20" fmla="*/ 61 w 65"/>
              <a:gd name="T21" fmla="*/ 32 h 65"/>
              <a:gd name="T22" fmla="*/ 53 w 65"/>
              <a:gd name="T23" fmla="*/ 52 h 65"/>
              <a:gd name="T24" fmla="*/ 33 w 65"/>
              <a:gd name="T25" fmla="*/ 61 h 65"/>
              <a:gd name="T26" fmla="*/ 33 w 65"/>
              <a:gd name="T27" fmla="*/ 0 h 65"/>
              <a:gd name="T28" fmla="*/ 33 w 65"/>
              <a:gd name="T29" fmla="*/ 0 h 65"/>
              <a:gd name="T30" fmla="*/ 30 w 65"/>
              <a:gd name="T31" fmla="*/ 0 h 65"/>
              <a:gd name="T32" fmla="*/ 26 w 65"/>
              <a:gd name="T33" fmla="*/ 1 h 65"/>
              <a:gd name="T34" fmla="*/ 10 w 65"/>
              <a:gd name="T35" fmla="*/ 9 h 65"/>
              <a:gd name="T36" fmla="*/ 0 w 65"/>
              <a:gd name="T37" fmla="*/ 32 h 65"/>
              <a:gd name="T38" fmla="*/ 10 w 65"/>
              <a:gd name="T39" fmla="*/ 55 h 65"/>
              <a:gd name="T40" fmla="*/ 33 w 65"/>
              <a:gd name="T41" fmla="*/ 65 h 65"/>
              <a:gd name="T42" fmla="*/ 33 w 65"/>
              <a:gd name="T43" fmla="*/ 65 h 65"/>
              <a:gd name="T44" fmla="*/ 56 w 65"/>
              <a:gd name="T45" fmla="*/ 55 h 65"/>
              <a:gd name="T46" fmla="*/ 65 w 65"/>
              <a:gd name="T47" fmla="*/ 32 h 65"/>
              <a:gd name="T48" fmla="*/ 56 w 65"/>
              <a:gd name="T49" fmla="*/ 9 h 65"/>
              <a:gd name="T50" fmla="*/ 56 w 65"/>
              <a:gd name="T51" fmla="*/ 9 h 65"/>
              <a:gd name="T52" fmla="*/ 33 w 65"/>
              <a:gd name="T5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65">
                <a:moveTo>
                  <a:pt x="33" y="61"/>
                </a:moveTo>
                <a:cubicBezTo>
                  <a:pt x="25" y="61"/>
                  <a:pt x="18" y="58"/>
                  <a:pt x="13" y="52"/>
                </a:cubicBezTo>
                <a:cubicBezTo>
                  <a:pt x="7" y="47"/>
                  <a:pt x="4" y="40"/>
                  <a:pt x="4" y="32"/>
                </a:cubicBezTo>
                <a:cubicBezTo>
                  <a:pt x="4" y="25"/>
                  <a:pt x="7" y="18"/>
                  <a:pt x="13" y="12"/>
                </a:cubicBezTo>
                <a:cubicBezTo>
                  <a:pt x="18" y="7"/>
                  <a:pt x="25" y="4"/>
                  <a:pt x="33" y="4"/>
                </a:cubicBezTo>
                <a:cubicBezTo>
                  <a:pt x="40" y="4"/>
                  <a:pt x="47" y="7"/>
                  <a:pt x="53" y="12"/>
                </a:cubicBezTo>
                <a:cubicBezTo>
                  <a:pt x="54" y="11"/>
                  <a:pt x="54" y="11"/>
                  <a:pt x="54" y="11"/>
                </a:cubicBezTo>
                <a:cubicBezTo>
                  <a:pt x="56" y="9"/>
                  <a:pt x="56" y="9"/>
                  <a:pt x="56" y="9"/>
                </a:cubicBezTo>
                <a:cubicBezTo>
                  <a:pt x="54" y="11"/>
                  <a:pt x="54" y="11"/>
                  <a:pt x="54" y="11"/>
                </a:cubicBezTo>
                <a:cubicBezTo>
                  <a:pt x="53" y="12"/>
                  <a:pt x="53" y="12"/>
                  <a:pt x="53" y="12"/>
                </a:cubicBezTo>
                <a:cubicBezTo>
                  <a:pt x="58" y="18"/>
                  <a:pt x="61" y="25"/>
                  <a:pt x="61" y="32"/>
                </a:cubicBezTo>
                <a:cubicBezTo>
                  <a:pt x="61" y="40"/>
                  <a:pt x="58" y="47"/>
                  <a:pt x="53" y="52"/>
                </a:cubicBezTo>
                <a:cubicBezTo>
                  <a:pt x="47" y="58"/>
                  <a:pt x="40" y="61"/>
                  <a:pt x="33" y="61"/>
                </a:cubicBezTo>
                <a:moveTo>
                  <a:pt x="33" y="0"/>
                </a:moveTo>
                <a:cubicBezTo>
                  <a:pt x="33" y="0"/>
                  <a:pt x="33" y="0"/>
                  <a:pt x="33" y="0"/>
                </a:cubicBezTo>
                <a:cubicBezTo>
                  <a:pt x="32" y="0"/>
                  <a:pt x="31" y="0"/>
                  <a:pt x="30" y="0"/>
                </a:cubicBezTo>
                <a:cubicBezTo>
                  <a:pt x="29" y="0"/>
                  <a:pt x="28" y="0"/>
                  <a:pt x="26" y="1"/>
                </a:cubicBezTo>
                <a:cubicBezTo>
                  <a:pt x="20" y="2"/>
                  <a:pt x="15" y="5"/>
                  <a:pt x="10" y="9"/>
                </a:cubicBezTo>
                <a:cubicBezTo>
                  <a:pt x="4" y="16"/>
                  <a:pt x="0" y="24"/>
                  <a:pt x="0" y="32"/>
                </a:cubicBezTo>
                <a:cubicBezTo>
                  <a:pt x="0" y="41"/>
                  <a:pt x="4" y="49"/>
                  <a:pt x="10" y="55"/>
                </a:cubicBezTo>
                <a:cubicBezTo>
                  <a:pt x="16" y="61"/>
                  <a:pt x="24" y="65"/>
                  <a:pt x="33" y="65"/>
                </a:cubicBezTo>
                <a:cubicBezTo>
                  <a:pt x="33" y="65"/>
                  <a:pt x="33" y="65"/>
                  <a:pt x="33" y="65"/>
                </a:cubicBezTo>
                <a:cubicBezTo>
                  <a:pt x="41" y="65"/>
                  <a:pt x="49" y="62"/>
                  <a:pt x="56" y="55"/>
                </a:cubicBezTo>
                <a:cubicBezTo>
                  <a:pt x="62" y="49"/>
                  <a:pt x="65" y="41"/>
                  <a:pt x="65" y="32"/>
                </a:cubicBezTo>
                <a:cubicBezTo>
                  <a:pt x="65" y="24"/>
                  <a:pt x="62" y="16"/>
                  <a:pt x="56" y="9"/>
                </a:cubicBezTo>
                <a:cubicBezTo>
                  <a:pt x="56" y="9"/>
                  <a:pt x="56" y="9"/>
                  <a:pt x="56" y="9"/>
                </a:cubicBezTo>
                <a:cubicBezTo>
                  <a:pt x="49" y="3"/>
                  <a:pt x="41" y="0"/>
                  <a:pt x="3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41" name="Freeform 1099"/>
          <p:cNvSpPr>
            <a:spLocks/>
          </p:cNvSpPr>
          <p:nvPr/>
        </p:nvSpPr>
        <p:spPr bwMode="auto">
          <a:xfrm>
            <a:off x="994546" y="3702050"/>
            <a:ext cx="169863" cy="152400"/>
          </a:xfrm>
          <a:custGeom>
            <a:avLst/>
            <a:gdLst>
              <a:gd name="T0" fmla="*/ 21 w 41"/>
              <a:gd name="T1" fmla="*/ 0 h 37"/>
              <a:gd name="T2" fmla="*/ 8 w 41"/>
              <a:gd name="T3" fmla="*/ 5 h 37"/>
              <a:gd name="T4" fmla="*/ 8 w 41"/>
              <a:gd name="T5" fmla="*/ 32 h 37"/>
              <a:gd name="T6" fmla="*/ 21 w 41"/>
              <a:gd name="T7" fmla="*/ 37 h 37"/>
              <a:gd name="T8" fmla="*/ 34 w 41"/>
              <a:gd name="T9" fmla="*/ 32 h 37"/>
              <a:gd name="T10" fmla="*/ 34 w 41"/>
              <a:gd name="T11" fmla="*/ 5 h 37"/>
              <a:gd name="T12" fmla="*/ 21 w 41"/>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41" h="37">
                <a:moveTo>
                  <a:pt x="21" y="0"/>
                </a:moveTo>
                <a:cubicBezTo>
                  <a:pt x="16" y="0"/>
                  <a:pt x="11" y="1"/>
                  <a:pt x="8" y="5"/>
                </a:cubicBezTo>
                <a:cubicBezTo>
                  <a:pt x="0" y="12"/>
                  <a:pt x="0" y="24"/>
                  <a:pt x="8" y="32"/>
                </a:cubicBezTo>
                <a:cubicBezTo>
                  <a:pt x="11" y="35"/>
                  <a:pt x="16" y="37"/>
                  <a:pt x="21" y="37"/>
                </a:cubicBezTo>
                <a:cubicBezTo>
                  <a:pt x="25" y="37"/>
                  <a:pt x="30" y="35"/>
                  <a:pt x="34" y="32"/>
                </a:cubicBezTo>
                <a:cubicBezTo>
                  <a:pt x="41" y="24"/>
                  <a:pt x="41" y="12"/>
                  <a:pt x="34" y="5"/>
                </a:cubicBezTo>
                <a:cubicBezTo>
                  <a:pt x="30" y="1"/>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42" name="Freeform 1100"/>
          <p:cNvSpPr>
            <a:spLocks noEditPoints="1"/>
          </p:cNvSpPr>
          <p:nvPr/>
        </p:nvSpPr>
        <p:spPr bwMode="auto">
          <a:xfrm>
            <a:off x="-2636068" y="2851150"/>
            <a:ext cx="236538" cy="236538"/>
          </a:xfrm>
          <a:custGeom>
            <a:avLst/>
            <a:gdLst>
              <a:gd name="T0" fmla="*/ 28 w 57"/>
              <a:gd name="T1" fmla="*/ 47 h 57"/>
              <a:gd name="T2" fmla="*/ 15 w 57"/>
              <a:gd name="T3" fmla="*/ 41 h 57"/>
              <a:gd name="T4" fmla="*/ 15 w 57"/>
              <a:gd name="T5" fmla="*/ 15 h 57"/>
              <a:gd name="T6" fmla="*/ 28 w 57"/>
              <a:gd name="T7" fmla="*/ 10 h 57"/>
              <a:gd name="T8" fmla="*/ 42 w 57"/>
              <a:gd name="T9" fmla="*/ 15 h 57"/>
              <a:gd name="T10" fmla="*/ 42 w 57"/>
              <a:gd name="T11" fmla="*/ 41 h 57"/>
              <a:gd name="T12" fmla="*/ 28 w 57"/>
              <a:gd name="T13" fmla="*/ 47 h 57"/>
              <a:gd name="T14" fmla="*/ 28 w 57"/>
              <a:gd name="T15" fmla="*/ 0 h 57"/>
              <a:gd name="T16" fmla="*/ 8 w 57"/>
              <a:gd name="T17" fmla="*/ 8 h 57"/>
              <a:gd name="T18" fmla="*/ 0 w 57"/>
              <a:gd name="T19" fmla="*/ 28 h 57"/>
              <a:gd name="T20" fmla="*/ 8 w 57"/>
              <a:gd name="T21" fmla="*/ 48 h 57"/>
              <a:gd name="T22" fmla="*/ 28 w 57"/>
              <a:gd name="T23" fmla="*/ 57 h 57"/>
              <a:gd name="T24" fmla="*/ 48 w 57"/>
              <a:gd name="T25" fmla="*/ 48 h 57"/>
              <a:gd name="T26" fmla="*/ 57 w 57"/>
              <a:gd name="T27" fmla="*/ 28 h 57"/>
              <a:gd name="T28" fmla="*/ 48 w 57"/>
              <a:gd name="T29" fmla="*/ 8 h 57"/>
              <a:gd name="T30" fmla="*/ 50 w 57"/>
              <a:gd name="T31" fmla="*/ 7 h 57"/>
              <a:gd name="T32" fmla="*/ 50 w 57"/>
              <a:gd name="T33" fmla="*/ 7 h 57"/>
              <a:gd name="T34" fmla="*/ 48 w 57"/>
              <a:gd name="T35" fmla="*/ 8 h 57"/>
              <a:gd name="T36" fmla="*/ 28 w 57"/>
              <a:gd name="T3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57">
                <a:moveTo>
                  <a:pt x="28" y="47"/>
                </a:moveTo>
                <a:cubicBezTo>
                  <a:pt x="24" y="47"/>
                  <a:pt x="19" y="45"/>
                  <a:pt x="15" y="41"/>
                </a:cubicBezTo>
                <a:cubicBezTo>
                  <a:pt x="8" y="34"/>
                  <a:pt x="8" y="22"/>
                  <a:pt x="15" y="15"/>
                </a:cubicBezTo>
                <a:cubicBezTo>
                  <a:pt x="19" y="11"/>
                  <a:pt x="24" y="10"/>
                  <a:pt x="28" y="10"/>
                </a:cubicBezTo>
                <a:cubicBezTo>
                  <a:pt x="33" y="10"/>
                  <a:pt x="38" y="11"/>
                  <a:pt x="42" y="15"/>
                </a:cubicBezTo>
                <a:cubicBezTo>
                  <a:pt x="49" y="22"/>
                  <a:pt x="49" y="34"/>
                  <a:pt x="42" y="41"/>
                </a:cubicBezTo>
                <a:cubicBezTo>
                  <a:pt x="38" y="45"/>
                  <a:pt x="33" y="47"/>
                  <a:pt x="28" y="47"/>
                </a:cubicBezTo>
                <a:moveTo>
                  <a:pt x="28" y="0"/>
                </a:moveTo>
                <a:cubicBezTo>
                  <a:pt x="21" y="0"/>
                  <a:pt x="14" y="3"/>
                  <a:pt x="8" y="8"/>
                </a:cubicBezTo>
                <a:cubicBezTo>
                  <a:pt x="3" y="14"/>
                  <a:pt x="0" y="21"/>
                  <a:pt x="0" y="28"/>
                </a:cubicBezTo>
                <a:cubicBezTo>
                  <a:pt x="0" y="35"/>
                  <a:pt x="3" y="43"/>
                  <a:pt x="8" y="48"/>
                </a:cubicBezTo>
                <a:cubicBezTo>
                  <a:pt x="14" y="54"/>
                  <a:pt x="21" y="57"/>
                  <a:pt x="28" y="57"/>
                </a:cubicBezTo>
                <a:cubicBezTo>
                  <a:pt x="36" y="57"/>
                  <a:pt x="43" y="54"/>
                  <a:pt x="48" y="48"/>
                </a:cubicBezTo>
                <a:cubicBezTo>
                  <a:pt x="54" y="43"/>
                  <a:pt x="57" y="35"/>
                  <a:pt x="57" y="28"/>
                </a:cubicBezTo>
                <a:cubicBezTo>
                  <a:pt x="57" y="21"/>
                  <a:pt x="54" y="14"/>
                  <a:pt x="48" y="8"/>
                </a:cubicBezTo>
                <a:cubicBezTo>
                  <a:pt x="50" y="7"/>
                  <a:pt x="50" y="7"/>
                  <a:pt x="50" y="7"/>
                </a:cubicBezTo>
                <a:cubicBezTo>
                  <a:pt x="50" y="7"/>
                  <a:pt x="50" y="7"/>
                  <a:pt x="50" y="7"/>
                </a:cubicBezTo>
                <a:cubicBezTo>
                  <a:pt x="48" y="8"/>
                  <a:pt x="48" y="8"/>
                  <a:pt x="48" y="8"/>
                </a:cubicBezTo>
                <a:cubicBezTo>
                  <a:pt x="43" y="3"/>
                  <a:pt x="36"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43" name="Freeform 1101"/>
          <p:cNvSpPr>
            <a:spLocks/>
          </p:cNvSpPr>
          <p:nvPr/>
        </p:nvSpPr>
        <p:spPr bwMode="auto">
          <a:xfrm>
            <a:off x="-2653531" y="2835275"/>
            <a:ext cx="269875" cy="268288"/>
          </a:xfrm>
          <a:custGeom>
            <a:avLst/>
            <a:gdLst>
              <a:gd name="T0" fmla="*/ 32 w 65"/>
              <a:gd name="T1" fmla="*/ 0 h 65"/>
              <a:gd name="T2" fmla="*/ 32 w 65"/>
              <a:gd name="T3" fmla="*/ 0 h 65"/>
              <a:gd name="T4" fmla="*/ 10 w 65"/>
              <a:gd name="T5" fmla="*/ 9 h 65"/>
              <a:gd name="T6" fmla="*/ 1 w 65"/>
              <a:gd name="T7" fmla="*/ 24 h 65"/>
              <a:gd name="T8" fmla="*/ 0 w 65"/>
              <a:gd name="T9" fmla="*/ 28 h 65"/>
              <a:gd name="T10" fmla="*/ 0 w 65"/>
              <a:gd name="T11" fmla="*/ 32 h 65"/>
              <a:gd name="T12" fmla="*/ 10 w 65"/>
              <a:gd name="T13" fmla="*/ 55 h 65"/>
              <a:gd name="T14" fmla="*/ 32 w 65"/>
              <a:gd name="T15" fmla="*/ 65 h 65"/>
              <a:gd name="T16" fmla="*/ 32 w 65"/>
              <a:gd name="T17" fmla="*/ 65 h 65"/>
              <a:gd name="T18" fmla="*/ 55 w 65"/>
              <a:gd name="T19" fmla="*/ 55 h 65"/>
              <a:gd name="T20" fmla="*/ 65 w 65"/>
              <a:gd name="T21" fmla="*/ 32 h 65"/>
              <a:gd name="T22" fmla="*/ 55 w 65"/>
              <a:gd name="T23" fmla="*/ 9 h 65"/>
              <a:gd name="T24" fmla="*/ 54 w 65"/>
              <a:gd name="T25" fmla="*/ 11 h 65"/>
              <a:gd name="T26" fmla="*/ 52 w 65"/>
              <a:gd name="T27" fmla="*/ 12 h 65"/>
              <a:gd name="T28" fmla="*/ 61 w 65"/>
              <a:gd name="T29" fmla="*/ 32 h 65"/>
              <a:gd name="T30" fmla="*/ 52 w 65"/>
              <a:gd name="T31" fmla="*/ 52 h 65"/>
              <a:gd name="T32" fmla="*/ 32 w 65"/>
              <a:gd name="T33" fmla="*/ 61 h 65"/>
              <a:gd name="T34" fmla="*/ 12 w 65"/>
              <a:gd name="T35" fmla="*/ 52 h 65"/>
              <a:gd name="T36" fmla="*/ 4 w 65"/>
              <a:gd name="T37" fmla="*/ 32 h 65"/>
              <a:gd name="T38" fmla="*/ 12 w 65"/>
              <a:gd name="T39" fmla="*/ 12 h 65"/>
              <a:gd name="T40" fmla="*/ 32 w 65"/>
              <a:gd name="T41" fmla="*/ 4 h 65"/>
              <a:gd name="T42" fmla="*/ 52 w 65"/>
              <a:gd name="T43" fmla="*/ 12 h 65"/>
              <a:gd name="T44" fmla="*/ 54 w 65"/>
              <a:gd name="T45" fmla="*/ 11 h 65"/>
              <a:gd name="T46" fmla="*/ 55 w 65"/>
              <a:gd name="T47" fmla="*/ 9 h 65"/>
              <a:gd name="T48" fmla="*/ 32 w 65"/>
              <a:gd name="T4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5" h="65">
                <a:moveTo>
                  <a:pt x="32" y="0"/>
                </a:moveTo>
                <a:cubicBezTo>
                  <a:pt x="32" y="0"/>
                  <a:pt x="32" y="0"/>
                  <a:pt x="32" y="0"/>
                </a:cubicBezTo>
                <a:cubicBezTo>
                  <a:pt x="24" y="0"/>
                  <a:pt x="16" y="3"/>
                  <a:pt x="10" y="9"/>
                </a:cubicBezTo>
                <a:cubicBezTo>
                  <a:pt x="5" y="14"/>
                  <a:pt x="2" y="19"/>
                  <a:pt x="1" y="24"/>
                </a:cubicBezTo>
                <a:cubicBezTo>
                  <a:pt x="1" y="26"/>
                  <a:pt x="0" y="27"/>
                  <a:pt x="0" y="28"/>
                </a:cubicBezTo>
                <a:cubicBezTo>
                  <a:pt x="0" y="30"/>
                  <a:pt x="0" y="31"/>
                  <a:pt x="0" y="32"/>
                </a:cubicBezTo>
                <a:cubicBezTo>
                  <a:pt x="0" y="40"/>
                  <a:pt x="3" y="49"/>
                  <a:pt x="10" y="55"/>
                </a:cubicBezTo>
                <a:cubicBezTo>
                  <a:pt x="16" y="61"/>
                  <a:pt x="24" y="65"/>
                  <a:pt x="32" y="65"/>
                </a:cubicBezTo>
                <a:cubicBezTo>
                  <a:pt x="32" y="65"/>
                  <a:pt x="32" y="65"/>
                  <a:pt x="32" y="65"/>
                </a:cubicBezTo>
                <a:cubicBezTo>
                  <a:pt x="41" y="65"/>
                  <a:pt x="49" y="61"/>
                  <a:pt x="55" y="55"/>
                </a:cubicBezTo>
                <a:cubicBezTo>
                  <a:pt x="62" y="49"/>
                  <a:pt x="65" y="40"/>
                  <a:pt x="65" y="32"/>
                </a:cubicBezTo>
                <a:cubicBezTo>
                  <a:pt x="65" y="24"/>
                  <a:pt x="62" y="16"/>
                  <a:pt x="55" y="9"/>
                </a:cubicBezTo>
                <a:cubicBezTo>
                  <a:pt x="54" y="11"/>
                  <a:pt x="54" y="11"/>
                  <a:pt x="54" y="11"/>
                </a:cubicBezTo>
                <a:cubicBezTo>
                  <a:pt x="52" y="12"/>
                  <a:pt x="52" y="12"/>
                  <a:pt x="52" y="12"/>
                </a:cubicBezTo>
                <a:cubicBezTo>
                  <a:pt x="58" y="18"/>
                  <a:pt x="61" y="25"/>
                  <a:pt x="61" y="32"/>
                </a:cubicBezTo>
                <a:cubicBezTo>
                  <a:pt x="61" y="39"/>
                  <a:pt x="58" y="47"/>
                  <a:pt x="52" y="52"/>
                </a:cubicBezTo>
                <a:cubicBezTo>
                  <a:pt x="47" y="58"/>
                  <a:pt x="40" y="61"/>
                  <a:pt x="32" y="61"/>
                </a:cubicBezTo>
                <a:cubicBezTo>
                  <a:pt x="25" y="61"/>
                  <a:pt x="18" y="58"/>
                  <a:pt x="12" y="52"/>
                </a:cubicBezTo>
                <a:cubicBezTo>
                  <a:pt x="7" y="47"/>
                  <a:pt x="4" y="39"/>
                  <a:pt x="4" y="32"/>
                </a:cubicBezTo>
                <a:cubicBezTo>
                  <a:pt x="4" y="25"/>
                  <a:pt x="7" y="18"/>
                  <a:pt x="12" y="12"/>
                </a:cubicBezTo>
                <a:cubicBezTo>
                  <a:pt x="18" y="7"/>
                  <a:pt x="25" y="4"/>
                  <a:pt x="32" y="4"/>
                </a:cubicBezTo>
                <a:cubicBezTo>
                  <a:pt x="40" y="4"/>
                  <a:pt x="47" y="7"/>
                  <a:pt x="52" y="12"/>
                </a:cubicBezTo>
                <a:cubicBezTo>
                  <a:pt x="54" y="11"/>
                  <a:pt x="54" y="11"/>
                  <a:pt x="54" y="11"/>
                </a:cubicBezTo>
                <a:cubicBezTo>
                  <a:pt x="55" y="9"/>
                  <a:pt x="55" y="9"/>
                  <a:pt x="55" y="9"/>
                </a:cubicBezTo>
                <a:cubicBezTo>
                  <a:pt x="49" y="3"/>
                  <a:pt x="41"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44" name="Freeform 1102"/>
          <p:cNvSpPr>
            <a:spLocks/>
          </p:cNvSpPr>
          <p:nvPr/>
        </p:nvSpPr>
        <p:spPr bwMode="auto">
          <a:xfrm>
            <a:off x="-2602731" y="2892425"/>
            <a:ext cx="169863" cy="153988"/>
          </a:xfrm>
          <a:custGeom>
            <a:avLst/>
            <a:gdLst>
              <a:gd name="T0" fmla="*/ 20 w 41"/>
              <a:gd name="T1" fmla="*/ 0 h 37"/>
              <a:gd name="T2" fmla="*/ 7 w 41"/>
              <a:gd name="T3" fmla="*/ 5 h 37"/>
              <a:gd name="T4" fmla="*/ 7 w 41"/>
              <a:gd name="T5" fmla="*/ 31 h 37"/>
              <a:gd name="T6" fmla="*/ 20 w 41"/>
              <a:gd name="T7" fmla="*/ 37 h 37"/>
              <a:gd name="T8" fmla="*/ 34 w 41"/>
              <a:gd name="T9" fmla="*/ 31 h 37"/>
              <a:gd name="T10" fmla="*/ 34 w 41"/>
              <a:gd name="T11" fmla="*/ 5 h 37"/>
              <a:gd name="T12" fmla="*/ 20 w 41"/>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41" h="37">
                <a:moveTo>
                  <a:pt x="20" y="0"/>
                </a:moveTo>
                <a:cubicBezTo>
                  <a:pt x="16" y="0"/>
                  <a:pt x="11" y="1"/>
                  <a:pt x="7" y="5"/>
                </a:cubicBezTo>
                <a:cubicBezTo>
                  <a:pt x="0" y="12"/>
                  <a:pt x="0" y="24"/>
                  <a:pt x="7" y="31"/>
                </a:cubicBezTo>
                <a:cubicBezTo>
                  <a:pt x="11" y="35"/>
                  <a:pt x="16" y="37"/>
                  <a:pt x="20" y="37"/>
                </a:cubicBezTo>
                <a:cubicBezTo>
                  <a:pt x="25" y="37"/>
                  <a:pt x="30" y="35"/>
                  <a:pt x="34" y="31"/>
                </a:cubicBezTo>
                <a:cubicBezTo>
                  <a:pt x="41" y="24"/>
                  <a:pt x="41" y="12"/>
                  <a:pt x="34" y="5"/>
                </a:cubicBezTo>
                <a:cubicBezTo>
                  <a:pt x="30" y="1"/>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45" name="Freeform 1103"/>
          <p:cNvSpPr>
            <a:spLocks noEditPoints="1"/>
          </p:cNvSpPr>
          <p:nvPr/>
        </p:nvSpPr>
        <p:spPr bwMode="auto">
          <a:xfrm>
            <a:off x="1408882" y="2768601"/>
            <a:ext cx="236538" cy="236538"/>
          </a:xfrm>
          <a:custGeom>
            <a:avLst/>
            <a:gdLst>
              <a:gd name="T0" fmla="*/ 28 w 57"/>
              <a:gd name="T1" fmla="*/ 47 h 57"/>
              <a:gd name="T2" fmla="*/ 15 w 57"/>
              <a:gd name="T3" fmla="*/ 42 h 57"/>
              <a:gd name="T4" fmla="*/ 15 w 57"/>
              <a:gd name="T5" fmla="*/ 15 h 57"/>
              <a:gd name="T6" fmla="*/ 28 w 57"/>
              <a:gd name="T7" fmla="*/ 10 h 57"/>
              <a:gd name="T8" fmla="*/ 41 w 57"/>
              <a:gd name="T9" fmla="*/ 15 h 57"/>
              <a:gd name="T10" fmla="*/ 41 w 57"/>
              <a:gd name="T11" fmla="*/ 42 h 57"/>
              <a:gd name="T12" fmla="*/ 28 w 57"/>
              <a:gd name="T13" fmla="*/ 47 h 57"/>
              <a:gd name="T14" fmla="*/ 28 w 57"/>
              <a:gd name="T15" fmla="*/ 0 h 57"/>
              <a:gd name="T16" fmla="*/ 8 w 57"/>
              <a:gd name="T17" fmla="*/ 8 h 57"/>
              <a:gd name="T18" fmla="*/ 0 w 57"/>
              <a:gd name="T19" fmla="*/ 28 h 57"/>
              <a:gd name="T20" fmla="*/ 8 w 57"/>
              <a:gd name="T21" fmla="*/ 48 h 57"/>
              <a:gd name="T22" fmla="*/ 28 w 57"/>
              <a:gd name="T23" fmla="*/ 57 h 57"/>
              <a:gd name="T24" fmla="*/ 48 w 57"/>
              <a:gd name="T25" fmla="*/ 48 h 57"/>
              <a:gd name="T26" fmla="*/ 57 w 57"/>
              <a:gd name="T27" fmla="*/ 28 h 57"/>
              <a:gd name="T28" fmla="*/ 48 w 57"/>
              <a:gd name="T29" fmla="*/ 8 h 57"/>
              <a:gd name="T30" fmla="*/ 50 w 57"/>
              <a:gd name="T31" fmla="*/ 7 h 57"/>
              <a:gd name="T32" fmla="*/ 50 w 57"/>
              <a:gd name="T33" fmla="*/ 7 h 57"/>
              <a:gd name="T34" fmla="*/ 48 w 57"/>
              <a:gd name="T35" fmla="*/ 8 h 57"/>
              <a:gd name="T36" fmla="*/ 28 w 57"/>
              <a:gd name="T3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57">
                <a:moveTo>
                  <a:pt x="28" y="47"/>
                </a:moveTo>
                <a:cubicBezTo>
                  <a:pt x="23" y="47"/>
                  <a:pt x="19" y="45"/>
                  <a:pt x="15" y="42"/>
                </a:cubicBezTo>
                <a:cubicBezTo>
                  <a:pt x="8" y="34"/>
                  <a:pt x="8" y="22"/>
                  <a:pt x="15" y="15"/>
                </a:cubicBezTo>
                <a:cubicBezTo>
                  <a:pt x="19" y="12"/>
                  <a:pt x="23" y="10"/>
                  <a:pt x="28" y="10"/>
                </a:cubicBezTo>
                <a:cubicBezTo>
                  <a:pt x="33" y="10"/>
                  <a:pt x="38" y="12"/>
                  <a:pt x="41" y="15"/>
                </a:cubicBezTo>
                <a:cubicBezTo>
                  <a:pt x="49" y="22"/>
                  <a:pt x="49" y="34"/>
                  <a:pt x="41" y="42"/>
                </a:cubicBezTo>
                <a:cubicBezTo>
                  <a:pt x="38" y="45"/>
                  <a:pt x="33" y="47"/>
                  <a:pt x="28" y="47"/>
                </a:cubicBezTo>
                <a:moveTo>
                  <a:pt x="28" y="0"/>
                </a:moveTo>
                <a:cubicBezTo>
                  <a:pt x="21" y="0"/>
                  <a:pt x="14" y="3"/>
                  <a:pt x="8" y="8"/>
                </a:cubicBezTo>
                <a:cubicBezTo>
                  <a:pt x="3" y="14"/>
                  <a:pt x="0" y="21"/>
                  <a:pt x="0" y="28"/>
                </a:cubicBezTo>
                <a:cubicBezTo>
                  <a:pt x="0" y="36"/>
                  <a:pt x="3" y="43"/>
                  <a:pt x="8" y="48"/>
                </a:cubicBezTo>
                <a:cubicBezTo>
                  <a:pt x="14" y="54"/>
                  <a:pt x="21" y="57"/>
                  <a:pt x="28" y="57"/>
                </a:cubicBezTo>
                <a:cubicBezTo>
                  <a:pt x="35" y="57"/>
                  <a:pt x="43" y="54"/>
                  <a:pt x="48" y="48"/>
                </a:cubicBezTo>
                <a:cubicBezTo>
                  <a:pt x="54" y="43"/>
                  <a:pt x="57" y="36"/>
                  <a:pt x="57" y="28"/>
                </a:cubicBezTo>
                <a:cubicBezTo>
                  <a:pt x="57" y="21"/>
                  <a:pt x="54" y="14"/>
                  <a:pt x="48" y="8"/>
                </a:cubicBezTo>
                <a:cubicBezTo>
                  <a:pt x="50" y="7"/>
                  <a:pt x="50" y="7"/>
                  <a:pt x="50" y="7"/>
                </a:cubicBezTo>
                <a:cubicBezTo>
                  <a:pt x="50" y="7"/>
                  <a:pt x="50" y="7"/>
                  <a:pt x="50" y="7"/>
                </a:cubicBezTo>
                <a:cubicBezTo>
                  <a:pt x="48" y="8"/>
                  <a:pt x="48" y="8"/>
                  <a:pt x="48" y="8"/>
                </a:cubicBezTo>
                <a:cubicBezTo>
                  <a:pt x="43" y="3"/>
                  <a:pt x="35"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46" name="Freeform 1104"/>
          <p:cNvSpPr>
            <a:spLocks noEditPoints="1"/>
          </p:cNvSpPr>
          <p:nvPr/>
        </p:nvSpPr>
        <p:spPr bwMode="auto">
          <a:xfrm>
            <a:off x="1393008" y="2752725"/>
            <a:ext cx="269875" cy="268288"/>
          </a:xfrm>
          <a:custGeom>
            <a:avLst/>
            <a:gdLst>
              <a:gd name="T0" fmla="*/ 32 w 65"/>
              <a:gd name="T1" fmla="*/ 61 h 65"/>
              <a:gd name="T2" fmla="*/ 12 w 65"/>
              <a:gd name="T3" fmla="*/ 52 h 65"/>
              <a:gd name="T4" fmla="*/ 4 w 65"/>
              <a:gd name="T5" fmla="*/ 32 h 65"/>
              <a:gd name="T6" fmla="*/ 12 w 65"/>
              <a:gd name="T7" fmla="*/ 12 h 65"/>
              <a:gd name="T8" fmla="*/ 32 w 65"/>
              <a:gd name="T9" fmla="*/ 4 h 65"/>
              <a:gd name="T10" fmla="*/ 52 w 65"/>
              <a:gd name="T11" fmla="*/ 12 h 65"/>
              <a:gd name="T12" fmla="*/ 54 w 65"/>
              <a:gd name="T13" fmla="*/ 11 h 65"/>
              <a:gd name="T14" fmla="*/ 52 w 65"/>
              <a:gd name="T15" fmla="*/ 12 h 65"/>
              <a:gd name="T16" fmla="*/ 61 w 65"/>
              <a:gd name="T17" fmla="*/ 32 h 65"/>
              <a:gd name="T18" fmla="*/ 52 w 65"/>
              <a:gd name="T19" fmla="*/ 52 h 65"/>
              <a:gd name="T20" fmla="*/ 32 w 65"/>
              <a:gd name="T21" fmla="*/ 61 h 65"/>
              <a:gd name="T22" fmla="*/ 32 w 65"/>
              <a:gd name="T23" fmla="*/ 0 h 65"/>
              <a:gd name="T24" fmla="*/ 32 w 65"/>
              <a:gd name="T25" fmla="*/ 0 h 65"/>
              <a:gd name="T26" fmla="*/ 9 w 65"/>
              <a:gd name="T27" fmla="*/ 10 h 65"/>
              <a:gd name="T28" fmla="*/ 0 w 65"/>
              <a:gd name="T29" fmla="*/ 31 h 65"/>
              <a:gd name="T30" fmla="*/ 0 w 65"/>
              <a:gd name="T31" fmla="*/ 32 h 65"/>
              <a:gd name="T32" fmla="*/ 0 w 65"/>
              <a:gd name="T33" fmla="*/ 35 h 65"/>
              <a:gd name="T34" fmla="*/ 9 w 65"/>
              <a:gd name="T35" fmla="*/ 55 h 65"/>
              <a:gd name="T36" fmla="*/ 32 w 65"/>
              <a:gd name="T37" fmla="*/ 65 h 65"/>
              <a:gd name="T38" fmla="*/ 32 w 65"/>
              <a:gd name="T39" fmla="*/ 65 h 65"/>
              <a:gd name="T40" fmla="*/ 55 w 65"/>
              <a:gd name="T41" fmla="*/ 55 h 65"/>
              <a:gd name="T42" fmla="*/ 65 w 65"/>
              <a:gd name="T43" fmla="*/ 32 h 65"/>
              <a:gd name="T44" fmla="*/ 55 w 65"/>
              <a:gd name="T45" fmla="*/ 10 h 65"/>
              <a:gd name="T46" fmla="*/ 55 w 65"/>
              <a:gd name="T47" fmla="*/ 10 h 65"/>
              <a:gd name="T48" fmla="*/ 32 w 65"/>
              <a:gd name="T4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5" h="65">
                <a:moveTo>
                  <a:pt x="32" y="61"/>
                </a:moveTo>
                <a:cubicBezTo>
                  <a:pt x="25" y="61"/>
                  <a:pt x="18" y="58"/>
                  <a:pt x="12" y="52"/>
                </a:cubicBezTo>
                <a:cubicBezTo>
                  <a:pt x="7" y="47"/>
                  <a:pt x="4" y="40"/>
                  <a:pt x="4" y="32"/>
                </a:cubicBezTo>
                <a:cubicBezTo>
                  <a:pt x="4" y="25"/>
                  <a:pt x="7" y="18"/>
                  <a:pt x="12" y="12"/>
                </a:cubicBezTo>
                <a:cubicBezTo>
                  <a:pt x="18" y="7"/>
                  <a:pt x="25" y="4"/>
                  <a:pt x="32" y="4"/>
                </a:cubicBezTo>
                <a:cubicBezTo>
                  <a:pt x="39" y="4"/>
                  <a:pt x="47" y="7"/>
                  <a:pt x="52" y="12"/>
                </a:cubicBezTo>
                <a:cubicBezTo>
                  <a:pt x="54" y="11"/>
                  <a:pt x="54" y="11"/>
                  <a:pt x="54" y="11"/>
                </a:cubicBezTo>
                <a:cubicBezTo>
                  <a:pt x="52" y="12"/>
                  <a:pt x="52" y="12"/>
                  <a:pt x="52" y="12"/>
                </a:cubicBezTo>
                <a:cubicBezTo>
                  <a:pt x="58" y="18"/>
                  <a:pt x="61" y="25"/>
                  <a:pt x="61" y="32"/>
                </a:cubicBezTo>
                <a:cubicBezTo>
                  <a:pt x="61" y="40"/>
                  <a:pt x="58" y="47"/>
                  <a:pt x="52" y="52"/>
                </a:cubicBezTo>
                <a:cubicBezTo>
                  <a:pt x="47" y="58"/>
                  <a:pt x="39" y="61"/>
                  <a:pt x="32" y="61"/>
                </a:cubicBezTo>
                <a:moveTo>
                  <a:pt x="32" y="0"/>
                </a:moveTo>
                <a:cubicBezTo>
                  <a:pt x="32" y="0"/>
                  <a:pt x="32" y="0"/>
                  <a:pt x="32" y="0"/>
                </a:cubicBezTo>
                <a:cubicBezTo>
                  <a:pt x="24" y="0"/>
                  <a:pt x="16" y="3"/>
                  <a:pt x="9" y="10"/>
                </a:cubicBezTo>
                <a:cubicBezTo>
                  <a:pt x="3" y="15"/>
                  <a:pt x="0" y="23"/>
                  <a:pt x="0" y="31"/>
                </a:cubicBezTo>
                <a:cubicBezTo>
                  <a:pt x="0" y="32"/>
                  <a:pt x="0" y="32"/>
                  <a:pt x="0" y="32"/>
                </a:cubicBezTo>
                <a:cubicBezTo>
                  <a:pt x="0" y="33"/>
                  <a:pt x="0" y="34"/>
                  <a:pt x="0" y="35"/>
                </a:cubicBezTo>
                <a:cubicBezTo>
                  <a:pt x="1" y="42"/>
                  <a:pt x="4" y="50"/>
                  <a:pt x="9" y="55"/>
                </a:cubicBezTo>
                <a:cubicBezTo>
                  <a:pt x="16" y="62"/>
                  <a:pt x="24" y="65"/>
                  <a:pt x="32" y="65"/>
                </a:cubicBezTo>
                <a:cubicBezTo>
                  <a:pt x="32" y="65"/>
                  <a:pt x="32" y="65"/>
                  <a:pt x="32" y="65"/>
                </a:cubicBezTo>
                <a:cubicBezTo>
                  <a:pt x="40" y="65"/>
                  <a:pt x="49" y="62"/>
                  <a:pt x="55" y="55"/>
                </a:cubicBezTo>
                <a:cubicBezTo>
                  <a:pt x="61" y="49"/>
                  <a:pt x="65" y="41"/>
                  <a:pt x="65" y="32"/>
                </a:cubicBezTo>
                <a:cubicBezTo>
                  <a:pt x="65" y="24"/>
                  <a:pt x="61" y="16"/>
                  <a:pt x="55" y="10"/>
                </a:cubicBezTo>
                <a:cubicBezTo>
                  <a:pt x="55" y="10"/>
                  <a:pt x="55" y="10"/>
                  <a:pt x="55" y="10"/>
                </a:cubicBezTo>
                <a:cubicBezTo>
                  <a:pt x="49" y="3"/>
                  <a:pt x="40"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47" name="Freeform 1105"/>
          <p:cNvSpPr>
            <a:spLocks/>
          </p:cNvSpPr>
          <p:nvPr/>
        </p:nvSpPr>
        <p:spPr bwMode="auto">
          <a:xfrm>
            <a:off x="1442221" y="2809876"/>
            <a:ext cx="169863" cy="153988"/>
          </a:xfrm>
          <a:custGeom>
            <a:avLst/>
            <a:gdLst>
              <a:gd name="T0" fmla="*/ 20 w 41"/>
              <a:gd name="T1" fmla="*/ 0 h 37"/>
              <a:gd name="T2" fmla="*/ 7 w 41"/>
              <a:gd name="T3" fmla="*/ 5 h 37"/>
              <a:gd name="T4" fmla="*/ 7 w 41"/>
              <a:gd name="T5" fmla="*/ 32 h 37"/>
              <a:gd name="T6" fmla="*/ 20 w 41"/>
              <a:gd name="T7" fmla="*/ 37 h 37"/>
              <a:gd name="T8" fmla="*/ 33 w 41"/>
              <a:gd name="T9" fmla="*/ 32 h 37"/>
              <a:gd name="T10" fmla="*/ 33 w 41"/>
              <a:gd name="T11" fmla="*/ 5 h 37"/>
              <a:gd name="T12" fmla="*/ 20 w 41"/>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41" h="37">
                <a:moveTo>
                  <a:pt x="20" y="0"/>
                </a:moveTo>
                <a:cubicBezTo>
                  <a:pt x="15" y="0"/>
                  <a:pt x="11" y="2"/>
                  <a:pt x="7" y="5"/>
                </a:cubicBezTo>
                <a:cubicBezTo>
                  <a:pt x="0" y="12"/>
                  <a:pt x="0" y="24"/>
                  <a:pt x="7" y="32"/>
                </a:cubicBezTo>
                <a:cubicBezTo>
                  <a:pt x="11" y="35"/>
                  <a:pt x="15" y="37"/>
                  <a:pt x="20" y="37"/>
                </a:cubicBezTo>
                <a:cubicBezTo>
                  <a:pt x="25" y="37"/>
                  <a:pt x="30" y="35"/>
                  <a:pt x="33" y="32"/>
                </a:cubicBezTo>
                <a:cubicBezTo>
                  <a:pt x="41" y="24"/>
                  <a:pt x="41" y="12"/>
                  <a:pt x="33" y="5"/>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48" name="Freeform 1106"/>
          <p:cNvSpPr>
            <a:spLocks noEditPoints="1"/>
          </p:cNvSpPr>
          <p:nvPr/>
        </p:nvSpPr>
        <p:spPr bwMode="auto">
          <a:xfrm>
            <a:off x="-361180" y="3883025"/>
            <a:ext cx="233363" cy="233363"/>
          </a:xfrm>
          <a:custGeom>
            <a:avLst/>
            <a:gdLst>
              <a:gd name="T0" fmla="*/ 28 w 56"/>
              <a:gd name="T1" fmla="*/ 47 h 56"/>
              <a:gd name="T2" fmla="*/ 15 w 56"/>
              <a:gd name="T3" fmla="*/ 41 h 56"/>
              <a:gd name="T4" fmla="*/ 15 w 56"/>
              <a:gd name="T5" fmla="*/ 15 h 56"/>
              <a:gd name="T6" fmla="*/ 28 w 56"/>
              <a:gd name="T7" fmla="*/ 9 h 56"/>
              <a:gd name="T8" fmla="*/ 41 w 56"/>
              <a:gd name="T9" fmla="*/ 15 h 56"/>
              <a:gd name="T10" fmla="*/ 41 w 56"/>
              <a:gd name="T11" fmla="*/ 41 h 56"/>
              <a:gd name="T12" fmla="*/ 28 w 56"/>
              <a:gd name="T13" fmla="*/ 47 h 56"/>
              <a:gd name="T14" fmla="*/ 28 w 56"/>
              <a:gd name="T15" fmla="*/ 0 h 56"/>
              <a:gd name="T16" fmla="*/ 8 w 56"/>
              <a:gd name="T17" fmla="*/ 8 h 56"/>
              <a:gd name="T18" fmla="*/ 0 w 56"/>
              <a:gd name="T19" fmla="*/ 28 h 56"/>
              <a:gd name="T20" fmla="*/ 8 w 56"/>
              <a:gd name="T21" fmla="*/ 48 h 56"/>
              <a:gd name="T22" fmla="*/ 28 w 56"/>
              <a:gd name="T23" fmla="*/ 56 h 56"/>
              <a:gd name="T24" fmla="*/ 48 w 56"/>
              <a:gd name="T25" fmla="*/ 48 h 56"/>
              <a:gd name="T26" fmla="*/ 56 w 56"/>
              <a:gd name="T27" fmla="*/ 28 h 56"/>
              <a:gd name="T28" fmla="*/ 48 w 56"/>
              <a:gd name="T29" fmla="*/ 8 h 56"/>
              <a:gd name="T30" fmla="*/ 50 w 56"/>
              <a:gd name="T31" fmla="*/ 7 h 56"/>
              <a:gd name="T32" fmla="*/ 50 w 56"/>
              <a:gd name="T33" fmla="*/ 7 h 56"/>
              <a:gd name="T34" fmla="*/ 48 w 56"/>
              <a:gd name="T35" fmla="*/ 8 h 56"/>
              <a:gd name="T36" fmla="*/ 28 w 56"/>
              <a:gd name="T3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6" h="56">
                <a:moveTo>
                  <a:pt x="28" y="47"/>
                </a:moveTo>
                <a:cubicBezTo>
                  <a:pt x="23" y="47"/>
                  <a:pt x="19" y="45"/>
                  <a:pt x="15" y="41"/>
                </a:cubicBezTo>
                <a:cubicBezTo>
                  <a:pt x="8" y="34"/>
                  <a:pt x="8" y="22"/>
                  <a:pt x="15" y="15"/>
                </a:cubicBezTo>
                <a:cubicBezTo>
                  <a:pt x="19" y="11"/>
                  <a:pt x="23" y="9"/>
                  <a:pt x="28" y="9"/>
                </a:cubicBezTo>
                <a:cubicBezTo>
                  <a:pt x="33" y="9"/>
                  <a:pt x="38" y="11"/>
                  <a:pt x="41" y="15"/>
                </a:cubicBezTo>
                <a:cubicBezTo>
                  <a:pt x="49" y="22"/>
                  <a:pt x="49" y="34"/>
                  <a:pt x="41" y="41"/>
                </a:cubicBezTo>
                <a:cubicBezTo>
                  <a:pt x="38" y="45"/>
                  <a:pt x="33" y="47"/>
                  <a:pt x="28" y="47"/>
                </a:cubicBezTo>
                <a:moveTo>
                  <a:pt x="28" y="0"/>
                </a:moveTo>
                <a:cubicBezTo>
                  <a:pt x="21" y="0"/>
                  <a:pt x="14" y="3"/>
                  <a:pt x="8" y="8"/>
                </a:cubicBezTo>
                <a:cubicBezTo>
                  <a:pt x="3" y="14"/>
                  <a:pt x="0" y="21"/>
                  <a:pt x="0" y="28"/>
                </a:cubicBezTo>
                <a:cubicBezTo>
                  <a:pt x="0" y="35"/>
                  <a:pt x="3" y="43"/>
                  <a:pt x="8" y="48"/>
                </a:cubicBezTo>
                <a:cubicBezTo>
                  <a:pt x="14" y="54"/>
                  <a:pt x="21" y="56"/>
                  <a:pt x="28" y="56"/>
                </a:cubicBezTo>
                <a:cubicBezTo>
                  <a:pt x="35" y="56"/>
                  <a:pt x="43" y="54"/>
                  <a:pt x="48" y="48"/>
                </a:cubicBezTo>
                <a:cubicBezTo>
                  <a:pt x="54" y="43"/>
                  <a:pt x="56" y="35"/>
                  <a:pt x="56" y="28"/>
                </a:cubicBezTo>
                <a:cubicBezTo>
                  <a:pt x="56" y="21"/>
                  <a:pt x="54" y="14"/>
                  <a:pt x="48" y="8"/>
                </a:cubicBezTo>
                <a:cubicBezTo>
                  <a:pt x="50" y="7"/>
                  <a:pt x="50" y="7"/>
                  <a:pt x="50" y="7"/>
                </a:cubicBezTo>
                <a:cubicBezTo>
                  <a:pt x="50" y="7"/>
                  <a:pt x="50" y="7"/>
                  <a:pt x="50" y="7"/>
                </a:cubicBezTo>
                <a:cubicBezTo>
                  <a:pt x="48" y="8"/>
                  <a:pt x="48" y="8"/>
                  <a:pt x="48" y="8"/>
                </a:cubicBezTo>
                <a:cubicBezTo>
                  <a:pt x="43" y="3"/>
                  <a:pt x="35"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49" name="Freeform 1107"/>
          <p:cNvSpPr>
            <a:spLocks noEditPoints="1"/>
          </p:cNvSpPr>
          <p:nvPr/>
        </p:nvSpPr>
        <p:spPr bwMode="auto">
          <a:xfrm>
            <a:off x="-377055" y="3867150"/>
            <a:ext cx="265113" cy="265113"/>
          </a:xfrm>
          <a:custGeom>
            <a:avLst/>
            <a:gdLst>
              <a:gd name="T0" fmla="*/ 32 w 64"/>
              <a:gd name="T1" fmla="*/ 60 h 64"/>
              <a:gd name="T2" fmla="*/ 12 w 64"/>
              <a:gd name="T3" fmla="*/ 52 h 64"/>
              <a:gd name="T4" fmla="*/ 4 w 64"/>
              <a:gd name="T5" fmla="*/ 32 h 64"/>
              <a:gd name="T6" fmla="*/ 12 w 64"/>
              <a:gd name="T7" fmla="*/ 12 h 64"/>
              <a:gd name="T8" fmla="*/ 32 w 64"/>
              <a:gd name="T9" fmla="*/ 4 h 64"/>
              <a:gd name="T10" fmla="*/ 52 w 64"/>
              <a:gd name="T11" fmla="*/ 12 h 64"/>
              <a:gd name="T12" fmla="*/ 54 w 64"/>
              <a:gd name="T13" fmla="*/ 11 h 64"/>
              <a:gd name="T14" fmla="*/ 55 w 64"/>
              <a:gd name="T15" fmla="*/ 9 h 64"/>
              <a:gd name="T16" fmla="*/ 54 w 64"/>
              <a:gd name="T17" fmla="*/ 11 h 64"/>
              <a:gd name="T18" fmla="*/ 52 w 64"/>
              <a:gd name="T19" fmla="*/ 12 h 64"/>
              <a:gd name="T20" fmla="*/ 60 w 64"/>
              <a:gd name="T21" fmla="*/ 32 h 64"/>
              <a:gd name="T22" fmla="*/ 52 w 64"/>
              <a:gd name="T23" fmla="*/ 52 h 64"/>
              <a:gd name="T24" fmla="*/ 32 w 64"/>
              <a:gd name="T25" fmla="*/ 60 h 64"/>
              <a:gd name="T26" fmla="*/ 32 w 64"/>
              <a:gd name="T27" fmla="*/ 0 h 64"/>
              <a:gd name="T28" fmla="*/ 32 w 64"/>
              <a:gd name="T29" fmla="*/ 0 h 64"/>
              <a:gd name="T30" fmla="*/ 9 w 64"/>
              <a:gd name="T31" fmla="*/ 9 h 64"/>
              <a:gd name="T32" fmla="*/ 0 w 64"/>
              <a:gd name="T33" fmla="*/ 32 h 64"/>
              <a:gd name="T34" fmla="*/ 9 w 64"/>
              <a:gd name="T35" fmla="*/ 55 h 64"/>
              <a:gd name="T36" fmla="*/ 30 w 64"/>
              <a:gd name="T37" fmla="*/ 64 h 64"/>
              <a:gd name="T38" fmla="*/ 32 w 64"/>
              <a:gd name="T39" fmla="*/ 64 h 64"/>
              <a:gd name="T40" fmla="*/ 32 w 64"/>
              <a:gd name="T41" fmla="*/ 64 h 64"/>
              <a:gd name="T42" fmla="*/ 34 w 64"/>
              <a:gd name="T43" fmla="*/ 64 h 64"/>
              <a:gd name="T44" fmla="*/ 55 w 64"/>
              <a:gd name="T45" fmla="*/ 55 h 64"/>
              <a:gd name="T46" fmla="*/ 64 w 64"/>
              <a:gd name="T47" fmla="*/ 32 h 64"/>
              <a:gd name="T48" fmla="*/ 55 w 64"/>
              <a:gd name="T49" fmla="*/ 9 h 64"/>
              <a:gd name="T50" fmla="*/ 55 w 64"/>
              <a:gd name="T51" fmla="*/ 9 h 64"/>
              <a:gd name="T52" fmla="*/ 32 w 64"/>
              <a:gd name="T53"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4" h="64">
                <a:moveTo>
                  <a:pt x="32" y="60"/>
                </a:moveTo>
                <a:cubicBezTo>
                  <a:pt x="25" y="60"/>
                  <a:pt x="18" y="58"/>
                  <a:pt x="12" y="52"/>
                </a:cubicBezTo>
                <a:cubicBezTo>
                  <a:pt x="7" y="47"/>
                  <a:pt x="4" y="39"/>
                  <a:pt x="4" y="32"/>
                </a:cubicBezTo>
                <a:cubicBezTo>
                  <a:pt x="4" y="25"/>
                  <a:pt x="7" y="18"/>
                  <a:pt x="12" y="12"/>
                </a:cubicBezTo>
                <a:cubicBezTo>
                  <a:pt x="18" y="7"/>
                  <a:pt x="25" y="4"/>
                  <a:pt x="32" y="4"/>
                </a:cubicBezTo>
                <a:cubicBezTo>
                  <a:pt x="39" y="4"/>
                  <a:pt x="47" y="7"/>
                  <a:pt x="52" y="12"/>
                </a:cubicBezTo>
                <a:cubicBezTo>
                  <a:pt x="54" y="11"/>
                  <a:pt x="54" y="11"/>
                  <a:pt x="54" y="11"/>
                </a:cubicBezTo>
                <a:cubicBezTo>
                  <a:pt x="55" y="9"/>
                  <a:pt x="55" y="9"/>
                  <a:pt x="55" y="9"/>
                </a:cubicBezTo>
                <a:cubicBezTo>
                  <a:pt x="54" y="11"/>
                  <a:pt x="54" y="11"/>
                  <a:pt x="54" y="11"/>
                </a:cubicBezTo>
                <a:cubicBezTo>
                  <a:pt x="52" y="12"/>
                  <a:pt x="52" y="12"/>
                  <a:pt x="52" y="12"/>
                </a:cubicBezTo>
                <a:cubicBezTo>
                  <a:pt x="58" y="18"/>
                  <a:pt x="60" y="25"/>
                  <a:pt x="60" y="32"/>
                </a:cubicBezTo>
                <a:cubicBezTo>
                  <a:pt x="60" y="39"/>
                  <a:pt x="58" y="47"/>
                  <a:pt x="52" y="52"/>
                </a:cubicBezTo>
                <a:cubicBezTo>
                  <a:pt x="47" y="58"/>
                  <a:pt x="39" y="60"/>
                  <a:pt x="32" y="60"/>
                </a:cubicBezTo>
                <a:moveTo>
                  <a:pt x="32" y="0"/>
                </a:moveTo>
                <a:cubicBezTo>
                  <a:pt x="32" y="0"/>
                  <a:pt x="32" y="0"/>
                  <a:pt x="32" y="0"/>
                </a:cubicBezTo>
                <a:cubicBezTo>
                  <a:pt x="24" y="0"/>
                  <a:pt x="16" y="3"/>
                  <a:pt x="9" y="9"/>
                </a:cubicBezTo>
                <a:cubicBezTo>
                  <a:pt x="3" y="16"/>
                  <a:pt x="0" y="24"/>
                  <a:pt x="0" y="32"/>
                </a:cubicBezTo>
                <a:cubicBezTo>
                  <a:pt x="0" y="40"/>
                  <a:pt x="3" y="49"/>
                  <a:pt x="9" y="55"/>
                </a:cubicBezTo>
                <a:cubicBezTo>
                  <a:pt x="15" y="61"/>
                  <a:pt x="22" y="64"/>
                  <a:pt x="30" y="64"/>
                </a:cubicBezTo>
                <a:cubicBezTo>
                  <a:pt x="30" y="64"/>
                  <a:pt x="31" y="64"/>
                  <a:pt x="32" y="64"/>
                </a:cubicBezTo>
                <a:cubicBezTo>
                  <a:pt x="32" y="64"/>
                  <a:pt x="32" y="64"/>
                  <a:pt x="32" y="64"/>
                </a:cubicBezTo>
                <a:cubicBezTo>
                  <a:pt x="33" y="64"/>
                  <a:pt x="33" y="64"/>
                  <a:pt x="34" y="64"/>
                </a:cubicBezTo>
                <a:cubicBezTo>
                  <a:pt x="41" y="64"/>
                  <a:pt x="49" y="61"/>
                  <a:pt x="55" y="55"/>
                </a:cubicBezTo>
                <a:cubicBezTo>
                  <a:pt x="61" y="49"/>
                  <a:pt x="64" y="40"/>
                  <a:pt x="64" y="32"/>
                </a:cubicBezTo>
                <a:cubicBezTo>
                  <a:pt x="64" y="24"/>
                  <a:pt x="61" y="16"/>
                  <a:pt x="55" y="9"/>
                </a:cubicBezTo>
                <a:cubicBezTo>
                  <a:pt x="55" y="9"/>
                  <a:pt x="55" y="9"/>
                  <a:pt x="55" y="9"/>
                </a:cubicBezTo>
                <a:cubicBezTo>
                  <a:pt x="49" y="3"/>
                  <a:pt x="40"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50" name="Freeform 1108"/>
          <p:cNvSpPr>
            <a:spLocks/>
          </p:cNvSpPr>
          <p:nvPr/>
        </p:nvSpPr>
        <p:spPr bwMode="auto">
          <a:xfrm>
            <a:off x="-327843" y="3921125"/>
            <a:ext cx="169863" cy="157163"/>
          </a:xfrm>
          <a:custGeom>
            <a:avLst/>
            <a:gdLst>
              <a:gd name="T0" fmla="*/ 20 w 41"/>
              <a:gd name="T1" fmla="*/ 0 h 38"/>
              <a:gd name="T2" fmla="*/ 7 w 41"/>
              <a:gd name="T3" fmla="*/ 6 h 38"/>
              <a:gd name="T4" fmla="*/ 7 w 41"/>
              <a:gd name="T5" fmla="*/ 32 h 38"/>
              <a:gd name="T6" fmla="*/ 20 w 41"/>
              <a:gd name="T7" fmla="*/ 38 h 38"/>
              <a:gd name="T8" fmla="*/ 33 w 41"/>
              <a:gd name="T9" fmla="*/ 32 h 38"/>
              <a:gd name="T10" fmla="*/ 33 w 41"/>
              <a:gd name="T11" fmla="*/ 6 h 38"/>
              <a:gd name="T12" fmla="*/ 20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0" y="0"/>
                </a:moveTo>
                <a:cubicBezTo>
                  <a:pt x="15" y="0"/>
                  <a:pt x="11" y="2"/>
                  <a:pt x="7" y="6"/>
                </a:cubicBezTo>
                <a:cubicBezTo>
                  <a:pt x="0" y="13"/>
                  <a:pt x="0" y="25"/>
                  <a:pt x="7" y="32"/>
                </a:cubicBezTo>
                <a:cubicBezTo>
                  <a:pt x="11" y="36"/>
                  <a:pt x="15" y="38"/>
                  <a:pt x="20" y="38"/>
                </a:cubicBezTo>
                <a:cubicBezTo>
                  <a:pt x="25" y="38"/>
                  <a:pt x="30" y="36"/>
                  <a:pt x="33" y="32"/>
                </a:cubicBezTo>
                <a:cubicBezTo>
                  <a:pt x="41" y="25"/>
                  <a:pt x="41" y="13"/>
                  <a:pt x="33"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51" name="Freeform 1109"/>
          <p:cNvSpPr>
            <a:spLocks noEditPoints="1"/>
          </p:cNvSpPr>
          <p:nvPr/>
        </p:nvSpPr>
        <p:spPr bwMode="auto">
          <a:xfrm>
            <a:off x="-3047231" y="1243012"/>
            <a:ext cx="236538" cy="236538"/>
          </a:xfrm>
          <a:custGeom>
            <a:avLst/>
            <a:gdLst>
              <a:gd name="T0" fmla="*/ 28 w 57"/>
              <a:gd name="T1" fmla="*/ 47 h 57"/>
              <a:gd name="T2" fmla="*/ 15 w 57"/>
              <a:gd name="T3" fmla="*/ 42 h 57"/>
              <a:gd name="T4" fmla="*/ 15 w 57"/>
              <a:gd name="T5" fmla="*/ 15 h 57"/>
              <a:gd name="T6" fmla="*/ 28 w 57"/>
              <a:gd name="T7" fmla="*/ 10 h 57"/>
              <a:gd name="T8" fmla="*/ 42 w 57"/>
              <a:gd name="T9" fmla="*/ 15 h 57"/>
              <a:gd name="T10" fmla="*/ 42 w 57"/>
              <a:gd name="T11" fmla="*/ 42 h 57"/>
              <a:gd name="T12" fmla="*/ 28 w 57"/>
              <a:gd name="T13" fmla="*/ 47 h 57"/>
              <a:gd name="T14" fmla="*/ 28 w 57"/>
              <a:gd name="T15" fmla="*/ 0 h 57"/>
              <a:gd name="T16" fmla="*/ 8 w 57"/>
              <a:gd name="T17" fmla="*/ 9 h 57"/>
              <a:gd name="T18" fmla="*/ 0 w 57"/>
              <a:gd name="T19" fmla="*/ 29 h 57"/>
              <a:gd name="T20" fmla="*/ 8 w 57"/>
              <a:gd name="T21" fmla="*/ 49 h 57"/>
              <a:gd name="T22" fmla="*/ 28 w 57"/>
              <a:gd name="T23" fmla="*/ 57 h 57"/>
              <a:gd name="T24" fmla="*/ 48 w 57"/>
              <a:gd name="T25" fmla="*/ 49 h 57"/>
              <a:gd name="T26" fmla="*/ 57 w 57"/>
              <a:gd name="T27" fmla="*/ 29 h 57"/>
              <a:gd name="T28" fmla="*/ 48 w 57"/>
              <a:gd name="T29" fmla="*/ 9 h 57"/>
              <a:gd name="T30" fmla="*/ 50 w 57"/>
              <a:gd name="T31" fmla="*/ 7 h 57"/>
              <a:gd name="T32" fmla="*/ 50 w 57"/>
              <a:gd name="T33" fmla="*/ 7 h 57"/>
              <a:gd name="T34" fmla="*/ 48 w 57"/>
              <a:gd name="T35" fmla="*/ 9 h 57"/>
              <a:gd name="T36" fmla="*/ 28 w 57"/>
              <a:gd name="T3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57">
                <a:moveTo>
                  <a:pt x="28" y="47"/>
                </a:moveTo>
                <a:cubicBezTo>
                  <a:pt x="24" y="47"/>
                  <a:pt x="19" y="46"/>
                  <a:pt x="15" y="42"/>
                </a:cubicBezTo>
                <a:cubicBezTo>
                  <a:pt x="8" y="35"/>
                  <a:pt x="8" y="23"/>
                  <a:pt x="15" y="15"/>
                </a:cubicBezTo>
                <a:cubicBezTo>
                  <a:pt x="19" y="12"/>
                  <a:pt x="24" y="10"/>
                  <a:pt x="28" y="10"/>
                </a:cubicBezTo>
                <a:cubicBezTo>
                  <a:pt x="33" y="10"/>
                  <a:pt x="38" y="12"/>
                  <a:pt x="42" y="15"/>
                </a:cubicBezTo>
                <a:cubicBezTo>
                  <a:pt x="49" y="23"/>
                  <a:pt x="49" y="35"/>
                  <a:pt x="42" y="42"/>
                </a:cubicBezTo>
                <a:cubicBezTo>
                  <a:pt x="38" y="46"/>
                  <a:pt x="33" y="47"/>
                  <a:pt x="28" y="47"/>
                </a:cubicBezTo>
                <a:moveTo>
                  <a:pt x="28" y="0"/>
                </a:moveTo>
                <a:cubicBezTo>
                  <a:pt x="21" y="0"/>
                  <a:pt x="14" y="3"/>
                  <a:pt x="8" y="9"/>
                </a:cubicBezTo>
                <a:cubicBezTo>
                  <a:pt x="3" y="14"/>
                  <a:pt x="0" y="21"/>
                  <a:pt x="0" y="29"/>
                </a:cubicBezTo>
                <a:cubicBezTo>
                  <a:pt x="0" y="36"/>
                  <a:pt x="3" y="43"/>
                  <a:pt x="8" y="49"/>
                </a:cubicBezTo>
                <a:cubicBezTo>
                  <a:pt x="14" y="54"/>
                  <a:pt x="21" y="57"/>
                  <a:pt x="28" y="57"/>
                </a:cubicBezTo>
                <a:cubicBezTo>
                  <a:pt x="36" y="57"/>
                  <a:pt x="43" y="54"/>
                  <a:pt x="48" y="49"/>
                </a:cubicBezTo>
                <a:cubicBezTo>
                  <a:pt x="54" y="43"/>
                  <a:pt x="57" y="36"/>
                  <a:pt x="57" y="29"/>
                </a:cubicBezTo>
                <a:cubicBezTo>
                  <a:pt x="57" y="21"/>
                  <a:pt x="54" y="14"/>
                  <a:pt x="48" y="9"/>
                </a:cubicBezTo>
                <a:cubicBezTo>
                  <a:pt x="50" y="7"/>
                  <a:pt x="50" y="7"/>
                  <a:pt x="50" y="7"/>
                </a:cubicBezTo>
                <a:cubicBezTo>
                  <a:pt x="50" y="7"/>
                  <a:pt x="50" y="7"/>
                  <a:pt x="50" y="7"/>
                </a:cubicBezTo>
                <a:cubicBezTo>
                  <a:pt x="48" y="9"/>
                  <a:pt x="48" y="9"/>
                  <a:pt x="48" y="9"/>
                </a:cubicBezTo>
                <a:cubicBezTo>
                  <a:pt x="43" y="3"/>
                  <a:pt x="36"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52" name="Freeform 1110"/>
          <p:cNvSpPr>
            <a:spLocks noEditPoints="1"/>
          </p:cNvSpPr>
          <p:nvPr/>
        </p:nvSpPr>
        <p:spPr bwMode="auto">
          <a:xfrm>
            <a:off x="-3063106" y="1225550"/>
            <a:ext cx="269875" cy="269875"/>
          </a:xfrm>
          <a:custGeom>
            <a:avLst/>
            <a:gdLst>
              <a:gd name="T0" fmla="*/ 32 w 65"/>
              <a:gd name="T1" fmla="*/ 61 h 65"/>
              <a:gd name="T2" fmla="*/ 12 w 65"/>
              <a:gd name="T3" fmla="*/ 53 h 65"/>
              <a:gd name="T4" fmla="*/ 4 w 65"/>
              <a:gd name="T5" fmla="*/ 33 h 65"/>
              <a:gd name="T6" fmla="*/ 12 w 65"/>
              <a:gd name="T7" fmla="*/ 13 h 65"/>
              <a:gd name="T8" fmla="*/ 32 w 65"/>
              <a:gd name="T9" fmla="*/ 4 h 65"/>
              <a:gd name="T10" fmla="*/ 52 w 65"/>
              <a:gd name="T11" fmla="*/ 13 h 65"/>
              <a:gd name="T12" fmla="*/ 54 w 65"/>
              <a:gd name="T13" fmla="*/ 11 h 65"/>
              <a:gd name="T14" fmla="*/ 55 w 65"/>
              <a:gd name="T15" fmla="*/ 10 h 65"/>
              <a:gd name="T16" fmla="*/ 54 w 65"/>
              <a:gd name="T17" fmla="*/ 11 h 65"/>
              <a:gd name="T18" fmla="*/ 52 w 65"/>
              <a:gd name="T19" fmla="*/ 13 h 65"/>
              <a:gd name="T20" fmla="*/ 61 w 65"/>
              <a:gd name="T21" fmla="*/ 33 h 65"/>
              <a:gd name="T22" fmla="*/ 52 w 65"/>
              <a:gd name="T23" fmla="*/ 53 h 65"/>
              <a:gd name="T24" fmla="*/ 32 w 65"/>
              <a:gd name="T25" fmla="*/ 61 h 65"/>
              <a:gd name="T26" fmla="*/ 32 w 65"/>
              <a:gd name="T27" fmla="*/ 0 h 65"/>
              <a:gd name="T28" fmla="*/ 32 w 65"/>
              <a:gd name="T29" fmla="*/ 0 h 65"/>
              <a:gd name="T30" fmla="*/ 10 w 65"/>
              <a:gd name="T31" fmla="*/ 10 h 65"/>
              <a:gd name="T32" fmla="*/ 0 w 65"/>
              <a:gd name="T33" fmla="*/ 33 h 65"/>
              <a:gd name="T34" fmla="*/ 10 w 65"/>
              <a:gd name="T35" fmla="*/ 56 h 65"/>
              <a:gd name="T36" fmla="*/ 32 w 65"/>
              <a:gd name="T37" fmla="*/ 65 h 65"/>
              <a:gd name="T38" fmla="*/ 32 w 65"/>
              <a:gd name="T39" fmla="*/ 65 h 65"/>
              <a:gd name="T40" fmla="*/ 55 w 65"/>
              <a:gd name="T41" fmla="*/ 56 h 65"/>
              <a:gd name="T42" fmla="*/ 65 w 65"/>
              <a:gd name="T43" fmla="*/ 33 h 65"/>
              <a:gd name="T44" fmla="*/ 65 w 65"/>
              <a:gd name="T45" fmla="*/ 32 h 65"/>
              <a:gd name="T46" fmla="*/ 64 w 65"/>
              <a:gd name="T47" fmla="*/ 28 h 65"/>
              <a:gd name="T48" fmla="*/ 55 w 65"/>
              <a:gd name="T49" fmla="*/ 10 h 65"/>
              <a:gd name="T50" fmla="*/ 55 w 65"/>
              <a:gd name="T51" fmla="*/ 10 h 65"/>
              <a:gd name="T52" fmla="*/ 32 w 65"/>
              <a:gd name="T5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65">
                <a:moveTo>
                  <a:pt x="32" y="61"/>
                </a:moveTo>
                <a:cubicBezTo>
                  <a:pt x="25" y="61"/>
                  <a:pt x="18" y="58"/>
                  <a:pt x="12" y="53"/>
                </a:cubicBezTo>
                <a:cubicBezTo>
                  <a:pt x="7" y="47"/>
                  <a:pt x="4" y="40"/>
                  <a:pt x="4" y="33"/>
                </a:cubicBezTo>
                <a:cubicBezTo>
                  <a:pt x="4" y="25"/>
                  <a:pt x="7" y="18"/>
                  <a:pt x="12" y="13"/>
                </a:cubicBezTo>
                <a:cubicBezTo>
                  <a:pt x="18" y="7"/>
                  <a:pt x="25" y="4"/>
                  <a:pt x="32" y="4"/>
                </a:cubicBezTo>
                <a:cubicBezTo>
                  <a:pt x="40" y="4"/>
                  <a:pt x="47" y="7"/>
                  <a:pt x="52" y="13"/>
                </a:cubicBezTo>
                <a:cubicBezTo>
                  <a:pt x="54" y="11"/>
                  <a:pt x="54" y="11"/>
                  <a:pt x="54" y="11"/>
                </a:cubicBezTo>
                <a:cubicBezTo>
                  <a:pt x="55" y="10"/>
                  <a:pt x="55" y="10"/>
                  <a:pt x="55" y="10"/>
                </a:cubicBezTo>
                <a:cubicBezTo>
                  <a:pt x="54" y="11"/>
                  <a:pt x="54" y="11"/>
                  <a:pt x="54" y="11"/>
                </a:cubicBezTo>
                <a:cubicBezTo>
                  <a:pt x="52" y="13"/>
                  <a:pt x="52" y="13"/>
                  <a:pt x="52" y="13"/>
                </a:cubicBezTo>
                <a:cubicBezTo>
                  <a:pt x="58" y="18"/>
                  <a:pt x="61" y="25"/>
                  <a:pt x="61" y="33"/>
                </a:cubicBezTo>
                <a:cubicBezTo>
                  <a:pt x="61" y="40"/>
                  <a:pt x="58" y="47"/>
                  <a:pt x="52" y="53"/>
                </a:cubicBezTo>
                <a:cubicBezTo>
                  <a:pt x="47" y="58"/>
                  <a:pt x="40" y="61"/>
                  <a:pt x="32" y="61"/>
                </a:cubicBezTo>
                <a:moveTo>
                  <a:pt x="32" y="0"/>
                </a:moveTo>
                <a:cubicBezTo>
                  <a:pt x="32" y="0"/>
                  <a:pt x="32" y="0"/>
                  <a:pt x="32" y="0"/>
                </a:cubicBezTo>
                <a:cubicBezTo>
                  <a:pt x="24" y="0"/>
                  <a:pt x="16" y="4"/>
                  <a:pt x="10" y="10"/>
                </a:cubicBezTo>
                <a:cubicBezTo>
                  <a:pt x="3" y="16"/>
                  <a:pt x="0" y="24"/>
                  <a:pt x="0" y="33"/>
                </a:cubicBezTo>
                <a:cubicBezTo>
                  <a:pt x="0" y="41"/>
                  <a:pt x="3" y="49"/>
                  <a:pt x="10" y="56"/>
                </a:cubicBezTo>
                <a:cubicBezTo>
                  <a:pt x="16" y="62"/>
                  <a:pt x="24" y="65"/>
                  <a:pt x="32" y="65"/>
                </a:cubicBezTo>
                <a:cubicBezTo>
                  <a:pt x="32" y="65"/>
                  <a:pt x="32" y="65"/>
                  <a:pt x="32" y="65"/>
                </a:cubicBezTo>
                <a:cubicBezTo>
                  <a:pt x="41" y="65"/>
                  <a:pt x="49" y="62"/>
                  <a:pt x="55" y="56"/>
                </a:cubicBezTo>
                <a:cubicBezTo>
                  <a:pt x="62" y="49"/>
                  <a:pt x="65" y="41"/>
                  <a:pt x="65" y="33"/>
                </a:cubicBezTo>
                <a:cubicBezTo>
                  <a:pt x="65" y="33"/>
                  <a:pt x="65" y="32"/>
                  <a:pt x="65" y="32"/>
                </a:cubicBezTo>
                <a:cubicBezTo>
                  <a:pt x="65" y="31"/>
                  <a:pt x="65" y="30"/>
                  <a:pt x="64" y="28"/>
                </a:cubicBezTo>
                <a:cubicBezTo>
                  <a:pt x="63" y="21"/>
                  <a:pt x="60" y="15"/>
                  <a:pt x="55" y="10"/>
                </a:cubicBezTo>
                <a:cubicBezTo>
                  <a:pt x="55" y="10"/>
                  <a:pt x="55" y="10"/>
                  <a:pt x="55" y="10"/>
                </a:cubicBezTo>
                <a:cubicBezTo>
                  <a:pt x="49" y="4"/>
                  <a:pt x="41"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53" name="Freeform 1111"/>
          <p:cNvSpPr>
            <a:spLocks/>
          </p:cNvSpPr>
          <p:nvPr/>
        </p:nvSpPr>
        <p:spPr bwMode="auto">
          <a:xfrm>
            <a:off x="-3013893" y="1284287"/>
            <a:ext cx="169863" cy="153988"/>
          </a:xfrm>
          <a:custGeom>
            <a:avLst/>
            <a:gdLst>
              <a:gd name="T0" fmla="*/ 20 w 41"/>
              <a:gd name="T1" fmla="*/ 0 h 37"/>
              <a:gd name="T2" fmla="*/ 7 w 41"/>
              <a:gd name="T3" fmla="*/ 5 h 37"/>
              <a:gd name="T4" fmla="*/ 7 w 41"/>
              <a:gd name="T5" fmla="*/ 32 h 37"/>
              <a:gd name="T6" fmla="*/ 20 w 41"/>
              <a:gd name="T7" fmla="*/ 37 h 37"/>
              <a:gd name="T8" fmla="*/ 34 w 41"/>
              <a:gd name="T9" fmla="*/ 32 h 37"/>
              <a:gd name="T10" fmla="*/ 34 w 41"/>
              <a:gd name="T11" fmla="*/ 5 h 37"/>
              <a:gd name="T12" fmla="*/ 20 w 41"/>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41" h="37">
                <a:moveTo>
                  <a:pt x="20" y="0"/>
                </a:moveTo>
                <a:cubicBezTo>
                  <a:pt x="16" y="0"/>
                  <a:pt x="11" y="2"/>
                  <a:pt x="7" y="5"/>
                </a:cubicBezTo>
                <a:cubicBezTo>
                  <a:pt x="0" y="13"/>
                  <a:pt x="0" y="25"/>
                  <a:pt x="7" y="32"/>
                </a:cubicBezTo>
                <a:cubicBezTo>
                  <a:pt x="11" y="36"/>
                  <a:pt x="16" y="37"/>
                  <a:pt x="20" y="37"/>
                </a:cubicBezTo>
                <a:cubicBezTo>
                  <a:pt x="25" y="37"/>
                  <a:pt x="30" y="36"/>
                  <a:pt x="34" y="32"/>
                </a:cubicBezTo>
                <a:cubicBezTo>
                  <a:pt x="41" y="25"/>
                  <a:pt x="41" y="13"/>
                  <a:pt x="34" y="5"/>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54" name="Freeform 1112"/>
          <p:cNvSpPr>
            <a:spLocks noEditPoints="1"/>
          </p:cNvSpPr>
          <p:nvPr/>
        </p:nvSpPr>
        <p:spPr bwMode="auto">
          <a:xfrm>
            <a:off x="762770" y="-1439863"/>
            <a:ext cx="236538" cy="231775"/>
          </a:xfrm>
          <a:custGeom>
            <a:avLst/>
            <a:gdLst>
              <a:gd name="T0" fmla="*/ 29 w 57"/>
              <a:gd name="T1" fmla="*/ 47 h 56"/>
              <a:gd name="T2" fmla="*/ 15 w 57"/>
              <a:gd name="T3" fmla="*/ 41 h 56"/>
              <a:gd name="T4" fmla="*/ 15 w 57"/>
              <a:gd name="T5" fmla="*/ 15 h 56"/>
              <a:gd name="T6" fmla="*/ 29 w 57"/>
              <a:gd name="T7" fmla="*/ 9 h 56"/>
              <a:gd name="T8" fmla="*/ 42 w 57"/>
              <a:gd name="T9" fmla="*/ 15 h 56"/>
              <a:gd name="T10" fmla="*/ 42 w 57"/>
              <a:gd name="T11" fmla="*/ 41 h 56"/>
              <a:gd name="T12" fmla="*/ 29 w 57"/>
              <a:gd name="T13" fmla="*/ 47 h 56"/>
              <a:gd name="T14" fmla="*/ 29 w 57"/>
              <a:gd name="T15" fmla="*/ 0 h 56"/>
              <a:gd name="T16" fmla="*/ 9 w 57"/>
              <a:gd name="T17" fmla="*/ 8 h 56"/>
              <a:gd name="T18" fmla="*/ 0 w 57"/>
              <a:gd name="T19" fmla="*/ 28 h 56"/>
              <a:gd name="T20" fmla="*/ 9 w 57"/>
              <a:gd name="T21" fmla="*/ 48 h 56"/>
              <a:gd name="T22" fmla="*/ 29 w 57"/>
              <a:gd name="T23" fmla="*/ 56 h 56"/>
              <a:gd name="T24" fmla="*/ 49 w 57"/>
              <a:gd name="T25" fmla="*/ 48 h 56"/>
              <a:gd name="T26" fmla="*/ 57 w 57"/>
              <a:gd name="T27" fmla="*/ 28 h 56"/>
              <a:gd name="T28" fmla="*/ 49 w 57"/>
              <a:gd name="T29" fmla="*/ 8 h 56"/>
              <a:gd name="T30" fmla="*/ 50 w 57"/>
              <a:gd name="T31" fmla="*/ 7 h 56"/>
              <a:gd name="T32" fmla="*/ 50 w 57"/>
              <a:gd name="T33" fmla="*/ 7 h 56"/>
              <a:gd name="T34" fmla="*/ 49 w 57"/>
              <a:gd name="T35" fmla="*/ 8 h 56"/>
              <a:gd name="T36" fmla="*/ 29 w 57"/>
              <a:gd name="T3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56">
                <a:moveTo>
                  <a:pt x="29" y="47"/>
                </a:moveTo>
                <a:cubicBezTo>
                  <a:pt x="24" y="47"/>
                  <a:pt x="19" y="45"/>
                  <a:pt x="15" y="41"/>
                </a:cubicBezTo>
                <a:cubicBezTo>
                  <a:pt x="8" y="34"/>
                  <a:pt x="8" y="22"/>
                  <a:pt x="15" y="15"/>
                </a:cubicBezTo>
                <a:cubicBezTo>
                  <a:pt x="19" y="11"/>
                  <a:pt x="24" y="9"/>
                  <a:pt x="29" y="9"/>
                </a:cubicBezTo>
                <a:cubicBezTo>
                  <a:pt x="33" y="9"/>
                  <a:pt x="38" y="11"/>
                  <a:pt x="42" y="15"/>
                </a:cubicBezTo>
                <a:cubicBezTo>
                  <a:pt x="49" y="22"/>
                  <a:pt x="49" y="34"/>
                  <a:pt x="42" y="41"/>
                </a:cubicBezTo>
                <a:cubicBezTo>
                  <a:pt x="38" y="45"/>
                  <a:pt x="33" y="47"/>
                  <a:pt x="29" y="47"/>
                </a:cubicBezTo>
                <a:moveTo>
                  <a:pt x="29" y="0"/>
                </a:moveTo>
                <a:cubicBezTo>
                  <a:pt x="21" y="0"/>
                  <a:pt x="14" y="2"/>
                  <a:pt x="9" y="8"/>
                </a:cubicBezTo>
                <a:cubicBezTo>
                  <a:pt x="3" y="13"/>
                  <a:pt x="0" y="21"/>
                  <a:pt x="0" y="28"/>
                </a:cubicBezTo>
                <a:cubicBezTo>
                  <a:pt x="0" y="35"/>
                  <a:pt x="3" y="42"/>
                  <a:pt x="9" y="48"/>
                </a:cubicBezTo>
                <a:cubicBezTo>
                  <a:pt x="14" y="54"/>
                  <a:pt x="21" y="56"/>
                  <a:pt x="29" y="56"/>
                </a:cubicBezTo>
                <a:cubicBezTo>
                  <a:pt x="36" y="56"/>
                  <a:pt x="43" y="54"/>
                  <a:pt x="49" y="48"/>
                </a:cubicBezTo>
                <a:cubicBezTo>
                  <a:pt x="54" y="42"/>
                  <a:pt x="57" y="35"/>
                  <a:pt x="57" y="28"/>
                </a:cubicBezTo>
                <a:cubicBezTo>
                  <a:pt x="57" y="21"/>
                  <a:pt x="54" y="13"/>
                  <a:pt x="49" y="8"/>
                </a:cubicBezTo>
                <a:cubicBezTo>
                  <a:pt x="50" y="7"/>
                  <a:pt x="50" y="7"/>
                  <a:pt x="50" y="7"/>
                </a:cubicBezTo>
                <a:cubicBezTo>
                  <a:pt x="50" y="7"/>
                  <a:pt x="50" y="7"/>
                  <a:pt x="50" y="7"/>
                </a:cubicBezTo>
                <a:cubicBezTo>
                  <a:pt x="49" y="8"/>
                  <a:pt x="49" y="8"/>
                  <a:pt x="49" y="8"/>
                </a:cubicBezTo>
                <a:cubicBezTo>
                  <a:pt x="43" y="2"/>
                  <a:pt x="36" y="0"/>
                  <a:pt x="29"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55" name="Freeform 1113"/>
          <p:cNvSpPr>
            <a:spLocks noEditPoints="1"/>
          </p:cNvSpPr>
          <p:nvPr/>
        </p:nvSpPr>
        <p:spPr bwMode="auto">
          <a:xfrm>
            <a:off x="746895" y="-1455738"/>
            <a:ext cx="268288" cy="265113"/>
          </a:xfrm>
          <a:custGeom>
            <a:avLst/>
            <a:gdLst>
              <a:gd name="T0" fmla="*/ 33 w 65"/>
              <a:gd name="T1" fmla="*/ 60 h 64"/>
              <a:gd name="T2" fmla="*/ 13 w 65"/>
              <a:gd name="T3" fmla="*/ 52 h 64"/>
              <a:gd name="T4" fmla="*/ 4 w 65"/>
              <a:gd name="T5" fmla="*/ 32 h 64"/>
              <a:gd name="T6" fmla="*/ 13 w 65"/>
              <a:gd name="T7" fmla="*/ 12 h 64"/>
              <a:gd name="T8" fmla="*/ 33 w 65"/>
              <a:gd name="T9" fmla="*/ 4 h 64"/>
              <a:gd name="T10" fmla="*/ 53 w 65"/>
              <a:gd name="T11" fmla="*/ 12 h 64"/>
              <a:gd name="T12" fmla="*/ 54 w 65"/>
              <a:gd name="T13" fmla="*/ 11 h 64"/>
              <a:gd name="T14" fmla="*/ 55 w 65"/>
              <a:gd name="T15" fmla="*/ 9 h 64"/>
              <a:gd name="T16" fmla="*/ 54 w 65"/>
              <a:gd name="T17" fmla="*/ 11 h 64"/>
              <a:gd name="T18" fmla="*/ 53 w 65"/>
              <a:gd name="T19" fmla="*/ 12 h 64"/>
              <a:gd name="T20" fmla="*/ 61 w 65"/>
              <a:gd name="T21" fmla="*/ 32 h 64"/>
              <a:gd name="T22" fmla="*/ 53 w 65"/>
              <a:gd name="T23" fmla="*/ 52 h 64"/>
              <a:gd name="T24" fmla="*/ 33 w 65"/>
              <a:gd name="T25" fmla="*/ 60 h 64"/>
              <a:gd name="T26" fmla="*/ 33 w 65"/>
              <a:gd name="T27" fmla="*/ 0 h 64"/>
              <a:gd name="T28" fmla="*/ 33 w 65"/>
              <a:gd name="T29" fmla="*/ 0 h 64"/>
              <a:gd name="T30" fmla="*/ 32 w 65"/>
              <a:gd name="T31" fmla="*/ 0 h 64"/>
              <a:gd name="T32" fmla="*/ 28 w 65"/>
              <a:gd name="T33" fmla="*/ 0 h 64"/>
              <a:gd name="T34" fmla="*/ 10 w 65"/>
              <a:gd name="T35" fmla="*/ 9 h 64"/>
              <a:gd name="T36" fmla="*/ 0 w 65"/>
              <a:gd name="T37" fmla="*/ 32 h 64"/>
              <a:gd name="T38" fmla="*/ 10 w 65"/>
              <a:gd name="T39" fmla="*/ 55 h 64"/>
              <a:gd name="T40" fmla="*/ 33 w 65"/>
              <a:gd name="T41" fmla="*/ 64 h 64"/>
              <a:gd name="T42" fmla="*/ 33 w 65"/>
              <a:gd name="T43" fmla="*/ 64 h 64"/>
              <a:gd name="T44" fmla="*/ 55 w 65"/>
              <a:gd name="T45" fmla="*/ 55 h 64"/>
              <a:gd name="T46" fmla="*/ 65 w 65"/>
              <a:gd name="T47" fmla="*/ 32 h 64"/>
              <a:gd name="T48" fmla="*/ 55 w 65"/>
              <a:gd name="T49" fmla="*/ 9 h 64"/>
              <a:gd name="T50" fmla="*/ 55 w 65"/>
              <a:gd name="T51" fmla="*/ 9 h 64"/>
              <a:gd name="T52" fmla="*/ 33 w 65"/>
              <a:gd name="T53"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64">
                <a:moveTo>
                  <a:pt x="33" y="60"/>
                </a:moveTo>
                <a:cubicBezTo>
                  <a:pt x="25" y="60"/>
                  <a:pt x="18" y="58"/>
                  <a:pt x="13" y="52"/>
                </a:cubicBezTo>
                <a:cubicBezTo>
                  <a:pt x="7" y="46"/>
                  <a:pt x="4" y="39"/>
                  <a:pt x="4" y="32"/>
                </a:cubicBezTo>
                <a:cubicBezTo>
                  <a:pt x="4" y="25"/>
                  <a:pt x="7" y="17"/>
                  <a:pt x="13" y="12"/>
                </a:cubicBezTo>
                <a:cubicBezTo>
                  <a:pt x="18" y="6"/>
                  <a:pt x="25" y="4"/>
                  <a:pt x="33" y="4"/>
                </a:cubicBezTo>
                <a:cubicBezTo>
                  <a:pt x="40" y="4"/>
                  <a:pt x="47" y="6"/>
                  <a:pt x="53" y="12"/>
                </a:cubicBezTo>
                <a:cubicBezTo>
                  <a:pt x="54" y="11"/>
                  <a:pt x="54" y="11"/>
                  <a:pt x="54" y="11"/>
                </a:cubicBezTo>
                <a:cubicBezTo>
                  <a:pt x="55" y="9"/>
                  <a:pt x="55" y="9"/>
                  <a:pt x="55" y="9"/>
                </a:cubicBezTo>
                <a:cubicBezTo>
                  <a:pt x="54" y="11"/>
                  <a:pt x="54" y="11"/>
                  <a:pt x="54" y="11"/>
                </a:cubicBezTo>
                <a:cubicBezTo>
                  <a:pt x="53" y="12"/>
                  <a:pt x="53" y="12"/>
                  <a:pt x="53" y="12"/>
                </a:cubicBezTo>
                <a:cubicBezTo>
                  <a:pt x="58" y="17"/>
                  <a:pt x="61" y="25"/>
                  <a:pt x="61" y="32"/>
                </a:cubicBezTo>
                <a:cubicBezTo>
                  <a:pt x="61" y="39"/>
                  <a:pt x="58" y="46"/>
                  <a:pt x="53" y="52"/>
                </a:cubicBezTo>
                <a:cubicBezTo>
                  <a:pt x="47" y="58"/>
                  <a:pt x="40" y="60"/>
                  <a:pt x="33" y="60"/>
                </a:cubicBezTo>
                <a:moveTo>
                  <a:pt x="33" y="0"/>
                </a:moveTo>
                <a:cubicBezTo>
                  <a:pt x="33" y="0"/>
                  <a:pt x="33" y="0"/>
                  <a:pt x="33" y="0"/>
                </a:cubicBezTo>
                <a:cubicBezTo>
                  <a:pt x="33" y="0"/>
                  <a:pt x="32" y="0"/>
                  <a:pt x="32" y="0"/>
                </a:cubicBezTo>
                <a:cubicBezTo>
                  <a:pt x="31" y="0"/>
                  <a:pt x="30" y="0"/>
                  <a:pt x="28" y="0"/>
                </a:cubicBezTo>
                <a:cubicBezTo>
                  <a:pt x="22" y="1"/>
                  <a:pt x="15" y="4"/>
                  <a:pt x="10" y="9"/>
                </a:cubicBezTo>
                <a:cubicBezTo>
                  <a:pt x="3" y="15"/>
                  <a:pt x="0" y="24"/>
                  <a:pt x="0" y="32"/>
                </a:cubicBezTo>
                <a:cubicBezTo>
                  <a:pt x="0" y="40"/>
                  <a:pt x="3" y="49"/>
                  <a:pt x="10" y="55"/>
                </a:cubicBezTo>
                <a:cubicBezTo>
                  <a:pt x="16" y="61"/>
                  <a:pt x="24" y="64"/>
                  <a:pt x="33" y="64"/>
                </a:cubicBezTo>
                <a:cubicBezTo>
                  <a:pt x="33" y="64"/>
                  <a:pt x="33" y="64"/>
                  <a:pt x="33" y="64"/>
                </a:cubicBezTo>
                <a:cubicBezTo>
                  <a:pt x="41" y="64"/>
                  <a:pt x="49" y="61"/>
                  <a:pt x="55" y="55"/>
                </a:cubicBezTo>
                <a:cubicBezTo>
                  <a:pt x="62" y="49"/>
                  <a:pt x="65" y="40"/>
                  <a:pt x="65" y="32"/>
                </a:cubicBezTo>
                <a:cubicBezTo>
                  <a:pt x="65" y="24"/>
                  <a:pt x="62" y="15"/>
                  <a:pt x="55" y="9"/>
                </a:cubicBezTo>
                <a:cubicBezTo>
                  <a:pt x="55" y="9"/>
                  <a:pt x="55" y="9"/>
                  <a:pt x="55" y="9"/>
                </a:cubicBezTo>
                <a:cubicBezTo>
                  <a:pt x="49" y="3"/>
                  <a:pt x="41" y="0"/>
                  <a:pt x="3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56" name="Freeform 1114"/>
          <p:cNvSpPr>
            <a:spLocks/>
          </p:cNvSpPr>
          <p:nvPr/>
        </p:nvSpPr>
        <p:spPr bwMode="auto">
          <a:xfrm>
            <a:off x="796107" y="-1401763"/>
            <a:ext cx="169863" cy="157163"/>
          </a:xfrm>
          <a:custGeom>
            <a:avLst/>
            <a:gdLst>
              <a:gd name="T0" fmla="*/ 21 w 41"/>
              <a:gd name="T1" fmla="*/ 0 h 38"/>
              <a:gd name="T2" fmla="*/ 7 w 41"/>
              <a:gd name="T3" fmla="*/ 6 h 38"/>
              <a:gd name="T4" fmla="*/ 7 w 41"/>
              <a:gd name="T5" fmla="*/ 32 h 38"/>
              <a:gd name="T6" fmla="*/ 21 w 41"/>
              <a:gd name="T7" fmla="*/ 38 h 38"/>
              <a:gd name="T8" fmla="*/ 34 w 41"/>
              <a:gd name="T9" fmla="*/ 32 h 38"/>
              <a:gd name="T10" fmla="*/ 34 w 41"/>
              <a:gd name="T11" fmla="*/ 6 h 38"/>
              <a:gd name="T12" fmla="*/ 21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1" y="0"/>
                </a:moveTo>
                <a:cubicBezTo>
                  <a:pt x="16" y="0"/>
                  <a:pt x="11" y="2"/>
                  <a:pt x="7" y="6"/>
                </a:cubicBezTo>
                <a:cubicBezTo>
                  <a:pt x="0" y="13"/>
                  <a:pt x="0" y="25"/>
                  <a:pt x="7" y="32"/>
                </a:cubicBezTo>
                <a:cubicBezTo>
                  <a:pt x="11" y="36"/>
                  <a:pt x="16" y="38"/>
                  <a:pt x="21" y="38"/>
                </a:cubicBezTo>
                <a:cubicBezTo>
                  <a:pt x="25" y="38"/>
                  <a:pt x="30" y="36"/>
                  <a:pt x="34" y="32"/>
                </a:cubicBezTo>
                <a:cubicBezTo>
                  <a:pt x="41" y="25"/>
                  <a:pt x="41" y="13"/>
                  <a:pt x="34" y="6"/>
                </a:cubicBezTo>
                <a:cubicBezTo>
                  <a:pt x="30" y="2"/>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57" name="Freeform 1115"/>
          <p:cNvSpPr>
            <a:spLocks noEditPoints="1"/>
          </p:cNvSpPr>
          <p:nvPr/>
        </p:nvSpPr>
        <p:spPr bwMode="auto">
          <a:xfrm>
            <a:off x="953271" y="363538"/>
            <a:ext cx="231775" cy="236538"/>
          </a:xfrm>
          <a:custGeom>
            <a:avLst/>
            <a:gdLst>
              <a:gd name="T0" fmla="*/ 28 w 56"/>
              <a:gd name="T1" fmla="*/ 47 h 57"/>
              <a:gd name="T2" fmla="*/ 15 w 56"/>
              <a:gd name="T3" fmla="*/ 42 h 57"/>
              <a:gd name="T4" fmla="*/ 15 w 56"/>
              <a:gd name="T5" fmla="*/ 15 h 57"/>
              <a:gd name="T6" fmla="*/ 28 w 56"/>
              <a:gd name="T7" fmla="*/ 10 h 57"/>
              <a:gd name="T8" fmla="*/ 41 w 56"/>
              <a:gd name="T9" fmla="*/ 15 h 57"/>
              <a:gd name="T10" fmla="*/ 41 w 56"/>
              <a:gd name="T11" fmla="*/ 42 h 57"/>
              <a:gd name="T12" fmla="*/ 28 w 56"/>
              <a:gd name="T13" fmla="*/ 47 h 57"/>
              <a:gd name="T14" fmla="*/ 28 w 56"/>
              <a:gd name="T15" fmla="*/ 0 h 57"/>
              <a:gd name="T16" fmla="*/ 8 w 56"/>
              <a:gd name="T17" fmla="*/ 9 h 57"/>
              <a:gd name="T18" fmla="*/ 0 w 56"/>
              <a:gd name="T19" fmla="*/ 29 h 57"/>
              <a:gd name="T20" fmla="*/ 8 w 56"/>
              <a:gd name="T21" fmla="*/ 49 h 57"/>
              <a:gd name="T22" fmla="*/ 28 w 56"/>
              <a:gd name="T23" fmla="*/ 57 h 57"/>
              <a:gd name="T24" fmla="*/ 48 w 56"/>
              <a:gd name="T25" fmla="*/ 49 h 57"/>
              <a:gd name="T26" fmla="*/ 56 w 56"/>
              <a:gd name="T27" fmla="*/ 29 h 57"/>
              <a:gd name="T28" fmla="*/ 48 w 56"/>
              <a:gd name="T29" fmla="*/ 9 h 57"/>
              <a:gd name="T30" fmla="*/ 49 w 56"/>
              <a:gd name="T31" fmla="*/ 7 h 57"/>
              <a:gd name="T32" fmla="*/ 49 w 56"/>
              <a:gd name="T33" fmla="*/ 7 h 57"/>
              <a:gd name="T34" fmla="*/ 48 w 56"/>
              <a:gd name="T35" fmla="*/ 9 h 57"/>
              <a:gd name="T36" fmla="*/ 28 w 56"/>
              <a:gd name="T3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6" h="57">
                <a:moveTo>
                  <a:pt x="28" y="47"/>
                </a:moveTo>
                <a:cubicBezTo>
                  <a:pt x="23" y="47"/>
                  <a:pt x="18" y="45"/>
                  <a:pt x="15" y="42"/>
                </a:cubicBezTo>
                <a:cubicBezTo>
                  <a:pt x="7" y="34"/>
                  <a:pt x="7" y="23"/>
                  <a:pt x="15" y="15"/>
                </a:cubicBezTo>
                <a:cubicBezTo>
                  <a:pt x="18" y="12"/>
                  <a:pt x="23" y="10"/>
                  <a:pt x="28" y="10"/>
                </a:cubicBezTo>
                <a:cubicBezTo>
                  <a:pt x="33" y="10"/>
                  <a:pt x="37" y="12"/>
                  <a:pt x="41" y="15"/>
                </a:cubicBezTo>
                <a:cubicBezTo>
                  <a:pt x="48" y="23"/>
                  <a:pt x="48" y="34"/>
                  <a:pt x="41" y="42"/>
                </a:cubicBezTo>
                <a:cubicBezTo>
                  <a:pt x="37" y="45"/>
                  <a:pt x="33" y="47"/>
                  <a:pt x="28" y="47"/>
                </a:cubicBezTo>
                <a:moveTo>
                  <a:pt x="28" y="0"/>
                </a:moveTo>
                <a:cubicBezTo>
                  <a:pt x="21" y="0"/>
                  <a:pt x="13" y="3"/>
                  <a:pt x="8" y="9"/>
                </a:cubicBezTo>
                <a:cubicBezTo>
                  <a:pt x="2" y="14"/>
                  <a:pt x="0" y="21"/>
                  <a:pt x="0" y="29"/>
                </a:cubicBezTo>
                <a:cubicBezTo>
                  <a:pt x="0" y="36"/>
                  <a:pt x="2" y="43"/>
                  <a:pt x="8" y="49"/>
                </a:cubicBezTo>
                <a:cubicBezTo>
                  <a:pt x="13" y="54"/>
                  <a:pt x="21" y="57"/>
                  <a:pt x="28" y="57"/>
                </a:cubicBezTo>
                <a:cubicBezTo>
                  <a:pt x="35" y="57"/>
                  <a:pt x="42" y="54"/>
                  <a:pt x="48" y="49"/>
                </a:cubicBezTo>
                <a:cubicBezTo>
                  <a:pt x="53" y="43"/>
                  <a:pt x="56" y="36"/>
                  <a:pt x="56" y="29"/>
                </a:cubicBezTo>
                <a:cubicBezTo>
                  <a:pt x="56" y="21"/>
                  <a:pt x="53" y="14"/>
                  <a:pt x="48" y="9"/>
                </a:cubicBezTo>
                <a:cubicBezTo>
                  <a:pt x="49" y="7"/>
                  <a:pt x="49" y="7"/>
                  <a:pt x="49" y="7"/>
                </a:cubicBezTo>
                <a:cubicBezTo>
                  <a:pt x="49" y="7"/>
                  <a:pt x="49" y="7"/>
                  <a:pt x="49" y="7"/>
                </a:cubicBezTo>
                <a:cubicBezTo>
                  <a:pt x="48" y="9"/>
                  <a:pt x="48" y="9"/>
                  <a:pt x="48" y="9"/>
                </a:cubicBezTo>
                <a:cubicBezTo>
                  <a:pt x="42" y="3"/>
                  <a:pt x="35"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58" name="Freeform 1116"/>
          <p:cNvSpPr>
            <a:spLocks noEditPoints="1"/>
          </p:cNvSpPr>
          <p:nvPr/>
        </p:nvSpPr>
        <p:spPr bwMode="auto">
          <a:xfrm>
            <a:off x="937396" y="347663"/>
            <a:ext cx="265113" cy="269875"/>
          </a:xfrm>
          <a:custGeom>
            <a:avLst/>
            <a:gdLst>
              <a:gd name="T0" fmla="*/ 32 w 64"/>
              <a:gd name="T1" fmla="*/ 61 h 65"/>
              <a:gd name="T2" fmla="*/ 12 w 64"/>
              <a:gd name="T3" fmla="*/ 53 h 65"/>
              <a:gd name="T4" fmla="*/ 4 w 64"/>
              <a:gd name="T5" fmla="*/ 33 h 65"/>
              <a:gd name="T6" fmla="*/ 12 w 64"/>
              <a:gd name="T7" fmla="*/ 13 h 65"/>
              <a:gd name="T8" fmla="*/ 32 w 64"/>
              <a:gd name="T9" fmla="*/ 4 h 65"/>
              <a:gd name="T10" fmla="*/ 52 w 64"/>
              <a:gd name="T11" fmla="*/ 13 h 65"/>
              <a:gd name="T12" fmla="*/ 53 w 64"/>
              <a:gd name="T13" fmla="*/ 11 h 65"/>
              <a:gd name="T14" fmla="*/ 55 w 64"/>
              <a:gd name="T15" fmla="*/ 10 h 65"/>
              <a:gd name="T16" fmla="*/ 53 w 64"/>
              <a:gd name="T17" fmla="*/ 11 h 65"/>
              <a:gd name="T18" fmla="*/ 52 w 64"/>
              <a:gd name="T19" fmla="*/ 13 h 65"/>
              <a:gd name="T20" fmla="*/ 60 w 64"/>
              <a:gd name="T21" fmla="*/ 33 h 65"/>
              <a:gd name="T22" fmla="*/ 52 w 64"/>
              <a:gd name="T23" fmla="*/ 53 h 65"/>
              <a:gd name="T24" fmla="*/ 32 w 64"/>
              <a:gd name="T25" fmla="*/ 61 h 65"/>
              <a:gd name="T26" fmla="*/ 32 w 64"/>
              <a:gd name="T27" fmla="*/ 0 h 65"/>
              <a:gd name="T28" fmla="*/ 32 w 64"/>
              <a:gd name="T29" fmla="*/ 0 h 65"/>
              <a:gd name="T30" fmla="*/ 9 w 64"/>
              <a:gd name="T31" fmla="*/ 10 h 65"/>
              <a:gd name="T32" fmla="*/ 0 w 64"/>
              <a:gd name="T33" fmla="*/ 33 h 65"/>
              <a:gd name="T34" fmla="*/ 9 w 64"/>
              <a:gd name="T35" fmla="*/ 55 h 65"/>
              <a:gd name="T36" fmla="*/ 32 w 64"/>
              <a:gd name="T37" fmla="*/ 65 h 65"/>
              <a:gd name="T38" fmla="*/ 32 w 64"/>
              <a:gd name="T39" fmla="*/ 65 h 65"/>
              <a:gd name="T40" fmla="*/ 55 w 64"/>
              <a:gd name="T41" fmla="*/ 55 h 65"/>
              <a:gd name="T42" fmla="*/ 64 w 64"/>
              <a:gd name="T43" fmla="*/ 33 h 65"/>
              <a:gd name="T44" fmla="*/ 60 w 64"/>
              <a:gd name="T45" fmla="*/ 16 h 65"/>
              <a:gd name="T46" fmla="*/ 57 w 64"/>
              <a:gd name="T47" fmla="*/ 13 h 65"/>
              <a:gd name="T48" fmla="*/ 55 w 64"/>
              <a:gd name="T49" fmla="*/ 10 h 65"/>
              <a:gd name="T50" fmla="*/ 55 w 64"/>
              <a:gd name="T51" fmla="*/ 10 h 65"/>
              <a:gd name="T52" fmla="*/ 32 w 64"/>
              <a:gd name="T5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4" h="65">
                <a:moveTo>
                  <a:pt x="32" y="61"/>
                </a:moveTo>
                <a:cubicBezTo>
                  <a:pt x="25" y="61"/>
                  <a:pt x="17" y="58"/>
                  <a:pt x="12" y="53"/>
                </a:cubicBezTo>
                <a:cubicBezTo>
                  <a:pt x="6" y="47"/>
                  <a:pt x="4" y="40"/>
                  <a:pt x="4" y="33"/>
                </a:cubicBezTo>
                <a:cubicBezTo>
                  <a:pt x="4" y="25"/>
                  <a:pt x="6" y="18"/>
                  <a:pt x="12" y="13"/>
                </a:cubicBezTo>
                <a:cubicBezTo>
                  <a:pt x="17" y="7"/>
                  <a:pt x="25" y="4"/>
                  <a:pt x="32" y="4"/>
                </a:cubicBezTo>
                <a:cubicBezTo>
                  <a:pt x="39" y="4"/>
                  <a:pt x="46" y="7"/>
                  <a:pt x="52" y="13"/>
                </a:cubicBezTo>
                <a:cubicBezTo>
                  <a:pt x="53" y="11"/>
                  <a:pt x="53" y="11"/>
                  <a:pt x="53" y="11"/>
                </a:cubicBezTo>
                <a:cubicBezTo>
                  <a:pt x="55" y="10"/>
                  <a:pt x="55" y="10"/>
                  <a:pt x="55" y="10"/>
                </a:cubicBezTo>
                <a:cubicBezTo>
                  <a:pt x="53" y="11"/>
                  <a:pt x="53" y="11"/>
                  <a:pt x="53" y="11"/>
                </a:cubicBezTo>
                <a:cubicBezTo>
                  <a:pt x="52" y="13"/>
                  <a:pt x="52" y="13"/>
                  <a:pt x="52" y="13"/>
                </a:cubicBezTo>
                <a:cubicBezTo>
                  <a:pt x="57" y="18"/>
                  <a:pt x="60" y="25"/>
                  <a:pt x="60" y="33"/>
                </a:cubicBezTo>
                <a:cubicBezTo>
                  <a:pt x="60" y="40"/>
                  <a:pt x="57" y="47"/>
                  <a:pt x="52" y="53"/>
                </a:cubicBezTo>
                <a:cubicBezTo>
                  <a:pt x="46" y="58"/>
                  <a:pt x="39" y="61"/>
                  <a:pt x="32" y="61"/>
                </a:cubicBezTo>
                <a:moveTo>
                  <a:pt x="32" y="0"/>
                </a:moveTo>
                <a:cubicBezTo>
                  <a:pt x="32" y="0"/>
                  <a:pt x="32" y="0"/>
                  <a:pt x="32" y="0"/>
                </a:cubicBezTo>
                <a:cubicBezTo>
                  <a:pt x="24" y="0"/>
                  <a:pt x="15" y="3"/>
                  <a:pt x="9" y="10"/>
                </a:cubicBezTo>
                <a:cubicBezTo>
                  <a:pt x="3" y="16"/>
                  <a:pt x="0" y="24"/>
                  <a:pt x="0" y="33"/>
                </a:cubicBezTo>
                <a:cubicBezTo>
                  <a:pt x="0" y="41"/>
                  <a:pt x="3" y="49"/>
                  <a:pt x="9" y="55"/>
                </a:cubicBezTo>
                <a:cubicBezTo>
                  <a:pt x="15" y="62"/>
                  <a:pt x="24" y="65"/>
                  <a:pt x="32" y="65"/>
                </a:cubicBezTo>
                <a:cubicBezTo>
                  <a:pt x="32" y="65"/>
                  <a:pt x="32" y="65"/>
                  <a:pt x="32" y="65"/>
                </a:cubicBezTo>
                <a:cubicBezTo>
                  <a:pt x="40" y="65"/>
                  <a:pt x="48" y="62"/>
                  <a:pt x="55" y="55"/>
                </a:cubicBezTo>
                <a:cubicBezTo>
                  <a:pt x="61" y="49"/>
                  <a:pt x="64" y="41"/>
                  <a:pt x="64" y="33"/>
                </a:cubicBezTo>
                <a:cubicBezTo>
                  <a:pt x="64" y="27"/>
                  <a:pt x="63" y="21"/>
                  <a:pt x="60" y="16"/>
                </a:cubicBezTo>
                <a:cubicBezTo>
                  <a:pt x="59" y="15"/>
                  <a:pt x="58" y="14"/>
                  <a:pt x="57" y="13"/>
                </a:cubicBezTo>
                <a:cubicBezTo>
                  <a:pt x="57" y="12"/>
                  <a:pt x="56" y="11"/>
                  <a:pt x="55" y="10"/>
                </a:cubicBezTo>
                <a:cubicBezTo>
                  <a:pt x="55" y="10"/>
                  <a:pt x="55" y="10"/>
                  <a:pt x="55" y="10"/>
                </a:cubicBezTo>
                <a:cubicBezTo>
                  <a:pt x="48" y="3"/>
                  <a:pt x="40"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59" name="Freeform 1117"/>
          <p:cNvSpPr>
            <a:spLocks/>
          </p:cNvSpPr>
          <p:nvPr/>
        </p:nvSpPr>
        <p:spPr bwMode="auto">
          <a:xfrm>
            <a:off x="981846" y="404813"/>
            <a:ext cx="169863" cy="153988"/>
          </a:xfrm>
          <a:custGeom>
            <a:avLst/>
            <a:gdLst>
              <a:gd name="T0" fmla="*/ 21 w 41"/>
              <a:gd name="T1" fmla="*/ 0 h 37"/>
              <a:gd name="T2" fmla="*/ 8 w 41"/>
              <a:gd name="T3" fmla="*/ 5 h 37"/>
              <a:gd name="T4" fmla="*/ 8 w 41"/>
              <a:gd name="T5" fmla="*/ 32 h 37"/>
              <a:gd name="T6" fmla="*/ 21 w 41"/>
              <a:gd name="T7" fmla="*/ 37 h 37"/>
              <a:gd name="T8" fmla="*/ 34 w 41"/>
              <a:gd name="T9" fmla="*/ 32 h 37"/>
              <a:gd name="T10" fmla="*/ 34 w 41"/>
              <a:gd name="T11" fmla="*/ 5 h 37"/>
              <a:gd name="T12" fmla="*/ 21 w 41"/>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41" h="37">
                <a:moveTo>
                  <a:pt x="21" y="0"/>
                </a:moveTo>
                <a:cubicBezTo>
                  <a:pt x="16" y="0"/>
                  <a:pt x="11" y="2"/>
                  <a:pt x="8" y="5"/>
                </a:cubicBezTo>
                <a:cubicBezTo>
                  <a:pt x="0" y="13"/>
                  <a:pt x="0" y="24"/>
                  <a:pt x="8" y="32"/>
                </a:cubicBezTo>
                <a:cubicBezTo>
                  <a:pt x="11" y="35"/>
                  <a:pt x="16" y="37"/>
                  <a:pt x="21" y="37"/>
                </a:cubicBezTo>
                <a:cubicBezTo>
                  <a:pt x="26" y="37"/>
                  <a:pt x="30" y="35"/>
                  <a:pt x="34" y="32"/>
                </a:cubicBezTo>
                <a:cubicBezTo>
                  <a:pt x="41" y="24"/>
                  <a:pt x="41" y="13"/>
                  <a:pt x="34" y="5"/>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60" name="Freeform 1118"/>
          <p:cNvSpPr>
            <a:spLocks/>
          </p:cNvSpPr>
          <p:nvPr/>
        </p:nvSpPr>
        <p:spPr bwMode="auto">
          <a:xfrm>
            <a:off x="2499495" y="227015"/>
            <a:ext cx="141288" cy="136525"/>
          </a:xfrm>
          <a:custGeom>
            <a:avLst/>
            <a:gdLst>
              <a:gd name="T0" fmla="*/ 17 w 34"/>
              <a:gd name="T1" fmla="*/ 0 h 33"/>
              <a:gd name="T2" fmla="*/ 5 w 34"/>
              <a:gd name="T3" fmla="*/ 5 h 33"/>
              <a:gd name="T4" fmla="*/ 0 w 34"/>
              <a:gd name="T5" fmla="*/ 16 h 33"/>
              <a:gd name="T6" fmla="*/ 5 w 34"/>
              <a:gd name="T7" fmla="*/ 28 h 33"/>
              <a:gd name="T8" fmla="*/ 17 w 34"/>
              <a:gd name="T9" fmla="*/ 33 h 33"/>
              <a:gd name="T10" fmla="*/ 29 w 34"/>
              <a:gd name="T11" fmla="*/ 28 h 33"/>
              <a:gd name="T12" fmla="*/ 34 w 34"/>
              <a:gd name="T13" fmla="*/ 16 h 33"/>
              <a:gd name="T14" fmla="*/ 29 w 34"/>
              <a:gd name="T15" fmla="*/ 5 h 33"/>
              <a:gd name="T16" fmla="*/ 30 w 34"/>
              <a:gd name="T17" fmla="*/ 3 h 33"/>
              <a:gd name="T18" fmla="*/ 30 w 34"/>
              <a:gd name="T19" fmla="*/ 3 h 33"/>
              <a:gd name="T20" fmla="*/ 29 w 34"/>
              <a:gd name="T21" fmla="*/ 5 h 33"/>
              <a:gd name="T22" fmla="*/ 17 w 34"/>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33">
                <a:moveTo>
                  <a:pt x="17" y="0"/>
                </a:moveTo>
                <a:cubicBezTo>
                  <a:pt x="13" y="0"/>
                  <a:pt x="8" y="1"/>
                  <a:pt x="5" y="5"/>
                </a:cubicBezTo>
                <a:cubicBezTo>
                  <a:pt x="2" y="8"/>
                  <a:pt x="0" y="12"/>
                  <a:pt x="0" y="16"/>
                </a:cubicBezTo>
                <a:cubicBezTo>
                  <a:pt x="0" y="21"/>
                  <a:pt x="2" y="25"/>
                  <a:pt x="5" y="28"/>
                </a:cubicBezTo>
                <a:cubicBezTo>
                  <a:pt x="8" y="31"/>
                  <a:pt x="13" y="33"/>
                  <a:pt x="17" y="33"/>
                </a:cubicBezTo>
                <a:cubicBezTo>
                  <a:pt x="21" y="33"/>
                  <a:pt x="25" y="31"/>
                  <a:pt x="29" y="28"/>
                </a:cubicBezTo>
                <a:cubicBezTo>
                  <a:pt x="32" y="25"/>
                  <a:pt x="34" y="21"/>
                  <a:pt x="34" y="16"/>
                </a:cubicBezTo>
                <a:cubicBezTo>
                  <a:pt x="34" y="12"/>
                  <a:pt x="32" y="8"/>
                  <a:pt x="29" y="5"/>
                </a:cubicBezTo>
                <a:cubicBezTo>
                  <a:pt x="30" y="3"/>
                  <a:pt x="30" y="3"/>
                  <a:pt x="30" y="3"/>
                </a:cubicBezTo>
                <a:cubicBezTo>
                  <a:pt x="30" y="3"/>
                  <a:pt x="30" y="3"/>
                  <a:pt x="30" y="3"/>
                </a:cubicBezTo>
                <a:cubicBezTo>
                  <a:pt x="29" y="5"/>
                  <a:pt x="29" y="5"/>
                  <a:pt x="29" y="5"/>
                </a:cubicBezTo>
                <a:cubicBezTo>
                  <a:pt x="25" y="1"/>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61" name="Freeform 1119"/>
          <p:cNvSpPr>
            <a:spLocks noEditPoints="1"/>
          </p:cNvSpPr>
          <p:nvPr/>
        </p:nvSpPr>
        <p:spPr bwMode="auto">
          <a:xfrm>
            <a:off x="2483620" y="211140"/>
            <a:ext cx="173038" cy="169863"/>
          </a:xfrm>
          <a:custGeom>
            <a:avLst/>
            <a:gdLst>
              <a:gd name="T0" fmla="*/ 21 w 42"/>
              <a:gd name="T1" fmla="*/ 37 h 41"/>
              <a:gd name="T2" fmla="*/ 9 w 42"/>
              <a:gd name="T3" fmla="*/ 32 h 41"/>
              <a:gd name="T4" fmla="*/ 4 w 42"/>
              <a:gd name="T5" fmla="*/ 20 h 41"/>
              <a:gd name="T6" fmla="*/ 9 w 42"/>
              <a:gd name="T7" fmla="*/ 9 h 41"/>
              <a:gd name="T8" fmla="*/ 21 w 42"/>
              <a:gd name="T9" fmla="*/ 4 h 41"/>
              <a:gd name="T10" fmla="*/ 33 w 42"/>
              <a:gd name="T11" fmla="*/ 9 h 41"/>
              <a:gd name="T12" fmla="*/ 34 w 42"/>
              <a:gd name="T13" fmla="*/ 7 h 41"/>
              <a:gd name="T14" fmla="*/ 36 w 42"/>
              <a:gd name="T15" fmla="*/ 6 h 41"/>
              <a:gd name="T16" fmla="*/ 34 w 42"/>
              <a:gd name="T17" fmla="*/ 7 h 41"/>
              <a:gd name="T18" fmla="*/ 33 w 42"/>
              <a:gd name="T19" fmla="*/ 9 h 41"/>
              <a:gd name="T20" fmla="*/ 38 w 42"/>
              <a:gd name="T21" fmla="*/ 20 h 41"/>
              <a:gd name="T22" fmla="*/ 33 w 42"/>
              <a:gd name="T23" fmla="*/ 32 h 41"/>
              <a:gd name="T24" fmla="*/ 21 w 42"/>
              <a:gd name="T25" fmla="*/ 37 h 41"/>
              <a:gd name="T26" fmla="*/ 21 w 42"/>
              <a:gd name="T27" fmla="*/ 0 h 41"/>
              <a:gd name="T28" fmla="*/ 21 w 42"/>
              <a:gd name="T29" fmla="*/ 0 h 41"/>
              <a:gd name="T30" fmla="*/ 8 w 42"/>
              <a:gd name="T31" fmla="*/ 4 h 41"/>
              <a:gd name="T32" fmla="*/ 6 w 42"/>
              <a:gd name="T33" fmla="*/ 6 h 41"/>
              <a:gd name="T34" fmla="*/ 5 w 42"/>
              <a:gd name="T35" fmla="*/ 7 h 41"/>
              <a:gd name="T36" fmla="*/ 0 w 42"/>
              <a:gd name="T37" fmla="*/ 20 h 41"/>
              <a:gd name="T38" fmla="*/ 6 w 42"/>
              <a:gd name="T39" fmla="*/ 35 h 41"/>
              <a:gd name="T40" fmla="*/ 21 w 42"/>
              <a:gd name="T41" fmla="*/ 41 h 41"/>
              <a:gd name="T42" fmla="*/ 21 w 42"/>
              <a:gd name="T43" fmla="*/ 41 h 41"/>
              <a:gd name="T44" fmla="*/ 36 w 42"/>
              <a:gd name="T45" fmla="*/ 35 h 41"/>
              <a:gd name="T46" fmla="*/ 42 w 42"/>
              <a:gd name="T47" fmla="*/ 20 h 41"/>
              <a:gd name="T48" fmla="*/ 36 w 42"/>
              <a:gd name="T49" fmla="*/ 6 h 41"/>
              <a:gd name="T50" fmla="*/ 36 w 42"/>
              <a:gd name="T51" fmla="*/ 6 h 41"/>
              <a:gd name="T52" fmla="*/ 21 w 42"/>
              <a:gd name="T5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2" h="41">
                <a:moveTo>
                  <a:pt x="21" y="37"/>
                </a:moveTo>
                <a:cubicBezTo>
                  <a:pt x="17" y="37"/>
                  <a:pt x="12" y="35"/>
                  <a:pt x="9" y="32"/>
                </a:cubicBezTo>
                <a:cubicBezTo>
                  <a:pt x="6" y="29"/>
                  <a:pt x="4" y="25"/>
                  <a:pt x="4" y="20"/>
                </a:cubicBezTo>
                <a:cubicBezTo>
                  <a:pt x="4" y="16"/>
                  <a:pt x="6" y="12"/>
                  <a:pt x="9" y="9"/>
                </a:cubicBezTo>
                <a:cubicBezTo>
                  <a:pt x="12" y="5"/>
                  <a:pt x="17" y="4"/>
                  <a:pt x="21" y="4"/>
                </a:cubicBezTo>
                <a:cubicBezTo>
                  <a:pt x="25" y="4"/>
                  <a:pt x="29" y="5"/>
                  <a:pt x="33" y="9"/>
                </a:cubicBezTo>
                <a:cubicBezTo>
                  <a:pt x="34" y="7"/>
                  <a:pt x="34" y="7"/>
                  <a:pt x="34" y="7"/>
                </a:cubicBezTo>
                <a:cubicBezTo>
                  <a:pt x="36" y="6"/>
                  <a:pt x="36" y="6"/>
                  <a:pt x="36" y="6"/>
                </a:cubicBezTo>
                <a:cubicBezTo>
                  <a:pt x="34" y="7"/>
                  <a:pt x="34" y="7"/>
                  <a:pt x="34" y="7"/>
                </a:cubicBezTo>
                <a:cubicBezTo>
                  <a:pt x="33" y="9"/>
                  <a:pt x="33" y="9"/>
                  <a:pt x="33" y="9"/>
                </a:cubicBezTo>
                <a:cubicBezTo>
                  <a:pt x="36" y="12"/>
                  <a:pt x="38" y="16"/>
                  <a:pt x="38" y="20"/>
                </a:cubicBezTo>
                <a:cubicBezTo>
                  <a:pt x="38" y="25"/>
                  <a:pt x="36" y="29"/>
                  <a:pt x="33" y="32"/>
                </a:cubicBezTo>
                <a:cubicBezTo>
                  <a:pt x="29" y="35"/>
                  <a:pt x="25" y="37"/>
                  <a:pt x="21" y="37"/>
                </a:cubicBezTo>
                <a:moveTo>
                  <a:pt x="21" y="0"/>
                </a:moveTo>
                <a:cubicBezTo>
                  <a:pt x="21" y="0"/>
                  <a:pt x="21" y="0"/>
                  <a:pt x="21" y="0"/>
                </a:cubicBezTo>
                <a:cubicBezTo>
                  <a:pt x="16" y="0"/>
                  <a:pt x="12" y="1"/>
                  <a:pt x="8" y="4"/>
                </a:cubicBezTo>
                <a:cubicBezTo>
                  <a:pt x="8" y="4"/>
                  <a:pt x="7" y="5"/>
                  <a:pt x="6" y="6"/>
                </a:cubicBezTo>
                <a:cubicBezTo>
                  <a:pt x="6" y="6"/>
                  <a:pt x="6" y="6"/>
                  <a:pt x="5" y="7"/>
                </a:cubicBezTo>
                <a:cubicBezTo>
                  <a:pt x="2" y="11"/>
                  <a:pt x="0" y="15"/>
                  <a:pt x="0" y="20"/>
                </a:cubicBezTo>
                <a:cubicBezTo>
                  <a:pt x="0" y="26"/>
                  <a:pt x="2" y="31"/>
                  <a:pt x="6" y="35"/>
                </a:cubicBezTo>
                <a:cubicBezTo>
                  <a:pt x="10" y="39"/>
                  <a:pt x="16" y="41"/>
                  <a:pt x="21" y="41"/>
                </a:cubicBezTo>
                <a:cubicBezTo>
                  <a:pt x="21" y="41"/>
                  <a:pt x="21" y="41"/>
                  <a:pt x="21" y="41"/>
                </a:cubicBezTo>
                <a:cubicBezTo>
                  <a:pt x="26" y="41"/>
                  <a:pt x="32" y="39"/>
                  <a:pt x="36" y="35"/>
                </a:cubicBezTo>
                <a:cubicBezTo>
                  <a:pt x="40" y="31"/>
                  <a:pt x="42" y="26"/>
                  <a:pt x="42" y="20"/>
                </a:cubicBezTo>
                <a:cubicBezTo>
                  <a:pt x="42" y="15"/>
                  <a:pt x="40" y="10"/>
                  <a:pt x="36" y="6"/>
                </a:cubicBezTo>
                <a:cubicBezTo>
                  <a:pt x="36" y="6"/>
                  <a:pt x="36" y="6"/>
                  <a:pt x="36" y="6"/>
                </a:cubicBezTo>
                <a:cubicBezTo>
                  <a:pt x="32"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62" name="Freeform 1120"/>
          <p:cNvSpPr>
            <a:spLocks/>
          </p:cNvSpPr>
          <p:nvPr/>
        </p:nvSpPr>
        <p:spPr bwMode="auto">
          <a:xfrm>
            <a:off x="2267723" y="458787"/>
            <a:ext cx="136525" cy="141288"/>
          </a:xfrm>
          <a:custGeom>
            <a:avLst/>
            <a:gdLst>
              <a:gd name="T0" fmla="*/ 16 w 33"/>
              <a:gd name="T1" fmla="*/ 0 h 34"/>
              <a:gd name="T2" fmla="*/ 5 w 33"/>
              <a:gd name="T3" fmla="*/ 5 h 34"/>
              <a:gd name="T4" fmla="*/ 0 w 33"/>
              <a:gd name="T5" fmla="*/ 17 h 34"/>
              <a:gd name="T6" fmla="*/ 5 w 33"/>
              <a:gd name="T7" fmla="*/ 29 h 34"/>
              <a:gd name="T8" fmla="*/ 16 w 33"/>
              <a:gd name="T9" fmla="*/ 34 h 34"/>
              <a:gd name="T10" fmla="*/ 28 w 33"/>
              <a:gd name="T11" fmla="*/ 29 h 34"/>
              <a:gd name="T12" fmla="*/ 33 w 33"/>
              <a:gd name="T13" fmla="*/ 17 h 34"/>
              <a:gd name="T14" fmla="*/ 28 w 33"/>
              <a:gd name="T15" fmla="*/ 5 h 34"/>
              <a:gd name="T16" fmla="*/ 30 w 33"/>
              <a:gd name="T17" fmla="*/ 4 h 34"/>
              <a:gd name="T18" fmla="*/ 30 w 33"/>
              <a:gd name="T19" fmla="*/ 4 h 34"/>
              <a:gd name="T20" fmla="*/ 28 w 33"/>
              <a:gd name="T21" fmla="*/ 5 h 34"/>
              <a:gd name="T22" fmla="*/ 16 w 33"/>
              <a:gd name="T2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4">
                <a:moveTo>
                  <a:pt x="16" y="0"/>
                </a:moveTo>
                <a:cubicBezTo>
                  <a:pt x="12" y="0"/>
                  <a:pt x="8" y="2"/>
                  <a:pt x="5" y="5"/>
                </a:cubicBezTo>
                <a:cubicBezTo>
                  <a:pt x="1" y="8"/>
                  <a:pt x="0" y="13"/>
                  <a:pt x="0" y="17"/>
                </a:cubicBezTo>
                <a:cubicBezTo>
                  <a:pt x="0" y="21"/>
                  <a:pt x="1" y="25"/>
                  <a:pt x="5" y="29"/>
                </a:cubicBezTo>
                <a:cubicBezTo>
                  <a:pt x="8" y="32"/>
                  <a:pt x="12" y="34"/>
                  <a:pt x="16" y="34"/>
                </a:cubicBezTo>
                <a:cubicBezTo>
                  <a:pt x="21" y="34"/>
                  <a:pt x="25" y="32"/>
                  <a:pt x="28" y="29"/>
                </a:cubicBezTo>
                <a:cubicBezTo>
                  <a:pt x="31" y="25"/>
                  <a:pt x="33" y="21"/>
                  <a:pt x="33" y="17"/>
                </a:cubicBezTo>
                <a:cubicBezTo>
                  <a:pt x="33" y="13"/>
                  <a:pt x="31" y="8"/>
                  <a:pt x="28" y="5"/>
                </a:cubicBezTo>
                <a:cubicBezTo>
                  <a:pt x="30" y="4"/>
                  <a:pt x="30" y="4"/>
                  <a:pt x="30" y="4"/>
                </a:cubicBezTo>
                <a:cubicBezTo>
                  <a:pt x="30" y="4"/>
                  <a:pt x="30" y="4"/>
                  <a:pt x="30" y="4"/>
                </a:cubicBezTo>
                <a:cubicBezTo>
                  <a:pt x="28" y="5"/>
                  <a:pt x="28" y="5"/>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63" name="Freeform 1121"/>
          <p:cNvSpPr>
            <a:spLocks noEditPoints="1"/>
          </p:cNvSpPr>
          <p:nvPr/>
        </p:nvSpPr>
        <p:spPr bwMode="auto">
          <a:xfrm>
            <a:off x="2250260" y="442914"/>
            <a:ext cx="169863" cy="174625"/>
          </a:xfrm>
          <a:custGeom>
            <a:avLst/>
            <a:gdLst>
              <a:gd name="T0" fmla="*/ 20 w 41"/>
              <a:gd name="T1" fmla="*/ 38 h 42"/>
              <a:gd name="T2" fmla="*/ 9 w 41"/>
              <a:gd name="T3" fmla="*/ 33 h 42"/>
              <a:gd name="T4" fmla="*/ 4 w 41"/>
              <a:gd name="T5" fmla="*/ 21 h 42"/>
              <a:gd name="T6" fmla="*/ 9 w 41"/>
              <a:gd name="T7" fmla="*/ 9 h 42"/>
              <a:gd name="T8" fmla="*/ 20 w 41"/>
              <a:gd name="T9" fmla="*/ 4 h 42"/>
              <a:gd name="T10" fmla="*/ 32 w 41"/>
              <a:gd name="T11" fmla="*/ 9 h 42"/>
              <a:gd name="T12" fmla="*/ 34 w 41"/>
              <a:gd name="T13" fmla="*/ 8 h 42"/>
              <a:gd name="T14" fmla="*/ 35 w 41"/>
              <a:gd name="T15" fmla="*/ 6 h 42"/>
              <a:gd name="T16" fmla="*/ 34 w 41"/>
              <a:gd name="T17" fmla="*/ 8 h 42"/>
              <a:gd name="T18" fmla="*/ 32 w 41"/>
              <a:gd name="T19" fmla="*/ 9 h 42"/>
              <a:gd name="T20" fmla="*/ 37 w 41"/>
              <a:gd name="T21" fmla="*/ 21 h 42"/>
              <a:gd name="T22" fmla="*/ 32 w 41"/>
              <a:gd name="T23" fmla="*/ 33 h 42"/>
              <a:gd name="T24" fmla="*/ 20 w 41"/>
              <a:gd name="T25" fmla="*/ 38 h 42"/>
              <a:gd name="T26" fmla="*/ 20 w 41"/>
              <a:gd name="T27" fmla="*/ 0 h 42"/>
              <a:gd name="T28" fmla="*/ 20 w 41"/>
              <a:gd name="T29" fmla="*/ 0 h 42"/>
              <a:gd name="T30" fmla="*/ 6 w 41"/>
              <a:gd name="T31" fmla="*/ 6 h 42"/>
              <a:gd name="T32" fmla="*/ 0 w 41"/>
              <a:gd name="T33" fmla="*/ 20 h 42"/>
              <a:gd name="T34" fmla="*/ 0 w 41"/>
              <a:gd name="T35" fmla="*/ 21 h 42"/>
              <a:gd name="T36" fmla="*/ 0 w 41"/>
              <a:gd name="T37" fmla="*/ 24 h 42"/>
              <a:gd name="T38" fmla="*/ 6 w 41"/>
              <a:gd name="T39" fmla="*/ 35 h 42"/>
              <a:gd name="T40" fmla="*/ 20 w 41"/>
              <a:gd name="T41" fmla="*/ 42 h 42"/>
              <a:gd name="T42" fmla="*/ 20 w 41"/>
              <a:gd name="T43" fmla="*/ 42 h 42"/>
              <a:gd name="T44" fmla="*/ 35 w 41"/>
              <a:gd name="T45" fmla="*/ 35 h 42"/>
              <a:gd name="T46" fmla="*/ 41 w 41"/>
              <a:gd name="T47" fmla="*/ 21 h 42"/>
              <a:gd name="T48" fmla="*/ 35 w 41"/>
              <a:gd name="T49" fmla="*/ 6 h 42"/>
              <a:gd name="T50" fmla="*/ 35 w 41"/>
              <a:gd name="T51" fmla="*/ 6 h 42"/>
              <a:gd name="T52" fmla="*/ 20 w 41"/>
              <a:gd name="T5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2">
                <a:moveTo>
                  <a:pt x="20" y="38"/>
                </a:moveTo>
                <a:cubicBezTo>
                  <a:pt x="16" y="38"/>
                  <a:pt x="12" y="36"/>
                  <a:pt x="9" y="33"/>
                </a:cubicBezTo>
                <a:cubicBezTo>
                  <a:pt x="5" y="29"/>
                  <a:pt x="4" y="25"/>
                  <a:pt x="4" y="21"/>
                </a:cubicBezTo>
                <a:cubicBezTo>
                  <a:pt x="4" y="17"/>
                  <a:pt x="5" y="12"/>
                  <a:pt x="9" y="9"/>
                </a:cubicBezTo>
                <a:cubicBezTo>
                  <a:pt x="12" y="6"/>
                  <a:pt x="16" y="4"/>
                  <a:pt x="20" y="4"/>
                </a:cubicBezTo>
                <a:cubicBezTo>
                  <a:pt x="25" y="4"/>
                  <a:pt x="29" y="6"/>
                  <a:pt x="32" y="9"/>
                </a:cubicBezTo>
                <a:cubicBezTo>
                  <a:pt x="34" y="8"/>
                  <a:pt x="34" y="8"/>
                  <a:pt x="34" y="8"/>
                </a:cubicBezTo>
                <a:cubicBezTo>
                  <a:pt x="35" y="6"/>
                  <a:pt x="35" y="6"/>
                  <a:pt x="35" y="6"/>
                </a:cubicBezTo>
                <a:cubicBezTo>
                  <a:pt x="34" y="8"/>
                  <a:pt x="34" y="8"/>
                  <a:pt x="34" y="8"/>
                </a:cubicBezTo>
                <a:cubicBezTo>
                  <a:pt x="32" y="9"/>
                  <a:pt x="32" y="9"/>
                  <a:pt x="32" y="9"/>
                </a:cubicBezTo>
                <a:cubicBezTo>
                  <a:pt x="35" y="12"/>
                  <a:pt x="37" y="17"/>
                  <a:pt x="37" y="21"/>
                </a:cubicBezTo>
                <a:cubicBezTo>
                  <a:pt x="37" y="25"/>
                  <a:pt x="35" y="29"/>
                  <a:pt x="32" y="33"/>
                </a:cubicBezTo>
                <a:cubicBezTo>
                  <a:pt x="29" y="36"/>
                  <a:pt x="25" y="38"/>
                  <a:pt x="20" y="38"/>
                </a:cubicBezTo>
                <a:moveTo>
                  <a:pt x="20" y="0"/>
                </a:moveTo>
                <a:cubicBezTo>
                  <a:pt x="20" y="0"/>
                  <a:pt x="20" y="0"/>
                  <a:pt x="20" y="0"/>
                </a:cubicBezTo>
                <a:cubicBezTo>
                  <a:pt x="15" y="0"/>
                  <a:pt x="10" y="2"/>
                  <a:pt x="6" y="6"/>
                </a:cubicBezTo>
                <a:cubicBezTo>
                  <a:pt x="2" y="10"/>
                  <a:pt x="0" y="15"/>
                  <a:pt x="0" y="20"/>
                </a:cubicBezTo>
                <a:cubicBezTo>
                  <a:pt x="0" y="20"/>
                  <a:pt x="0" y="20"/>
                  <a:pt x="0" y="21"/>
                </a:cubicBezTo>
                <a:cubicBezTo>
                  <a:pt x="0" y="22"/>
                  <a:pt x="0" y="23"/>
                  <a:pt x="0" y="24"/>
                </a:cubicBezTo>
                <a:cubicBezTo>
                  <a:pt x="0" y="28"/>
                  <a:pt x="2" y="32"/>
                  <a:pt x="6" y="35"/>
                </a:cubicBezTo>
                <a:cubicBezTo>
                  <a:pt x="10" y="39"/>
                  <a:pt x="15" y="42"/>
                  <a:pt x="20" y="42"/>
                </a:cubicBezTo>
                <a:cubicBezTo>
                  <a:pt x="20" y="42"/>
                  <a:pt x="20" y="42"/>
                  <a:pt x="20" y="42"/>
                </a:cubicBezTo>
                <a:cubicBezTo>
                  <a:pt x="26" y="42"/>
                  <a:pt x="31" y="40"/>
                  <a:pt x="35" y="35"/>
                </a:cubicBezTo>
                <a:cubicBezTo>
                  <a:pt x="39" y="31"/>
                  <a:pt x="41" y="26"/>
                  <a:pt x="41" y="21"/>
                </a:cubicBezTo>
                <a:cubicBezTo>
                  <a:pt x="41" y="16"/>
                  <a:pt x="39" y="10"/>
                  <a:pt x="35" y="6"/>
                </a:cubicBezTo>
                <a:cubicBezTo>
                  <a:pt x="35" y="6"/>
                  <a:pt x="35" y="6"/>
                  <a:pt x="35" y="6"/>
                </a:cubicBezTo>
                <a:cubicBezTo>
                  <a:pt x="31" y="2"/>
                  <a:pt x="26"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64" name="Freeform 1122"/>
          <p:cNvSpPr>
            <a:spLocks/>
          </p:cNvSpPr>
          <p:nvPr/>
        </p:nvSpPr>
        <p:spPr bwMode="auto">
          <a:xfrm>
            <a:off x="1035821" y="-22225"/>
            <a:ext cx="136525" cy="141288"/>
          </a:xfrm>
          <a:custGeom>
            <a:avLst/>
            <a:gdLst>
              <a:gd name="T0" fmla="*/ 16 w 33"/>
              <a:gd name="T1" fmla="*/ 0 h 34"/>
              <a:gd name="T2" fmla="*/ 5 w 33"/>
              <a:gd name="T3" fmla="*/ 5 h 34"/>
              <a:gd name="T4" fmla="*/ 0 w 33"/>
              <a:gd name="T5" fmla="*/ 17 h 34"/>
              <a:gd name="T6" fmla="*/ 5 w 33"/>
              <a:gd name="T7" fmla="*/ 29 h 34"/>
              <a:gd name="T8" fmla="*/ 16 w 33"/>
              <a:gd name="T9" fmla="*/ 34 h 34"/>
              <a:gd name="T10" fmla="*/ 28 w 33"/>
              <a:gd name="T11" fmla="*/ 29 h 34"/>
              <a:gd name="T12" fmla="*/ 33 w 33"/>
              <a:gd name="T13" fmla="*/ 17 h 34"/>
              <a:gd name="T14" fmla="*/ 28 w 33"/>
              <a:gd name="T15" fmla="*/ 5 h 34"/>
              <a:gd name="T16" fmla="*/ 30 w 33"/>
              <a:gd name="T17" fmla="*/ 4 h 34"/>
              <a:gd name="T18" fmla="*/ 30 w 33"/>
              <a:gd name="T19" fmla="*/ 4 h 34"/>
              <a:gd name="T20" fmla="*/ 28 w 33"/>
              <a:gd name="T21" fmla="*/ 5 h 34"/>
              <a:gd name="T22" fmla="*/ 16 w 33"/>
              <a:gd name="T2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4">
                <a:moveTo>
                  <a:pt x="16" y="0"/>
                </a:moveTo>
                <a:cubicBezTo>
                  <a:pt x="12" y="0"/>
                  <a:pt x="8" y="2"/>
                  <a:pt x="5" y="5"/>
                </a:cubicBezTo>
                <a:cubicBezTo>
                  <a:pt x="1" y="8"/>
                  <a:pt x="0" y="13"/>
                  <a:pt x="0" y="17"/>
                </a:cubicBezTo>
                <a:cubicBezTo>
                  <a:pt x="0" y="21"/>
                  <a:pt x="1" y="25"/>
                  <a:pt x="5" y="29"/>
                </a:cubicBezTo>
                <a:cubicBezTo>
                  <a:pt x="8" y="32"/>
                  <a:pt x="12" y="34"/>
                  <a:pt x="16" y="34"/>
                </a:cubicBezTo>
                <a:cubicBezTo>
                  <a:pt x="21" y="34"/>
                  <a:pt x="25" y="32"/>
                  <a:pt x="28" y="29"/>
                </a:cubicBezTo>
                <a:cubicBezTo>
                  <a:pt x="31" y="25"/>
                  <a:pt x="33" y="21"/>
                  <a:pt x="33" y="17"/>
                </a:cubicBezTo>
                <a:cubicBezTo>
                  <a:pt x="33" y="13"/>
                  <a:pt x="31" y="8"/>
                  <a:pt x="28" y="5"/>
                </a:cubicBezTo>
                <a:cubicBezTo>
                  <a:pt x="30" y="4"/>
                  <a:pt x="30" y="4"/>
                  <a:pt x="30" y="4"/>
                </a:cubicBezTo>
                <a:cubicBezTo>
                  <a:pt x="30" y="4"/>
                  <a:pt x="30" y="4"/>
                  <a:pt x="30" y="4"/>
                </a:cubicBezTo>
                <a:cubicBezTo>
                  <a:pt x="28" y="5"/>
                  <a:pt x="28" y="5"/>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65" name="Freeform 1123"/>
          <p:cNvSpPr>
            <a:spLocks noEditPoints="1"/>
          </p:cNvSpPr>
          <p:nvPr/>
        </p:nvSpPr>
        <p:spPr bwMode="auto">
          <a:xfrm>
            <a:off x="1019946" y="-38099"/>
            <a:ext cx="169863" cy="174625"/>
          </a:xfrm>
          <a:custGeom>
            <a:avLst/>
            <a:gdLst>
              <a:gd name="T0" fmla="*/ 20 w 41"/>
              <a:gd name="T1" fmla="*/ 38 h 42"/>
              <a:gd name="T2" fmla="*/ 9 w 41"/>
              <a:gd name="T3" fmla="*/ 33 h 42"/>
              <a:gd name="T4" fmla="*/ 4 w 41"/>
              <a:gd name="T5" fmla="*/ 21 h 42"/>
              <a:gd name="T6" fmla="*/ 9 w 41"/>
              <a:gd name="T7" fmla="*/ 9 h 42"/>
              <a:gd name="T8" fmla="*/ 20 w 41"/>
              <a:gd name="T9" fmla="*/ 4 h 42"/>
              <a:gd name="T10" fmla="*/ 32 w 41"/>
              <a:gd name="T11" fmla="*/ 9 h 42"/>
              <a:gd name="T12" fmla="*/ 34 w 41"/>
              <a:gd name="T13" fmla="*/ 8 h 42"/>
              <a:gd name="T14" fmla="*/ 35 w 41"/>
              <a:gd name="T15" fmla="*/ 6 h 42"/>
              <a:gd name="T16" fmla="*/ 34 w 41"/>
              <a:gd name="T17" fmla="*/ 8 h 42"/>
              <a:gd name="T18" fmla="*/ 32 w 41"/>
              <a:gd name="T19" fmla="*/ 9 h 42"/>
              <a:gd name="T20" fmla="*/ 37 w 41"/>
              <a:gd name="T21" fmla="*/ 21 h 42"/>
              <a:gd name="T22" fmla="*/ 32 w 41"/>
              <a:gd name="T23" fmla="*/ 33 h 42"/>
              <a:gd name="T24" fmla="*/ 20 w 41"/>
              <a:gd name="T25" fmla="*/ 38 h 42"/>
              <a:gd name="T26" fmla="*/ 20 w 41"/>
              <a:gd name="T27" fmla="*/ 0 h 42"/>
              <a:gd name="T28" fmla="*/ 20 w 41"/>
              <a:gd name="T29" fmla="*/ 0 h 42"/>
              <a:gd name="T30" fmla="*/ 6 w 41"/>
              <a:gd name="T31" fmla="*/ 6 h 42"/>
              <a:gd name="T32" fmla="*/ 0 w 41"/>
              <a:gd name="T33" fmla="*/ 21 h 42"/>
              <a:gd name="T34" fmla="*/ 6 w 41"/>
              <a:gd name="T35" fmla="*/ 36 h 42"/>
              <a:gd name="T36" fmla="*/ 20 w 41"/>
              <a:gd name="T37" fmla="*/ 42 h 42"/>
              <a:gd name="T38" fmla="*/ 20 w 41"/>
              <a:gd name="T39" fmla="*/ 42 h 42"/>
              <a:gd name="T40" fmla="*/ 35 w 41"/>
              <a:gd name="T41" fmla="*/ 36 h 42"/>
              <a:gd name="T42" fmla="*/ 41 w 41"/>
              <a:gd name="T43" fmla="*/ 21 h 42"/>
              <a:gd name="T44" fmla="*/ 35 w 41"/>
              <a:gd name="T45" fmla="*/ 6 h 42"/>
              <a:gd name="T46" fmla="*/ 35 w 41"/>
              <a:gd name="T47" fmla="*/ 6 h 42"/>
              <a:gd name="T48" fmla="*/ 35 w 41"/>
              <a:gd name="T49" fmla="*/ 6 h 42"/>
              <a:gd name="T50" fmla="*/ 32 w 41"/>
              <a:gd name="T51" fmla="*/ 4 h 42"/>
              <a:gd name="T52" fmla="*/ 20 w 41"/>
              <a:gd name="T5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2">
                <a:moveTo>
                  <a:pt x="20" y="38"/>
                </a:moveTo>
                <a:cubicBezTo>
                  <a:pt x="16" y="38"/>
                  <a:pt x="12" y="36"/>
                  <a:pt x="9" y="33"/>
                </a:cubicBezTo>
                <a:cubicBezTo>
                  <a:pt x="5" y="29"/>
                  <a:pt x="4" y="25"/>
                  <a:pt x="4" y="21"/>
                </a:cubicBezTo>
                <a:cubicBezTo>
                  <a:pt x="4" y="17"/>
                  <a:pt x="5" y="12"/>
                  <a:pt x="9" y="9"/>
                </a:cubicBezTo>
                <a:cubicBezTo>
                  <a:pt x="12" y="6"/>
                  <a:pt x="16" y="4"/>
                  <a:pt x="20" y="4"/>
                </a:cubicBezTo>
                <a:cubicBezTo>
                  <a:pt x="25" y="4"/>
                  <a:pt x="29" y="6"/>
                  <a:pt x="32" y="9"/>
                </a:cubicBezTo>
                <a:cubicBezTo>
                  <a:pt x="34" y="8"/>
                  <a:pt x="34" y="8"/>
                  <a:pt x="34" y="8"/>
                </a:cubicBezTo>
                <a:cubicBezTo>
                  <a:pt x="35" y="6"/>
                  <a:pt x="35" y="6"/>
                  <a:pt x="35" y="6"/>
                </a:cubicBezTo>
                <a:cubicBezTo>
                  <a:pt x="34" y="8"/>
                  <a:pt x="34" y="8"/>
                  <a:pt x="34" y="8"/>
                </a:cubicBezTo>
                <a:cubicBezTo>
                  <a:pt x="32" y="9"/>
                  <a:pt x="32" y="9"/>
                  <a:pt x="32" y="9"/>
                </a:cubicBezTo>
                <a:cubicBezTo>
                  <a:pt x="35" y="12"/>
                  <a:pt x="37" y="17"/>
                  <a:pt x="37" y="21"/>
                </a:cubicBezTo>
                <a:cubicBezTo>
                  <a:pt x="37" y="25"/>
                  <a:pt x="35" y="29"/>
                  <a:pt x="32" y="33"/>
                </a:cubicBezTo>
                <a:cubicBezTo>
                  <a:pt x="29" y="36"/>
                  <a:pt x="25" y="38"/>
                  <a:pt x="20" y="38"/>
                </a:cubicBezTo>
                <a:moveTo>
                  <a:pt x="20" y="0"/>
                </a:moveTo>
                <a:cubicBezTo>
                  <a:pt x="20" y="0"/>
                  <a:pt x="20" y="0"/>
                  <a:pt x="20" y="0"/>
                </a:cubicBezTo>
                <a:cubicBezTo>
                  <a:pt x="15" y="0"/>
                  <a:pt x="10" y="2"/>
                  <a:pt x="6" y="6"/>
                </a:cubicBezTo>
                <a:cubicBezTo>
                  <a:pt x="2" y="10"/>
                  <a:pt x="0" y="16"/>
                  <a:pt x="0" y="21"/>
                </a:cubicBezTo>
                <a:cubicBezTo>
                  <a:pt x="0" y="26"/>
                  <a:pt x="2" y="31"/>
                  <a:pt x="6" y="36"/>
                </a:cubicBezTo>
                <a:cubicBezTo>
                  <a:pt x="10" y="40"/>
                  <a:pt x="15" y="42"/>
                  <a:pt x="20" y="42"/>
                </a:cubicBezTo>
                <a:cubicBezTo>
                  <a:pt x="20" y="42"/>
                  <a:pt x="20" y="42"/>
                  <a:pt x="20" y="42"/>
                </a:cubicBezTo>
                <a:cubicBezTo>
                  <a:pt x="26" y="42"/>
                  <a:pt x="31" y="40"/>
                  <a:pt x="35" y="36"/>
                </a:cubicBezTo>
                <a:cubicBezTo>
                  <a:pt x="39" y="31"/>
                  <a:pt x="41" y="26"/>
                  <a:pt x="41" y="21"/>
                </a:cubicBezTo>
                <a:cubicBezTo>
                  <a:pt x="41" y="16"/>
                  <a:pt x="39" y="10"/>
                  <a:pt x="35" y="6"/>
                </a:cubicBezTo>
                <a:cubicBezTo>
                  <a:pt x="35" y="6"/>
                  <a:pt x="35" y="6"/>
                  <a:pt x="35" y="6"/>
                </a:cubicBezTo>
                <a:cubicBezTo>
                  <a:pt x="35" y="6"/>
                  <a:pt x="35" y="6"/>
                  <a:pt x="35" y="6"/>
                </a:cubicBezTo>
                <a:cubicBezTo>
                  <a:pt x="34" y="5"/>
                  <a:pt x="33" y="4"/>
                  <a:pt x="32" y="4"/>
                </a:cubicBezTo>
                <a:cubicBezTo>
                  <a:pt x="28" y="1"/>
                  <a:pt x="24"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66" name="Freeform 1124"/>
          <p:cNvSpPr>
            <a:spLocks/>
          </p:cNvSpPr>
          <p:nvPr/>
        </p:nvSpPr>
        <p:spPr bwMode="auto">
          <a:xfrm>
            <a:off x="1902598" y="119062"/>
            <a:ext cx="136525" cy="141288"/>
          </a:xfrm>
          <a:custGeom>
            <a:avLst/>
            <a:gdLst>
              <a:gd name="T0" fmla="*/ 17 w 33"/>
              <a:gd name="T1" fmla="*/ 0 h 34"/>
              <a:gd name="T2" fmla="*/ 5 w 33"/>
              <a:gd name="T3" fmla="*/ 5 h 34"/>
              <a:gd name="T4" fmla="*/ 0 w 33"/>
              <a:gd name="T5" fmla="*/ 17 h 34"/>
              <a:gd name="T6" fmla="*/ 5 w 33"/>
              <a:gd name="T7" fmla="*/ 29 h 34"/>
              <a:gd name="T8" fmla="*/ 17 w 33"/>
              <a:gd name="T9" fmla="*/ 34 h 34"/>
              <a:gd name="T10" fmla="*/ 28 w 33"/>
              <a:gd name="T11" fmla="*/ 29 h 34"/>
              <a:gd name="T12" fmla="*/ 33 w 33"/>
              <a:gd name="T13" fmla="*/ 17 h 34"/>
              <a:gd name="T14" fmla="*/ 28 w 33"/>
              <a:gd name="T15" fmla="*/ 5 h 34"/>
              <a:gd name="T16" fmla="*/ 30 w 33"/>
              <a:gd name="T17" fmla="*/ 4 h 34"/>
              <a:gd name="T18" fmla="*/ 30 w 33"/>
              <a:gd name="T19" fmla="*/ 4 h 34"/>
              <a:gd name="T20" fmla="*/ 28 w 33"/>
              <a:gd name="T21" fmla="*/ 5 h 34"/>
              <a:gd name="T22" fmla="*/ 17 w 33"/>
              <a:gd name="T2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4">
                <a:moveTo>
                  <a:pt x="17" y="0"/>
                </a:moveTo>
                <a:cubicBezTo>
                  <a:pt x="12" y="0"/>
                  <a:pt x="8" y="2"/>
                  <a:pt x="5" y="5"/>
                </a:cubicBezTo>
                <a:cubicBezTo>
                  <a:pt x="2" y="8"/>
                  <a:pt x="0" y="13"/>
                  <a:pt x="0" y="17"/>
                </a:cubicBezTo>
                <a:cubicBezTo>
                  <a:pt x="0" y="21"/>
                  <a:pt x="2" y="25"/>
                  <a:pt x="5" y="29"/>
                </a:cubicBezTo>
                <a:cubicBezTo>
                  <a:pt x="8" y="32"/>
                  <a:pt x="12" y="33"/>
                  <a:pt x="17" y="34"/>
                </a:cubicBezTo>
                <a:cubicBezTo>
                  <a:pt x="21" y="33"/>
                  <a:pt x="25" y="32"/>
                  <a:pt x="28" y="29"/>
                </a:cubicBezTo>
                <a:cubicBezTo>
                  <a:pt x="32" y="25"/>
                  <a:pt x="33" y="21"/>
                  <a:pt x="33" y="17"/>
                </a:cubicBezTo>
                <a:cubicBezTo>
                  <a:pt x="33" y="13"/>
                  <a:pt x="32" y="8"/>
                  <a:pt x="28" y="5"/>
                </a:cubicBezTo>
                <a:cubicBezTo>
                  <a:pt x="30" y="4"/>
                  <a:pt x="30" y="4"/>
                  <a:pt x="30" y="4"/>
                </a:cubicBezTo>
                <a:cubicBezTo>
                  <a:pt x="30" y="4"/>
                  <a:pt x="30" y="4"/>
                  <a:pt x="30" y="4"/>
                </a:cubicBezTo>
                <a:cubicBezTo>
                  <a:pt x="28" y="5"/>
                  <a:pt x="28" y="5"/>
                  <a:pt x="28"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67" name="Freeform 1125"/>
          <p:cNvSpPr>
            <a:spLocks noEditPoints="1"/>
          </p:cNvSpPr>
          <p:nvPr/>
        </p:nvSpPr>
        <p:spPr bwMode="auto">
          <a:xfrm>
            <a:off x="1886723" y="103187"/>
            <a:ext cx="169863" cy="173038"/>
          </a:xfrm>
          <a:custGeom>
            <a:avLst/>
            <a:gdLst>
              <a:gd name="T0" fmla="*/ 21 w 41"/>
              <a:gd name="T1" fmla="*/ 38 h 42"/>
              <a:gd name="T2" fmla="*/ 9 w 41"/>
              <a:gd name="T3" fmla="*/ 33 h 42"/>
              <a:gd name="T4" fmla="*/ 4 w 41"/>
              <a:gd name="T5" fmla="*/ 21 h 42"/>
              <a:gd name="T6" fmla="*/ 9 w 41"/>
              <a:gd name="T7" fmla="*/ 9 h 42"/>
              <a:gd name="T8" fmla="*/ 21 w 41"/>
              <a:gd name="T9" fmla="*/ 4 h 42"/>
              <a:gd name="T10" fmla="*/ 32 w 41"/>
              <a:gd name="T11" fmla="*/ 9 h 42"/>
              <a:gd name="T12" fmla="*/ 34 w 41"/>
              <a:gd name="T13" fmla="*/ 8 h 42"/>
              <a:gd name="T14" fmla="*/ 32 w 41"/>
              <a:gd name="T15" fmla="*/ 9 h 42"/>
              <a:gd name="T16" fmla="*/ 37 w 41"/>
              <a:gd name="T17" fmla="*/ 21 h 42"/>
              <a:gd name="T18" fmla="*/ 32 w 41"/>
              <a:gd name="T19" fmla="*/ 33 h 42"/>
              <a:gd name="T20" fmla="*/ 21 w 41"/>
              <a:gd name="T21" fmla="*/ 38 h 42"/>
              <a:gd name="T22" fmla="*/ 21 w 41"/>
              <a:gd name="T23" fmla="*/ 0 h 42"/>
              <a:gd name="T24" fmla="*/ 21 w 41"/>
              <a:gd name="T25" fmla="*/ 0 h 42"/>
              <a:gd name="T26" fmla="*/ 19 w 41"/>
              <a:gd name="T27" fmla="*/ 0 h 42"/>
              <a:gd name="T28" fmla="*/ 15 w 41"/>
              <a:gd name="T29" fmla="*/ 1 h 42"/>
              <a:gd name="T30" fmla="*/ 6 w 41"/>
              <a:gd name="T31" fmla="*/ 6 h 42"/>
              <a:gd name="T32" fmla="*/ 0 w 41"/>
              <a:gd name="T33" fmla="*/ 21 h 42"/>
              <a:gd name="T34" fmla="*/ 6 w 41"/>
              <a:gd name="T35" fmla="*/ 35 h 42"/>
              <a:gd name="T36" fmla="*/ 21 w 41"/>
              <a:gd name="T37" fmla="*/ 42 h 42"/>
              <a:gd name="T38" fmla="*/ 21 w 41"/>
              <a:gd name="T39" fmla="*/ 42 h 42"/>
              <a:gd name="T40" fmla="*/ 35 w 41"/>
              <a:gd name="T41" fmla="*/ 35 h 42"/>
              <a:gd name="T42" fmla="*/ 41 w 41"/>
              <a:gd name="T43" fmla="*/ 21 h 42"/>
              <a:gd name="T44" fmla="*/ 35 w 41"/>
              <a:gd name="T45" fmla="*/ 6 h 42"/>
              <a:gd name="T46" fmla="*/ 35 w 41"/>
              <a:gd name="T47" fmla="*/ 6 h 42"/>
              <a:gd name="T48" fmla="*/ 21 w 41"/>
              <a:gd name="T4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 h="42">
                <a:moveTo>
                  <a:pt x="21" y="38"/>
                </a:moveTo>
                <a:cubicBezTo>
                  <a:pt x="16" y="37"/>
                  <a:pt x="12" y="36"/>
                  <a:pt x="9" y="33"/>
                </a:cubicBezTo>
                <a:cubicBezTo>
                  <a:pt x="6" y="29"/>
                  <a:pt x="4" y="25"/>
                  <a:pt x="4" y="21"/>
                </a:cubicBezTo>
                <a:cubicBezTo>
                  <a:pt x="4" y="17"/>
                  <a:pt x="6" y="12"/>
                  <a:pt x="9" y="9"/>
                </a:cubicBezTo>
                <a:cubicBezTo>
                  <a:pt x="12" y="6"/>
                  <a:pt x="16" y="4"/>
                  <a:pt x="21" y="4"/>
                </a:cubicBezTo>
                <a:cubicBezTo>
                  <a:pt x="25" y="4"/>
                  <a:pt x="29" y="6"/>
                  <a:pt x="32" y="9"/>
                </a:cubicBezTo>
                <a:cubicBezTo>
                  <a:pt x="34" y="8"/>
                  <a:pt x="34" y="8"/>
                  <a:pt x="34" y="8"/>
                </a:cubicBezTo>
                <a:cubicBezTo>
                  <a:pt x="32" y="9"/>
                  <a:pt x="32" y="9"/>
                  <a:pt x="32" y="9"/>
                </a:cubicBezTo>
                <a:cubicBezTo>
                  <a:pt x="36" y="12"/>
                  <a:pt x="37" y="17"/>
                  <a:pt x="37" y="21"/>
                </a:cubicBezTo>
                <a:cubicBezTo>
                  <a:pt x="37" y="25"/>
                  <a:pt x="36" y="29"/>
                  <a:pt x="32" y="33"/>
                </a:cubicBezTo>
                <a:cubicBezTo>
                  <a:pt x="29" y="36"/>
                  <a:pt x="25" y="37"/>
                  <a:pt x="21" y="38"/>
                </a:cubicBezTo>
                <a:moveTo>
                  <a:pt x="21" y="0"/>
                </a:moveTo>
                <a:cubicBezTo>
                  <a:pt x="21" y="0"/>
                  <a:pt x="21" y="0"/>
                  <a:pt x="21" y="0"/>
                </a:cubicBezTo>
                <a:cubicBezTo>
                  <a:pt x="20" y="0"/>
                  <a:pt x="20" y="0"/>
                  <a:pt x="19" y="0"/>
                </a:cubicBezTo>
                <a:cubicBezTo>
                  <a:pt x="18" y="0"/>
                  <a:pt x="17" y="1"/>
                  <a:pt x="15" y="1"/>
                </a:cubicBezTo>
                <a:cubicBezTo>
                  <a:pt x="12" y="2"/>
                  <a:pt x="9" y="4"/>
                  <a:pt x="6" y="6"/>
                </a:cubicBezTo>
                <a:cubicBezTo>
                  <a:pt x="2" y="10"/>
                  <a:pt x="0" y="16"/>
                  <a:pt x="0" y="21"/>
                </a:cubicBezTo>
                <a:cubicBezTo>
                  <a:pt x="0" y="26"/>
                  <a:pt x="2" y="31"/>
                  <a:pt x="6" y="35"/>
                </a:cubicBezTo>
                <a:cubicBezTo>
                  <a:pt x="10" y="39"/>
                  <a:pt x="15" y="42"/>
                  <a:pt x="21" y="42"/>
                </a:cubicBezTo>
                <a:cubicBezTo>
                  <a:pt x="21" y="42"/>
                  <a:pt x="21" y="42"/>
                  <a:pt x="21" y="42"/>
                </a:cubicBezTo>
                <a:cubicBezTo>
                  <a:pt x="26" y="42"/>
                  <a:pt x="31" y="39"/>
                  <a:pt x="35" y="35"/>
                </a:cubicBezTo>
                <a:cubicBezTo>
                  <a:pt x="39" y="31"/>
                  <a:pt x="41" y="26"/>
                  <a:pt x="41" y="21"/>
                </a:cubicBezTo>
                <a:cubicBezTo>
                  <a:pt x="41" y="16"/>
                  <a:pt x="39" y="10"/>
                  <a:pt x="35" y="6"/>
                </a:cubicBezTo>
                <a:cubicBezTo>
                  <a:pt x="35" y="6"/>
                  <a:pt x="35" y="6"/>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68" name="Freeform 1126"/>
          <p:cNvSpPr>
            <a:spLocks/>
          </p:cNvSpPr>
          <p:nvPr/>
        </p:nvSpPr>
        <p:spPr bwMode="auto">
          <a:xfrm>
            <a:off x="2159770" y="-1522413"/>
            <a:ext cx="141288" cy="141288"/>
          </a:xfrm>
          <a:custGeom>
            <a:avLst/>
            <a:gdLst>
              <a:gd name="T0" fmla="*/ 17 w 34"/>
              <a:gd name="T1" fmla="*/ 0 h 34"/>
              <a:gd name="T2" fmla="*/ 5 w 34"/>
              <a:gd name="T3" fmla="*/ 5 h 34"/>
              <a:gd name="T4" fmla="*/ 0 w 34"/>
              <a:gd name="T5" fmla="*/ 17 h 34"/>
              <a:gd name="T6" fmla="*/ 5 w 34"/>
              <a:gd name="T7" fmla="*/ 29 h 34"/>
              <a:gd name="T8" fmla="*/ 17 w 34"/>
              <a:gd name="T9" fmla="*/ 34 h 34"/>
              <a:gd name="T10" fmla="*/ 29 w 34"/>
              <a:gd name="T11" fmla="*/ 29 h 34"/>
              <a:gd name="T12" fmla="*/ 34 w 34"/>
              <a:gd name="T13" fmla="*/ 17 h 34"/>
              <a:gd name="T14" fmla="*/ 29 w 34"/>
              <a:gd name="T15" fmla="*/ 5 h 34"/>
              <a:gd name="T16" fmla="*/ 30 w 34"/>
              <a:gd name="T17" fmla="*/ 4 h 34"/>
              <a:gd name="T18" fmla="*/ 30 w 34"/>
              <a:gd name="T19" fmla="*/ 4 h 34"/>
              <a:gd name="T20" fmla="*/ 29 w 34"/>
              <a:gd name="T21" fmla="*/ 5 h 34"/>
              <a:gd name="T22" fmla="*/ 17 w 34"/>
              <a:gd name="T2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34">
                <a:moveTo>
                  <a:pt x="17" y="0"/>
                </a:moveTo>
                <a:cubicBezTo>
                  <a:pt x="13" y="0"/>
                  <a:pt x="8" y="2"/>
                  <a:pt x="5" y="5"/>
                </a:cubicBezTo>
                <a:cubicBezTo>
                  <a:pt x="2" y="8"/>
                  <a:pt x="0" y="13"/>
                  <a:pt x="0" y="17"/>
                </a:cubicBezTo>
                <a:cubicBezTo>
                  <a:pt x="0" y="21"/>
                  <a:pt x="2" y="25"/>
                  <a:pt x="5" y="29"/>
                </a:cubicBezTo>
                <a:cubicBezTo>
                  <a:pt x="8" y="32"/>
                  <a:pt x="13" y="34"/>
                  <a:pt x="17" y="34"/>
                </a:cubicBezTo>
                <a:cubicBezTo>
                  <a:pt x="21" y="34"/>
                  <a:pt x="25" y="32"/>
                  <a:pt x="29" y="29"/>
                </a:cubicBezTo>
                <a:cubicBezTo>
                  <a:pt x="32" y="25"/>
                  <a:pt x="34" y="21"/>
                  <a:pt x="34" y="17"/>
                </a:cubicBezTo>
                <a:cubicBezTo>
                  <a:pt x="34" y="13"/>
                  <a:pt x="32" y="8"/>
                  <a:pt x="29" y="5"/>
                </a:cubicBezTo>
                <a:cubicBezTo>
                  <a:pt x="30" y="4"/>
                  <a:pt x="30" y="4"/>
                  <a:pt x="30" y="4"/>
                </a:cubicBezTo>
                <a:cubicBezTo>
                  <a:pt x="30" y="4"/>
                  <a:pt x="30" y="4"/>
                  <a:pt x="30" y="4"/>
                </a:cubicBezTo>
                <a:cubicBezTo>
                  <a:pt x="29" y="5"/>
                  <a:pt x="29" y="5"/>
                  <a:pt x="29"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69" name="Freeform 1127"/>
          <p:cNvSpPr>
            <a:spLocks noEditPoints="1"/>
          </p:cNvSpPr>
          <p:nvPr/>
        </p:nvSpPr>
        <p:spPr bwMode="auto">
          <a:xfrm>
            <a:off x="2142307" y="-1538288"/>
            <a:ext cx="174625" cy="173038"/>
          </a:xfrm>
          <a:custGeom>
            <a:avLst/>
            <a:gdLst>
              <a:gd name="T0" fmla="*/ 21 w 42"/>
              <a:gd name="T1" fmla="*/ 38 h 42"/>
              <a:gd name="T2" fmla="*/ 9 w 42"/>
              <a:gd name="T3" fmla="*/ 33 h 42"/>
              <a:gd name="T4" fmla="*/ 4 w 42"/>
              <a:gd name="T5" fmla="*/ 21 h 42"/>
              <a:gd name="T6" fmla="*/ 9 w 42"/>
              <a:gd name="T7" fmla="*/ 9 h 42"/>
              <a:gd name="T8" fmla="*/ 21 w 42"/>
              <a:gd name="T9" fmla="*/ 4 h 42"/>
              <a:gd name="T10" fmla="*/ 33 w 42"/>
              <a:gd name="T11" fmla="*/ 9 h 42"/>
              <a:gd name="T12" fmla="*/ 34 w 42"/>
              <a:gd name="T13" fmla="*/ 8 h 42"/>
              <a:gd name="T14" fmla="*/ 36 w 42"/>
              <a:gd name="T15" fmla="*/ 6 h 42"/>
              <a:gd name="T16" fmla="*/ 34 w 42"/>
              <a:gd name="T17" fmla="*/ 8 h 42"/>
              <a:gd name="T18" fmla="*/ 33 w 42"/>
              <a:gd name="T19" fmla="*/ 9 h 42"/>
              <a:gd name="T20" fmla="*/ 38 w 42"/>
              <a:gd name="T21" fmla="*/ 21 h 42"/>
              <a:gd name="T22" fmla="*/ 33 w 42"/>
              <a:gd name="T23" fmla="*/ 33 h 42"/>
              <a:gd name="T24" fmla="*/ 21 w 42"/>
              <a:gd name="T25" fmla="*/ 38 h 42"/>
              <a:gd name="T26" fmla="*/ 21 w 42"/>
              <a:gd name="T27" fmla="*/ 0 h 42"/>
              <a:gd name="T28" fmla="*/ 21 w 42"/>
              <a:gd name="T29" fmla="*/ 0 h 42"/>
              <a:gd name="T30" fmla="*/ 21 w 42"/>
              <a:gd name="T31" fmla="*/ 0 h 42"/>
              <a:gd name="T32" fmla="*/ 17 w 42"/>
              <a:gd name="T33" fmla="*/ 1 h 42"/>
              <a:gd name="T34" fmla="*/ 6 w 42"/>
              <a:gd name="T35" fmla="*/ 6 h 42"/>
              <a:gd name="T36" fmla="*/ 0 w 42"/>
              <a:gd name="T37" fmla="*/ 21 h 42"/>
              <a:gd name="T38" fmla="*/ 6 w 42"/>
              <a:gd name="T39" fmla="*/ 35 h 42"/>
              <a:gd name="T40" fmla="*/ 21 w 42"/>
              <a:gd name="T41" fmla="*/ 42 h 42"/>
              <a:gd name="T42" fmla="*/ 21 w 42"/>
              <a:gd name="T43" fmla="*/ 42 h 42"/>
              <a:gd name="T44" fmla="*/ 36 w 42"/>
              <a:gd name="T45" fmla="*/ 35 h 42"/>
              <a:gd name="T46" fmla="*/ 42 w 42"/>
              <a:gd name="T47" fmla="*/ 21 h 42"/>
              <a:gd name="T48" fmla="*/ 36 w 42"/>
              <a:gd name="T49" fmla="*/ 6 h 42"/>
              <a:gd name="T50" fmla="*/ 36 w 42"/>
              <a:gd name="T51" fmla="*/ 6 h 42"/>
              <a:gd name="T52" fmla="*/ 21 w 42"/>
              <a:gd name="T5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2" h="42">
                <a:moveTo>
                  <a:pt x="21" y="38"/>
                </a:moveTo>
                <a:cubicBezTo>
                  <a:pt x="17" y="38"/>
                  <a:pt x="12" y="36"/>
                  <a:pt x="9" y="33"/>
                </a:cubicBezTo>
                <a:cubicBezTo>
                  <a:pt x="6" y="29"/>
                  <a:pt x="4" y="25"/>
                  <a:pt x="4" y="21"/>
                </a:cubicBezTo>
                <a:cubicBezTo>
                  <a:pt x="4" y="17"/>
                  <a:pt x="6" y="12"/>
                  <a:pt x="9" y="9"/>
                </a:cubicBezTo>
                <a:cubicBezTo>
                  <a:pt x="12" y="6"/>
                  <a:pt x="17" y="4"/>
                  <a:pt x="21" y="4"/>
                </a:cubicBezTo>
                <a:cubicBezTo>
                  <a:pt x="25" y="4"/>
                  <a:pt x="29" y="6"/>
                  <a:pt x="33" y="9"/>
                </a:cubicBezTo>
                <a:cubicBezTo>
                  <a:pt x="34" y="8"/>
                  <a:pt x="34" y="8"/>
                  <a:pt x="34" y="8"/>
                </a:cubicBezTo>
                <a:cubicBezTo>
                  <a:pt x="36" y="6"/>
                  <a:pt x="36" y="6"/>
                  <a:pt x="36" y="6"/>
                </a:cubicBezTo>
                <a:cubicBezTo>
                  <a:pt x="34" y="8"/>
                  <a:pt x="34" y="8"/>
                  <a:pt x="34" y="8"/>
                </a:cubicBezTo>
                <a:cubicBezTo>
                  <a:pt x="33" y="9"/>
                  <a:pt x="33" y="9"/>
                  <a:pt x="33" y="9"/>
                </a:cubicBezTo>
                <a:cubicBezTo>
                  <a:pt x="36" y="12"/>
                  <a:pt x="38" y="17"/>
                  <a:pt x="38" y="21"/>
                </a:cubicBezTo>
                <a:cubicBezTo>
                  <a:pt x="38" y="25"/>
                  <a:pt x="36" y="29"/>
                  <a:pt x="33" y="33"/>
                </a:cubicBezTo>
                <a:cubicBezTo>
                  <a:pt x="29" y="36"/>
                  <a:pt x="25" y="38"/>
                  <a:pt x="21" y="38"/>
                </a:cubicBezTo>
                <a:moveTo>
                  <a:pt x="21" y="0"/>
                </a:moveTo>
                <a:cubicBezTo>
                  <a:pt x="21" y="0"/>
                  <a:pt x="21" y="0"/>
                  <a:pt x="21" y="0"/>
                </a:cubicBezTo>
                <a:cubicBezTo>
                  <a:pt x="21" y="0"/>
                  <a:pt x="21" y="0"/>
                  <a:pt x="21" y="0"/>
                </a:cubicBezTo>
                <a:cubicBezTo>
                  <a:pt x="19" y="0"/>
                  <a:pt x="18" y="0"/>
                  <a:pt x="17" y="1"/>
                </a:cubicBezTo>
                <a:cubicBezTo>
                  <a:pt x="13" y="1"/>
                  <a:pt x="9" y="3"/>
                  <a:pt x="6" y="6"/>
                </a:cubicBezTo>
                <a:cubicBezTo>
                  <a:pt x="2" y="10"/>
                  <a:pt x="0" y="16"/>
                  <a:pt x="0" y="21"/>
                </a:cubicBezTo>
                <a:cubicBezTo>
                  <a:pt x="0" y="26"/>
                  <a:pt x="2" y="31"/>
                  <a:pt x="6" y="35"/>
                </a:cubicBezTo>
                <a:cubicBezTo>
                  <a:pt x="10" y="39"/>
                  <a:pt x="16" y="42"/>
                  <a:pt x="21" y="42"/>
                </a:cubicBezTo>
                <a:cubicBezTo>
                  <a:pt x="21" y="42"/>
                  <a:pt x="21" y="42"/>
                  <a:pt x="21" y="42"/>
                </a:cubicBezTo>
                <a:cubicBezTo>
                  <a:pt x="26" y="42"/>
                  <a:pt x="31" y="39"/>
                  <a:pt x="36" y="35"/>
                </a:cubicBezTo>
                <a:cubicBezTo>
                  <a:pt x="40" y="31"/>
                  <a:pt x="42" y="26"/>
                  <a:pt x="42" y="21"/>
                </a:cubicBezTo>
                <a:cubicBezTo>
                  <a:pt x="42" y="16"/>
                  <a:pt x="40" y="10"/>
                  <a:pt x="36" y="6"/>
                </a:cubicBezTo>
                <a:cubicBezTo>
                  <a:pt x="36" y="6"/>
                  <a:pt x="36" y="6"/>
                  <a:pt x="36"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70" name="Freeform 1128"/>
          <p:cNvSpPr>
            <a:spLocks/>
          </p:cNvSpPr>
          <p:nvPr/>
        </p:nvSpPr>
        <p:spPr bwMode="auto">
          <a:xfrm>
            <a:off x="1939107" y="-2513013"/>
            <a:ext cx="141288" cy="136525"/>
          </a:xfrm>
          <a:custGeom>
            <a:avLst/>
            <a:gdLst>
              <a:gd name="T0" fmla="*/ 17 w 34"/>
              <a:gd name="T1" fmla="*/ 0 h 33"/>
              <a:gd name="T2" fmla="*/ 5 w 34"/>
              <a:gd name="T3" fmla="*/ 5 h 33"/>
              <a:gd name="T4" fmla="*/ 0 w 34"/>
              <a:gd name="T5" fmla="*/ 16 h 33"/>
              <a:gd name="T6" fmla="*/ 5 w 34"/>
              <a:gd name="T7" fmla="*/ 28 h 33"/>
              <a:gd name="T8" fmla="*/ 17 w 34"/>
              <a:gd name="T9" fmla="*/ 33 h 33"/>
              <a:gd name="T10" fmla="*/ 29 w 34"/>
              <a:gd name="T11" fmla="*/ 28 h 33"/>
              <a:gd name="T12" fmla="*/ 34 w 34"/>
              <a:gd name="T13" fmla="*/ 16 h 33"/>
              <a:gd name="T14" fmla="*/ 29 w 34"/>
              <a:gd name="T15" fmla="*/ 5 h 33"/>
              <a:gd name="T16" fmla="*/ 30 w 34"/>
              <a:gd name="T17" fmla="*/ 3 h 33"/>
              <a:gd name="T18" fmla="*/ 30 w 34"/>
              <a:gd name="T19" fmla="*/ 3 h 33"/>
              <a:gd name="T20" fmla="*/ 29 w 34"/>
              <a:gd name="T21" fmla="*/ 5 h 33"/>
              <a:gd name="T22" fmla="*/ 17 w 34"/>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33">
                <a:moveTo>
                  <a:pt x="17" y="0"/>
                </a:moveTo>
                <a:cubicBezTo>
                  <a:pt x="13" y="0"/>
                  <a:pt x="9" y="1"/>
                  <a:pt x="5" y="5"/>
                </a:cubicBezTo>
                <a:cubicBezTo>
                  <a:pt x="2" y="8"/>
                  <a:pt x="0" y="12"/>
                  <a:pt x="0" y="16"/>
                </a:cubicBezTo>
                <a:cubicBezTo>
                  <a:pt x="0" y="21"/>
                  <a:pt x="2" y="25"/>
                  <a:pt x="5" y="28"/>
                </a:cubicBezTo>
                <a:cubicBezTo>
                  <a:pt x="9" y="31"/>
                  <a:pt x="13" y="33"/>
                  <a:pt x="17" y="33"/>
                </a:cubicBezTo>
                <a:cubicBezTo>
                  <a:pt x="21" y="33"/>
                  <a:pt x="26" y="31"/>
                  <a:pt x="29" y="28"/>
                </a:cubicBezTo>
                <a:cubicBezTo>
                  <a:pt x="32" y="25"/>
                  <a:pt x="34" y="21"/>
                  <a:pt x="34" y="16"/>
                </a:cubicBezTo>
                <a:cubicBezTo>
                  <a:pt x="34" y="12"/>
                  <a:pt x="32" y="8"/>
                  <a:pt x="29" y="5"/>
                </a:cubicBezTo>
                <a:cubicBezTo>
                  <a:pt x="30" y="3"/>
                  <a:pt x="30" y="3"/>
                  <a:pt x="30" y="3"/>
                </a:cubicBezTo>
                <a:cubicBezTo>
                  <a:pt x="30" y="3"/>
                  <a:pt x="30" y="3"/>
                  <a:pt x="30" y="3"/>
                </a:cubicBezTo>
                <a:cubicBezTo>
                  <a:pt x="29" y="5"/>
                  <a:pt x="29" y="5"/>
                  <a:pt x="29" y="5"/>
                </a:cubicBezTo>
                <a:cubicBezTo>
                  <a:pt x="26" y="1"/>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71" name="Freeform 1129"/>
          <p:cNvSpPr>
            <a:spLocks noEditPoints="1"/>
          </p:cNvSpPr>
          <p:nvPr/>
        </p:nvSpPr>
        <p:spPr bwMode="auto">
          <a:xfrm>
            <a:off x="1923232" y="-2530475"/>
            <a:ext cx="174625" cy="169863"/>
          </a:xfrm>
          <a:custGeom>
            <a:avLst/>
            <a:gdLst>
              <a:gd name="T0" fmla="*/ 21 w 42"/>
              <a:gd name="T1" fmla="*/ 37 h 41"/>
              <a:gd name="T2" fmla="*/ 9 w 42"/>
              <a:gd name="T3" fmla="*/ 32 h 41"/>
              <a:gd name="T4" fmla="*/ 4 w 42"/>
              <a:gd name="T5" fmla="*/ 20 h 41"/>
              <a:gd name="T6" fmla="*/ 9 w 42"/>
              <a:gd name="T7" fmla="*/ 9 h 41"/>
              <a:gd name="T8" fmla="*/ 21 w 42"/>
              <a:gd name="T9" fmla="*/ 4 h 41"/>
              <a:gd name="T10" fmla="*/ 33 w 42"/>
              <a:gd name="T11" fmla="*/ 9 h 41"/>
              <a:gd name="T12" fmla="*/ 34 w 42"/>
              <a:gd name="T13" fmla="*/ 7 h 41"/>
              <a:gd name="T14" fmla="*/ 36 w 42"/>
              <a:gd name="T15" fmla="*/ 6 h 41"/>
              <a:gd name="T16" fmla="*/ 34 w 42"/>
              <a:gd name="T17" fmla="*/ 7 h 41"/>
              <a:gd name="T18" fmla="*/ 33 w 42"/>
              <a:gd name="T19" fmla="*/ 9 h 41"/>
              <a:gd name="T20" fmla="*/ 38 w 42"/>
              <a:gd name="T21" fmla="*/ 20 h 41"/>
              <a:gd name="T22" fmla="*/ 33 w 42"/>
              <a:gd name="T23" fmla="*/ 32 h 41"/>
              <a:gd name="T24" fmla="*/ 21 w 42"/>
              <a:gd name="T25" fmla="*/ 37 h 41"/>
              <a:gd name="T26" fmla="*/ 21 w 42"/>
              <a:gd name="T27" fmla="*/ 0 h 41"/>
              <a:gd name="T28" fmla="*/ 21 w 42"/>
              <a:gd name="T29" fmla="*/ 0 h 41"/>
              <a:gd name="T30" fmla="*/ 8 w 42"/>
              <a:gd name="T31" fmla="*/ 4 h 41"/>
              <a:gd name="T32" fmla="*/ 6 w 42"/>
              <a:gd name="T33" fmla="*/ 6 h 41"/>
              <a:gd name="T34" fmla="*/ 6 w 42"/>
              <a:gd name="T35" fmla="*/ 7 h 41"/>
              <a:gd name="T36" fmla="*/ 0 w 42"/>
              <a:gd name="T37" fmla="*/ 20 h 41"/>
              <a:gd name="T38" fmla="*/ 6 w 42"/>
              <a:gd name="T39" fmla="*/ 35 h 41"/>
              <a:gd name="T40" fmla="*/ 21 w 42"/>
              <a:gd name="T41" fmla="*/ 41 h 41"/>
              <a:gd name="T42" fmla="*/ 21 w 42"/>
              <a:gd name="T43" fmla="*/ 41 h 41"/>
              <a:gd name="T44" fmla="*/ 35 w 42"/>
              <a:gd name="T45" fmla="*/ 36 h 41"/>
              <a:gd name="T46" fmla="*/ 36 w 42"/>
              <a:gd name="T47" fmla="*/ 35 h 41"/>
              <a:gd name="T48" fmla="*/ 37 w 42"/>
              <a:gd name="T49" fmla="*/ 33 h 41"/>
              <a:gd name="T50" fmla="*/ 42 w 42"/>
              <a:gd name="T51" fmla="*/ 20 h 41"/>
              <a:gd name="T52" fmla="*/ 36 w 42"/>
              <a:gd name="T53" fmla="*/ 6 h 41"/>
              <a:gd name="T54" fmla="*/ 36 w 42"/>
              <a:gd name="T55" fmla="*/ 6 h 41"/>
              <a:gd name="T56" fmla="*/ 21 w 42"/>
              <a:gd name="T5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2" h="41">
                <a:moveTo>
                  <a:pt x="21" y="37"/>
                </a:moveTo>
                <a:cubicBezTo>
                  <a:pt x="17" y="37"/>
                  <a:pt x="13" y="35"/>
                  <a:pt x="9" y="32"/>
                </a:cubicBezTo>
                <a:cubicBezTo>
                  <a:pt x="6" y="29"/>
                  <a:pt x="4" y="25"/>
                  <a:pt x="4" y="20"/>
                </a:cubicBezTo>
                <a:cubicBezTo>
                  <a:pt x="4" y="16"/>
                  <a:pt x="6" y="12"/>
                  <a:pt x="9" y="9"/>
                </a:cubicBezTo>
                <a:cubicBezTo>
                  <a:pt x="13" y="5"/>
                  <a:pt x="17" y="4"/>
                  <a:pt x="21" y="4"/>
                </a:cubicBezTo>
                <a:cubicBezTo>
                  <a:pt x="25" y="4"/>
                  <a:pt x="30" y="5"/>
                  <a:pt x="33" y="9"/>
                </a:cubicBezTo>
                <a:cubicBezTo>
                  <a:pt x="34" y="7"/>
                  <a:pt x="34" y="7"/>
                  <a:pt x="34" y="7"/>
                </a:cubicBezTo>
                <a:cubicBezTo>
                  <a:pt x="36" y="6"/>
                  <a:pt x="36" y="6"/>
                  <a:pt x="36" y="6"/>
                </a:cubicBezTo>
                <a:cubicBezTo>
                  <a:pt x="34" y="7"/>
                  <a:pt x="34" y="7"/>
                  <a:pt x="34" y="7"/>
                </a:cubicBezTo>
                <a:cubicBezTo>
                  <a:pt x="33" y="9"/>
                  <a:pt x="33" y="9"/>
                  <a:pt x="33" y="9"/>
                </a:cubicBezTo>
                <a:cubicBezTo>
                  <a:pt x="36" y="12"/>
                  <a:pt x="38" y="16"/>
                  <a:pt x="38" y="20"/>
                </a:cubicBezTo>
                <a:cubicBezTo>
                  <a:pt x="38" y="25"/>
                  <a:pt x="36" y="29"/>
                  <a:pt x="33" y="32"/>
                </a:cubicBezTo>
                <a:cubicBezTo>
                  <a:pt x="30" y="35"/>
                  <a:pt x="25" y="37"/>
                  <a:pt x="21" y="37"/>
                </a:cubicBezTo>
                <a:moveTo>
                  <a:pt x="21" y="0"/>
                </a:moveTo>
                <a:cubicBezTo>
                  <a:pt x="21" y="0"/>
                  <a:pt x="21" y="0"/>
                  <a:pt x="21" y="0"/>
                </a:cubicBezTo>
                <a:cubicBezTo>
                  <a:pt x="17" y="0"/>
                  <a:pt x="12" y="1"/>
                  <a:pt x="8" y="4"/>
                </a:cubicBezTo>
                <a:cubicBezTo>
                  <a:pt x="8" y="5"/>
                  <a:pt x="7" y="5"/>
                  <a:pt x="6" y="6"/>
                </a:cubicBezTo>
                <a:cubicBezTo>
                  <a:pt x="6" y="6"/>
                  <a:pt x="6" y="6"/>
                  <a:pt x="6" y="7"/>
                </a:cubicBezTo>
                <a:cubicBezTo>
                  <a:pt x="2" y="11"/>
                  <a:pt x="0" y="15"/>
                  <a:pt x="0" y="20"/>
                </a:cubicBezTo>
                <a:cubicBezTo>
                  <a:pt x="0" y="26"/>
                  <a:pt x="2" y="31"/>
                  <a:pt x="6" y="35"/>
                </a:cubicBezTo>
                <a:cubicBezTo>
                  <a:pt x="10" y="39"/>
                  <a:pt x="16" y="41"/>
                  <a:pt x="21" y="41"/>
                </a:cubicBezTo>
                <a:cubicBezTo>
                  <a:pt x="21" y="41"/>
                  <a:pt x="21" y="41"/>
                  <a:pt x="21" y="41"/>
                </a:cubicBezTo>
                <a:cubicBezTo>
                  <a:pt x="26" y="41"/>
                  <a:pt x="31" y="39"/>
                  <a:pt x="35" y="36"/>
                </a:cubicBezTo>
                <a:cubicBezTo>
                  <a:pt x="35" y="36"/>
                  <a:pt x="35" y="35"/>
                  <a:pt x="36" y="35"/>
                </a:cubicBezTo>
                <a:cubicBezTo>
                  <a:pt x="36" y="34"/>
                  <a:pt x="37" y="34"/>
                  <a:pt x="37" y="33"/>
                </a:cubicBezTo>
                <a:cubicBezTo>
                  <a:pt x="40" y="29"/>
                  <a:pt x="42" y="25"/>
                  <a:pt x="42" y="20"/>
                </a:cubicBezTo>
                <a:cubicBezTo>
                  <a:pt x="42" y="15"/>
                  <a:pt x="40" y="10"/>
                  <a:pt x="36" y="6"/>
                </a:cubicBezTo>
                <a:cubicBezTo>
                  <a:pt x="36" y="6"/>
                  <a:pt x="36" y="6"/>
                  <a:pt x="36" y="6"/>
                </a:cubicBezTo>
                <a:cubicBezTo>
                  <a:pt x="32"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72" name="Freeform 1130"/>
          <p:cNvSpPr>
            <a:spLocks/>
          </p:cNvSpPr>
          <p:nvPr/>
        </p:nvSpPr>
        <p:spPr bwMode="auto">
          <a:xfrm>
            <a:off x="3075757" y="-984250"/>
            <a:ext cx="136525" cy="141288"/>
          </a:xfrm>
          <a:custGeom>
            <a:avLst/>
            <a:gdLst>
              <a:gd name="T0" fmla="*/ 17 w 33"/>
              <a:gd name="T1" fmla="*/ 0 h 34"/>
              <a:gd name="T2" fmla="*/ 5 w 33"/>
              <a:gd name="T3" fmla="*/ 5 h 34"/>
              <a:gd name="T4" fmla="*/ 0 w 33"/>
              <a:gd name="T5" fmla="*/ 17 h 34"/>
              <a:gd name="T6" fmla="*/ 5 w 33"/>
              <a:gd name="T7" fmla="*/ 29 h 34"/>
              <a:gd name="T8" fmla="*/ 17 w 33"/>
              <a:gd name="T9" fmla="*/ 34 h 34"/>
              <a:gd name="T10" fmla="*/ 28 w 33"/>
              <a:gd name="T11" fmla="*/ 29 h 34"/>
              <a:gd name="T12" fmla="*/ 33 w 33"/>
              <a:gd name="T13" fmla="*/ 17 h 34"/>
              <a:gd name="T14" fmla="*/ 28 w 33"/>
              <a:gd name="T15" fmla="*/ 5 h 34"/>
              <a:gd name="T16" fmla="*/ 30 w 33"/>
              <a:gd name="T17" fmla="*/ 4 h 34"/>
              <a:gd name="T18" fmla="*/ 30 w 33"/>
              <a:gd name="T19" fmla="*/ 4 h 34"/>
              <a:gd name="T20" fmla="*/ 28 w 33"/>
              <a:gd name="T21" fmla="*/ 5 h 34"/>
              <a:gd name="T22" fmla="*/ 17 w 33"/>
              <a:gd name="T2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4">
                <a:moveTo>
                  <a:pt x="17" y="0"/>
                </a:moveTo>
                <a:cubicBezTo>
                  <a:pt x="12" y="0"/>
                  <a:pt x="8" y="2"/>
                  <a:pt x="5" y="5"/>
                </a:cubicBezTo>
                <a:cubicBezTo>
                  <a:pt x="1" y="8"/>
                  <a:pt x="0" y="13"/>
                  <a:pt x="0" y="17"/>
                </a:cubicBezTo>
                <a:cubicBezTo>
                  <a:pt x="0" y="21"/>
                  <a:pt x="1" y="25"/>
                  <a:pt x="5" y="29"/>
                </a:cubicBezTo>
                <a:cubicBezTo>
                  <a:pt x="8" y="32"/>
                  <a:pt x="12" y="34"/>
                  <a:pt x="17" y="34"/>
                </a:cubicBezTo>
                <a:cubicBezTo>
                  <a:pt x="21" y="34"/>
                  <a:pt x="25" y="32"/>
                  <a:pt x="28" y="29"/>
                </a:cubicBezTo>
                <a:cubicBezTo>
                  <a:pt x="32" y="25"/>
                  <a:pt x="33" y="21"/>
                  <a:pt x="33" y="17"/>
                </a:cubicBezTo>
                <a:cubicBezTo>
                  <a:pt x="33" y="13"/>
                  <a:pt x="32" y="8"/>
                  <a:pt x="28" y="5"/>
                </a:cubicBezTo>
                <a:cubicBezTo>
                  <a:pt x="30" y="4"/>
                  <a:pt x="30" y="4"/>
                  <a:pt x="30" y="4"/>
                </a:cubicBezTo>
                <a:cubicBezTo>
                  <a:pt x="30" y="4"/>
                  <a:pt x="30" y="4"/>
                  <a:pt x="30" y="4"/>
                </a:cubicBezTo>
                <a:cubicBezTo>
                  <a:pt x="28" y="5"/>
                  <a:pt x="28" y="5"/>
                  <a:pt x="28"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73" name="Freeform 1131"/>
          <p:cNvSpPr>
            <a:spLocks noEditPoints="1"/>
          </p:cNvSpPr>
          <p:nvPr/>
        </p:nvSpPr>
        <p:spPr bwMode="auto">
          <a:xfrm>
            <a:off x="3058295" y="-1000125"/>
            <a:ext cx="171450" cy="174625"/>
          </a:xfrm>
          <a:custGeom>
            <a:avLst/>
            <a:gdLst>
              <a:gd name="T0" fmla="*/ 21 w 41"/>
              <a:gd name="T1" fmla="*/ 38 h 42"/>
              <a:gd name="T2" fmla="*/ 9 w 41"/>
              <a:gd name="T3" fmla="*/ 33 h 42"/>
              <a:gd name="T4" fmla="*/ 4 w 41"/>
              <a:gd name="T5" fmla="*/ 21 h 42"/>
              <a:gd name="T6" fmla="*/ 9 w 41"/>
              <a:gd name="T7" fmla="*/ 9 h 42"/>
              <a:gd name="T8" fmla="*/ 21 w 41"/>
              <a:gd name="T9" fmla="*/ 4 h 42"/>
              <a:gd name="T10" fmla="*/ 32 w 41"/>
              <a:gd name="T11" fmla="*/ 9 h 42"/>
              <a:gd name="T12" fmla="*/ 34 w 41"/>
              <a:gd name="T13" fmla="*/ 8 h 42"/>
              <a:gd name="T14" fmla="*/ 35 w 41"/>
              <a:gd name="T15" fmla="*/ 6 h 42"/>
              <a:gd name="T16" fmla="*/ 34 w 41"/>
              <a:gd name="T17" fmla="*/ 8 h 42"/>
              <a:gd name="T18" fmla="*/ 32 w 41"/>
              <a:gd name="T19" fmla="*/ 9 h 42"/>
              <a:gd name="T20" fmla="*/ 37 w 41"/>
              <a:gd name="T21" fmla="*/ 21 h 42"/>
              <a:gd name="T22" fmla="*/ 32 w 41"/>
              <a:gd name="T23" fmla="*/ 33 h 42"/>
              <a:gd name="T24" fmla="*/ 21 w 41"/>
              <a:gd name="T25" fmla="*/ 38 h 42"/>
              <a:gd name="T26" fmla="*/ 21 w 41"/>
              <a:gd name="T27" fmla="*/ 0 h 42"/>
              <a:gd name="T28" fmla="*/ 21 w 41"/>
              <a:gd name="T29" fmla="*/ 0 h 42"/>
              <a:gd name="T30" fmla="*/ 18 w 41"/>
              <a:gd name="T31" fmla="*/ 1 h 42"/>
              <a:gd name="T32" fmla="*/ 6 w 41"/>
              <a:gd name="T33" fmla="*/ 6 h 42"/>
              <a:gd name="T34" fmla="*/ 0 w 41"/>
              <a:gd name="T35" fmla="*/ 21 h 42"/>
              <a:gd name="T36" fmla="*/ 6 w 41"/>
              <a:gd name="T37" fmla="*/ 36 h 42"/>
              <a:gd name="T38" fmla="*/ 17 w 41"/>
              <a:gd name="T39" fmla="*/ 41 h 42"/>
              <a:gd name="T40" fmla="*/ 21 w 41"/>
              <a:gd name="T41" fmla="*/ 42 h 42"/>
              <a:gd name="T42" fmla="*/ 21 w 41"/>
              <a:gd name="T43" fmla="*/ 42 h 42"/>
              <a:gd name="T44" fmla="*/ 21 w 41"/>
              <a:gd name="T45" fmla="*/ 42 h 42"/>
              <a:gd name="T46" fmla="*/ 35 w 41"/>
              <a:gd name="T47" fmla="*/ 36 h 42"/>
              <a:gd name="T48" fmla="*/ 41 w 41"/>
              <a:gd name="T49" fmla="*/ 21 h 42"/>
              <a:gd name="T50" fmla="*/ 35 w 41"/>
              <a:gd name="T51" fmla="*/ 6 h 42"/>
              <a:gd name="T52" fmla="*/ 35 w 41"/>
              <a:gd name="T53" fmla="*/ 6 h 42"/>
              <a:gd name="T54" fmla="*/ 22 w 41"/>
              <a:gd name="T55" fmla="*/ 0 h 42"/>
              <a:gd name="T56" fmla="*/ 21 w 41"/>
              <a:gd name="T5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42">
                <a:moveTo>
                  <a:pt x="21" y="38"/>
                </a:moveTo>
                <a:cubicBezTo>
                  <a:pt x="16" y="38"/>
                  <a:pt x="12" y="36"/>
                  <a:pt x="9" y="33"/>
                </a:cubicBezTo>
                <a:cubicBezTo>
                  <a:pt x="5" y="29"/>
                  <a:pt x="4" y="25"/>
                  <a:pt x="4" y="21"/>
                </a:cubicBezTo>
                <a:cubicBezTo>
                  <a:pt x="4" y="17"/>
                  <a:pt x="5" y="12"/>
                  <a:pt x="9" y="9"/>
                </a:cubicBezTo>
                <a:cubicBezTo>
                  <a:pt x="12" y="6"/>
                  <a:pt x="16" y="4"/>
                  <a:pt x="21" y="4"/>
                </a:cubicBezTo>
                <a:cubicBezTo>
                  <a:pt x="25" y="4"/>
                  <a:pt x="29" y="6"/>
                  <a:pt x="32" y="9"/>
                </a:cubicBezTo>
                <a:cubicBezTo>
                  <a:pt x="34" y="8"/>
                  <a:pt x="34" y="8"/>
                  <a:pt x="34" y="8"/>
                </a:cubicBezTo>
                <a:cubicBezTo>
                  <a:pt x="35" y="6"/>
                  <a:pt x="35" y="6"/>
                  <a:pt x="35" y="6"/>
                </a:cubicBezTo>
                <a:cubicBezTo>
                  <a:pt x="34" y="8"/>
                  <a:pt x="34" y="8"/>
                  <a:pt x="34" y="8"/>
                </a:cubicBezTo>
                <a:cubicBezTo>
                  <a:pt x="32" y="9"/>
                  <a:pt x="32" y="9"/>
                  <a:pt x="32" y="9"/>
                </a:cubicBezTo>
                <a:cubicBezTo>
                  <a:pt x="36" y="12"/>
                  <a:pt x="37" y="17"/>
                  <a:pt x="37" y="21"/>
                </a:cubicBezTo>
                <a:cubicBezTo>
                  <a:pt x="37" y="25"/>
                  <a:pt x="36" y="29"/>
                  <a:pt x="32" y="33"/>
                </a:cubicBezTo>
                <a:cubicBezTo>
                  <a:pt x="29" y="36"/>
                  <a:pt x="25" y="38"/>
                  <a:pt x="21" y="38"/>
                </a:cubicBezTo>
                <a:moveTo>
                  <a:pt x="21" y="0"/>
                </a:moveTo>
                <a:cubicBezTo>
                  <a:pt x="21" y="0"/>
                  <a:pt x="21" y="0"/>
                  <a:pt x="21" y="0"/>
                </a:cubicBezTo>
                <a:cubicBezTo>
                  <a:pt x="20" y="0"/>
                  <a:pt x="19" y="0"/>
                  <a:pt x="18" y="1"/>
                </a:cubicBezTo>
                <a:cubicBezTo>
                  <a:pt x="13" y="1"/>
                  <a:pt x="9" y="3"/>
                  <a:pt x="6" y="6"/>
                </a:cubicBezTo>
                <a:cubicBezTo>
                  <a:pt x="2" y="10"/>
                  <a:pt x="0" y="16"/>
                  <a:pt x="0" y="21"/>
                </a:cubicBezTo>
                <a:cubicBezTo>
                  <a:pt x="0" y="26"/>
                  <a:pt x="2" y="32"/>
                  <a:pt x="6" y="36"/>
                </a:cubicBezTo>
                <a:cubicBezTo>
                  <a:pt x="9" y="39"/>
                  <a:pt x="13" y="41"/>
                  <a:pt x="17" y="41"/>
                </a:cubicBezTo>
                <a:cubicBezTo>
                  <a:pt x="18" y="42"/>
                  <a:pt x="19" y="42"/>
                  <a:pt x="21" y="42"/>
                </a:cubicBezTo>
                <a:cubicBezTo>
                  <a:pt x="21" y="42"/>
                  <a:pt x="21" y="42"/>
                  <a:pt x="21" y="42"/>
                </a:cubicBezTo>
                <a:cubicBezTo>
                  <a:pt x="21" y="42"/>
                  <a:pt x="21" y="42"/>
                  <a:pt x="21" y="42"/>
                </a:cubicBezTo>
                <a:cubicBezTo>
                  <a:pt x="26" y="41"/>
                  <a:pt x="31" y="39"/>
                  <a:pt x="35" y="36"/>
                </a:cubicBezTo>
                <a:cubicBezTo>
                  <a:pt x="39" y="32"/>
                  <a:pt x="41" y="26"/>
                  <a:pt x="41" y="21"/>
                </a:cubicBezTo>
                <a:cubicBezTo>
                  <a:pt x="41" y="16"/>
                  <a:pt x="39" y="10"/>
                  <a:pt x="35" y="6"/>
                </a:cubicBezTo>
                <a:cubicBezTo>
                  <a:pt x="35" y="6"/>
                  <a:pt x="35" y="6"/>
                  <a:pt x="35" y="6"/>
                </a:cubicBezTo>
                <a:cubicBezTo>
                  <a:pt x="31" y="3"/>
                  <a:pt x="26" y="1"/>
                  <a:pt x="22" y="0"/>
                </a:cubicBezTo>
                <a:cubicBezTo>
                  <a:pt x="21" y="0"/>
                  <a:pt x="21"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74" name="Freeform 1132"/>
          <p:cNvSpPr>
            <a:spLocks/>
          </p:cNvSpPr>
          <p:nvPr/>
        </p:nvSpPr>
        <p:spPr bwMode="auto">
          <a:xfrm>
            <a:off x="-3034531" y="-3155950"/>
            <a:ext cx="2305050" cy="2001838"/>
          </a:xfrm>
          <a:custGeom>
            <a:avLst/>
            <a:gdLst>
              <a:gd name="T0" fmla="*/ 2 w 556"/>
              <a:gd name="T1" fmla="*/ 0 h 483"/>
              <a:gd name="T2" fmla="*/ 0 w 556"/>
              <a:gd name="T3" fmla="*/ 2 h 483"/>
              <a:gd name="T4" fmla="*/ 480 w 556"/>
              <a:gd name="T5" fmla="*/ 483 h 483"/>
              <a:gd name="T6" fmla="*/ 531 w 556"/>
              <a:gd name="T7" fmla="*/ 482 h 483"/>
              <a:gd name="T8" fmla="*/ 556 w 556"/>
              <a:gd name="T9" fmla="*/ 458 h 483"/>
              <a:gd name="T10" fmla="*/ 552 w 556"/>
              <a:gd name="T11" fmla="*/ 455 h 483"/>
              <a:gd name="T12" fmla="*/ 529 w 556"/>
              <a:gd name="T13" fmla="*/ 478 h 483"/>
              <a:gd name="T14" fmla="*/ 482 w 556"/>
              <a:gd name="T15" fmla="*/ 479 h 483"/>
              <a:gd name="T16" fmla="*/ 2 w 556"/>
              <a:gd name="T17" fmla="*/ 0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6" h="483">
                <a:moveTo>
                  <a:pt x="2" y="0"/>
                </a:moveTo>
                <a:cubicBezTo>
                  <a:pt x="0" y="2"/>
                  <a:pt x="0" y="2"/>
                  <a:pt x="0" y="2"/>
                </a:cubicBezTo>
                <a:cubicBezTo>
                  <a:pt x="480" y="483"/>
                  <a:pt x="480" y="483"/>
                  <a:pt x="480" y="483"/>
                </a:cubicBezTo>
                <a:cubicBezTo>
                  <a:pt x="531" y="482"/>
                  <a:pt x="531" y="482"/>
                  <a:pt x="531" y="482"/>
                </a:cubicBezTo>
                <a:cubicBezTo>
                  <a:pt x="556" y="458"/>
                  <a:pt x="556" y="458"/>
                  <a:pt x="556" y="458"/>
                </a:cubicBezTo>
                <a:cubicBezTo>
                  <a:pt x="554" y="457"/>
                  <a:pt x="553" y="456"/>
                  <a:pt x="552" y="455"/>
                </a:cubicBezTo>
                <a:cubicBezTo>
                  <a:pt x="529" y="478"/>
                  <a:pt x="529" y="478"/>
                  <a:pt x="529" y="478"/>
                </a:cubicBezTo>
                <a:cubicBezTo>
                  <a:pt x="482" y="479"/>
                  <a:pt x="482" y="479"/>
                  <a:pt x="482" y="479"/>
                </a:cubicBezTo>
                <a:cubicBezTo>
                  <a:pt x="2" y="0"/>
                  <a:pt x="2" y="0"/>
                  <a:pt x="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75" name="Freeform 1133"/>
          <p:cNvSpPr>
            <a:spLocks noEditPoints="1"/>
          </p:cNvSpPr>
          <p:nvPr/>
        </p:nvSpPr>
        <p:spPr bwMode="auto">
          <a:xfrm>
            <a:off x="-1342255" y="-3387725"/>
            <a:ext cx="1189038" cy="1425575"/>
          </a:xfrm>
          <a:custGeom>
            <a:avLst/>
            <a:gdLst>
              <a:gd name="T0" fmla="*/ 256 w 287"/>
              <a:gd name="T1" fmla="*/ 253 h 344"/>
              <a:gd name="T2" fmla="*/ 254 w 287"/>
              <a:gd name="T3" fmla="*/ 255 h 344"/>
              <a:gd name="T4" fmla="*/ 253 w 287"/>
              <a:gd name="T5" fmla="*/ 256 h 344"/>
              <a:gd name="T6" fmla="*/ 283 w 287"/>
              <a:gd name="T7" fmla="*/ 286 h 344"/>
              <a:gd name="T8" fmla="*/ 283 w 287"/>
              <a:gd name="T9" fmla="*/ 344 h 344"/>
              <a:gd name="T10" fmla="*/ 285 w 287"/>
              <a:gd name="T11" fmla="*/ 344 h 344"/>
              <a:gd name="T12" fmla="*/ 285 w 287"/>
              <a:gd name="T13" fmla="*/ 344 h 344"/>
              <a:gd name="T14" fmla="*/ 287 w 287"/>
              <a:gd name="T15" fmla="*/ 344 h 344"/>
              <a:gd name="T16" fmla="*/ 287 w 287"/>
              <a:gd name="T17" fmla="*/ 285 h 344"/>
              <a:gd name="T18" fmla="*/ 256 w 287"/>
              <a:gd name="T19" fmla="*/ 253 h 344"/>
              <a:gd name="T20" fmla="*/ 2 w 287"/>
              <a:gd name="T21" fmla="*/ 0 h 344"/>
              <a:gd name="T22" fmla="*/ 0 w 287"/>
              <a:gd name="T23" fmla="*/ 2 h 344"/>
              <a:gd name="T24" fmla="*/ 0 w 287"/>
              <a:gd name="T25" fmla="*/ 2 h 344"/>
              <a:gd name="T26" fmla="*/ 207 w 287"/>
              <a:gd name="T27" fmla="*/ 210 h 344"/>
              <a:gd name="T28" fmla="*/ 208 w 287"/>
              <a:gd name="T29" fmla="*/ 209 h 344"/>
              <a:gd name="T30" fmla="*/ 210 w 287"/>
              <a:gd name="T31" fmla="*/ 207 h 344"/>
              <a:gd name="T32" fmla="*/ 2 w 287"/>
              <a:gd name="T33" fmla="*/ 0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7" h="344">
                <a:moveTo>
                  <a:pt x="256" y="253"/>
                </a:moveTo>
                <a:cubicBezTo>
                  <a:pt x="255" y="254"/>
                  <a:pt x="255" y="254"/>
                  <a:pt x="254" y="255"/>
                </a:cubicBezTo>
                <a:cubicBezTo>
                  <a:pt x="254" y="255"/>
                  <a:pt x="253" y="256"/>
                  <a:pt x="253" y="256"/>
                </a:cubicBezTo>
                <a:cubicBezTo>
                  <a:pt x="283" y="286"/>
                  <a:pt x="283" y="286"/>
                  <a:pt x="283" y="286"/>
                </a:cubicBezTo>
                <a:cubicBezTo>
                  <a:pt x="283" y="344"/>
                  <a:pt x="283" y="344"/>
                  <a:pt x="283" y="344"/>
                </a:cubicBezTo>
                <a:cubicBezTo>
                  <a:pt x="284" y="344"/>
                  <a:pt x="284" y="344"/>
                  <a:pt x="285" y="344"/>
                </a:cubicBezTo>
                <a:cubicBezTo>
                  <a:pt x="285" y="344"/>
                  <a:pt x="285" y="344"/>
                  <a:pt x="285" y="344"/>
                </a:cubicBezTo>
                <a:cubicBezTo>
                  <a:pt x="286" y="344"/>
                  <a:pt x="286" y="344"/>
                  <a:pt x="287" y="344"/>
                </a:cubicBezTo>
                <a:cubicBezTo>
                  <a:pt x="287" y="285"/>
                  <a:pt x="287" y="285"/>
                  <a:pt x="287" y="285"/>
                </a:cubicBezTo>
                <a:cubicBezTo>
                  <a:pt x="256" y="253"/>
                  <a:pt x="256" y="253"/>
                  <a:pt x="256" y="253"/>
                </a:cubicBezTo>
                <a:moveTo>
                  <a:pt x="2" y="0"/>
                </a:moveTo>
                <a:cubicBezTo>
                  <a:pt x="0" y="2"/>
                  <a:pt x="0" y="2"/>
                  <a:pt x="0" y="2"/>
                </a:cubicBezTo>
                <a:cubicBezTo>
                  <a:pt x="0" y="2"/>
                  <a:pt x="0" y="2"/>
                  <a:pt x="0" y="2"/>
                </a:cubicBezTo>
                <a:cubicBezTo>
                  <a:pt x="207" y="210"/>
                  <a:pt x="207" y="210"/>
                  <a:pt x="207" y="210"/>
                </a:cubicBezTo>
                <a:cubicBezTo>
                  <a:pt x="208" y="210"/>
                  <a:pt x="208" y="210"/>
                  <a:pt x="208" y="209"/>
                </a:cubicBezTo>
                <a:cubicBezTo>
                  <a:pt x="209" y="209"/>
                  <a:pt x="210" y="208"/>
                  <a:pt x="210" y="207"/>
                </a:cubicBezTo>
                <a:cubicBezTo>
                  <a:pt x="2" y="0"/>
                  <a:pt x="2" y="0"/>
                  <a:pt x="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76" name="Freeform 1134"/>
          <p:cNvSpPr>
            <a:spLocks/>
          </p:cNvSpPr>
          <p:nvPr/>
        </p:nvSpPr>
        <p:spPr bwMode="auto">
          <a:xfrm>
            <a:off x="-3559993" y="-3832225"/>
            <a:ext cx="2568575" cy="2500313"/>
          </a:xfrm>
          <a:custGeom>
            <a:avLst/>
            <a:gdLst>
              <a:gd name="T0" fmla="*/ 3 w 620"/>
              <a:gd name="T1" fmla="*/ 0 h 603"/>
              <a:gd name="T2" fmla="*/ 0 w 620"/>
              <a:gd name="T3" fmla="*/ 3 h 603"/>
              <a:gd name="T4" fmla="*/ 0 w 620"/>
              <a:gd name="T5" fmla="*/ 3 h 603"/>
              <a:gd name="T6" fmla="*/ 602 w 620"/>
              <a:gd name="T7" fmla="*/ 603 h 603"/>
              <a:gd name="T8" fmla="*/ 619 w 620"/>
              <a:gd name="T9" fmla="*/ 603 h 603"/>
              <a:gd name="T10" fmla="*/ 620 w 620"/>
              <a:gd name="T11" fmla="*/ 599 h 603"/>
              <a:gd name="T12" fmla="*/ 603 w 620"/>
              <a:gd name="T13" fmla="*/ 599 h 603"/>
              <a:gd name="T14" fmla="*/ 3 w 620"/>
              <a:gd name="T15" fmla="*/ 0 h 6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20" h="603">
                <a:moveTo>
                  <a:pt x="3" y="0"/>
                </a:moveTo>
                <a:cubicBezTo>
                  <a:pt x="0" y="3"/>
                  <a:pt x="0" y="3"/>
                  <a:pt x="0" y="3"/>
                </a:cubicBezTo>
                <a:cubicBezTo>
                  <a:pt x="0" y="3"/>
                  <a:pt x="0" y="3"/>
                  <a:pt x="0" y="3"/>
                </a:cubicBezTo>
                <a:cubicBezTo>
                  <a:pt x="602" y="603"/>
                  <a:pt x="602" y="603"/>
                  <a:pt x="602" y="603"/>
                </a:cubicBezTo>
                <a:cubicBezTo>
                  <a:pt x="619" y="603"/>
                  <a:pt x="619" y="603"/>
                  <a:pt x="619" y="603"/>
                </a:cubicBezTo>
                <a:cubicBezTo>
                  <a:pt x="619" y="602"/>
                  <a:pt x="620" y="600"/>
                  <a:pt x="620" y="599"/>
                </a:cubicBezTo>
                <a:cubicBezTo>
                  <a:pt x="603" y="599"/>
                  <a:pt x="603" y="599"/>
                  <a:pt x="603" y="599"/>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77" name="Freeform 1135"/>
          <p:cNvSpPr>
            <a:spLocks/>
          </p:cNvSpPr>
          <p:nvPr/>
        </p:nvSpPr>
        <p:spPr bwMode="auto">
          <a:xfrm>
            <a:off x="-232593" y="-1944688"/>
            <a:ext cx="141288" cy="139700"/>
          </a:xfrm>
          <a:custGeom>
            <a:avLst/>
            <a:gdLst>
              <a:gd name="T0" fmla="*/ 17 w 34"/>
              <a:gd name="T1" fmla="*/ 0 h 34"/>
              <a:gd name="T2" fmla="*/ 5 w 34"/>
              <a:gd name="T3" fmla="*/ 5 h 34"/>
              <a:gd name="T4" fmla="*/ 0 w 34"/>
              <a:gd name="T5" fmla="*/ 17 h 34"/>
              <a:gd name="T6" fmla="*/ 5 w 34"/>
              <a:gd name="T7" fmla="*/ 29 h 34"/>
              <a:gd name="T8" fmla="*/ 17 w 34"/>
              <a:gd name="T9" fmla="*/ 34 h 34"/>
              <a:gd name="T10" fmla="*/ 29 w 34"/>
              <a:gd name="T11" fmla="*/ 29 h 34"/>
              <a:gd name="T12" fmla="*/ 34 w 34"/>
              <a:gd name="T13" fmla="*/ 17 h 34"/>
              <a:gd name="T14" fmla="*/ 29 w 34"/>
              <a:gd name="T15" fmla="*/ 5 h 34"/>
              <a:gd name="T16" fmla="*/ 30 w 34"/>
              <a:gd name="T17" fmla="*/ 4 h 34"/>
              <a:gd name="T18" fmla="*/ 30 w 34"/>
              <a:gd name="T19" fmla="*/ 4 h 34"/>
              <a:gd name="T20" fmla="*/ 29 w 34"/>
              <a:gd name="T21" fmla="*/ 5 h 34"/>
              <a:gd name="T22" fmla="*/ 17 w 34"/>
              <a:gd name="T2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34">
                <a:moveTo>
                  <a:pt x="17" y="0"/>
                </a:moveTo>
                <a:cubicBezTo>
                  <a:pt x="13" y="0"/>
                  <a:pt x="8" y="2"/>
                  <a:pt x="5" y="5"/>
                </a:cubicBezTo>
                <a:cubicBezTo>
                  <a:pt x="2" y="9"/>
                  <a:pt x="0" y="13"/>
                  <a:pt x="0" y="17"/>
                </a:cubicBezTo>
                <a:cubicBezTo>
                  <a:pt x="0" y="21"/>
                  <a:pt x="2" y="26"/>
                  <a:pt x="5" y="29"/>
                </a:cubicBezTo>
                <a:cubicBezTo>
                  <a:pt x="8" y="32"/>
                  <a:pt x="13" y="34"/>
                  <a:pt x="17" y="34"/>
                </a:cubicBezTo>
                <a:cubicBezTo>
                  <a:pt x="21" y="34"/>
                  <a:pt x="25" y="32"/>
                  <a:pt x="29" y="29"/>
                </a:cubicBezTo>
                <a:cubicBezTo>
                  <a:pt x="32" y="26"/>
                  <a:pt x="34" y="21"/>
                  <a:pt x="34" y="17"/>
                </a:cubicBezTo>
                <a:cubicBezTo>
                  <a:pt x="34" y="13"/>
                  <a:pt x="32" y="9"/>
                  <a:pt x="29" y="5"/>
                </a:cubicBezTo>
                <a:cubicBezTo>
                  <a:pt x="30" y="4"/>
                  <a:pt x="30" y="4"/>
                  <a:pt x="30" y="4"/>
                </a:cubicBezTo>
                <a:cubicBezTo>
                  <a:pt x="30" y="4"/>
                  <a:pt x="30" y="4"/>
                  <a:pt x="30" y="4"/>
                </a:cubicBezTo>
                <a:cubicBezTo>
                  <a:pt x="29" y="5"/>
                  <a:pt x="29" y="5"/>
                  <a:pt x="29"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78" name="Freeform 1136"/>
          <p:cNvSpPr>
            <a:spLocks noEditPoints="1"/>
          </p:cNvSpPr>
          <p:nvPr/>
        </p:nvSpPr>
        <p:spPr bwMode="auto">
          <a:xfrm>
            <a:off x="-248468" y="-1962150"/>
            <a:ext cx="174625" cy="174625"/>
          </a:xfrm>
          <a:custGeom>
            <a:avLst/>
            <a:gdLst>
              <a:gd name="T0" fmla="*/ 21 w 42"/>
              <a:gd name="T1" fmla="*/ 38 h 42"/>
              <a:gd name="T2" fmla="*/ 9 w 42"/>
              <a:gd name="T3" fmla="*/ 33 h 42"/>
              <a:gd name="T4" fmla="*/ 4 w 42"/>
              <a:gd name="T5" fmla="*/ 21 h 42"/>
              <a:gd name="T6" fmla="*/ 9 w 42"/>
              <a:gd name="T7" fmla="*/ 9 h 42"/>
              <a:gd name="T8" fmla="*/ 21 w 42"/>
              <a:gd name="T9" fmla="*/ 4 h 42"/>
              <a:gd name="T10" fmla="*/ 33 w 42"/>
              <a:gd name="T11" fmla="*/ 9 h 42"/>
              <a:gd name="T12" fmla="*/ 34 w 42"/>
              <a:gd name="T13" fmla="*/ 8 h 42"/>
              <a:gd name="T14" fmla="*/ 36 w 42"/>
              <a:gd name="T15" fmla="*/ 6 h 42"/>
              <a:gd name="T16" fmla="*/ 34 w 42"/>
              <a:gd name="T17" fmla="*/ 8 h 42"/>
              <a:gd name="T18" fmla="*/ 33 w 42"/>
              <a:gd name="T19" fmla="*/ 9 h 42"/>
              <a:gd name="T20" fmla="*/ 38 w 42"/>
              <a:gd name="T21" fmla="*/ 21 h 42"/>
              <a:gd name="T22" fmla="*/ 33 w 42"/>
              <a:gd name="T23" fmla="*/ 33 h 42"/>
              <a:gd name="T24" fmla="*/ 21 w 42"/>
              <a:gd name="T25" fmla="*/ 38 h 42"/>
              <a:gd name="T26" fmla="*/ 21 w 42"/>
              <a:gd name="T27" fmla="*/ 0 h 42"/>
              <a:gd name="T28" fmla="*/ 21 w 42"/>
              <a:gd name="T29" fmla="*/ 0 h 42"/>
              <a:gd name="T30" fmla="*/ 19 w 42"/>
              <a:gd name="T31" fmla="*/ 0 h 42"/>
              <a:gd name="T32" fmla="*/ 6 w 42"/>
              <a:gd name="T33" fmla="*/ 6 h 42"/>
              <a:gd name="T34" fmla="*/ 0 w 42"/>
              <a:gd name="T35" fmla="*/ 21 h 42"/>
              <a:gd name="T36" fmla="*/ 6 w 42"/>
              <a:gd name="T37" fmla="*/ 36 h 42"/>
              <a:gd name="T38" fmla="*/ 21 w 42"/>
              <a:gd name="T39" fmla="*/ 42 h 42"/>
              <a:gd name="T40" fmla="*/ 21 w 42"/>
              <a:gd name="T41" fmla="*/ 42 h 42"/>
              <a:gd name="T42" fmla="*/ 36 w 42"/>
              <a:gd name="T43" fmla="*/ 36 h 42"/>
              <a:gd name="T44" fmla="*/ 42 w 42"/>
              <a:gd name="T45" fmla="*/ 21 h 42"/>
              <a:gd name="T46" fmla="*/ 36 w 42"/>
              <a:gd name="T47" fmla="*/ 6 h 42"/>
              <a:gd name="T48" fmla="*/ 36 w 42"/>
              <a:gd name="T49" fmla="*/ 6 h 42"/>
              <a:gd name="T50" fmla="*/ 23 w 42"/>
              <a:gd name="T51" fmla="*/ 0 h 42"/>
              <a:gd name="T52" fmla="*/ 21 w 42"/>
              <a:gd name="T5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2" h="42">
                <a:moveTo>
                  <a:pt x="21" y="38"/>
                </a:moveTo>
                <a:cubicBezTo>
                  <a:pt x="17" y="38"/>
                  <a:pt x="12" y="36"/>
                  <a:pt x="9" y="33"/>
                </a:cubicBezTo>
                <a:cubicBezTo>
                  <a:pt x="6" y="30"/>
                  <a:pt x="4" y="25"/>
                  <a:pt x="4" y="21"/>
                </a:cubicBezTo>
                <a:cubicBezTo>
                  <a:pt x="4" y="17"/>
                  <a:pt x="6" y="13"/>
                  <a:pt x="9" y="9"/>
                </a:cubicBezTo>
                <a:cubicBezTo>
                  <a:pt x="12" y="6"/>
                  <a:pt x="17" y="4"/>
                  <a:pt x="21" y="4"/>
                </a:cubicBezTo>
                <a:cubicBezTo>
                  <a:pt x="25" y="4"/>
                  <a:pt x="29" y="6"/>
                  <a:pt x="33" y="9"/>
                </a:cubicBezTo>
                <a:cubicBezTo>
                  <a:pt x="34" y="8"/>
                  <a:pt x="34" y="8"/>
                  <a:pt x="34" y="8"/>
                </a:cubicBezTo>
                <a:cubicBezTo>
                  <a:pt x="36" y="6"/>
                  <a:pt x="36" y="6"/>
                  <a:pt x="36" y="6"/>
                </a:cubicBezTo>
                <a:cubicBezTo>
                  <a:pt x="34" y="8"/>
                  <a:pt x="34" y="8"/>
                  <a:pt x="34" y="8"/>
                </a:cubicBezTo>
                <a:cubicBezTo>
                  <a:pt x="33" y="9"/>
                  <a:pt x="33" y="9"/>
                  <a:pt x="33" y="9"/>
                </a:cubicBezTo>
                <a:cubicBezTo>
                  <a:pt x="36" y="13"/>
                  <a:pt x="38" y="17"/>
                  <a:pt x="38" y="21"/>
                </a:cubicBezTo>
                <a:cubicBezTo>
                  <a:pt x="38" y="25"/>
                  <a:pt x="36" y="30"/>
                  <a:pt x="33" y="33"/>
                </a:cubicBezTo>
                <a:cubicBezTo>
                  <a:pt x="29" y="36"/>
                  <a:pt x="25" y="38"/>
                  <a:pt x="21" y="38"/>
                </a:cubicBezTo>
                <a:moveTo>
                  <a:pt x="21" y="0"/>
                </a:moveTo>
                <a:cubicBezTo>
                  <a:pt x="21" y="0"/>
                  <a:pt x="21" y="0"/>
                  <a:pt x="21" y="0"/>
                </a:cubicBezTo>
                <a:cubicBezTo>
                  <a:pt x="20" y="0"/>
                  <a:pt x="20" y="0"/>
                  <a:pt x="19" y="0"/>
                </a:cubicBezTo>
                <a:cubicBezTo>
                  <a:pt x="15" y="1"/>
                  <a:pt x="10" y="3"/>
                  <a:pt x="6" y="6"/>
                </a:cubicBezTo>
                <a:cubicBezTo>
                  <a:pt x="2" y="10"/>
                  <a:pt x="0" y="16"/>
                  <a:pt x="0" y="21"/>
                </a:cubicBezTo>
                <a:cubicBezTo>
                  <a:pt x="0" y="26"/>
                  <a:pt x="2" y="32"/>
                  <a:pt x="6" y="36"/>
                </a:cubicBezTo>
                <a:cubicBezTo>
                  <a:pt x="10" y="40"/>
                  <a:pt x="16" y="42"/>
                  <a:pt x="21" y="42"/>
                </a:cubicBezTo>
                <a:cubicBezTo>
                  <a:pt x="21" y="42"/>
                  <a:pt x="21" y="42"/>
                  <a:pt x="21" y="42"/>
                </a:cubicBezTo>
                <a:cubicBezTo>
                  <a:pt x="26" y="42"/>
                  <a:pt x="31" y="40"/>
                  <a:pt x="36" y="36"/>
                </a:cubicBezTo>
                <a:cubicBezTo>
                  <a:pt x="40" y="32"/>
                  <a:pt x="42" y="26"/>
                  <a:pt x="42" y="21"/>
                </a:cubicBezTo>
                <a:cubicBezTo>
                  <a:pt x="42" y="16"/>
                  <a:pt x="40" y="10"/>
                  <a:pt x="36" y="6"/>
                </a:cubicBezTo>
                <a:cubicBezTo>
                  <a:pt x="36" y="6"/>
                  <a:pt x="36" y="6"/>
                  <a:pt x="36" y="6"/>
                </a:cubicBezTo>
                <a:cubicBezTo>
                  <a:pt x="32" y="3"/>
                  <a:pt x="28" y="1"/>
                  <a:pt x="23" y="0"/>
                </a:cubicBezTo>
                <a:cubicBezTo>
                  <a:pt x="22" y="0"/>
                  <a:pt x="22"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79" name="Freeform 1137"/>
          <p:cNvSpPr>
            <a:spLocks/>
          </p:cNvSpPr>
          <p:nvPr/>
        </p:nvSpPr>
        <p:spPr bwMode="auto">
          <a:xfrm>
            <a:off x="716732" y="-995363"/>
            <a:ext cx="141288" cy="139700"/>
          </a:xfrm>
          <a:custGeom>
            <a:avLst/>
            <a:gdLst>
              <a:gd name="T0" fmla="*/ 17 w 34"/>
              <a:gd name="T1" fmla="*/ 0 h 34"/>
              <a:gd name="T2" fmla="*/ 5 w 34"/>
              <a:gd name="T3" fmla="*/ 5 h 34"/>
              <a:gd name="T4" fmla="*/ 0 w 34"/>
              <a:gd name="T5" fmla="*/ 17 h 34"/>
              <a:gd name="T6" fmla="*/ 5 w 34"/>
              <a:gd name="T7" fmla="*/ 29 h 34"/>
              <a:gd name="T8" fmla="*/ 17 w 34"/>
              <a:gd name="T9" fmla="*/ 34 h 34"/>
              <a:gd name="T10" fmla="*/ 29 w 34"/>
              <a:gd name="T11" fmla="*/ 29 h 34"/>
              <a:gd name="T12" fmla="*/ 34 w 34"/>
              <a:gd name="T13" fmla="*/ 17 h 34"/>
              <a:gd name="T14" fmla="*/ 29 w 34"/>
              <a:gd name="T15" fmla="*/ 5 h 34"/>
              <a:gd name="T16" fmla="*/ 30 w 34"/>
              <a:gd name="T17" fmla="*/ 4 h 34"/>
              <a:gd name="T18" fmla="*/ 30 w 34"/>
              <a:gd name="T19" fmla="*/ 4 h 34"/>
              <a:gd name="T20" fmla="*/ 29 w 34"/>
              <a:gd name="T21" fmla="*/ 5 h 34"/>
              <a:gd name="T22" fmla="*/ 17 w 34"/>
              <a:gd name="T2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34">
                <a:moveTo>
                  <a:pt x="17" y="0"/>
                </a:moveTo>
                <a:cubicBezTo>
                  <a:pt x="13" y="0"/>
                  <a:pt x="8" y="2"/>
                  <a:pt x="5" y="5"/>
                </a:cubicBezTo>
                <a:cubicBezTo>
                  <a:pt x="2" y="9"/>
                  <a:pt x="0" y="13"/>
                  <a:pt x="0" y="17"/>
                </a:cubicBezTo>
                <a:cubicBezTo>
                  <a:pt x="0" y="21"/>
                  <a:pt x="2" y="26"/>
                  <a:pt x="5" y="29"/>
                </a:cubicBezTo>
                <a:cubicBezTo>
                  <a:pt x="8" y="32"/>
                  <a:pt x="13" y="34"/>
                  <a:pt x="17" y="34"/>
                </a:cubicBezTo>
                <a:cubicBezTo>
                  <a:pt x="21" y="34"/>
                  <a:pt x="26" y="32"/>
                  <a:pt x="29" y="29"/>
                </a:cubicBezTo>
                <a:cubicBezTo>
                  <a:pt x="32" y="26"/>
                  <a:pt x="34" y="21"/>
                  <a:pt x="34" y="17"/>
                </a:cubicBezTo>
                <a:cubicBezTo>
                  <a:pt x="34" y="13"/>
                  <a:pt x="32" y="9"/>
                  <a:pt x="29" y="5"/>
                </a:cubicBezTo>
                <a:cubicBezTo>
                  <a:pt x="30" y="4"/>
                  <a:pt x="30" y="4"/>
                  <a:pt x="30" y="4"/>
                </a:cubicBezTo>
                <a:cubicBezTo>
                  <a:pt x="30" y="4"/>
                  <a:pt x="30" y="4"/>
                  <a:pt x="30" y="4"/>
                </a:cubicBezTo>
                <a:cubicBezTo>
                  <a:pt x="29" y="5"/>
                  <a:pt x="29" y="5"/>
                  <a:pt x="29" y="5"/>
                </a:cubicBezTo>
                <a:cubicBezTo>
                  <a:pt x="26"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80" name="Freeform 1138"/>
          <p:cNvSpPr>
            <a:spLocks noEditPoints="1"/>
          </p:cNvSpPr>
          <p:nvPr/>
        </p:nvSpPr>
        <p:spPr bwMode="auto">
          <a:xfrm>
            <a:off x="700857" y="-1012825"/>
            <a:ext cx="173038" cy="174625"/>
          </a:xfrm>
          <a:custGeom>
            <a:avLst/>
            <a:gdLst>
              <a:gd name="T0" fmla="*/ 21 w 42"/>
              <a:gd name="T1" fmla="*/ 38 h 42"/>
              <a:gd name="T2" fmla="*/ 9 w 42"/>
              <a:gd name="T3" fmla="*/ 33 h 42"/>
              <a:gd name="T4" fmla="*/ 4 w 42"/>
              <a:gd name="T5" fmla="*/ 21 h 42"/>
              <a:gd name="T6" fmla="*/ 9 w 42"/>
              <a:gd name="T7" fmla="*/ 9 h 42"/>
              <a:gd name="T8" fmla="*/ 21 w 42"/>
              <a:gd name="T9" fmla="*/ 4 h 42"/>
              <a:gd name="T10" fmla="*/ 33 w 42"/>
              <a:gd name="T11" fmla="*/ 9 h 42"/>
              <a:gd name="T12" fmla="*/ 34 w 42"/>
              <a:gd name="T13" fmla="*/ 8 h 42"/>
              <a:gd name="T14" fmla="*/ 36 w 42"/>
              <a:gd name="T15" fmla="*/ 7 h 42"/>
              <a:gd name="T16" fmla="*/ 34 w 42"/>
              <a:gd name="T17" fmla="*/ 8 h 42"/>
              <a:gd name="T18" fmla="*/ 33 w 42"/>
              <a:gd name="T19" fmla="*/ 9 h 42"/>
              <a:gd name="T20" fmla="*/ 38 w 42"/>
              <a:gd name="T21" fmla="*/ 21 h 42"/>
              <a:gd name="T22" fmla="*/ 33 w 42"/>
              <a:gd name="T23" fmla="*/ 33 h 42"/>
              <a:gd name="T24" fmla="*/ 21 w 42"/>
              <a:gd name="T25" fmla="*/ 38 h 42"/>
              <a:gd name="T26" fmla="*/ 21 w 42"/>
              <a:gd name="T27" fmla="*/ 0 h 42"/>
              <a:gd name="T28" fmla="*/ 21 w 42"/>
              <a:gd name="T29" fmla="*/ 0 h 42"/>
              <a:gd name="T30" fmla="*/ 21 w 42"/>
              <a:gd name="T31" fmla="*/ 0 h 42"/>
              <a:gd name="T32" fmla="*/ 6 w 42"/>
              <a:gd name="T33" fmla="*/ 7 h 42"/>
              <a:gd name="T34" fmla="*/ 0 w 42"/>
              <a:gd name="T35" fmla="*/ 21 h 42"/>
              <a:gd name="T36" fmla="*/ 6 w 42"/>
              <a:gd name="T37" fmla="*/ 36 h 42"/>
              <a:gd name="T38" fmla="*/ 21 w 42"/>
              <a:gd name="T39" fmla="*/ 42 h 42"/>
              <a:gd name="T40" fmla="*/ 21 w 42"/>
              <a:gd name="T41" fmla="*/ 42 h 42"/>
              <a:gd name="T42" fmla="*/ 36 w 42"/>
              <a:gd name="T43" fmla="*/ 36 h 42"/>
              <a:gd name="T44" fmla="*/ 42 w 42"/>
              <a:gd name="T45" fmla="*/ 21 h 42"/>
              <a:gd name="T46" fmla="*/ 36 w 42"/>
              <a:gd name="T47" fmla="*/ 7 h 42"/>
              <a:gd name="T48" fmla="*/ 36 w 42"/>
              <a:gd name="T49" fmla="*/ 7 h 42"/>
              <a:gd name="T50" fmla="*/ 25 w 42"/>
              <a:gd name="T51" fmla="*/ 1 h 42"/>
              <a:gd name="T52" fmla="*/ 21 w 42"/>
              <a:gd name="T5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2" h="42">
                <a:moveTo>
                  <a:pt x="21" y="38"/>
                </a:moveTo>
                <a:cubicBezTo>
                  <a:pt x="17" y="38"/>
                  <a:pt x="12" y="36"/>
                  <a:pt x="9" y="33"/>
                </a:cubicBezTo>
                <a:cubicBezTo>
                  <a:pt x="6" y="30"/>
                  <a:pt x="4" y="25"/>
                  <a:pt x="4" y="21"/>
                </a:cubicBezTo>
                <a:cubicBezTo>
                  <a:pt x="4" y="17"/>
                  <a:pt x="6" y="13"/>
                  <a:pt x="9" y="9"/>
                </a:cubicBezTo>
                <a:cubicBezTo>
                  <a:pt x="12" y="6"/>
                  <a:pt x="17" y="4"/>
                  <a:pt x="21" y="4"/>
                </a:cubicBezTo>
                <a:cubicBezTo>
                  <a:pt x="25" y="4"/>
                  <a:pt x="30" y="6"/>
                  <a:pt x="33" y="9"/>
                </a:cubicBezTo>
                <a:cubicBezTo>
                  <a:pt x="34" y="8"/>
                  <a:pt x="34" y="8"/>
                  <a:pt x="34" y="8"/>
                </a:cubicBezTo>
                <a:cubicBezTo>
                  <a:pt x="36" y="7"/>
                  <a:pt x="36" y="7"/>
                  <a:pt x="36" y="7"/>
                </a:cubicBezTo>
                <a:cubicBezTo>
                  <a:pt x="34" y="8"/>
                  <a:pt x="34" y="8"/>
                  <a:pt x="34" y="8"/>
                </a:cubicBezTo>
                <a:cubicBezTo>
                  <a:pt x="33" y="9"/>
                  <a:pt x="33" y="9"/>
                  <a:pt x="33" y="9"/>
                </a:cubicBezTo>
                <a:cubicBezTo>
                  <a:pt x="36" y="13"/>
                  <a:pt x="38" y="17"/>
                  <a:pt x="38" y="21"/>
                </a:cubicBezTo>
                <a:cubicBezTo>
                  <a:pt x="38" y="25"/>
                  <a:pt x="36" y="30"/>
                  <a:pt x="33" y="33"/>
                </a:cubicBezTo>
                <a:cubicBezTo>
                  <a:pt x="30" y="36"/>
                  <a:pt x="25" y="38"/>
                  <a:pt x="21" y="38"/>
                </a:cubicBezTo>
                <a:moveTo>
                  <a:pt x="21" y="0"/>
                </a:moveTo>
                <a:cubicBezTo>
                  <a:pt x="21" y="0"/>
                  <a:pt x="21" y="0"/>
                  <a:pt x="21" y="0"/>
                </a:cubicBezTo>
                <a:cubicBezTo>
                  <a:pt x="21" y="0"/>
                  <a:pt x="21" y="0"/>
                  <a:pt x="21" y="0"/>
                </a:cubicBezTo>
                <a:cubicBezTo>
                  <a:pt x="16" y="0"/>
                  <a:pt x="10" y="2"/>
                  <a:pt x="6" y="7"/>
                </a:cubicBezTo>
                <a:cubicBezTo>
                  <a:pt x="2" y="11"/>
                  <a:pt x="0" y="16"/>
                  <a:pt x="0" y="21"/>
                </a:cubicBezTo>
                <a:cubicBezTo>
                  <a:pt x="0" y="26"/>
                  <a:pt x="2" y="32"/>
                  <a:pt x="6" y="36"/>
                </a:cubicBezTo>
                <a:cubicBezTo>
                  <a:pt x="10" y="40"/>
                  <a:pt x="16" y="42"/>
                  <a:pt x="21" y="42"/>
                </a:cubicBezTo>
                <a:cubicBezTo>
                  <a:pt x="21" y="42"/>
                  <a:pt x="21" y="42"/>
                  <a:pt x="21" y="42"/>
                </a:cubicBezTo>
                <a:cubicBezTo>
                  <a:pt x="26" y="42"/>
                  <a:pt x="32" y="40"/>
                  <a:pt x="36" y="36"/>
                </a:cubicBezTo>
                <a:cubicBezTo>
                  <a:pt x="40" y="32"/>
                  <a:pt x="42" y="26"/>
                  <a:pt x="42" y="21"/>
                </a:cubicBezTo>
                <a:cubicBezTo>
                  <a:pt x="42" y="16"/>
                  <a:pt x="40" y="11"/>
                  <a:pt x="36" y="7"/>
                </a:cubicBezTo>
                <a:cubicBezTo>
                  <a:pt x="36" y="7"/>
                  <a:pt x="36" y="7"/>
                  <a:pt x="36" y="7"/>
                </a:cubicBezTo>
                <a:cubicBezTo>
                  <a:pt x="33" y="4"/>
                  <a:pt x="29" y="2"/>
                  <a:pt x="25" y="1"/>
                </a:cubicBezTo>
                <a:cubicBezTo>
                  <a:pt x="24" y="1"/>
                  <a:pt x="22"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81" name="Freeform 1139"/>
          <p:cNvSpPr>
            <a:spLocks/>
          </p:cNvSpPr>
          <p:nvPr/>
        </p:nvSpPr>
        <p:spPr bwMode="auto">
          <a:xfrm>
            <a:off x="37282" y="-663575"/>
            <a:ext cx="141288" cy="136525"/>
          </a:xfrm>
          <a:custGeom>
            <a:avLst/>
            <a:gdLst>
              <a:gd name="T0" fmla="*/ 17 w 34"/>
              <a:gd name="T1" fmla="*/ 0 h 33"/>
              <a:gd name="T2" fmla="*/ 5 w 34"/>
              <a:gd name="T3" fmla="*/ 5 h 33"/>
              <a:gd name="T4" fmla="*/ 0 w 34"/>
              <a:gd name="T5" fmla="*/ 16 h 33"/>
              <a:gd name="T6" fmla="*/ 5 w 34"/>
              <a:gd name="T7" fmla="*/ 28 h 33"/>
              <a:gd name="T8" fmla="*/ 17 w 34"/>
              <a:gd name="T9" fmla="*/ 33 h 33"/>
              <a:gd name="T10" fmla="*/ 29 w 34"/>
              <a:gd name="T11" fmla="*/ 28 h 33"/>
              <a:gd name="T12" fmla="*/ 34 w 34"/>
              <a:gd name="T13" fmla="*/ 16 h 33"/>
              <a:gd name="T14" fmla="*/ 29 w 34"/>
              <a:gd name="T15" fmla="*/ 5 h 33"/>
              <a:gd name="T16" fmla="*/ 30 w 34"/>
              <a:gd name="T17" fmla="*/ 3 h 33"/>
              <a:gd name="T18" fmla="*/ 30 w 34"/>
              <a:gd name="T19" fmla="*/ 3 h 33"/>
              <a:gd name="T20" fmla="*/ 29 w 34"/>
              <a:gd name="T21" fmla="*/ 5 h 33"/>
              <a:gd name="T22" fmla="*/ 17 w 34"/>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33">
                <a:moveTo>
                  <a:pt x="17" y="0"/>
                </a:moveTo>
                <a:cubicBezTo>
                  <a:pt x="13" y="0"/>
                  <a:pt x="8" y="1"/>
                  <a:pt x="5" y="5"/>
                </a:cubicBezTo>
                <a:cubicBezTo>
                  <a:pt x="2" y="8"/>
                  <a:pt x="0" y="12"/>
                  <a:pt x="0" y="16"/>
                </a:cubicBezTo>
                <a:cubicBezTo>
                  <a:pt x="0" y="21"/>
                  <a:pt x="2" y="25"/>
                  <a:pt x="5" y="28"/>
                </a:cubicBezTo>
                <a:cubicBezTo>
                  <a:pt x="8" y="31"/>
                  <a:pt x="13" y="33"/>
                  <a:pt x="17" y="33"/>
                </a:cubicBezTo>
                <a:cubicBezTo>
                  <a:pt x="21" y="33"/>
                  <a:pt x="25" y="31"/>
                  <a:pt x="29" y="28"/>
                </a:cubicBezTo>
                <a:cubicBezTo>
                  <a:pt x="32" y="25"/>
                  <a:pt x="34" y="21"/>
                  <a:pt x="34" y="16"/>
                </a:cubicBezTo>
                <a:cubicBezTo>
                  <a:pt x="34" y="12"/>
                  <a:pt x="32" y="8"/>
                  <a:pt x="29" y="5"/>
                </a:cubicBezTo>
                <a:cubicBezTo>
                  <a:pt x="30" y="3"/>
                  <a:pt x="30" y="3"/>
                  <a:pt x="30" y="3"/>
                </a:cubicBezTo>
                <a:cubicBezTo>
                  <a:pt x="30" y="3"/>
                  <a:pt x="30" y="3"/>
                  <a:pt x="30" y="3"/>
                </a:cubicBezTo>
                <a:cubicBezTo>
                  <a:pt x="29" y="5"/>
                  <a:pt x="29" y="5"/>
                  <a:pt x="29" y="5"/>
                </a:cubicBezTo>
                <a:cubicBezTo>
                  <a:pt x="25" y="1"/>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82" name="Freeform 1140"/>
          <p:cNvSpPr>
            <a:spLocks noEditPoints="1"/>
          </p:cNvSpPr>
          <p:nvPr/>
        </p:nvSpPr>
        <p:spPr bwMode="auto">
          <a:xfrm>
            <a:off x="21407" y="-681038"/>
            <a:ext cx="173038" cy="169863"/>
          </a:xfrm>
          <a:custGeom>
            <a:avLst/>
            <a:gdLst>
              <a:gd name="T0" fmla="*/ 21 w 42"/>
              <a:gd name="T1" fmla="*/ 37 h 41"/>
              <a:gd name="T2" fmla="*/ 9 w 42"/>
              <a:gd name="T3" fmla="*/ 32 h 41"/>
              <a:gd name="T4" fmla="*/ 4 w 42"/>
              <a:gd name="T5" fmla="*/ 20 h 41"/>
              <a:gd name="T6" fmla="*/ 9 w 42"/>
              <a:gd name="T7" fmla="*/ 9 h 41"/>
              <a:gd name="T8" fmla="*/ 21 w 42"/>
              <a:gd name="T9" fmla="*/ 4 h 41"/>
              <a:gd name="T10" fmla="*/ 33 w 42"/>
              <a:gd name="T11" fmla="*/ 9 h 41"/>
              <a:gd name="T12" fmla="*/ 34 w 42"/>
              <a:gd name="T13" fmla="*/ 7 h 41"/>
              <a:gd name="T14" fmla="*/ 36 w 42"/>
              <a:gd name="T15" fmla="*/ 6 h 41"/>
              <a:gd name="T16" fmla="*/ 34 w 42"/>
              <a:gd name="T17" fmla="*/ 7 h 41"/>
              <a:gd name="T18" fmla="*/ 33 w 42"/>
              <a:gd name="T19" fmla="*/ 9 h 41"/>
              <a:gd name="T20" fmla="*/ 38 w 42"/>
              <a:gd name="T21" fmla="*/ 20 h 41"/>
              <a:gd name="T22" fmla="*/ 33 w 42"/>
              <a:gd name="T23" fmla="*/ 32 h 41"/>
              <a:gd name="T24" fmla="*/ 21 w 42"/>
              <a:gd name="T25" fmla="*/ 37 h 41"/>
              <a:gd name="T26" fmla="*/ 21 w 42"/>
              <a:gd name="T27" fmla="*/ 0 h 41"/>
              <a:gd name="T28" fmla="*/ 21 w 42"/>
              <a:gd name="T29" fmla="*/ 0 h 41"/>
              <a:gd name="T30" fmla="*/ 6 w 42"/>
              <a:gd name="T31" fmla="*/ 6 h 41"/>
              <a:gd name="T32" fmla="*/ 0 w 42"/>
              <a:gd name="T33" fmla="*/ 20 h 41"/>
              <a:gd name="T34" fmla="*/ 6 w 42"/>
              <a:gd name="T35" fmla="*/ 35 h 41"/>
              <a:gd name="T36" fmla="*/ 21 w 42"/>
              <a:gd name="T37" fmla="*/ 41 h 41"/>
              <a:gd name="T38" fmla="*/ 21 w 42"/>
              <a:gd name="T39" fmla="*/ 41 h 41"/>
              <a:gd name="T40" fmla="*/ 22 w 42"/>
              <a:gd name="T41" fmla="*/ 41 h 41"/>
              <a:gd name="T42" fmla="*/ 26 w 42"/>
              <a:gd name="T43" fmla="*/ 40 h 41"/>
              <a:gd name="T44" fmla="*/ 36 w 42"/>
              <a:gd name="T45" fmla="*/ 35 h 41"/>
              <a:gd name="T46" fmla="*/ 42 w 42"/>
              <a:gd name="T47" fmla="*/ 20 h 41"/>
              <a:gd name="T48" fmla="*/ 36 w 42"/>
              <a:gd name="T49" fmla="*/ 6 h 41"/>
              <a:gd name="T50" fmla="*/ 36 w 42"/>
              <a:gd name="T51" fmla="*/ 6 h 41"/>
              <a:gd name="T52" fmla="*/ 25 w 42"/>
              <a:gd name="T53" fmla="*/ 0 h 41"/>
              <a:gd name="T54" fmla="*/ 21 w 42"/>
              <a:gd name="T55" fmla="*/ 0 h 41"/>
              <a:gd name="T56" fmla="*/ 21 w 42"/>
              <a:gd name="T5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2" h="41">
                <a:moveTo>
                  <a:pt x="21" y="37"/>
                </a:moveTo>
                <a:cubicBezTo>
                  <a:pt x="17" y="37"/>
                  <a:pt x="12" y="35"/>
                  <a:pt x="9" y="32"/>
                </a:cubicBezTo>
                <a:cubicBezTo>
                  <a:pt x="6" y="29"/>
                  <a:pt x="4" y="25"/>
                  <a:pt x="4" y="20"/>
                </a:cubicBezTo>
                <a:cubicBezTo>
                  <a:pt x="4" y="16"/>
                  <a:pt x="6" y="12"/>
                  <a:pt x="9" y="9"/>
                </a:cubicBezTo>
                <a:cubicBezTo>
                  <a:pt x="12" y="5"/>
                  <a:pt x="17" y="4"/>
                  <a:pt x="21" y="4"/>
                </a:cubicBezTo>
                <a:cubicBezTo>
                  <a:pt x="25" y="4"/>
                  <a:pt x="29" y="5"/>
                  <a:pt x="33" y="9"/>
                </a:cubicBezTo>
                <a:cubicBezTo>
                  <a:pt x="34" y="7"/>
                  <a:pt x="34" y="7"/>
                  <a:pt x="34" y="7"/>
                </a:cubicBezTo>
                <a:cubicBezTo>
                  <a:pt x="36" y="6"/>
                  <a:pt x="36" y="6"/>
                  <a:pt x="36" y="6"/>
                </a:cubicBezTo>
                <a:cubicBezTo>
                  <a:pt x="34" y="7"/>
                  <a:pt x="34" y="7"/>
                  <a:pt x="34" y="7"/>
                </a:cubicBezTo>
                <a:cubicBezTo>
                  <a:pt x="33" y="9"/>
                  <a:pt x="33" y="9"/>
                  <a:pt x="33" y="9"/>
                </a:cubicBezTo>
                <a:cubicBezTo>
                  <a:pt x="36" y="12"/>
                  <a:pt x="38" y="16"/>
                  <a:pt x="38" y="20"/>
                </a:cubicBezTo>
                <a:cubicBezTo>
                  <a:pt x="38" y="25"/>
                  <a:pt x="36" y="29"/>
                  <a:pt x="33" y="32"/>
                </a:cubicBezTo>
                <a:cubicBezTo>
                  <a:pt x="29" y="35"/>
                  <a:pt x="25" y="37"/>
                  <a:pt x="21" y="37"/>
                </a:cubicBezTo>
                <a:moveTo>
                  <a:pt x="21" y="0"/>
                </a:moveTo>
                <a:cubicBezTo>
                  <a:pt x="21" y="0"/>
                  <a:pt x="21" y="0"/>
                  <a:pt x="21" y="0"/>
                </a:cubicBezTo>
                <a:cubicBezTo>
                  <a:pt x="16" y="0"/>
                  <a:pt x="10" y="2"/>
                  <a:pt x="6" y="6"/>
                </a:cubicBezTo>
                <a:cubicBezTo>
                  <a:pt x="2" y="10"/>
                  <a:pt x="0" y="15"/>
                  <a:pt x="0" y="20"/>
                </a:cubicBezTo>
                <a:cubicBezTo>
                  <a:pt x="0" y="26"/>
                  <a:pt x="2" y="31"/>
                  <a:pt x="6" y="35"/>
                </a:cubicBezTo>
                <a:cubicBezTo>
                  <a:pt x="10" y="39"/>
                  <a:pt x="16" y="41"/>
                  <a:pt x="21" y="41"/>
                </a:cubicBezTo>
                <a:cubicBezTo>
                  <a:pt x="21" y="41"/>
                  <a:pt x="21" y="41"/>
                  <a:pt x="21" y="41"/>
                </a:cubicBezTo>
                <a:cubicBezTo>
                  <a:pt x="21" y="41"/>
                  <a:pt x="21" y="41"/>
                  <a:pt x="22" y="41"/>
                </a:cubicBezTo>
                <a:cubicBezTo>
                  <a:pt x="23" y="41"/>
                  <a:pt x="24" y="41"/>
                  <a:pt x="26" y="40"/>
                </a:cubicBezTo>
                <a:cubicBezTo>
                  <a:pt x="29" y="40"/>
                  <a:pt x="33" y="38"/>
                  <a:pt x="36" y="35"/>
                </a:cubicBezTo>
                <a:cubicBezTo>
                  <a:pt x="40" y="31"/>
                  <a:pt x="42" y="26"/>
                  <a:pt x="42" y="20"/>
                </a:cubicBezTo>
                <a:cubicBezTo>
                  <a:pt x="42" y="15"/>
                  <a:pt x="40" y="10"/>
                  <a:pt x="36" y="6"/>
                </a:cubicBezTo>
                <a:cubicBezTo>
                  <a:pt x="36" y="6"/>
                  <a:pt x="36" y="6"/>
                  <a:pt x="36" y="6"/>
                </a:cubicBezTo>
                <a:cubicBezTo>
                  <a:pt x="33" y="3"/>
                  <a:pt x="29" y="1"/>
                  <a:pt x="25" y="0"/>
                </a:cubicBezTo>
                <a:cubicBezTo>
                  <a:pt x="24" y="0"/>
                  <a:pt x="23" y="0"/>
                  <a:pt x="21" y="0"/>
                </a:cubicBezTo>
                <a:cubicBezTo>
                  <a:pt x="21" y="0"/>
                  <a:pt x="21"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83" name="Freeform 1141"/>
          <p:cNvSpPr>
            <a:spLocks/>
          </p:cNvSpPr>
          <p:nvPr/>
        </p:nvSpPr>
        <p:spPr bwMode="auto">
          <a:xfrm>
            <a:off x="286521" y="214313"/>
            <a:ext cx="136525" cy="136525"/>
          </a:xfrm>
          <a:custGeom>
            <a:avLst/>
            <a:gdLst>
              <a:gd name="T0" fmla="*/ 16 w 33"/>
              <a:gd name="T1" fmla="*/ 0 h 33"/>
              <a:gd name="T2" fmla="*/ 5 w 33"/>
              <a:gd name="T3" fmla="*/ 5 h 33"/>
              <a:gd name="T4" fmla="*/ 0 w 33"/>
              <a:gd name="T5" fmla="*/ 16 h 33"/>
              <a:gd name="T6" fmla="*/ 5 w 33"/>
              <a:gd name="T7" fmla="*/ 28 h 33"/>
              <a:gd name="T8" fmla="*/ 16 w 33"/>
              <a:gd name="T9" fmla="*/ 33 h 33"/>
              <a:gd name="T10" fmla="*/ 28 w 33"/>
              <a:gd name="T11" fmla="*/ 28 h 33"/>
              <a:gd name="T12" fmla="*/ 33 w 33"/>
              <a:gd name="T13" fmla="*/ 16 h 33"/>
              <a:gd name="T14" fmla="*/ 28 w 33"/>
              <a:gd name="T15" fmla="*/ 5 h 33"/>
              <a:gd name="T16" fmla="*/ 30 w 33"/>
              <a:gd name="T17" fmla="*/ 3 h 33"/>
              <a:gd name="T18" fmla="*/ 30 w 33"/>
              <a:gd name="T19" fmla="*/ 3 h 33"/>
              <a:gd name="T20" fmla="*/ 28 w 33"/>
              <a:gd name="T21" fmla="*/ 5 h 33"/>
              <a:gd name="T22" fmla="*/ 16 w 33"/>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3">
                <a:moveTo>
                  <a:pt x="16" y="0"/>
                </a:moveTo>
                <a:cubicBezTo>
                  <a:pt x="12" y="0"/>
                  <a:pt x="8" y="1"/>
                  <a:pt x="5" y="5"/>
                </a:cubicBezTo>
                <a:cubicBezTo>
                  <a:pt x="1" y="8"/>
                  <a:pt x="0" y="12"/>
                  <a:pt x="0" y="16"/>
                </a:cubicBezTo>
                <a:cubicBezTo>
                  <a:pt x="0" y="21"/>
                  <a:pt x="1" y="25"/>
                  <a:pt x="5" y="28"/>
                </a:cubicBezTo>
                <a:cubicBezTo>
                  <a:pt x="8" y="32"/>
                  <a:pt x="12" y="33"/>
                  <a:pt x="16" y="33"/>
                </a:cubicBezTo>
                <a:cubicBezTo>
                  <a:pt x="21" y="33"/>
                  <a:pt x="25" y="32"/>
                  <a:pt x="28" y="28"/>
                </a:cubicBezTo>
                <a:cubicBezTo>
                  <a:pt x="31" y="25"/>
                  <a:pt x="33" y="21"/>
                  <a:pt x="33" y="16"/>
                </a:cubicBezTo>
                <a:cubicBezTo>
                  <a:pt x="33" y="12"/>
                  <a:pt x="31" y="8"/>
                  <a:pt x="28" y="5"/>
                </a:cubicBezTo>
                <a:cubicBezTo>
                  <a:pt x="30" y="3"/>
                  <a:pt x="30" y="3"/>
                  <a:pt x="30" y="3"/>
                </a:cubicBezTo>
                <a:cubicBezTo>
                  <a:pt x="30" y="3"/>
                  <a:pt x="30" y="3"/>
                  <a:pt x="30" y="3"/>
                </a:cubicBezTo>
                <a:cubicBezTo>
                  <a:pt x="28" y="5"/>
                  <a:pt x="28" y="5"/>
                  <a:pt x="28" y="5"/>
                </a:cubicBezTo>
                <a:cubicBezTo>
                  <a:pt x="25" y="1"/>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84" name="Freeform 1142"/>
          <p:cNvSpPr>
            <a:spLocks noEditPoints="1"/>
          </p:cNvSpPr>
          <p:nvPr/>
        </p:nvSpPr>
        <p:spPr bwMode="auto">
          <a:xfrm>
            <a:off x="269057" y="198437"/>
            <a:ext cx="169863" cy="169863"/>
          </a:xfrm>
          <a:custGeom>
            <a:avLst/>
            <a:gdLst>
              <a:gd name="T0" fmla="*/ 20 w 41"/>
              <a:gd name="T1" fmla="*/ 37 h 41"/>
              <a:gd name="T2" fmla="*/ 9 w 41"/>
              <a:gd name="T3" fmla="*/ 32 h 41"/>
              <a:gd name="T4" fmla="*/ 4 w 41"/>
              <a:gd name="T5" fmla="*/ 20 h 41"/>
              <a:gd name="T6" fmla="*/ 9 w 41"/>
              <a:gd name="T7" fmla="*/ 9 h 41"/>
              <a:gd name="T8" fmla="*/ 20 w 41"/>
              <a:gd name="T9" fmla="*/ 4 h 41"/>
              <a:gd name="T10" fmla="*/ 32 w 41"/>
              <a:gd name="T11" fmla="*/ 9 h 41"/>
              <a:gd name="T12" fmla="*/ 34 w 41"/>
              <a:gd name="T13" fmla="*/ 7 h 41"/>
              <a:gd name="T14" fmla="*/ 35 w 41"/>
              <a:gd name="T15" fmla="*/ 6 h 41"/>
              <a:gd name="T16" fmla="*/ 34 w 41"/>
              <a:gd name="T17" fmla="*/ 7 h 41"/>
              <a:gd name="T18" fmla="*/ 32 w 41"/>
              <a:gd name="T19" fmla="*/ 9 h 41"/>
              <a:gd name="T20" fmla="*/ 37 w 41"/>
              <a:gd name="T21" fmla="*/ 20 h 41"/>
              <a:gd name="T22" fmla="*/ 32 w 41"/>
              <a:gd name="T23" fmla="*/ 32 h 41"/>
              <a:gd name="T24" fmla="*/ 20 w 41"/>
              <a:gd name="T25" fmla="*/ 37 h 41"/>
              <a:gd name="T26" fmla="*/ 20 w 41"/>
              <a:gd name="T27" fmla="*/ 0 h 41"/>
              <a:gd name="T28" fmla="*/ 20 w 41"/>
              <a:gd name="T29" fmla="*/ 0 h 41"/>
              <a:gd name="T30" fmla="*/ 19 w 41"/>
              <a:gd name="T31" fmla="*/ 0 h 41"/>
              <a:gd name="T32" fmla="*/ 6 w 41"/>
              <a:gd name="T33" fmla="*/ 6 h 41"/>
              <a:gd name="T34" fmla="*/ 0 w 41"/>
              <a:gd name="T35" fmla="*/ 20 h 41"/>
              <a:gd name="T36" fmla="*/ 6 w 41"/>
              <a:gd name="T37" fmla="*/ 35 h 41"/>
              <a:gd name="T38" fmla="*/ 19 w 41"/>
              <a:gd name="T39" fmla="*/ 41 h 41"/>
              <a:gd name="T40" fmla="*/ 20 w 41"/>
              <a:gd name="T41" fmla="*/ 41 h 41"/>
              <a:gd name="T42" fmla="*/ 20 w 41"/>
              <a:gd name="T43" fmla="*/ 41 h 41"/>
              <a:gd name="T44" fmla="*/ 23 w 41"/>
              <a:gd name="T45" fmla="*/ 41 h 41"/>
              <a:gd name="T46" fmla="*/ 35 w 41"/>
              <a:gd name="T47" fmla="*/ 35 h 41"/>
              <a:gd name="T48" fmla="*/ 41 w 41"/>
              <a:gd name="T49" fmla="*/ 20 h 41"/>
              <a:gd name="T50" fmla="*/ 35 w 41"/>
              <a:gd name="T51" fmla="*/ 6 h 41"/>
              <a:gd name="T52" fmla="*/ 35 w 41"/>
              <a:gd name="T53" fmla="*/ 6 h 41"/>
              <a:gd name="T54" fmla="*/ 23 w 41"/>
              <a:gd name="T55" fmla="*/ 0 h 41"/>
              <a:gd name="T56" fmla="*/ 20 w 41"/>
              <a:gd name="T5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41">
                <a:moveTo>
                  <a:pt x="20" y="37"/>
                </a:moveTo>
                <a:cubicBezTo>
                  <a:pt x="16" y="37"/>
                  <a:pt x="12" y="36"/>
                  <a:pt x="9" y="32"/>
                </a:cubicBezTo>
                <a:cubicBezTo>
                  <a:pt x="5" y="29"/>
                  <a:pt x="4" y="25"/>
                  <a:pt x="4" y="20"/>
                </a:cubicBezTo>
                <a:cubicBezTo>
                  <a:pt x="4" y="16"/>
                  <a:pt x="5" y="12"/>
                  <a:pt x="9" y="9"/>
                </a:cubicBezTo>
                <a:cubicBezTo>
                  <a:pt x="12" y="5"/>
                  <a:pt x="16" y="4"/>
                  <a:pt x="20" y="4"/>
                </a:cubicBezTo>
                <a:cubicBezTo>
                  <a:pt x="25" y="4"/>
                  <a:pt x="29" y="5"/>
                  <a:pt x="32" y="9"/>
                </a:cubicBezTo>
                <a:cubicBezTo>
                  <a:pt x="34" y="7"/>
                  <a:pt x="34" y="7"/>
                  <a:pt x="34" y="7"/>
                </a:cubicBezTo>
                <a:cubicBezTo>
                  <a:pt x="35" y="6"/>
                  <a:pt x="35" y="6"/>
                  <a:pt x="35" y="6"/>
                </a:cubicBezTo>
                <a:cubicBezTo>
                  <a:pt x="34" y="7"/>
                  <a:pt x="34" y="7"/>
                  <a:pt x="34" y="7"/>
                </a:cubicBezTo>
                <a:cubicBezTo>
                  <a:pt x="32" y="9"/>
                  <a:pt x="32" y="9"/>
                  <a:pt x="32" y="9"/>
                </a:cubicBezTo>
                <a:cubicBezTo>
                  <a:pt x="35" y="12"/>
                  <a:pt x="37" y="16"/>
                  <a:pt x="37" y="20"/>
                </a:cubicBezTo>
                <a:cubicBezTo>
                  <a:pt x="37" y="25"/>
                  <a:pt x="35" y="29"/>
                  <a:pt x="32" y="32"/>
                </a:cubicBezTo>
                <a:cubicBezTo>
                  <a:pt x="29" y="36"/>
                  <a:pt x="25" y="37"/>
                  <a:pt x="20" y="37"/>
                </a:cubicBezTo>
                <a:moveTo>
                  <a:pt x="20" y="0"/>
                </a:moveTo>
                <a:cubicBezTo>
                  <a:pt x="20" y="0"/>
                  <a:pt x="20" y="0"/>
                  <a:pt x="20" y="0"/>
                </a:cubicBezTo>
                <a:cubicBezTo>
                  <a:pt x="20" y="0"/>
                  <a:pt x="19" y="0"/>
                  <a:pt x="19" y="0"/>
                </a:cubicBezTo>
                <a:cubicBezTo>
                  <a:pt x="14" y="0"/>
                  <a:pt x="9" y="2"/>
                  <a:pt x="6" y="6"/>
                </a:cubicBezTo>
                <a:cubicBezTo>
                  <a:pt x="2" y="10"/>
                  <a:pt x="0" y="15"/>
                  <a:pt x="0" y="20"/>
                </a:cubicBezTo>
                <a:cubicBezTo>
                  <a:pt x="0" y="26"/>
                  <a:pt x="2" y="31"/>
                  <a:pt x="6" y="35"/>
                </a:cubicBezTo>
                <a:cubicBezTo>
                  <a:pt x="9" y="39"/>
                  <a:pt x="14" y="41"/>
                  <a:pt x="19" y="41"/>
                </a:cubicBezTo>
                <a:cubicBezTo>
                  <a:pt x="19" y="41"/>
                  <a:pt x="20" y="41"/>
                  <a:pt x="20" y="41"/>
                </a:cubicBezTo>
                <a:cubicBezTo>
                  <a:pt x="20" y="41"/>
                  <a:pt x="20" y="41"/>
                  <a:pt x="20" y="41"/>
                </a:cubicBezTo>
                <a:cubicBezTo>
                  <a:pt x="21" y="41"/>
                  <a:pt x="22" y="41"/>
                  <a:pt x="23" y="41"/>
                </a:cubicBezTo>
                <a:cubicBezTo>
                  <a:pt x="27" y="40"/>
                  <a:pt x="32" y="38"/>
                  <a:pt x="35" y="35"/>
                </a:cubicBezTo>
                <a:cubicBezTo>
                  <a:pt x="39" y="31"/>
                  <a:pt x="41" y="26"/>
                  <a:pt x="41" y="20"/>
                </a:cubicBezTo>
                <a:cubicBezTo>
                  <a:pt x="41" y="15"/>
                  <a:pt x="39" y="10"/>
                  <a:pt x="35" y="6"/>
                </a:cubicBezTo>
                <a:cubicBezTo>
                  <a:pt x="35" y="6"/>
                  <a:pt x="35" y="6"/>
                  <a:pt x="35" y="6"/>
                </a:cubicBezTo>
                <a:cubicBezTo>
                  <a:pt x="32" y="2"/>
                  <a:pt x="27" y="0"/>
                  <a:pt x="23" y="0"/>
                </a:cubicBezTo>
                <a:cubicBezTo>
                  <a:pt x="22" y="0"/>
                  <a:pt x="21"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85" name="Freeform 1143"/>
          <p:cNvSpPr>
            <a:spLocks/>
          </p:cNvSpPr>
          <p:nvPr/>
        </p:nvSpPr>
        <p:spPr bwMode="auto">
          <a:xfrm>
            <a:off x="1421583" y="1139825"/>
            <a:ext cx="136525" cy="139700"/>
          </a:xfrm>
          <a:custGeom>
            <a:avLst/>
            <a:gdLst>
              <a:gd name="T0" fmla="*/ 17 w 33"/>
              <a:gd name="T1" fmla="*/ 0 h 34"/>
              <a:gd name="T2" fmla="*/ 5 w 33"/>
              <a:gd name="T3" fmla="*/ 5 h 34"/>
              <a:gd name="T4" fmla="*/ 0 w 33"/>
              <a:gd name="T5" fmla="*/ 17 h 34"/>
              <a:gd name="T6" fmla="*/ 5 w 33"/>
              <a:gd name="T7" fmla="*/ 29 h 34"/>
              <a:gd name="T8" fmla="*/ 17 w 33"/>
              <a:gd name="T9" fmla="*/ 34 h 34"/>
              <a:gd name="T10" fmla="*/ 28 w 33"/>
              <a:gd name="T11" fmla="*/ 29 h 34"/>
              <a:gd name="T12" fmla="*/ 33 w 33"/>
              <a:gd name="T13" fmla="*/ 17 h 34"/>
              <a:gd name="T14" fmla="*/ 28 w 33"/>
              <a:gd name="T15" fmla="*/ 5 h 34"/>
              <a:gd name="T16" fmla="*/ 30 w 33"/>
              <a:gd name="T17" fmla="*/ 4 h 34"/>
              <a:gd name="T18" fmla="*/ 30 w 33"/>
              <a:gd name="T19" fmla="*/ 4 h 34"/>
              <a:gd name="T20" fmla="*/ 28 w 33"/>
              <a:gd name="T21" fmla="*/ 5 h 34"/>
              <a:gd name="T22" fmla="*/ 17 w 33"/>
              <a:gd name="T2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4">
                <a:moveTo>
                  <a:pt x="17" y="0"/>
                </a:moveTo>
                <a:cubicBezTo>
                  <a:pt x="12" y="0"/>
                  <a:pt x="8" y="2"/>
                  <a:pt x="5" y="5"/>
                </a:cubicBezTo>
                <a:cubicBezTo>
                  <a:pt x="2" y="8"/>
                  <a:pt x="0" y="13"/>
                  <a:pt x="0" y="17"/>
                </a:cubicBezTo>
                <a:cubicBezTo>
                  <a:pt x="0" y="21"/>
                  <a:pt x="2" y="25"/>
                  <a:pt x="5" y="29"/>
                </a:cubicBezTo>
                <a:cubicBezTo>
                  <a:pt x="8" y="32"/>
                  <a:pt x="12" y="34"/>
                  <a:pt x="17" y="34"/>
                </a:cubicBezTo>
                <a:cubicBezTo>
                  <a:pt x="21" y="34"/>
                  <a:pt x="25" y="32"/>
                  <a:pt x="28" y="29"/>
                </a:cubicBezTo>
                <a:cubicBezTo>
                  <a:pt x="32" y="25"/>
                  <a:pt x="33" y="21"/>
                  <a:pt x="33" y="17"/>
                </a:cubicBezTo>
                <a:cubicBezTo>
                  <a:pt x="33" y="13"/>
                  <a:pt x="32" y="8"/>
                  <a:pt x="28" y="5"/>
                </a:cubicBezTo>
                <a:cubicBezTo>
                  <a:pt x="30" y="4"/>
                  <a:pt x="30" y="4"/>
                  <a:pt x="30" y="4"/>
                </a:cubicBezTo>
                <a:cubicBezTo>
                  <a:pt x="30" y="4"/>
                  <a:pt x="30" y="4"/>
                  <a:pt x="30" y="4"/>
                </a:cubicBezTo>
                <a:cubicBezTo>
                  <a:pt x="28" y="5"/>
                  <a:pt x="28" y="5"/>
                  <a:pt x="28"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86" name="Freeform 1144"/>
          <p:cNvSpPr>
            <a:spLocks noEditPoints="1"/>
          </p:cNvSpPr>
          <p:nvPr/>
        </p:nvSpPr>
        <p:spPr bwMode="auto">
          <a:xfrm>
            <a:off x="1405708" y="1122363"/>
            <a:ext cx="169863" cy="174625"/>
          </a:xfrm>
          <a:custGeom>
            <a:avLst/>
            <a:gdLst>
              <a:gd name="T0" fmla="*/ 21 w 41"/>
              <a:gd name="T1" fmla="*/ 38 h 42"/>
              <a:gd name="T2" fmla="*/ 9 w 41"/>
              <a:gd name="T3" fmla="*/ 33 h 42"/>
              <a:gd name="T4" fmla="*/ 4 w 41"/>
              <a:gd name="T5" fmla="*/ 21 h 42"/>
              <a:gd name="T6" fmla="*/ 9 w 41"/>
              <a:gd name="T7" fmla="*/ 9 h 42"/>
              <a:gd name="T8" fmla="*/ 21 w 41"/>
              <a:gd name="T9" fmla="*/ 4 h 42"/>
              <a:gd name="T10" fmla="*/ 32 w 41"/>
              <a:gd name="T11" fmla="*/ 9 h 42"/>
              <a:gd name="T12" fmla="*/ 34 w 41"/>
              <a:gd name="T13" fmla="*/ 8 h 42"/>
              <a:gd name="T14" fmla="*/ 35 w 41"/>
              <a:gd name="T15" fmla="*/ 6 h 42"/>
              <a:gd name="T16" fmla="*/ 34 w 41"/>
              <a:gd name="T17" fmla="*/ 8 h 42"/>
              <a:gd name="T18" fmla="*/ 32 w 41"/>
              <a:gd name="T19" fmla="*/ 9 h 42"/>
              <a:gd name="T20" fmla="*/ 37 w 41"/>
              <a:gd name="T21" fmla="*/ 21 h 42"/>
              <a:gd name="T22" fmla="*/ 32 w 41"/>
              <a:gd name="T23" fmla="*/ 33 h 42"/>
              <a:gd name="T24" fmla="*/ 21 w 41"/>
              <a:gd name="T25" fmla="*/ 38 h 42"/>
              <a:gd name="T26" fmla="*/ 21 w 41"/>
              <a:gd name="T27" fmla="*/ 0 h 42"/>
              <a:gd name="T28" fmla="*/ 21 w 41"/>
              <a:gd name="T29" fmla="*/ 0 h 42"/>
              <a:gd name="T30" fmla="*/ 8 w 41"/>
              <a:gd name="T31" fmla="*/ 5 h 42"/>
              <a:gd name="T32" fmla="*/ 6 w 41"/>
              <a:gd name="T33" fmla="*/ 6 h 42"/>
              <a:gd name="T34" fmla="*/ 5 w 41"/>
              <a:gd name="T35" fmla="*/ 7 h 42"/>
              <a:gd name="T36" fmla="*/ 0 w 41"/>
              <a:gd name="T37" fmla="*/ 21 h 42"/>
              <a:gd name="T38" fmla="*/ 6 w 41"/>
              <a:gd name="T39" fmla="*/ 36 h 42"/>
              <a:gd name="T40" fmla="*/ 21 w 41"/>
              <a:gd name="T41" fmla="*/ 42 h 42"/>
              <a:gd name="T42" fmla="*/ 21 w 41"/>
              <a:gd name="T43" fmla="*/ 42 h 42"/>
              <a:gd name="T44" fmla="*/ 35 w 41"/>
              <a:gd name="T45" fmla="*/ 36 h 42"/>
              <a:gd name="T46" fmla="*/ 41 w 41"/>
              <a:gd name="T47" fmla="*/ 21 h 42"/>
              <a:gd name="T48" fmla="*/ 35 w 41"/>
              <a:gd name="T49" fmla="*/ 6 h 42"/>
              <a:gd name="T50" fmla="*/ 35 w 41"/>
              <a:gd name="T51" fmla="*/ 6 h 42"/>
              <a:gd name="T52" fmla="*/ 21 w 41"/>
              <a:gd name="T5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2">
                <a:moveTo>
                  <a:pt x="21" y="38"/>
                </a:moveTo>
                <a:cubicBezTo>
                  <a:pt x="16" y="38"/>
                  <a:pt x="12" y="36"/>
                  <a:pt x="9" y="33"/>
                </a:cubicBezTo>
                <a:cubicBezTo>
                  <a:pt x="6" y="29"/>
                  <a:pt x="4" y="25"/>
                  <a:pt x="4" y="21"/>
                </a:cubicBezTo>
                <a:cubicBezTo>
                  <a:pt x="4" y="17"/>
                  <a:pt x="6" y="12"/>
                  <a:pt x="9" y="9"/>
                </a:cubicBezTo>
                <a:cubicBezTo>
                  <a:pt x="12" y="6"/>
                  <a:pt x="16" y="4"/>
                  <a:pt x="21" y="4"/>
                </a:cubicBezTo>
                <a:cubicBezTo>
                  <a:pt x="25" y="4"/>
                  <a:pt x="29" y="6"/>
                  <a:pt x="32" y="9"/>
                </a:cubicBezTo>
                <a:cubicBezTo>
                  <a:pt x="34" y="8"/>
                  <a:pt x="34" y="8"/>
                  <a:pt x="34" y="8"/>
                </a:cubicBezTo>
                <a:cubicBezTo>
                  <a:pt x="35" y="6"/>
                  <a:pt x="35" y="6"/>
                  <a:pt x="35" y="6"/>
                </a:cubicBezTo>
                <a:cubicBezTo>
                  <a:pt x="34" y="8"/>
                  <a:pt x="34" y="8"/>
                  <a:pt x="34" y="8"/>
                </a:cubicBezTo>
                <a:cubicBezTo>
                  <a:pt x="32" y="9"/>
                  <a:pt x="32" y="9"/>
                  <a:pt x="32" y="9"/>
                </a:cubicBezTo>
                <a:cubicBezTo>
                  <a:pt x="36" y="12"/>
                  <a:pt x="37" y="17"/>
                  <a:pt x="37" y="21"/>
                </a:cubicBezTo>
                <a:cubicBezTo>
                  <a:pt x="37" y="25"/>
                  <a:pt x="36" y="29"/>
                  <a:pt x="32" y="33"/>
                </a:cubicBezTo>
                <a:cubicBezTo>
                  <a:pt x="29" y="36"/>
                  <a:pt x="25" y="38"/>
                  <a:pt x="21" y="38"/>
                </a:cubicBezTo>
                <a:moveTo>
                  <a:pt x="21" y="0"/>
                </a:moveTo>
                <a:cubicBezTo>
                  <a:pt x="21" y="0"/>
                  <a:pt x="21" y="0"/>
                  <a:pt x="21" y="0"/>
                </a:cubicBezTo>
                <a:cubicBezTo>
                  <a:pt x="16" y="0"/>
                  <a:pt x="12" y="2"/>
                  <a:pt x="8" y="5"/>
                </a:cubicBezTo>
                <a:cubicBezTo>
                  <a:pt x="7" y="5"/>
                  <a:pt x="7" y="6"/>
                  <a:pt x="6" y="6"/>
                </a:cubicBezTo>
                <a:cubicBezTo>
                  <a:pt x="6" y="7"/>
                  <a:pt x="5" y="7"/>
                  <a:pt x="5" y="7"/>
                </a:cubicBezTo>
                <a:cubicBezTo>
                  <a:pt x="2" y="11"/>
                  <a:pt x="0" y="16"/>
                  <a:pt x="0" y="21"/>
                </a:cubicBezTo>
                <a:cubicBezTo>
                  <a:pt x="0" y="26"/>
                  <a:pt x="2" y="31"/>
                  <a:pt x="6" y="36"/>
                </a:cubicBezTo>
                <a:cubicBezTo>
                  <a:pt x="10" y="40"/>
                  <a:pt x="15" y="42"/>
                  <a:pt x="21" y="42"/>
                </a:cubicBezTo>
                <a:cubicBezTo>
                  <a:pt x="21" y="42"/>
                  <a:pt x="21" y="42"/>
                  <a:pt x="21" y="42"/>
                </a:cubicBezTo>
                <a:cubicBezTo>
                  <a:pt x="26" y="42"/>
                  <a:pt x="31" y="40"/>
                  <a:pt x="35" y="36"/>
                </a:cubicBezTo>
                <a:cubicBezTo>
                  <a:pt x="39" y="31"/>
                  <a:pt x="41" y="26"/>
                  <a:pt x="41" y="21"/>
                </a:cubicBezTo>
                <a:cubicBezTo>
                  <a:pt x="41" y="16"/>
                  <a:pt x="39" y="10"/>
                  <a:pt x="35" y="6"/>
                </a:cubicBezTo>
                <a:cubicBezTo>
                  <a:pt x="35" y="6"/>
                  <a:pt x="35" y="6"/>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87" name="Freeform 1145"/>
          <p:cNvSpPr>
            <a:spLocks/>
          </p:cNvSpPr>
          <p:nvPr/>
        </p:nvSpPr>
        <p:spPr bwMode="auto">
          <a:xfrm>
            <a:off x="-981893" y="-1381125"/>
            <a:ext cx="139700" cy="136525"/>
          </a:xfrm>
          <a:custGeom>
            <a:avLst/>
            <a:gdLst>
              <a:gd name="T0" fmla="*/ 17 w 34"/>
              <a:gd name="T1" fmla="*/ 0 h 33"/>
              <a:gd name="T2" fmla="*/ 5 w 34"/>
              <a:gd name="T3" fmla="*/ 5 h 33"/>
              <a:gd name="T4" fmla="*/ 0 w 34"/>
              <a:gd name="T5" fmla="*/ 17 h 33"/>
              <a:gd name="T6" fmla="*/ 5 w 34"/>
              <a:gd name="T7" fmla="*/ 29 h 33"/>
              <a:gd name="T8" fmla="*/ 17 w 34"/>
              <a:gd name="T9" fmla="*/ 33 h 33"/>
              <a:gd name="T10" fmla="*/ 29 w 34"/>
              <a:gd name="T11" fmla="*/ 29 h 33"/>
              <a:gd name="T12" fmla="*/ 34 w 34"/>
              <a:gd name="T13" fmla="*/ 17 h 33"/>
              <a:gd name="T14" fmla="*/ 29 w 34"/>
              <a:gd name="T15" fmla="*/ 5 h 33"/>
              <a:gd name="T16" fmla="*/ 30 w 34"/>
              <a:gd name="T17" fmla="*/ 4 h 33"/>
              <a:gd name="T18" fmla="*/ 30 w 34"/>
              <a:gd name="T19" fmla="*/ 4 h 33"/>
              <a:gd name="T20" fmla="*/ 29 w 34"/>
              <a:gd name="T21" fmla="*/ 5 h 33"/>
              <a:gd name="T22" fmla="*/ 17 w 34"/>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33">
                <a:moveTo>
                  <a:pt x="17" y="0"/>
                </a:moveTo>
                <a:cubicBezTo>
                  <a:pt x="13" y="0"/>
                  <a:pt x="8" y="2"/>
                  <a:pt x="5" y="5"/>
                </a:cubicBezTo>
                <a:cubicBezTo>
                  <a:pt x="2" y="8"/>
                  <a:pt x="0" y="13"/>
                  <a:pt x="0" y="17"/>
                </a:cubicBezTo>
                <a:cubicBezTo>
                  <a:pt x="0" y="21"/>
                  <a:pt x="2" y="25"/>
                  <a:pt x="5" y="29"/>
                </a:cubicBezTo>
                <a:cubicBezTo>
                  <a:pt x="8" y="32"/>
                  <a:pt x="13" y="33"/>
                  <a:pt x="17" y="33"/>
                </a:cubicBezTo>
                <a:cubicBezTo>
                  <a:pt x="21" y="33"/>
                  <a:pt x="25" y="32"/>
                  <a:pt x="29" y="29"/>
                </a:cubicBezTo>
                <a:cubicBezTo>
                  <a:pt x="32" y="25"/>
                  <a:pt x="34" y="21"/>
                  <a:pt x="34" y="17"/>
                </a:cubicBezTo>
                <a:cubicBezTo>
                  <a:pt x="34" y="13"/>
                  <a:pt x="32" y="8"/>
                  <a:pt x="29" y="5"/>
                </a:cubicBezTo>
                <a:cubicBezTo>
                  <a:pt x="30" y="4"/>
                  <a:pt x="30" y="4"/>
                  <a:pt x="30" y="4"/>
                </a:cubicBezTo>
                <a:cubicBezTo>
                  <a:pt x="30" y="4"/>
                  <a:pt x="30" y="4"/>
                  <a:pt x="30" y="4"/>
                </a:cubicBezTo>
                <a:cubicBezTo>
                  <a:pt x="29" y="5"/>
                  <a:pt x="29" y="5"/>
                  <a:pt x="29"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88" name="Freeform 1146"/>
          <p:cNvSpPr>
            <a:spLocks noEditPoints="1"/>
          </p:cNvSpPr>
          <p:nvPr/>
        </p:nvSpPr>
        <p:spPr bwMode="auto">
          <a:xfrm>
            <a:off x="-999355" y="-1398588"/>
            <a:ext cx="174625" cy="169863"/>
          </a:xfrm>
          <a:custGeom>
            <a:avLst/>
            <a:gdLst>
              <a:gd name="T0" fmla="*/ 21 w 42"/>
              <a:gd name="T1" fmla="*/ 37 h 41"/>
              <a:gd name="T2" fmla="*/ 9 w 42"/>
              <a:gd name="T3" fmla="*/ 33 h 41"/>
              <a:gd name="T4" fmla="*/ 4 w 42"/>
              <a:gd name="T5" fmla="*/ 21 h 41"/>
              <a:gd name="T6" fmla="*/ 9 w 42"/>
              <a:gd name="T7" fmla="*/ 9 h 41"/>
              <a:gd name="T8" fmla="*/ 21 w 42"/>
              <a:gd name="T9" fmla="*/ 4 h 41"/>
              <a:gd name="T10" fmla="*/ 33 w 42"/>
              <a:gd name="T11" fmla="*/ 9 h 41"/>
              <a:gd name="T12" fmla="*/ 34 w 42"/>
              <a:gd name="T13" fmla="*/ 8 h 41"/>
              <a:gd name="T14" fmla="*/ 35 w 42"/>
              <a:gd name="T15" fmla="*/ 6 h 41"/>
              <a:gd name="T16" fmla="*/ 34 w 42"/>
              <a:gd name="T17" fmla="*/ 8 h 41"/>
              <a:gd name="T18" fmla="*/ 33 w 42"/>
              <a:gd name="T19" fmla="*/ 9 h 41"/>
              <a:gd name="T20" fmla="*/ 38 w 42"/>
              <a:gd name="T21" fmla="*/ 21 h 41"/>
              <a:gd name="T22" fmla="*/ 33 w 42"/>
              <a:gd name="T23" fmla="*/ 33 h 41"/>
              <a:gd name="T24" fmla="*/ 21 w 42"/>
              <a:gd name="T25" fmla="*/ 37 h 41"/>
              <a:gd name="T26" fmla="*/ 21 w 42"/>
              <a:gd name="T27" fmla="*/ 0 h 41"/>
              <a:gd name="T28" fmla="*/ 21 w 42"/>
              <a:gd name="T29" fmla="*/ 0 h 41"/>
              <a:gd name="T30" fmla="*/ 6 w 42"/>
              <a:gd name="T31" fmla="*/ 6 h 41"/>
              <a:gd name="T32" fmla="*/ 2 w 42"/>
              <a:gd name="T33" fmla="*/ 12 h 41"/>
              <a:gd name="T34" fmla="*/ 1 w 42"/>
              <a:gd name="T35" fmla="*/ 16 h 41"/>
              <a:gd name="T36" fmla="*/ 0 w 42"/>
              <a:gd name="T37" fmla="*/ 21 h 41"/>
              <a:gd name="T38" fmla="*/ 6 w 42"/>
              <a:gd name="T39" fmla="*/ 35 h 41"/>
              <a:gd name="T40" fmla="*/ 21 w 42"/>
              <a:gd name="T41" fmla="*/ 41 h 41"/>
              <a:gd name="T42" fmla="*/ 21 w 42"/>
              <a:gd name="T43" fmla="*/ 41 h 41"/>
              <a:gd name="T44" fmla="*/ 35 w 42"/>
              <a:gd name="T45" fmla="*/ 35 h 41"/>
              <a:gd name="T46" fmla="*/ 42 w 42"/>
              <a:gd name="T47" fmla="*/ 21 h 41"/>
              <a:gd name="T48" fmla="*/ 35 w 42"/>
              <a:gd name="T49" fmla="*/ 6 h 41"/>
              <a:gd name="T50" fmla="*/ 35 w 42"/>
              <a:gd name="T51" fmla="*/ 6 h 41"/>
              <a:gd name="T52" fmla="*/ 21 w 42"/>
              <a:gd name="T5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2" h="41">
                <a:moveTo>
                  <a:pt x="21" y="37"/>
                </a:moveTo>
                <a:cubicBezTo>
                  <a:pt x="17" y="37"/>
                  <a:pt x="12" y="36"/>
                  <a:pt x="9" y="33"/>
                </a:cubicBezTo>
                <a:cubicBezTo>
                  <a:pt x="6" y="29"/>
                  <a:pt x="4" y="25"/>
                  <a:pt x="4" y="21"/>
                </a:cubicBezTo>
                <a:cubicBezTo>
                  <a:pt x="4" y="17"/>
                  <a:pt x="6" y="12"/>
                  <a:pt x="9" y="9"/>
                </a:cubicBezTo>
                <a:cubicBezTo>
                  <a:pt x="12" y="6"/>
                  <a:pt x="17" y="4"/>
                  <a:pt x="21" y="4"/>
                </a:cubicBezTo>
                <a:cubicBezTo>
                  <a:pt x="25" y="4"/>
                  <a:pt x="29" y="6"/>
                  <a:pt x="33" y="9"/>
                </a:cubicBezTo>
                <a:cubicBezTo>
                  <a:pt x="34" y="8"/>
                  <a:pt x="34" y="8"/>
                  <a:pt x="34" y="8"/>
                </a:cubicBezTo>
                <a:cubicBezTo>
                  <a:pt x="35" y="6"/>
                  <a:pt x="35" y="6"/>
                  <a:pt x="35" y="6"/>
                </a:cubicBezTo>
                <a:cubicBezTo>
                  <a:pt x="34" y="8"/>
                  <a:pt x="34" y="8"/>
                  <a:pt x="34" y="8"/>
                </a:cubicBezTo>
                <a:cubicBezTo>
                  <a:pt x="33" y="9"/>
                  <a:pt x="33" y="9"/>
                  <a:pt x="33" y="9"/>
                </a:cubicBezTo>
                <a:cubicBezTo>
                  <a:pt x="36" y="12"/>
                  <a:pt x="38" y="17"/>
                  <a:pt x="38" y="21"/>
                </a:cubicBezTo>
                <a:cubicBezTo>
                  <a:pt x="38" y="25"/>
                  <a:pt x="36" y="29"/>
                  <a:pt x="33" y="33"/>
                </a:cubicBezTo>
                <a:cubicBezTo>
                  <a:pt x="29" y="36"/>
                  <a:pt x="25" y="37"/>
                  <a:pt x="21" y="37"/>
                </a:cubicBezTo>
                <a:moveTo>
                  <a:pt x="21" y="0"/>
                </a:moveTo>
                <a:cubicBezTo>
                  <a:pt x="21" y="0"/>
                  <a:pt x="21" y="0"/>
                  <a:pt x="21" y="0"/>
                </a:cubicBezTo>
                <a:cubicBezTo>
                  <a:pt x="16" y="0"/>
                  <a:pt x="10" y="2"/>
                  <a:pt x="6" y="6"/>
                </a:cubicBezTo>
                <a:cubicBezTo>
                  <a:pt x="5" y="8"/>
                  <a:pt x="3" y="10"/>
                  <a:pt x="2" y="12"/>
                </a:cubicBezTo>
                <a:cubicBezTo>
                  <a:pt x="2" y="13"/>
                  <a:pt x="1" y="15"/>
                  <a:pt x="1" y="16"/>
                </a:cubicBezTo>
                <a:cubicBezTo>
                  <a:pt x="0" y="18"/>
                  <a:pt x="0" y="19"/>
                  <a:pt x="0" y="21"/>
                </a:cubicBezTo>
                <a:cubicBezTo>
                  <a:pt x="0" y="26"/>
                  <a:pt x="2" y="31"/>
                  <a:pt x="6" y="35"/>
                </a:cubicBezTo>
                <a:cubicBezTo>
                  <a:pt x="10" y="39"/>
                  <a:pt x="16" y="41"/>
                  <a:pt x="21" y="41"/>
                </a:cubicBezTo>
                <a:cubicBezTo>
                  <a:pt x="21" y="41"/>
                  <a:pt x="21" y="41"/>
                  <a:pt x="21" y="41"/>
                </a:cubicBezTo>
                <a:cubicBezTo>
                  <a:pt x="26" y="41"/>
                  <a:pt x="31" y="39"/>
                  <a:pt x="35" y="35"/>
                </a:cubicBezTo>
                <a:cubicBezTo>
                  <a:pt x="40" y="31"/>
                  <a:pt x="42" y="26"/>
                  <a:pt x="42" y="21"/>
                </a:cubicBezTo>
                <a:cubicBezTo>
                  <a:pt x="42" y="16"/>
                  <a:pt x="40" y="10"/>
                  <a:pt x="35" y="6"/>
                </a:cubicBezTo>
                <a:cubicBezTo>
                  <a:pt x="35" y="6"/>
                  <a:pt x="35" y="6"/>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89" name="Freeform 1147"/>
          <p:cNvSpPr>
            <a:spLocks/>
          </p:cNvSpPr>
          <p:nvPr/>
        </p:nvSpPr>
        <p:spPr bwMode="auto">
          <a:xfrm>
            <a:off x="-2739256" y="-1066800"/>
            <a:ext cx="139700" cy="136525"/>
          </a:xfrm>
          <a:custGeom>
            <a:avLst/>
            <a:gdLst>
              <a:gd name="T0" fmla="*/ 17 w 34"/>
              <a:gd name="T1" fmla="*/ 0 h 33"/>
              <a:gd name="T2" fmla="*/ 5 w 34"/>
              <a:gd name="T3" fmla="*/ 5 h 33"/>
              <a:gd name="T4" fmla="*/ 0 w 34"/>
              <a:gd name="T5" fmla="*/ 17 h 33"/>
              <a:gd name="T6" fmla="*/ 5 w 34"/>
              <a:gd name="T7" fmla="*/ 29 h 33"/>
              <a:gd name="T8" fmla="*/ 17 w 34"/>
              <a:gd name="T9" fmla="*/ 33 h 33"/>
              <a:gd name="T10" fmla="*/ 29 w 34"/>
              <a:gd name="T11" fmla="*/ 29 h 33"/>
              <a:gd name="T12" fmla="*/ 34 w 34"/>
              <a:gd name="T13" fmla="*/ 17 h 33"/>
              <a:gd name="T14" fmla="*/ 29 w 34"/>
              <a:gd name="T15" fmla="*/ 5 h 33"/>
              <a:gd name="T16" fmla="*/ 30 w 34"/>
              <a:gd name="T17" fmla="*/ 4 h 33"/>
              <a:gd name="T18" fmla="*/ 30 w 34"/>
              <a:gd name="T19" fmla="*/ 4 h 33"/>
              <a:gd name="T20" fmla="*/ 29 w 34"/>
              <a:gd name="T21" fmla="*/ 5 h 33"/>
              <a:gd name="T22" fmla="*/ 17 w 34"/>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33">
                <a:moveTo>
                  <a:pt x="17" y="0"/>
                </a:moveTo>
                <a:cubicBezTo>
                  <a:pt x="13" y="0"/>
                  <a:pt x="8" y="2"/>
                  <a:pt x="5" y="5"/>
                </a:cubicBezTo>
                <a:cubicBezTo>
                  <a:pt x="2" y="8"/>
                  <a:pt x="0" y="13"/>
                  <a:pt x="0" y="17"/>
                </a:cubicBezTo>
                <a:cubicBezTo>
                  <a:pt x="0" y="21"/>
                  <a:pt x="2" y="25"/>
                  <a:pt x="5" y="29"/>
                </a:cubicBezTo>
                <a:cubicBezTo>
                  <a:pt x="8" y="32"/>
                  <a:pt x="13" y="33"/>
                  <a:pt x="17" y="33"/>
                </a:cubicBezTo>
                <a:cubicBezTo>
                  <a:pt x="21" y="33"/>
                  <a:pt x="25" y="32"/>
                  <a:pt x="29" y="29"/>
                </a:cubicBezTo>
                <a:cubicBezTo>
                  <a:pt x="32" y="25"/>
                  <a:pt x="34" y="21"/>
                  <a:pt x="34" y="17"/>
                </a:cubicBezTo>
                <a:cubicBezTo>
                  <a:pt x="34" y="13"/>
                  <a:pt x="32" y="8"/>
                  <a:pt x="29" y="5"/>
                </a:cubicBezTo>
                <a:cubicBezTo>
                  <a:pt x="30" y="4"/>
                  <a:pt x="30" y="4"/>
                  <a:pt x="30" y="4"/>
                </a:cubicBezTo>
                <a:cubicBezTo>
                  <a:pt x="30" y="4"/>
                  <a:pt x="30" y="4"/>
                  <a:pt x="30" y="4"/>
                </a:cubicBezTo>
                <a:cubicBezTo>
                  <a:pt x="29" y="5"/>
                  <a:pt x="29" y="5"/>
                  <a:pt x="29"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90" name="Freeform 1148"/>
          <p:cNvSpPr>
            <a:spLocks noEditPoints="1"/>
          </p:cNvSpPr>
          <p:nvPr/>
        </p:nvSpPr>
        <p:spPr bwMode="auto">
          <a:xfrm>
            <a:off x="-2756718" y="-1082675"/>
            <a:ext cx="174625" cy="169863"/>
          </a:xfrm>
          <a:custGeom>
            <a:avLst/>
            <a:gdLst>
              <a:gd name="T0" fmla="*/ 21 w 42"/>
              <a:gd name="T1" fmla="*/ 37 h 41"/>
              <a:gd name="T2" fmla="*/ 9 w 42"/>
              <a:gd name="T3" fmla="*/ 33 h 41"/>
              <a:gd name="T4" fmla="*/ 4 w 42"/>
              <a:gd name="T5" fmla="*/ 21 h 41"/>
              <a:gd name="T6" fmla="*/ 9 w 42"/>
              <a:gd name="T7" fmla="*/ 9 h 41"/>
              <a:gd name="T8" fmla="*/ 21 w 42"/>
              <a:gd name="T9" fmla="*/ 4 h 41"/>
              <a:gd name="T10" fmla="*/ 33 w 42"/>
              <a:gd name="T11" fmla="*/ 9 h 41"/>
              <a:gd name="T12" fmla="*/ 34 w 42"/>
              <a:gd name="T13" fmla="*/ 8 h 41"/>
              <a:gd name="T14" fmla="*/ 35 w 42"/>
              <a:gd name="T15" fmla="*/ 6 h 41"/>
              <a:gd name="T16" fmla="*/ 34 w 42"/>
              <a:gd name="T17" fmla="*/ 8 h 41"/>
              <a:gd name="T18" fmla="*/ 33 w 42"/>
              <a:gd name="T19" fmla="*/ 9 h 41"/>
              <a:gd name="T20" fmla="*/ 38 w 42"/>
              <a:gd name="T21" fmla="*/ 21 h 41"/>
              <a:gd name="T22" fmla="*/ 33 w 42"/>
              <a:gd name="T23" fmla="*/ 33 h 41"/>
              <a:gd name="T24" fmla="*/ 21 w 42"/>
              <a:gd name="T25" fmla="*/ 37 h 41"/>
              <a:gd name="T26" fmla="*/ 21 w 42"/>
              <a:gd name="T27" fmla="*/ 0 h 41"/>
              <a:gd name="T28" fmla="*/ 21 w 42"/>
              <a:gd name="T29" fmla="*/ 0 h 41"/>
              <a:gd name="T30" fmla="*/ 10 w 42"/>
              <a:gd name="T31" fmla="*/ 4 h 41"/>
              <a:gd name="T32" fmla="*/ 6 w 42"/>
              <a:gd name="T33" fmla="*/ 6 h 41"/>
              <a:gd name="T34" fmla="*/ 6 w 42"/>
              <a:gd name="T35" fmla="*/ 6 h 41"/>
              <a:gd name="T36" fmla="*/ 0 w 42"/>
              <a:gd name="T37" fmla="*/ 21 h 41"/>
              <a:gd name="T38" fmla="*/ 6 w 42"/>
              <a:gd name="T39" fmla="*/ 35 h 41"/>
              <a:gd name="T40" fmla="*/ 21 w 42"/>
              <a:gd name="T41" fmla="*/ 41 h 41"/>
              <a:gd name="T42" fmla="*/ 21 w 42"/>
              <a:gd name="T43" fmla="*/ 41 h 41"/>
              <a:gd name="T44" fmla="*/ 35 w 42"/>
              <a:gd name="T45" fmla="*/ 35 h 41"/>
              <a:gd name="T46" fmla="*/ 36 w 42"/>
              <a:gd name="T47" fmla="*/ 35 h 41"/>
              <a:gd name="T48" fmla="*/ 38 w 42"/>
              <a:gd name="T49" fmla="*/ 32 h 41"/>
              <a:gd name="T50" fmla="*/ 42 w 42"/>
              <a:gd name="T51" fmla="*/ 21 h 41"/>
              <a:gd name="T52" fmla="*/ 35 w 42"/>
              <a:gd name="T53" fmla="*/ 6 h 41"/>
              <a:gd name="T54" fmla="*/ 35 w 42"/>
              <a:gd name="T55" fmla="*/ 6 h 41"/>
              <a:gd name="T56" fmla="*/ 21 w 42"/>
              <a:gd name="T5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2" h="41">
                <a:moveTo>
                  <a:pt x="21" y="37"/>
                </a:moveTo>
                <a:cubicBezTo>
                  <a:pt x="17" y="37"/>
                  <a:pt x="12" y="36"/>
                  <a:pt x="9" y="33"/>
                </a:cubicBezTo>
                <a:cubicBezTo>
                  <a:pt x="6" y="29"/>
                  <a:pt x="4" y="25"/>
                  <a:pt x="4" y="21"/>
                </a:cubicBezTo>
                <a:cubicBezTo>
                  <a:pt x="4" y="17"/>
                  <a:pt x="6" y="12"/>
                  <a:pt x="9" y="9"/>
                </a:cubicBezTo>
                <a:cubicBezTo>
                  <a:pt x="12" y="6"/>
                  <a:pt x="17" y="4"/>
                  <a:pt x="21" y="4"/>
                </a:cubicBezTo>
                <a:cubicBezTo>
                  <a:pt x="25" y="4"/>
                  <a:pt x="29" y="6"/>
                  <a:pt x="33" y="9"/>
                </a:cubicBezTo>
                <a:cubicBezTo>
                  <a:pt x="34" y="8"/>
                  <a:pt x="34" y="8"/>
                  <a:pt x="34" y="8"/>
                </a:cubicBezTo>
                <a:cubicBezTo>
                  <a:pt x="35" y="6"/>
                  <a:pt x="35" y="6"/>
                  <a:pt x="35" y="6"/>
                </a:cubicBezTo>
                <a:cubicBezTo>
                  <a:pt x="34" y="8"/>
                  <a:pt x="34" y="8"/>
                  <a:pt x="34" y="8"/>
                </a:cubicBezTo>
                <a:cubicBezTo>
                  <a:pt x="33" y="9"/>
                  <a:pt x="33" y="9"/>
                  <a:pt x="33" y="9"/>
                </a:cubicBezTo>
                <a:cubicBezTo>
                  <a:pt x="36" y="12"/>
                  <a:pt x="38" y="17"/>
                  <a:pt x="38" y="21"/>
                </a:cubicBezTo>
                <a:cubicBezTo>
                  <a:pt x="38" y="25"/>
                  <a:pt x="36" y="29"/>
                  <a:pt x="33" y="33"/>
                </a:cubicBezTo>
                <a:cubicBezTo>
                  <a:pt x="29" y="36"/>
                  <a:pt x="25" y="37"/>
                  <a:pt x="21" y="37"/>
                </a:cubicBezTo>
                <a:moveTo>
                  <a:pt x="21" y="0"/>
                </a:moveTo>
                <a:cubicBezTo>
                  <a:pt x="21" y="0"/>
                  <a:pt x="21" y="0"/>
                  <a:pt x="21" y="0"/>
                </a:cubicBezTo>
                <a:cubicBezTo>
                  <a:pt x="17" y="0"/>
                  <a:pt x="13" y="1"/>
                  <a:pt x="10" y="4"/>
                </a:cubicBezTo>
                <a:cubicBezTo>
                  <a:pt x="8" y="4"/>
                  <a:pt x="7" y="5"/>
                  <a:pt x="6" y="6"/>
                </a:cubicBezTo>
                <a:cubicBezTo>
                  <a:pt x="6" y="6"/>
                  <a:pt x="6" y="6"/>
                  <a:pt x="6" y="6"/>
                </a:cubicBezTo>
                <a:cubicBezTo>
                  <a:pt x="2" y="10"/>
                  <a:pt x="0" y="16"/>
                  <a:pt x="0" y="21"/>
                </a:cubicBezTo>
                <a:cubicBezTo>
                  <a:pt x="0" y="26"/>
                  <a:pt x="2" y="31"/>
                  <a:pt x="6" y="35"/>
                </a:cubicBezTo>
                <a:cubicBezTo>
                  <a:pt x="10" y="39"/>
                  <a:pt x="16" y="41"/>
                  <a:pt x="21" y="41"/>
                </a:cubicBezTo>
                <a:cubicBezTo>
                  <a:pt x="21" y="41"/>
                  <a:pt x="21" y="41"/>
                  <a:pt x="21" y="41"/>
                </a:cubicBezTo>
                <a:cubicBezTo>
                  <a:pt x="26" y="41"/>
                  <a:pt x="31" y="39"/>
                  <a:pt x="35" y="35"/>
                </a:cubicBezTo>
                <a:cubicBezTo>
                  <a:pt x="36" y="35"/>
                  <a:pt x="36" y="35"/>
                  <a:pt x="36" y="35"/>
                </a:cubicBezTo>
                <a:cubicBezTo>
                  <a:pt x="37" y="34"/>
                  <a:pt x="37" y="33"/>
                  <a:pt x="38" y="32"/>
                </a:cubicBezTo>
                <a:cubicBezTo>
                  <a:pt x="40" y="29"/>
                  <a:pt x="42" y="25"/>
                  <a:pt x="42" y="21"/>
                </a:cubicBezTo>
                <a:cubicBezTo>
                  <a:pt x="42" y="16"/>
                  <a:pt x="40" y="10"/>
                  <a:pt x="35" y="6"/>
                </a:cubicBezTo>
                <a:cubicBezTo>
                  <a:pt x="35" y="6"/>
                  <a:pt x="35" y="6"/>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91" name="Freeform 1149"/>
          <p:cNvSpPr>
            <a:spLocks/>
          </p:cNvSpPr>
          <p:nvPr/>
        </p:nvSpPr>
        <p:spPr bwMode="auto">
          <a:xfrm>
            <a:off x="-1578793" y="-1282700"/>
            <a:ext cx="139700" cy="138113"/>
          </a:xfrm>
          <a:custGeom>
            <a:avLst/>
            <a:gdLst>
              <a:gd name="T0" fmla="*/ 17 w 34"/>
              <a:gd name="T1" fmla="*/ 0 h 33"/>
              <a:gd name="T2" fmla="*/ 5 w 34"/>
              <a:gd name="T3" fmla="*/ 5 h 33"/>
              <a:gd name="T4" fmla="*/ 0 w 34"/>
              <a:gd name="T5" fmla="*/ 17 h 33"/>
              <a:gd name="T6" fmla="*/ 5 w 34"/>
              <a:gd name="T7" fmla="*/ 29 h 33"/>
              <a:gd name="T8" fmla="*/ 17 w 34"/>
              <a:gd name="T9" fmla="*/ 33 h 33"/>
              <a:gd name="T10" fmla="*/ 29 w 34"/>
              <a:gd name="T11" fmla="*/ 29 h 33"/>
              <a:gd name="T12" fmla="*/ 34 w 34"/>
              <a:gd name="T13" fmla="*/ 17 h 33"/>
              <a:gd name="T14" fmla="*/ 29 w 34"/>
              <a:gd name="T15" fmla="*/ 5 h 33"/>
              <a:gd name="T16" fmla="*/ 30 w 34"/>
              <a:gd name="T17" fmla="*/ 4 h 33"/>
              <a:gd name="T18" fmla="*/ 30 w 34"/>
              <a:gd name="T19" fmla="*/ 4 h 33"/>
              <a:gd name="T20" fmla="*/ 29 w 34"/>
              <a:gd name="T21" fmla="*/ 5 h 33"/>
              <a:gd name="T22" fmla="*/ 17 w 34"/>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33">
                <a:moveTo>
                  <a:pt x="17" y="0"/>
                </a:moveTo>
                <a:cubicBezTo>
                  <a:pt x="13" y="0"/>
                  <a:pt x="8" y="2"/>
                  <a:pt x="5" y="5"/>
                </a:cubicBezTo>
                <a:cubicBezTo>
                  <a:pt x="2" y="8"/>
                  <a:pt x="0" y="13"/>
                  <a:pt x="0" y="17"/>
                </a:cubicBezTo>
                <a:cubicBezTo>
                  <a:pt x="0" y="21"/>
                  <a:pt x="2" y="25"/>
                  <a:pt x="5" y="29"/>
                </a:cubicBezTo>
                <a:cubicBezTo>
                  <a:pt x="8" y="32"/>
                  <a:pt x="13" y="33"/>
                  <a:pt x="17" y="33"/>
                </a:cubicBezTo>
                <a:cubicBezTo>
                  <a:pt x="21" y="33"/>
                  <a:pt x="25" y="32"/>
                  <a:pt x="29" y="29"/>
                </a:cubicBezTo>
                <a:cubicBezTo>
                  <a:pt x="32" y="25"/>
                  <a:pt x="34" y="21"/>
                  <a:pt x="34" y="17"/>
                </a:cubicBezTo>
                <a:cubicBezTo>
                  <a:pt x="34" y="13"/>
                  <a:pt x="32" y="8"/>
                  <a:pt x="29" y="5"/>
                </a:cubicBezTo>
                <a:cubicBezTo>
                  <a:pt x="30" y="4"/>
                  <a:pt x="30" y="4"/>
                  <a:pt x="30" y="4"/>
                </a:cubicBezTo>
                <a:cubicBezTo>
                  <a:pt x="30" y="4"/>
                  <a:pt x="30" y="4"/>
                  <a:pt x="30" y="4"/>
                </a:cubicBezTo>
                <a:cubicBezTo>
                  <a:pt x="29" y="5"/>
                  <a:pt x="29" y="5"/>
                  <a:pt x="29"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92" name="Freeform 1150"/>
          <p:cNvSpPr>
            <a:spLocks noEditPoints="1"/>
          </p:cNvSpPr>
          <p:nvPr/>
        </p:nvSpPr>
        <p:spPr bwMode="auto">
          <a:xfrm>
            <a:off x="-1596255" y="-1298575"/>
            <a:ext cx="174625" cy="169863"/>
          </a:xfrm>
          <a:custGeom>
            <a:avLst/>
            <a:gdLst>
              <a:gd name="T0" fmla="*/ 21 w 42"/>
              <a:gd name="T1" fmla="*/ 37 h 41"/>
              <a:gd name="T2" fmla="*/ 9 w 42"/>
              <a:gd name="T3" fmla="*/ 33 h 41"/>
              <a:gd name="T4" fmla="*/ 4 w 42"/>
              <a:gd name="T5" fmla="*/ 21 h 41"/>
              <a:gd name="T6" fmla="*/ 9 w 42"/>
              <a:gd name="T7" fmla="*/ 9 h 41"/>
              <a:gd name="T8" fmla="*/ 21 w 42"/>
              <a:gd name="T9" fmla="*/ 4 h 41"/>
              <a:gd name="T10" fmla="*/ 33 w 42"/>
              <a:gd name="T11" fmla="*/ 9 h 41"/>
              <a:gd name="T12" fmla="*/ 34 w 42"/>
              <a:gd name="T13" fmla="*/ 8 h 41"/>
              <a:gd name="T14" fmla="*/ 35 w 42"/>
              <a:gd name="T15" fmla="*/ 6 h 41"/>
              <a:gd name="T16" fmla="*/ 34 w 42"/>
              <a:gd name="T17" fmla="*/ 8 h 41"/>
              <a:gd name="T18" fmla="*/ 33 w 42"/>
              <a:gd name="T19" fmla="*/ 9 h 41"/>
              <a:gd name="T20" fmla="*/ 38 w 42"/>
              <a:gd name="T21" fmla="*/ 21 h 41"/>
              <a:gd name="T22" fmla="*/ 33 w 42"/>
              <a:gd name="T23" fmla="*/ 33 h 41"/>
              <a:gd name="T24" fmla="*/ 21 w 42"/>
              <a:gd name="T25" fmla="*/ 37 h 41"/>
              <a:gd name="T26" fmla="*/ 21 w 42"/>
              <a:gd name="T27" fmla="*/ 0 h 41"/>
              <a:gd name="T28" fmla="*/ 21 w 42"/>
              <a:gd name="T29" fmla="*/ 0 h 41"/>
              <a:gd name="T30" fmla="*/ 11 w 42"/>
              <a:gd name="T31" fmla="*/ 3 h 41"/>
              <a:gd name="T32" fmla="*/ 7 w 42"/>
              <a:gd name="T33" fmla="*/ 5 h 41"/>
              <a:gd name="T34" fmla="*/ 6 w 42"/>
              <a:gd name="T35" fmla="*/ 6 h 41"/>
              <a:gd name="T36" fmla="*/ 0 w 42"/>
              <a:gd name="T37" fmla="*/ 21 h 41"/>
              <a:gd name="T38" fmla="*/ 6 w 42"/>
              <a:gd name="T39" fmla="*/ 35 h 41"/>
              <a:gd name="T40" fmla="*/ 21 w 42"/>
              <a:gd name="T41" fmla="*/ 41 h 41"/>
              <a:gd name="T42" fmla="*/ 21 w 42"/>
              <a:gd name="T43" fmla="*/ 41 h 41"/>
              <a:gd name="T44" fmla="*/ 35 w 42"/>
              <a:gd name="T45" fmla="*/ 35 h 41"/>
              <a:gd name="T46" fmla="*/ 36 w 42"/>
              <a:gd name="T47" fmla="*/ 34 h 41"/>
              <a:gd name="T48" fmla="*/ 39 w 42"/>
              <a:gd name="T49" fmla="*/ 31 h 41"/>
              <a:gd name="T50" fmla="*/ 42 w 42"/>
              <a:gd name="T51" fmla="*/ 21 h 41"/>
              <a:gd name="T52" fmla="*/ 35 w 42"/>
              <a:gd name="T53" fmla="*/ 6 h 41"/>
              <a:gd name="T54" fmla="*/ 35 w 42"/>
              <a:gd name="T55" fmla="*/ 6 h 41"/>
              <a:gd name="T56" fmla="*/ 21 w 42"/>
              <a:gd name="T5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2" h="41">
                <a:moveTo>
                  <a:pt x="21" y="37"/>
                </a:moveTo>
                <a:cubicBezTo>
                  <a:pt x="17" y="37"/>
                  <a:pt x="12" y="36"/>
                  <a:pt x="9" y="33"/>
                </a:cubicBezTo>
                <a:cubicBezTo>
                  <a:pt x="6" y="29"/>
                  <a:pt x="4" y="25"/>
                  <a:pt x="4" y="21"/>
                </a:cubicBezTo>
                <a:cubicBezTo>
                  <a:pt x="4" y="17"/>
                  <a:pt x="6" y="12"/>
                  <a:pt x="9" y="9"/>
                </a:cubicBezTo>
                <a:cubicBezTo>
                  <a:pt x="12" y="6"/>
                  <a:pt x="17" y="4"/>
                  <a:pt x="21" y="4"/>
                </a:cubicBezTo>
                <a:cubicBezTo>
                  <a:pt x="25" y="4"/>
                  <a:pt x="29" y="6"/>
                  <a:pt x="33" y="9"/>
                </a:cubicBezTo>
                <a:cubicBezTo>
                  <a:pt x="34" y="8"/>
                  <a:pt x="34" y="8"/>
                  <a:pt x="34" y="8"/>
                </a:cubicBezTo>
                <a:cubicBezTo>
                  <a:pt x="35" y="6"/>
                  <a:pt x="35" y="6"/>
                  <a:pt x="35" y="6"/>
                </a:cubicBezTo>
                <a:cubicBezTo>
                  <a:pt x="34" y="8"/>
                  <a:pt x="34" y="8"/>
                  <a:pt x="34" y="8"/>
                </a:cubicBezTo>
                <a:cubicBezTo>
                  <a:pt x="33" y="9"/>
                  <a:pt x="33" y="9"/>
                  <a:pt x="33" y="9"/>
                </a:cubicBezTo>
                <a:cubicBezTo>
                  <a:pt x="36" y="12"/>
                  <a:pt x="38" y="17"/>
                  <a:pt x="38" y="21"/>
                </a:cubicBezTo>
                <a:cubicBezTo>
                  <a:pt x="38" y="25"/>
                  <a:pt x="36" y="29"/>
                  <a:pt x="33" y="33"/>
                </a:cubicBezTo>
                <a:cubicBezTo>
                  <a:pt x="29" y="36"/>
                  <a:pt x="25" y="37"/>
                  <a:pt x="21" y="37"/>
                </a:cubicBezTo>
                <a:moveTo>
                  <a:pt x="21" y="0"/>
                </a:moveTo>
                <a:cubicBezTo>
                  <a:pt x="21" y="0"/>
                  <a:pt x="21" y="0"/>
                  <a:pt x="21" y="0"/>
                </a:cubicBezTo>
                <a:cubicBezTo>
                  <a:pt x="17" y="0"/>
                  <a:pt x="14" y="1"/>
                  <a:pt x="11" y="3"/>
                </a:cubicBezTo>
                <a:cubicBezTo>
                  <a:pt x="9" y="4"/>
                  <a:pt x="8" y="4"/>
                  <a:pt x="7" y="5"/>
                </a:cubicBezTo>
                <a:cubicBezTo>
                  <a:pt x="7" y="6"/>
                  <a:pt x="7" y="6"/>
                  <a:pt x="6" y="6"/>
                </a:cubicBezTo>
                <a:cubicBezTo>
                  <a:pt x="2" y="10"/>
                  <a:pt x="0" y="16"/>
                  <a:pt x="0" y="21"/>
                </a:cubicBezTo>
                <a:cubicBezTo>
                  <a:pt x="0" y="26"/>
                  <a:pt x="2" y="31"/>
                  <a:pt x="6" y="35"/>
                </a:cubicBezTo>
                <a:cubicBezTo>
                  <a:pt x="10" y="39"/>
                  <a:pt x="16" y="41"/>
                  <a:pt x="21" y="41"/>
                </a:cubicBezTo>
                <a:cubicBezTo>
                  <a:pt x="21" y="41"/>
                  <a:pt x="21" y="41"/>
                  <a:pt x="21" y="41"/>
                </a:cubicBezTo>
                <a:cubicBezTo>
                  <a:pt x="26" y="41"/>
                  <a:pt x="31" y="39"/>
                  <a:pt x="35" y="35"/>
                </a:cubicBezTo>
                <a:cubicBezTo>
                  <a:pt x="36" y="35"/>
                  <a:pt x="36" y="35"/>
                  <a:pt x="36" y="34"/>
                </a:cubicBezTo>
                <a:cubicBezTo>
                  <a:pt x="37" y="33"/>
                  <a:pt x="38" y="32"/>
                  <a:pt x="39" y="31"/>
                </a:cubicBezTo>
                <a:cubicBezTo>
                  <a:pt x="41" y="28"/>
                  <a:pt x="42" y="24"/>
                  <a:pt x="42" y="21"/>
                </a:cubicBezTo>
                <a:cubicBezTo>
                  <a:pt x="42" y="16"/>
                  <a:pt x="40" y="10"/>
                  <a:pt x="35" y="6"/>
                </a:cubicBezTo>
                <a:cubicBezTo>
                  <a:pt x="35" y="6"/>
                  <a:pt x="35" y="6"/>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93" name="Freeform 1151"/>
          <p:cNvSpPr>
            <a:spLocks/>
          </p:cNvSpPr>
          <p:nvPr/>
        </p:nvSpPr>
        <p:spPr bwMode="auto">
          <a:xfrm>
            <a:off x="-219893" y="6777038"/>
            <a:ext cx="141288" cy="138113"/>
          </a:xfrm>
          <a:custGeom>
            <a:avLst/>
            <a:gdLst>
              <a:gd name="T0" fmla="*/ 17 w 34"/>
              <a:gd name="T1" fmla="*/ 0 h 33"/>
              <a:gd name="T2" fmla="*/ 5 w 34"/>
              <a:gd name="T3" fmla="*/ 5 h 33"/>
              <a:gd name="T4" fmla="*/ 0 w 34"/>
              <a:gd name="T5" fmla="*/ 17 h 33"/>
              <a:gd name="T6" fmla="*/ 5 w 34"/>
              <a:gd name="T7" fmla="*/ 29 h 33"/>
              <a:gd name="T8" fmla="*/ 17 w 34"/>
              <a:gd name="T9" fmla="*/ 33 h 33"/>
              <a:gd name="T10" fmla="*/ 29 w 34"/>
              <a:gd name="T11" fmla="*/ 29 h 33"/>
              <a:gd name="T12" fmla="*/ 34 w 34"/>
              <a:gd name="T13" fmla="*/ 17 h 33"/>
              <a:gd name="T14" fmla="*/ 29 w 34"/>
              <a:gd name="T15" fmla="*/ 5 h 33"/>
              <a:gd name="T16" fmla="*/ 30 w 34"/>
              <a:gd name="T17" fmla="*/ 4 h 33"/>
              <a:gd name="T18" fmla="*/ 30 w 34"/>
              <a:gd name="T19" fmla="*/ 4 h 33"/>
              <a:gd name="T20" fmla="*/ 29 w 34"/>
              <a:gd name="T21" fmla="*/ 5 h 33"/>
              <a:gd name="T22" fmla="*/ 17 w 34"/>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33">
                <a:moveTo>
                  <a:pt x="17" y="0"/>
                </a:moveTo>
                <a:cubicBezTo>
                  <a:pt x="13" y="0"/>
                  <a:pt x="8" y="2"/>
                  <a:pt x="5" y="5"/>
                </a:cubicBezTo>
                <a:cubicBezTo>
                  <a:pt x="2" y="8"/>
                  <a:pt x="0" y="13"/>
                  <a:pt x="0" y="17"/>
                </a:cubicBezTo>
                <a:cubicBezTo>
                  <a:pt x="0" y="21"/>
                  <a:pt x="2" y="25"/>
                  <a:pt x="5" y="29"/>
                </a:cubicBezTo>
                <a:cubicBezTo>
                  <a:pt x="8" y="32"/>
                  <a:pt x="13" y="33"/>
                  <a:pt x="17" y="33"/>
                </a:cubicBezTo>
                <a:cubicBezTo>
                  <a:pt x="21" y="33"/>
                  <a:pt x="25" y="32"/>
                  <a:pt x="29" y="29"/>
                </a:cubicBezTo>
                <a:cubicBezTo>
                  <a:pt x="32" y="25"/>
                  <a:pt x="34" y="21"/>
                  <a:pt x="34" y="17"/>
                </a:cubicBezTo>
                <a:cubicBezTo>
                  <a:pt x="34" y="13"/>
                  <a:pt x="32" y="8"/>
                  <a:pt x="29" y="5"/>
                </a:cubicBezTo>
                <a:cubicBezTo>
                  <a:pt x="30" y="4"/>
                  <a:pt x="30" y="4"/>
                  <a:pt x="30" y="4"/>
                </a:cubicBezTo>
                <a:cubicBezTo>
                  <a:pt x="30" y="4"/>
                  <a:pt x="30" y="4"/>
                  <a:pt x="30" y="4"/>
                </a:cubicBezTo>
                <a:cubicBezTo>
                  <a:pt x="29" y="5"/>
                  <a:pt x="29" y="5"/>
                  <a:pt x="29"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94" name="Freeform 1152"/>
          <p:cNvSpPr>
            <a:spLocks noEditPoints="1"/>
          </p:cNvSpPr>
          <p:nvPr/>
        </p:nvSpPr>
        <p:spPr bwMode="auto">
          <a:xfrm>
            <a:off x="-235768" y="6761163"/>
            <a:ext cx="173038" cy="169863"/>
          </a:xfrm>
          <a:custGeom>
            <a:avLst/>
            <a:gdLst>
              <a:gd name="T0" fmla="*/ 21 w 42"/>
              <a:gd name="T1" fmla="*/ 37 h 41"/>
              <a:gd name="T2" fmla="*/ 9 w 42"/>
              <a:gd name="T3" fmla="*/ 33 h 41"/>
              <a:gd name="T4" fmla="*/ 4 w 42"/>
              <a:gd name="T5" fmla="*/ 21 h 41"/>
              <a:gd name="T6" fmla="*/ 9 w 42"/>
              <a:gd name="T7" fmla="*/ 9 h 41"/>
              <a:gd name="T8" fmla="*/ 21 w 42"/>
              <a:gd name="T9" fmla="*/ 4 h 41"/>
              <a:gd name="T10" fmla="*/ 33 w 42"/>
              <a:gd name="T11" fmla="*/ 9 h 41"/>
              <a:gd name="T12" fmla="*/ 34 w 42"/>
              <a:gd name="T13" fmla="*/ 8 h 41"/>
              <a:gd name="T14" fmla="*/ 35 w 42"/>
              <a:gd name="T15" fmla="*/ 6 h 41"/>
              <a:gd name="T16" fmla="*/ 34 w 42"/>
              <a:gd name="T17" fmla="*/ 8 h 41"/>
              <a:gd name="T18" fmla="*/ 33 w 42"/>
              <a:gd name="T19" fmla="*/ 9 h 41"/>
              <a:gd name="T20" fmla="*/ 38 w 42"/>
              <a:gd name="T21" fmla="*/ 21 h 41"/>
              <a:gd name="T22" fmla="*/ 33 w 42"/>
              <a:gd name="T23" fmla="*/ 33 h 41"/>
              <a:gd name="T24" fmla="*/ 21 w 42"/>
              <a:gd name="T25" fmla="*/ 37 h 41"/>
              <a:gd name="T26" fmla="*/ 21 w 42"/>
              <a:gd name="T27" fmla="*/ 0 h 41"/>
              <a:gd name="T28" fmla="*/ 21 w 42"/>
              <a:gd name="T29" fmla="*/ 0 h 41"/>
              <a:gd name="T30" fmla="*/ 9 w 42"/>
              <a:gd name="T31" fmla="*/ 4 h 41"/>
              <a:gd name="T32" fmla="*/ 6 w 42"/>
              <a:gd name="T33" fmla="*/ 6 h 41"/>
              <a:gd name="T34" fmla="*/ 6 w 42"/>
              <a:gd name="T35" fmla="*/ 6 h 41"/>
              <a:gd name="T36" fmla="*/ 0 w 42"/>
              <a:gd name="T37" fmla="*/ 21 h 41"/>
              <a:gd name="T38" fmla="*/ 6 w 42"/>
              <a:gd name="T39" fmla="*/ 35 h 41"/>
              <a:gd name="T40" fmla="*/ 21 w 42"/>
              <a:gd name="T41" fmla="*/ 41 h 41"/>
              <a:gd name="T42" fmla="*/ 21 w 42"/>
              <a:gd name="T43" fmla="*/ 41 h 41"/>
              <a:gd name="T44" fmla="*/ 35 w 42"/>
              <a:gd name="T45" fmla="*/ 35 h 41"/>
              <a:gd name="T46" fmla="*/ 36 w 42"/>
              <a:gd name="T47" fmla="*/ 35 h 41"/>
              <a:gd name="T48" fmla="*/ 38 w 42"/>
              <a:gd name="T49" fmla="*/ 32 h 41"/>
              <a:gd name="T50" fmla="*/ 42 w 42"/>
              <a:gd name="T51" fmla="*/ 21 h 41"/>
              <a:gd name="T52" fmla="*/ 35 w 42"/>
              <a:gd name="T53" fmla="*/ 6 h 41"/>
              <a:gd name="T54" fmla="*/ 35 w 42"/>
              <a:gd name="T55" fmla="*/ 6 h 41"/>
              <a:gd name="T56" fmla="*/ 21 w 42"/>
              <a:gd name="T5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2" h="41">
                <a:moveTo>
                  <a:pt x="21" y="37"/>
                </a:moveTo>
                <a:cubicBezTo>
                  <a:pt x="17" y="37"/>
                  <a:pt x="12" y="36"/>
                  <a:pt x="9" y="33"/>
                </a:cubicBezTo>
                <a:cubicBezTo>
                  <a:pt x="6" y="29"/>
                  <a:pt x="4" y="25"/>
                  <a:pt x="4" y="21"/>
                </a:cubicBezTo>
                <a:cubicBezTo>
                  <a:pt x="4" y="17"/>
                  <a:pt x="6" y="12"/>
                  <a:pt x="9" y="9"/>
                </a:cubicBezTo>
                <a:cubicBezTo>
                  <a:pt x="12" y="6"/>
                  <a:pt x="17" y="4"/>
                  <a:pt x="21" y="4"/>
                </a:cubicBezTo>
                <a:cubicBezTo>
                  <a:pt x="25" y="4"/>
                  <a:pt x="29" y="6"/>
                  <a:pt x="33" y="9"/>
                </a:cubicBezTo>
                <a:cubicBezTo>
                  <a:pt x="34" y="8"/>
                  <a:pt x="34" y="8"/>
                  <a:pt x="34" y="8"/>
                </a:cubicBezTo>
                <a:cubicBezTo>
                  <a:pt x="35" y="6"/>
                  <a:pt x="35" y="6"/>
                  <a:pt x="35" y="6"/>
                </a:cubicBezTo>
                <a:cubicBezTo>
                  <a:pt x="34" y="8"/>
                  <a:pt x="34" y="8"/>
                  <a:pt x="34" y="8"/>
                </a:cubicBezTo>
                <a:cubicBezTo>
                  <a:pt x="33" y="9"/>
                  <a:pt x="33" y="9"/>
                  <a:pt x="33" y="9"/>
                </a:cubicBezTo>
                <a:cubicBezTo>
                  <a:pt x="36" y="12"/>
                  <a:pt x="38" y="17"/>
                  <a:pt x="38" y="21"/>
                </a:cubicBezTo>
                <a:cubicBezTo>
                  <a:pt x="38" y="25"/>
                  <a:pt x="36" y="29"/>
                  <a:pt x="33" y="33"/>
                </a:cubicBezTo>
                <a:cubicBezTo>
                  <a:pt x="29" y="36"/>
                  <a:pt x="25" y="37"/>
                  <a:pt x="21" y="37"/>
                </a:cubicBezTo>
                <a:moveTo>
                  <a:pt x="21" y="0"/>
                </a:moveTo>
                <a:cubicBezTo>
                  <a:pt x="21" y="0"/>
                  <a:pt x="21" y="0"/>
                  <a:pt x="21" y="0"/>
                </a:cubicBezTo>
                <a:cubicBezTo>
                  <a:pt x="17" y="0"/>
                  <a:pt x="13" y="1"/>
                  <a:pt x="9" y="4"/>
                </a:cubicBezTo>
                <a:cubicBezTo>
                  <a:pt x="8" y="4"/>
                  <a:pt x="7" y="5"/>
                  <a:pt x="6" y="6"/>
                </a:cubicBezTo>
                <a:cubicBezTo>
                  <a:pt x="6" y="6"/>
                  <a:pt x="6" y="6"/>
                  <a:pt x="6" y="6"/>
                </a:cubicBezTo>
                <a:cubicBezTo>
                  <a:pt x="2" y="10"/>
                  <a:pt x="0" y="16"/>
                  <a:pt x="0" y="21"/>
                </a:cubicBezTo>
                <a:cubicBezTo>
                  <a:pt x="0" y="26"/>
                  <a:pt x="2" y="31"/>
                  <a:pt x="6" y="35"/>
                </a:cubicBezTo>
                <a:cubicBezTo>
                  <a:pt x="10" y="39"/>
                  <a:pt x="16" y="41"/>
                  <a:pt x="21" y="41"/>
                </a:cubicBezTo>
                <a:cubicBezTo>
                  <a:pt x="21" y="41"/>
                  <a:pt x="21" y="41"/>
                  <a:pt x="21" y="41"/>
                </a:cubicBezTo>
                <a:cubicBezTo>
                  <a:pt x="26" y="41"/>
                  <a:pt x="31" y="39"/>
                  <a:pt x="35" y="35"/>
                </a:cubicBezTo>
                <a:cubicBezTo>
                  <a:pt x="36" y="35"/>
                  <a:pt x="36" y="35"/>
                  <a:pt x="36" y="35"/>
                </a:cubicBezTo>
                <a:cubicBezTo>
                  <a:pt x="37" y="34"/>
                  <a:pt x="37" y="33"/>
                  <a:pt x="38" y="32"/>
                </a:cubicBezTo>
                <a:cubicBezTo>
                  <a:pt x="40" y="29"/>
                  <a:pt x="42" y="25"/>
                  <a:pt x="42" y="21"/>
                </a:cubicBezTo>
                <a:cubicBezTo>
                  <a:pt x="42" y="16"/>
                  <a:pt x="40" y="10"/>
                  <a:pt x="35" y="6"/>
                </a:cubicBezTo>
                <a:cubicBezTo>
                  <a:pt x="35" y="6"/>
                  <a:pt x="35" y="6"/>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95" name="Freeform 1153"/>
          <p:cNvSpPr>
            <a:spLocks/>
          </p:cNvSpPr>
          <p:nvPr/>
        </p:nvSpPr>
        <p:spPr bwMode="auto">
          <a:xfrm>
            <a:off x="-775518" y="-1401763"/>
            <a:ext cx="169863" cy="157163"/>
          </a:xfrm>
          <a:custGeom>
            <a:avLst/>
            <a:gdLst>
              <a:gd name="T0" fmla="*/ 21 w 41"/>
              <a:gd name="T1" fmla="*/ 0 h 38"/>
              <a:gd name="T2" fmla="*/ 7 w 41"/>
              <a:gd name="T3" fmla="*/ 6 h 38"/>
              <a:gd name="T4" fmla="*/ 7 w 41"/>
              <a:gd name="T5" fmla="*/ 32 h 38"/>
              <a:gd name="T6" fmla="*/ 7 w 41"/>
              <a:gd name="T7" fmla="*/ 32 h 38"/>
              <a:gd name="T8" fmla="*/ 11 w 41"/>
              <a:gd name="T9" fmla="*/ 35 h 38"/>
              <a:gd name="T10" fmla="*/ 21 w 41"/>
              <a:gd name="T11" fmla="*/ 38 h 38"/>
              <a:gd name="T12" fmla="*/ 34 w 41"/>
              <a:gd name="T13" fmla="*/ 32 h 38"/>
              <a:gd name="T14" fmla="*/ 34 w 41"/>
              <a:gd name="T15" fmla="*/ 6 h 38"/>
              <a:gd name="T16" fmla="*/ 21 w 41"/>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8">
                <a:moveTo>
                  <a:pt x="21" y="0"/>
                </a:moveTo>
                <a:cubicBezTo>
                  <a:pt x="16" y="0"/>
                  <a:pt x="11" y="2"/>
                  <a:pt x="7" y="6"/>
                </a:cubicBezTo>
                <a:cubicBezTo>
                  <a:pt x="0" y="13"/>
                  <a:pt x="0" y="25"/>
                  <a:pt x="7" y="32"/>
                </a:cubicBezTo>
                <a:cubicBezTo>
                  <a:pt x="7" y="32"/>
                  <a:pt x="7" y="32"/>
                  <a:pt x="7" y="32"/>
                </a:cubicBezTo>
                <a:cubicBezTo>
                  <a:pt x="8" y="33"/>
                  <a:pt x="9" y="34"/>
                  <a:pt x="11" y="35"/>
                </a:cubicBezTo>
                <a:cubicBezTo>
                  <a:pt x="14" y="37"/>
                  <a:pt x="17" y="38"/>
                  <a:pt x="21" y="38"/>
                </a:cubicBezTo>
                <a:cubicBezTo>
                  <a:pt x="25" y="38"/>
                  <a:pt x="30" y="36"/>
                  <a:pt x="34" y="32"/>
                </a:cubicBezTo>
                <a:cubicBezTo>
                  <a:pt x="41" y="25"/>
                  <a:pt x="41" y="13"/>
                  <a:pt x="34" y="6"/>
                </a:cubicBezTo>
                <a:cubicBezTo>
                  <a:pt x="30" y="2"/>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96" name="Freeform 1154"/>
          <p:cNvSpPr>
            <a:spLocks/>
          </p:cNvSpPr>
          <p:nvPr/>
        </p:nvSpPr>
        <p:spPr bwMode="auto">
          <a:xfrm>
            <a:off x="-1608955" y="2292350"/>
            <a:ext cx="169863" cy="157163"/>
          </a:xfrm>
          <a:custGeom>
            <a:avLst/>
            <a:gdLst>
              <a:gd name="T0" fmla="*/ 21 w 41"/>
              <a:gd name="T1" fmla="*/ 0 h 38"/>
              <a:gd name="T2" fmla="*/ 10 w 41"/>
              <a:gd name="T3" fmla="*/ 4 h 38"/>
              <a:gd name="T4" fmla="*/ 8 w 41"/>
              <a:gd name="T5" fmla="*/ 6 h 38"/>
              <a:gd name="T6" fmla="*/ 7 w 41"/>
              <a:gd name="T7" fmla="*/ 7 h 38"/>
              <a:gd name="T8" fmla="*/ 8 w 41"/>
              <a:gd name="T9" fmla="*/ 32 h 38"/>
              <a:gd name="T10" fmla="*/ 21 w 41"/>
              <a:gd name="T11" fmla="*/ 38 h 38"/>
              <a:gd name="T12" fmla="*/ 34 w 41"/>
              <a:gd name="T13" fmla="*/ 32 h 38"/>
              <a:gd name="T14" fmla="*/ 34 w 41"/>
              <a:gd name="T15" fmla="*/ 6 h 38"/>
              <a:gd name="T16" fmla="*/ 21 w 41"/>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8">
                <a:moveTo>
                  <a:pt x="21" y="0"/>
                </a:moveTo>
                <a:cubicBezTo>
                  <a:pt x="17" y="0"/>
                  <a:pt x="13" y="2"/>
                  <a:pt x="10" y="4"/>
                </a:cubicBezTo>
                <a:cubicBezTo>
                  <a:pt x="9" y="5"/>
                  <a:pt x="8" y="5"/>
                  <a:pt x="8" y="6"/>
                </a:cubicBezTo>
                <a:cubicBezTo>
                  <a:pt x="7" y="6"/>
                  <a:pt x="7" y="6"/>
                  <a:pt x="7" y="7"/>
                </a:cubicBezTo>
                <a:cubicBezTo>
                  <a:pt x="0" y="14"/>
                  <a:pt x="1" y="25"/>
                  <a:pt x="8" y="32"/>
                </a:cubicBezTo>
                <a:cubicBezTo>
                  <a:pt x="11" y="36"/>
                  <a:pt x="16" y="38"/>
                  <a:pt x="21" y="38"/>
                </a:cubicBezTo>
                <a:cubicBezTo>
                  <a:pt x="26" y="38"/>
                  <a:pt x="30" y="36"/>
                  <a:pt x="34" y="32"/>
                </a:cubicBezTo>
                <a:cubicBezTo>
                  <a:pt x="41" y="25"/>
                  <a:pt x="41" y="13"/>
                  <a:pt x="34" y="6"/>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97" name="Freeform 1155"/>
          <p:cNvSpPr>
            <a:spLocks/>
          </p:cNvSpPr>
          <p:nvPr/>
        </p:nvSpPr>
        <p:spPr bwMode="auto">
          <a:xfrm>
            <a:off x="-2031230" y="2951163"/>
            <a:ext cx="169863" cy="152400"/>
          </a:xfrm>
          <a:custGeom>
            <a:avLst/>
            <a:gdLst>
              <a:gd name="T0" fmla="*/ 21 w 41"/>
              <a:gd name="T1" fmla="*/ 0 h 37"/>
              <a:gd name="T2" fmla="*/ 13 w 41"/>
              <a:gd name="T3" fmla="*/ 1 h 37"/>
              <a:gd name="T4" fmla="*/ 10 w 41"/>
              <a:gd name="T5" fmla="*/ 3 h 37"/>
              <a:gd name="T6" fmla="*/ 8 w 41"/>
              <a:gd name="T7" fmla="*/ 5 h 37"/>
              <a:gd name="T8" fmla="*/ 8 w 41"/>
              <a:gd name="T9" fmla="*/ 32 h 37"/>
              <a:gd name="T10" fmla="*/ 21 w 41"/>
              <a:gd name="T11" fmla="*/ 37 h 37"/>
              <a:gd name="T12" fmla="*/ 34 w 41"/>
              <a:gd name="T13" fmla="*/ 32 h 37"/>
              <a:gd name="T14" fmla="*/ 34 w 41"/>
              <a:gd name="T15" fmla="*/ 5 h 37"/>
              <a:gd name="T16" fmla="*/ 21 w 41"/>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7">
                <a:moveTo>
                  <a:pt x="21" y="0"/>
                </a:moveTo>
                <a:cubicBezTo>
                  <a:pt x="18" y="0"/>
                  <a:pt x="16" y="0"/>
                  <a:pt x="13" y="1"/>
                </a:cubicBezTo>
                <a:cubicBezTo>
                  <a:pt x="12" y="2"/>
                  <a:pt x="11" y="3"/>
                  <a:pt x="10" y="3"/>
                </a:cubicBezTo>
                <a:cubicBezTo>
                  <a:pt x="9" y="4"/>
                  <a:pt x="8" y="4"/>
                  <a:pt x="8" y="5"/>
                </a:cubicBezTo>
                <a:cubicBezTo>
                  <a:pt x="0" y="12"/>
                  <a:pt x="0" y="24"/>
                  <a:pt x="8" y="32"/>
                </a:cubicBezTo>
                <a:cubicBezTo>
                  <a:pt x="11" y="35"/>
                  <a:pt x="16" y="37"/>
                  <a:pt x="21" y="37"/>
                </a:cubicBezTo>
                <a:cubicBezTo>
                  <a:pt x="26" y="37"/>
                  <a:pt x="31" y="35"/>
                  <a:pt x="34" y="32"/>
                </a:cubicBezTo>
                <a:cubicBezTo>
                  <a:pt x="41" y="24"/>
                  <a:pt x="41" y="12"/>
                  <a:pt x="34" y="5"/>
                </a:cubicBezTo>
                <a:cubicBezTo>
                  <a:pt x="31" y="1"/>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98" name="Freeform 1156"/>
          <p:cNvSpPr>
            <a:spLocks/>
          </p:cNvSpPr>
          <p:nvPr/>
        </p:nvSpPr>
        <p:spPr bwMode="auto">
          <a:xfrm>
            <a:off x="-750118" y="2208212"/>
            <a:ext cx="169863" cy="158750"/>
          </a:xfrm>
          <a:custGeom>
            <a:avLst/>
            <a:gdLst>
              <a:gd name="T0" fmla="*/ 20 w 41"/>
              <a:gd name="T1" fmla="*/ 0 h 38"/>
              <a:gd name="T2" fmla="*/ 7 w 41"/>
              <a:gd name="T3" fmla="*/ 6 h 38"/>
              <a:gd name="T4" fmla="*/ 7 w 41"/>
              <a:gd name="T5" fmla="*/ 32 h 38"/>
              <a:gd name="T6" fmla="*/ 20 w 41"/>
              <a:gd name="T7" fmla="*/ 38 h 38"/>
              <a:gd name="T8" fmla="*/ 22 w 41"/>
              <a:gd name="T9" fmla="*/ 38 h 38"/>
              <a:gd name="T10" fmla="*/ 26 w 41"/>
              <a:gd name="T11" fmla="*/ 37 h 38"/>
              <a:gd name="T12" fmla="*/ 33 w 41"/>
              <a:gd name="T13" fmla="*/ 32 h 38"/>
              <a:gd name="T14" fmla="*/ 33 w 41"/>
              <a:gd name="T15" fmla="*/ 6 h 38"/>
              <a:gd name="T16" fmla="*/ 20 w 41"/>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8">
                <a:moveTo>
                  <a:pt x="20" y="0"/>
                </a:moveTo>
                <a:cubicBezTo>
                  <a:pt x="16" y="0"/>
                  <a:pt x="11" y="2"/>
                  <a:pt x="7" y="6"/>
                </a:cubicBezTo>
                <a:cubicBezTo>
                  <a:pt x="0" y="13"/>
                  <a:pt x="0" y="25"/>
                  <a:pt x="7" y="32"/>
                </a:cubicBezTo>
                <a:cubicBezTo>
                  <a:pt x="11" y="36"/>
                  <a:pt x="16" y="38"/>
                  <a:pt x="20" y="38"/>
                </a:cubicBezTo>
                <a:cubicBezTo>
                  <a:pt x="21" y="38"/>
                  <a:pt x="21" y="38"/>
                  <a:pt x="22" y="38"/>
                </a:cubicBezTo>
                <a:cubicBezTo>
                  <a:pt x="23" y="38"/>
                  <a:pt x="25" y="37"/>
                  <a:pt x="26" y="37"/>
                </a:cubicBezTo>
                <a:cubicBezTo>
                  <a:pt x="29" y="36"/>
                  <a:pt x="31" y="34"/>
                  <a:pt x="33" y="32"/>
                </a:cubicBezTo>
                <a:cubicBezTo>
                  <a:pt x="41" y="25"/>
                  <a:pt x="41" y="13"/>
                  <a:pt x="33"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799" name="Freeform 1157"/>
          <p:cNvSpPr>
            <a:spLocks/>
          </p:cNvSpPr>
          <p:nvPr/>
        </p:nvSpPr>
        <p:spPr bwMode="auto">
          <a:xfrm>
            <a:off x="-704080" y="3265488"/>
            <a:ext cx="169863" cy="153988"/>
          </a:xfrm>
          <a:custGeom>
            <a:avLst/>
            <a:gdLst>
              <a:gd name="T0" fmla="*/ 21 w 41"/>
              <a:gd name="T1" fmla="*/ 0 h 37"/>
              <a:gd name="T2" fmla="*/ 9 w 41"/>
              <a:gd name="T3" fmla="*/ 4 h 37"/>
              <a:gd name="T4" fmla="*/ 7 w 41"/>
              <a:gd name="T5" fmla="*/ 5 h 37"/>
              <a:gd name="T6" fmla="*/ 6 w 41"/>
              <a:gd name="T7" fmla="*/ 6 h 37"/>
              <a:gd name="T8" fmla="*/ 7 w 41"/>
              <a:gd name="T9" fmla="*/ 32 h 37"/>
              <a:gd name="T10" fmla="*/ 21 w 41"/>
              <a:gd name="T11" fmla="*/ 37 h 37"/>
              <a:gd name="T12" fmla="*/ 34 w 41"/>
              <a:gd name="T13" fmla="*/ 32 h 37"/>
              <a:gd name="T14" fmla="*/ 34 w 41"/>
              <a:gd name="T15" fmla="*/ 5 h 37"/>
              <a:gd name="T16" fmla="*/ 21 w 41"/>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7">
                <a:moveTo>
                  <a:pt x="21" y="0"/>
                </a:moveTo>
                <a:cubicBezTo>
                  <a:pt x="17" y="0"/>
                  <a:pt x="13" y="1"/>
                  <a:pt x="9" y="4"/>
                </a:cubicBezTo>
                <a:cubicBezTo>
                  <a:pt x="9" y="4"/>
                  <a:pt x="8" y="5"/>
                  <a:pt x="7" y="5"/>
                </a:cubicBezTo>
                <a:cubicBezTo>
                  <a:pt x="7" y="6"/>
                  <a:pt x="7" y="6"/>
                  <a:pt x="6" y="6"/>
                </a:cubicBezTo>
                <a:cubicBezTo>
                  <a:pt x="0" y="14"/>
                  <a:pt x="0" y="25"/>
                  <a:pt x="7" y="32"/>
                </a:cubicBezTo>
                <a:cubicBezTo>
                  <a:pt x="11" y="36"/>
                  <a:pt x="16" y="37"/>
                  <a:pt x="21" y="37"/>
                </a:cubicBezTo>
                <a:cubicBezTo>
                  <a:pt x="25" y="37"/>
                  <a:pt x="30" y="36"/>
                  <a:pt x="34" y="32"/>
                </a:cubicBezTo>
                <a:cubicBezTo>
                  <a:pt x="41" y="25"/>
                  <a:pt x="41" y="13"/>
                  <a:pt x="34" y="5"/>
                </a:cubicBezTo>
                <a:cubicBezTo>
                  <a:pt x="30" y="2"/>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00" name="Freeform 1158"/>
          <p:cNvSpPr>
            <a:spLocks/>
          </p:cNvSpPr>
          <p:nvPr/>
        </p:nvSpPr>
        <p:spPr bwMode="auto">
          <a:xfrm>
            <a:off x="-3993" y="3605213"/>
            <a:ext cx="161925" cy="153988"/>
          </a:xfrm>
          <a:custGeom>
            <a:avLst/>
            <a:gdLst>
              <a:gd name="T0" fmla="*/ 18 w 39"/>
              <a:gd name="T1" fmla="*/ 0 h 37"/>
              <a:gd name="T2" fmla="*/ 5 w 39"/>
              <a:gd name="T3" fmla="*/ 6 h 37"/>
              <a:gd name="T4" fmla="*/ 0 w 39"/>
              <a:gd name="T5" fmla="*/ 17 h 37"/>
              <a:gd name="T6" fmla="*/ 0 w 39"/>
              <a:gd name="T7" fmla="*/ 21 h 37"/>
              <a:gd name="T8" fmla="*/ 5 w 39"/>
              <a:gd name="T9" fmla="*/ 32 h 37"/>
              <a:gd name="T10" fmla="*/ 18 w 39"/>
              <a:gd name="T11" fmla="*/ 37 h 37"/>
              <a:gd name="T12" fmla="*/ 32 w 39"/>
              <a:gd name="T13" fmla="*/ 32 h 37"/>
              <a:gd name="T14" fmla="*/ 32 w 39"/>
              <a:gd name="T15" fmla="*/ 6 h 37"/>
              <a:gd name="T16" fmla="*/ 18 w 39"/>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7">
                <a:moveTo>
                  <a:pt x="18" y="0"/>
                </a:moveTo>
                <a:cubicBezTo>
                  <a:pt x="14" y="0"/>
                  <a:pt x="9" y="2"/>
                  <a:pt x="5" y="6"/>
                </a:cubicBezTo>
                <a:cubicBezTo>
                  <a:pt x="2" y="9"/>
                  <a:pt x="0" y="13"/>
                  <a:pt x="0" y="17"/>
                </a:cubicBezTo>
                <a:cubicBezTo>
                  <a:pt x="0" y="18"/>
                  <a:pt x="0" y="19"/>
                  <a:pt x="0" y="21"/>
                </a:cubicBezTo>
                <a:cubicBezTo>
                  <a:pt x="0" y="25"/>
                  <a:pt x="2" y="29"/>
                  <a:pt x="5" y="32"/>
                </a:cubicBezTo>
                <a:cubicBezTo>
                  <a:pt x="9" y="36"/>
                  <a:pt x="14" y="37"/>
                  <a:pt x="18" y="37"/>
                </a:cubicBezTo>
                <a:cubicBezTo>
                  <a:pt x="23" y="37"/>
                  <a:pt x="28" y="36"/>
                  <a:pt x="32" y="32"/>
                </a:cubicBezTo>
                <a:cubicBezTo>
                  <a:pt x="39" y="25"/>
                  <a:pt x="39" y="13"/>
                  <a:pt x="32" y="6"/>
                </a:cubicBezTo>
                <a:cubicBezTo>
                  <a:pt x="28" y="2"/>
                  <a:pt x="23" y="0"/>
                  <a:pt x="18"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01" name="Freeform 1159"/>
          <p:cNvSpPr>
            <a:spLocks/>
          </p:cNvSpPr>
          <p:nvPr/>
        </p:nvSpPr>
        <p:spPr bwMode="auto">
          <a:xfrm>
            <a:off x="-1835968" y="3957638"/>
            <a:ext cx="165100" cy="153988"/>
          </a:xfrm>
          <a:custGeom>
            <a:avLst/>
            <a:gdLst>
              <a:gd name="T0" fmla="*/ 19 w 40"/>
              <a:gd name="T1" fmla="*/ 0 h 37"/>
              <a:gd name="T2" fmla="*/ 6 w 40"/>
              <a:gd name="T3" fmla="*/ 5 h 37"/>
              <a:gd name="T4" fmla="*/ 2 w 40"/>
              <a:gd name="T5" fmla="*/ 12 h 37"/>
              <a:gd name="T6" fmla="*/ 1 w 40"/>
              <a:gd name="T7" fmla="*/ 16 h 37"/>
              <a:gd name="T8" fmla="*/ 6 w 40"/>
              <a:gd name="T9" fmla="*/ 32 h 37"/>
              <a:gd name="T10" fmla="*/ 19 w 40"/>
              <a:gd name="T11" fmla="*/ 37 h 37"/>
              <a:gd name="T12" fmla="*/ 32 w 40"/>
              <a:gd name="T13" fmla="*/ 32 h 37"/>
              <a:gd name="T14" fmla="*/ 32 w 40"/>
              <a:gd name="T15" fmla="*/ 5 h 37"/>
              <a:gd name="T16" fmla="*/ 19 w 40"/>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37">
                <a:moveTo>
                  <a:pt x="19" y="0"/>
                </a:moveTo>
                <a:cubicBezTo>
                  <a:pt x="14" y="0"/>
                  <a:pt x="10" y="2"/>
                  <a:pt x="6" y="5"/>
                </a:cubicBezTo>
                <a:cubicBezTo>
                  <a:pt x="4" y="7"/>
                  <a:pt x="3" y="10"/>
                  <a:pt x="2" y="12"/>
                </a:cubicBezTo>
                <a:cubicBezTo>
                  <a:pt x="1" y="14"/>
                  <a:pt x="1" y="15"/>
                  <a:pt x="1" y="16"/>
                </a:cubicBezTo>
                <a:cubicBezTo>
                  <a:pt x="0" y="22"/>
                  <a:pt x="2" y="28"/>
                  <a:pt x="6" y="32"/>
                </a:cubicBezTo>
                <a:cubicBezTo>
                  <a:pt x="10" y="35"/>
                  <a:pt x="14" y="37"/>
                  <a:pt x="19" y="37"/>
                </a:cubicBezTo>
                <a:cubicBezTo>
                  <a:pt x="24" y="37"/>
                  <a:pt x="29" y="35"/>
                  <a:pt x="32" y="32"/>
                </a:cubicBezTo>
                <a:cubicBezTo>
                  <a:pt x="40" y="24"/>
                  <a:pt x="40" y="13"/>
                  <a:pt x="32" y="5"/>
                </a:cubicBezTo>
                <a:cubicBezTo>
                  <a:pt x="29" y="2"/>
                  <a:pt x="24" y="0"/>
                  <a:pt x="19"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02" name="Freeform 1160"/>
          <p:cNvSpPr>
            <a:spLocks/>
          </p:cNvSpPr>
          <p:nvPr/>
        </p:nvSpPr>
        <p:spPr bwMode="auto">
          <a:xfrm>
            <a:off x="-2139180" y="4306888"/>
            <a:ext cx="161925" cy="152400"/>
          </a:xfrm>
          <a:custGeom>
            <a:avLst/>
            <a:gdLst>
              <a:gd name="T0" fmla="*/ 20 w 39"/>
              <a:gd name="T1" fmla="*/ 0 h 37"/>
              <a:gd name="T2" fmla="*/ 7 w 39"/>
              <a:gd name="T3" fmla="*/ 5 h 37"/>
              <a:gd name="T4" fmla="*/ 7 w 39"/>
              <a:gd name="T5" fmla="*/ 32 h 37"/>
              <a:gd name="T6" fmla="*/ 20 w 39"/>
              <a:gd name="T7" fmla="*/ 37 h 37"/>
              <a:gd name="T8" fmla="*/ 33 w 39"/>
              <a:gd name="T9" fmla="*/ 32 h 37"/>
              <a:gd name="T10" fmla="*/ 39 w 39"/>
              <a:gd name="T11" fmla="*/ 21 h 37"/>
              <a:gd name="T12" fmla="*/ 39 w 39"/>
              <a:gd name="T13" fmla="*/ 17 h 37"/>
              <a:gd name="T14" fmla="*/ 33 w 39"/>
              <a:gd name="T15" fmla="*/ 5 h 37"/>
              <a:gd name="T16" fmla="*/ 20 w 39"/>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7">
                <a:moveTo>
                  <a:pt x="20" y="0"/>
                </a:moveTo>
                <a:cubicBezTo>
                  <a:pt x="15" y="0"/>
                  <a:pt x="11" y="2"/>
                  <a:pt x="7" y="5"/>
                </a:cubicBezTo>
                <a:cubicBezTo>
                  <a:pt x="0" y="13"/>
                  <a:pt x="0" y="24"/>
                  <a:pt x="7" y="32"/>
                </a:cubicBezTo>
                <a:cubicBezTo>
                  <a:pt x="11" y="35"/>
                  <a:pt x="15" y="37"/>
                  <a:pt x="20" y="37"/>
                </a:cubicBezTo>
                <a:cubicBezTo>
                  <a:pt x="25" y="37"/>
                  <a:pt x="30" y="35"/>
                  <a:pt x="33" y="32"/>
                </a:cubicBezTo>
                <a:cubicBezTo>
                  <a:pt x="36" y="29"/>
                  <a:pt x="38" y="25"/>
                  <a:pt x="39" y="21"/>
                </a:cubicBezTo>
                <a:cubicBezTo>
                  <a:pt x="39" y="20"/>
                  <a:pt x="39" y="19"/>
                  <a:pt x="39" y="17"/>
                </a:cubicBezTo>
                <a:cubicBezTo>
                  <a:pt x="39" y="13"/>
                  <a:pt x="37" y="9"/>
                  <a:pt x="33" y="5"/>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03" name="Freeform 1161"/>
          <p:cNvSpPr>
            <a:spLocks/>
          </p:cNvSpPr>
          <p:nvPr/>
        </p:nvSpPr>
        <p:spPr bwMode="auto">
          <a:xfrm>
            <a:off x="-2504305" y="4024313"/>
            <a:ext cx="169863" cy="153988"/>
          </a:xfrm>
          <a:custGeom>
            <a:avLst/>
            <a:gdLst>
              <a:gd name="T0" fmla="*/ 20 w 41"/>
              <a:gd name="T1" fmla="*/ 0 h 37"/>
              <a:gd name="T2" fmla="*/ 7 w 41"/>
              <a:gd name="T3" fmla="*/ 5 h 37"/>
              <a:gd name="T4" fmla="*/ 4 w 41"/>
              <a:gd name="T5" fmla="*/ 9 h 37"/>
              <a:gd name="T6" fmla="*/ 2 w 41"/>
              <a:gd name="T7" fmla="*/ 13 h 37"/>
              <a:gd name="T8" fmla="*/ 7 w 41"/>
              <a:gd name="T9" fmla="*/ 32 h 37"/>
              <a:gd name="T10" fmla="*/ 20 w 41"/>
              <a:gd name="T11" fmla="*/ 37 h 37"/>
              <a:gd name="T12" fmla="*/ 33 w 41"/>
              <a:gd name="T13" fmla="*/ 32 h 37"/>
              <a:gd name="T14" fmla="*/ 33 w 41"/>
              <a:gd name="T15" fmla="*/ 5 h 37"/>
              <a:gd name="T16" fmla="*/ 20 w 41"/>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7">
                <a:moveTo>
                  <a:pt x="20" y="0"/>
                </a:moveTo>
                <a:cubicBezTo>
                  <a:pt x="15" y="0"/>
                  <a:pt x="11" y="2"/>
                  <a:pt x="7" y="5"/>
                </a:cubicBezTo>
                <a:cubicBezTo>
                  <a:pt x="6" y="7"/>
                  <a:pt x="5" y="8"/>
                  <a:pt x="4" y="9"/>
                </a:cubicBezTo>
                <a:cubicBezTo>
                  <a:pt x="3" y="11"/>
                  <a:pt x="3" y="12"/>
                  <a:pt x="2" y="13"/>
                </a:cubicBezTo>
                <a:cubicBezTo>
                  <a:pt x="0" y="20"/>
                  <a:pt x="2" y="27"/>
                  <a:pt x="7" y="32"/>
                </a:cubicBezTo>
                <a:cubicBezTo>
                  <a:pt x="11" y="35"/>
                  <a:pt x="15" y="37"/>
                  <a:pt x="20" y="37"/>
                </a:cubicBezTo>
                <a:cubicBezTo>
                  <a:pt x="25" y="37"/>
                  <a:pt x="30" y="35"/>
                  <a:pt x="33" y="32"/>
                </a:cubicBezTo>
                <a:cubicBezTo>
                  <a:pt x="41" y="24"/>
                  <a:pt x="41" y="13"/>
                  <a:pt x="33" y="5"/>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04" name="Freeform 1162"/>
          <p:cNvSpPr>
            <a:spLocks/>
          </p:cNvSpPr>
          <p:nvPr/>
        </p:nvSpPr>
        <p:spPr bwMode="auto">
          <a:xfrm>
            <a:off x="-446905" y="5143500"/>
            <a:ext cx="165100" cy="153988"/>
          </a:xfrm>
          <a:custGeom>
            <a:avLst/>
            <a:gdLst>
              <a:gd name="T0" fmla="*/ 21 w 40"/>
              <a:gd name="T1" fmla="*/ 0 h 37"/>
              <a:gd name="T2" fmla="*/ 8 w 40"/>
              <a:gd name="T3" fmla="*/ 5 h 37"/>
              <a:gd name="T4" fmla="*/ 8 w 40"/>
              <a:gd name="T5" fmla="*/ 31 h 37"/>
              <a:gd name="T6" fmla="*/ 21 w 40"/>
              <a:gd name="T7" fmla="*/ 37 h 37"/>
              <a:gd name="T8" fmla="*/ 34 w 40"/>
              <a:gd name="T9" fmla="*/ 31 h 37"/>
              <a:gd name="T10" fmla="*/ 39 w 40"/>
              <a:gd name="T11" fmla="*/ 19 h 37"/>
              <a:gd name="T12" fmla="*/ 39 w 40"/>
              <a:gd name="T13" fmla="*/ 15 h 37"/>
              <a:gd name="T14" fmla="*/ 34 w 40"/>
              <a:gd name="T15" fmla="*/ 5 h 37"/>
              <a:gd name="T16" fmla="*/ 21 w 40"/>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37">
                <a:moveTo>
                  <a:pt x="21" y="0"/>
                </a:moveTo>
                <a:cubicBezTo>
                  <a:pt x="16" y="0"/>
                  <a:pt x="11" y="1"/>
                  <a:pt x="8" y="5"/>
                </a:cubicBezTo>
                <a:cubicBezTo>
                  <a:pt x="0" y="12"/>
                  <a:pt x="0" y="24"/>
                  <a:pt x="8" y="31"/>
                </a:cubicBezTo>
                <a:cubicBezTo>
                  <a:pt x="11" y="35"/>
                  <a:pt x="16" y="37"/>
                  <a:pt x="21" y="37"/>
                </a:cubicBezTo>
                <a:cubicBezTo>
                  <a:pt x="26" y="37"/>
                  <a:pt x="30" y="35"/>
                  <a:pt x="34" y="31"/>
                </a:cubicBezTo>
                <a:cubicBezTo>
                  <a:pt x="37" y="28"/>
                  <a:pt x="39" y="23"/>
                  <a:pt x="39" y="19"/>
                </a:cubicBezTo>
                <a:cubicBezTo>
                  <a:pt x="40" y="18"/>
                  <a:pt x="39" y="16"/>
                  <a:pt x="39" y="15"/>
                </a:cubicBezTo>
                <a:cubicBezTo>
                  <a:pt x="39" y="11"/>
                  <a:pt x="37" y="8"/>
                  <a:pt x="34" y="5"/>
                </a:cubicBezTo>
                <a:cubicBezTo>
                  <a:pt x="30" y="1"/>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05" name="Freeform 1163"/>
          <p:cNvSpPr>
            <a:spLocks/>
          </p:cNvSpPr>
          <p:nvPr/>
        </p:nvSpPr>
        <p:spPr bwMode="auto">
          <a:xfrm>
            <a:off x="29346" y="5073651"/>
            <a:ext cx="161925" cy="153988"/>
          </a:xfrm>
          <a:custGeom>
            <a:avLst/>
            <a:gdLst>
              <a:gd name="T0" fmla="*/ 19 w 39"/>
              <a:gd name="T1" fmla="*/ 0 h 37"/>
              <a:gd name="T2" fmla="*/ 6 w 39"/>
              <a:gd name="T3" fmla="*/ 5 h 37"/>
              <a:gd name="T4" fmla="*/ 2 w 39"/>
              <a:gd name="T5" fmla="*/ 11 h 37"/>
              <a:gd name="T6" fmla="*/ 1 w 39"/>
              <a:gd name="T7" fmla="*/ 15 h 37"/>
              <a:gd name="T8" fmla="*/ 6 w 39"/>
              <a:gd name="T9" fmla="*/ 31 h 37"/>
              <a:gd name="T10" fmla="*/ 19 w 39"/>
              <a:gd name="T11" fmla="*/ 37 h 37"/>
              <a:gd name="T12" fmla="*/ 32 w 39"/>
              <a:gd name="T13" fmla="*/ 31 h 37"/>
              <a:gd name="T14" fmla="*/ 32 w 39"/>
              <a:gd name="T15" fmla="*/ 5 h 37"/>
              <a:gd name="T16" fmla="*/ 19 w 39"/>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7">
                <a:moveTo>
                  <a:pt x="19" y="0"/>
                </a:moveTo>
                <a:cubicBezTo>
                  <a:pt x="14" y="0"/>
                  <a:pt x="9" y="1"/>
                  <a:pt x="6" y="5"/>
                </a:cubicBezTo>
                <a:cubicBezTo>
                  <a:pt x="4" y="7"/>
                  <a:pt x="3" y="9"/>
                  <a:pt x="2" y="11"/>
                </a:cubicBezTo>
                <a:cubicBezTo>
                  <a:pt x="1" y="13"/>
                  <a:pt x="1" y="14"/>
                  <a:pt x="1" y="15"/>
                </a:cubicBezTo>
                <a:cubicBezTo>
                  <a:pt x="0" y="21"/>
                  <a:pt x="1" y="27"/>
                  <a:pt x="6" y="31"/>
                </a:cubicBezTo>
                <a:cubicBezTo>
                  <a:pt x="9" y="35"/>
                  <a:pt x="14" y="37"/>
                  <a:pt x="19" y="37"/>
                </a:cubicBezTo>
                <a:cubicBezTo>
                  <a:pt x="24" y="37"/>
                  <a:pt x="29" y="35"/>
                  <a:pt x="32" y="31"/>
                </a:cubicBezTo>
                <a:cubicBezTo>
                  <a:pt x="39" y="24"/>
                  <a:pt x="39" y="12"/>
                  <a:pt x="32" y="5"/>
                </a:cubicBezTo>
                <a:cubicBezTo>
                  <a:pt x="29" y="1"/>
                  <a:pt x="24" y="0"/>
                  <a:pt x="19"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06" name="Freeform 1164"/>
          <p:cNvSpPr>
            <a:spLocks/>
          </p:cNvSpPr>
          <p:nvPr/>
        </p:nvSpPr>
        <p:spPr bwMode="auto">
          <a:xfrm>
            <a:off x="161107" y="4203701"/>
            <a:ext cx="166688" cy="157163"/>
          </a:xfrm>
          <a:custGeom>
            <a:avLst/>
            <a:gdLst>
              <a:gd name="T0" fmla="*/ 21 w 40"/>
              <a:gd name="T1" fmla="*/ 0 h 38"/>
              <a:gd name="T2" fmla="*/ 8 w 40"/>
              <a:gd name="T3" fmla="*/ 6 h 38"/>
              <a:gd name="T4" fmla="*/ 8 w 40"/>
              <a:gd name="T5" fmla="*/ 32 h 38"/>
              <a:gd name="T6" fmla="*/ 21 w 40"/>
              <a:gd name="T7" fmla="*/ 38 h 38"/>
              <a:gd name="T8" fmla="*/ 34 w 40"/>
              <a:gd name="T9" fmla="*/ 32 h 38"/>
              <a:gd name="T10" fmla="*/ 39 w 40"/>
              <a:gd name="T11" fmla="*/ 21 h 38"/>
              <a:gd name="T12" fmla="*/ 39 w 40"/>
              <a:gd name="T13" fmla="*/ 17 h 38"/>
              <a:gd name="T14" fmla="*/ 34 w 40"/>
              <a:gd name="T15" fmla="*/ 6 h 38"/>
              <a:gd name="T16" fmla="*/ 21 w 4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38">
                <a:moveTo>
                  <a:pt x="21" y="0"/>
                </a:moveTo>
                <a:cubicBezTo>
                  <a:pt x="16" y="0"/>
                  <a:pt x="11" y="2"/>
                  <a:pt x="8" y="6"/>
                </a:cubicBezTo>
                <a:cubicBezTo>
                  <a:pt x="0" y="13"/>
                  <a:pt x="0" y="25"/>
                  <a:pt x="8" y="32"/>
                </a:cubicBezTo>
                <a:cubicBezTo>
                  <a:pt x="11" y="36"/>
                  <a:pt x="16" y="38"/>
                  <a:pt x="21" y="38"/>
                </a:cubicBezTo>
                <a:cubicBezTo>
                  <a:pt x="26" y="38"/>
                  <a:pt x="30" y="36"/>
                  <a:pt x="34" y="32"/>
                </a:cubicBezTo>
                <a:cubicBezTo>
                  <a:pt x="37" y="29"/>
                  <a:pt x="39" y="25"/>
                  <a:pt x="39" y="21"/>
                </a:cubicBezTo>
                <a:cubicBezTo>
                  <a:pt x="40" y="20"/>
                  <a:pt x="40" y="19"/>
                  <a:pt x="39" y="17"/>
                </a:cubicBezTo>
                <a:cubicBezTo>
                  <a:pt x="39" y="13"/>
                  <a:pt x="37" y="9"/>
                  <a:pt x="34" y="6"/>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07" name="Freeform 1165"/>
          <p:cNvSpPr>
            <a:spLocks/>
          </p:cNvSpPr>
          <p:nvPr/>
        </p:nvSpPr>
        <p:spPr bwMode="auto">
          <a:xfrm>
            <a:off x="-894580" y="2362200"/>
            <a:ext cx="160338" cy="157163"/>
          </a:xfrm>
          <a:custGeom>
            <a:avLst/>
            <a:gdLst>
              <a:gd name="T0" fmla="*/ 19 w 39"/>
              <a:gd name="T1" fmla="*/ 0 h 38"/>
              <a:gd name="T2" fmla="*/ 5 w 39"/>
              <a:gd name="T3" fmla="*/ 6 h 38"/>
              <a:gd name="T4" fmla="*/ 0 w 39"/>
              <a:gd name="T5" fmla="*/ 18 h 38"/>
              <a:gd name="T6" fmla="*/ 0 w 39"/>
              <a:gd name="T7" fmla="*/ 22 h 38"/>
              <a:gd name="T8" fmla="*/ 5 w 39"/>
              <a:gd name="T9" fmla="*/ 32 h 38"/>
              <a:gd name="T10" fmla="*/ 19 w 39"/>
              <a:gd name="T11" fmla="*/ 38 h 38"/>
              <a:gd name="T12" fmla="*/ 32 w 39"/>
              <a:gd name="T13" fmla="*/ 32 h 38"/>
              <a:gd name="T14" fmla="*/ 32 w 39"/>
              <a:gd name="T15" fmla="*/ 6 h 38"/>
              <a:gd name="T16" fmla="*/ 19 w 39"/>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8">
                <a:moveTo>
                  <a:pt x="19" y="0"/>
                </a:moveTo>
                <a:cubicBezTo>
                  <a:pt x="14" y="0"/>
                  <a:pt x="9" y="2"/>
                  <a:pt x="5" y="6"/>
                </a:cubicBezTo>
                <a:cubicBezTo>
                  <a:pt x="2" y="9"/>
                  <a:pt x="0" y="13"/>
                  <a:pt x="0" y="18"/>
                </a:cubicBezTo>
                <a:cubicBezTo>
                  <a:pt x="0" y="19"/>
                  <a:pt x="0" y="20"/>
                  <a:pt x="0" y="22"/>
                </a:cubicBezTo>
                <a:cubicBezTo>
                  <a:pt x="1" y="26"/>
                  <a:pt x="2" y="29"/>
                  <a:pt x="5" y="32"/>
                </a:cubicBezTo>
                <a:cubicBezTo>
                  <a:pt x="9" y="36"/>
                  <a:pt x="14" y="38"/>
                  <a:pt x="19" y="38"/>
                </a:cubicBezTo>
                <a:cubicBezTo>
                  <a:pt x="23" y="38"/>
                  <a:pt x="28" y="36"/>
                  <a:pt x="32" y="32"/>
                </a:cubicBezTo>
                <a:cubicBezTo>
                  <a:pt x="39" y="25"/>
                  <a:pt x="39" y="13"/>
                  <a:pt x="32" y="6"/>
                </a:cubicBezTo>
                <a:cubicBezTo>
                  <a:pt x="28" y="2"/>
                  <a:pt x="23" y="0"/>
                  <a:pt x="19"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08" name="Freeform 1166"/>
          <p:cNvSpPr>
            <a:spLocks/>
          </p:cNvSpPr>
          <p:nvPr/>
        </p:nvSpPr>
        <p:spPr bwMode="auto">
          <a:xfrm>
            <a:off x="340496" y="4381500"/>
            <a:ext cx="160338" cy="152400"/>
          </a:xfrm>
          <a:custGeom>
            <a:avLst/>
            <a:gdLst>
              <a:gd name="T0" fmla="*/ 20 w 39"/>
              <a:gd name="T1" fmla="*/ 0 h 37"/>
              <a:gd name="T2" fmla="*/ 7 w 39"/>
              <a:gd name="T3" fmla="*/ 5 h 37"/>
              <a:gd name="T4" fmla="*/ 7 w 39"/>
              <a:gd name="T5" fmla="*/ 32 h 37"/>
              <a:gd name="T6" fmla="*/ 20 w 39"/>
              <a:gd name="T7" fmla="*/ 37 h 37"/>
              <a:gd name="T8" fmla="*/ 34 w 39"/>
              <a:gd name="T9" fmla="*/ 32 h 37"/>
              <a:gd name="T10" fmla="*/ 39 w 39"/>
              <a:gd name="T11" fmla="*/ 18 h 37"/>
              <a:gd name="T12" fmla="*/ 38 w 39"/>
              <a:gd name="T13" fmla="*/ 14 h 37"/>
              <a:gd name="T14" fmla="*/ 34 w 39"/>
              <a:gd name="T15" fmla="*/ 5 h 37"/>
              <a:gd name="T16" fmla="*/ 20 w 39"/>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7">
                <a:moveTo>
                  <a:pt x="20" y="0"/>
                </a:moveTo>
                <a:cubicBezTo>
                  <a:pt x="16" y="0"/>
                  <a:pt x="11" y="2"/>
                  <a:pt x="7" y="5"/>
                </a:cubicBezTo>
                <a:cubicBezTo>
                  <a:pt x="0" y="12"/>
                  <a:pt x="0" y="24"/>
                  <a:pt x="7" y="32"/>
                </a:cubicBezTo>
                <a:cubicBezTo>
                  <a:pt x="11" y="35"/>
                  <a:pt x="16" y="37"/>
                  <a:pt x="20" y="37"/>
                </a:cubicBezTo>
                <a:cubicBezTo>
                  <a:pt x="25" y="37"/>
                  <a:pt x="30" y="35"/>
                  <a:pt x="34" y="32"/>
                </a:cubicBezTo>
                <a:cubicBezTo>
                  <a:pt x="37" y="28"/>
                  <a:pt x="39" y="23"/>
                  <a:pt x="39" y="18"/>
                </a:cubicBezTo>
                <a:cubicBezTo>
                  <a:pt x="39" y="17"/>
                  <a:pt x="39" y="15"/>
                  <a:pt x="38" y="14"/>
                </a:cubicBezTo>
                <a:cubicBezTo>
                  <a:pt x="38" y="11"/>
                  <a:pt x="36" y="8"/>
                  <a:pt x="34" y="5"/>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09" name="Freeform 1167"/>
          <p:cNvSpPr>
            <a:spLocks/>
          </p:cNvSpPr>
          <p:nvPr/>
        </p:nvSpPr>
        <p:spPr bwMode="auto">
          <a:xfrm>
            <a:off x="281757" y="5446714"/>
            <a:ext cx="169863" cy="153988"/>
          </a:xfrm>
          <a:custGeom>
            <a:avLst/>
            <a:gdLst>
              <a:gd name="T0" fmla="*/ 20 w 41"/>
              <a:gd name="T1" fmla="*/ 0 h 37"/>
              <a:gd name="T2" fmla="*/ 7 w 41"/>
              <a:gd name="T3" fmla="*/ 6 h 37"/>
              <a:gd name="T4" fmla="*/ 7 w 41"/>
              <a:gd name="T5" fmla="*/ 32 h 37"/>
              <a:gd name="T6" fmla="*/ 20 w 41"/>
              <a:gd name="T7" fmla="*/ 37 h 37"/>
              <a:gd name="T8" fmla="*/ 32 w 41"/>
              <a:gd name="T9" fmla="*/ 33 h 37"/>
              <a:gd name="T10" fmla="*/ 33 w 41"/>
              <a:gd name="T11" fmla="*/ 32 h 37"/>
              <a:gd name="T12" fmla="*/ 35 w 41"/>
              <a:gd name="T13" fmla="*/ 30 h 37"/>
              <a:gd name="T14" fmla="*/ 33 w 41"/>
              <a:gd name="T15" fmla="*/ 6 h 37"/>
              <a:gd name="T16" fmla="*/ 20 w 41"/>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7">
                <a:moveTo>
                  <a:pt x="20" y="0"/>
                </a:moveTo>
                <a:cubicBezTo>
                  <a:pt x="15" y="0"/>
                  <a:pt x="11" y="2"/>
                  <a:pt x="7" y="6"/>
                </a:cubicBezTo>
                <a:cubicBezTo>
                  <a:pt x="0" y="13"/>
                  <a:pt x="0" y="25"/>
                  <a:pt x="7" y="32"/>
                </a:cubicBezTo>
                <a:cubicBezTo>
                  <a:pt x="11" y="36"/>
                  <a:pt x="15" y="37"/>
                  <a:pt x="20" y="37"/>
                </a:cubicBezTo>
                <a:cubicBezTo>
                  <a:pt x="24" y="37"/>
                  <a:pt x="28" y="36"/>
                  <a:pt x="32" y="33"/>
                </a:cubicBezTo>
                <a:cubicBezTo>
                  <a:pt x="32" y="33"/>
                  <a:pt x="33" y="32"/>
                  <a:pt x="33" y="32"/>
                </a:cubicBezTo>
                <a:cubicBezTo>
                  <a:pt x="34" y="31"/>
                  <a:pt x="34" y="31"/>
                  <a:pt x="35" y="30"/>
                </a:cubicBezTo>
                <a:cubicBezTo>
                  <a:pt x="41" y="23"/>
                  <a:pt x="40" y="12"/>
                  <a:pt x="33"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10" name="Freeform 1168"/>
          <p:cNvSpPr>
            <a:spLocks/>
          </p:cNvSpPr>
          <p:nvPr/>
        </p:nvSpPr>
        <p:spPr bwMode="auto">
          <a:xfrm>
            <a:off x="-1107305" y="2105025"/>
            <a:ext cx="161925" cy="153988"/>
          </a:xfrm>
          <a:custGeom>
            <a:avLst/>
            <a:gdLst>
              <a:gd name="T0" fmla="*/ 19 w 39"/>
              <a:gd name="T1" fmla="*/ 0 h 37"/>
              <a:gd name="T2" fmla="*/ 5 w 39"/>
              <a:gd name="T3" fmla="*/ 5 h 37"/>
              <a:gd name="T4" fmla="*/ 0 w 39"/>
              <a:gd name="T5" fmla="*/ 19 h 37"/>
              <a:gd name="T6" fmla="*/ 0 w 39"/>
              <a:gd name="T7" fmla="*/ 23 h 37"/>
              <a:gd name="T8" fmla="*/ 5 w 39"/>
              <a:gd name="T9" fmla="*/ 32 h 37"/>
              <a:gd name="T10" fmla="*/ 19 w 39"/>
              <a:gd name="T11" fmla="*/ 37 h 37"/>
              <a:gd name="T12" fmla="*/ 32 w 39"/>
              <a:gd name="T13" fmla="*/ 32 h 37"/>
              <a:gd name="T14" fmla="*/ 32 w 39"/>
              <a:gd name="T15" fmla="*/ 5 h 37"/>
              <a:gd name="T16" fmla="*/ 19 w 39"/>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7">
                <a:moveTo>
                  <a:pt x="19" y="0"/>
                </a:moveTo>
                <a:cubicBezTo>
                  <a:pt x="14" y="0"/>
                  <a:pt x="9" y="2"/>
                  <a:pt x="5" y="5"/>
                </a:cubicBezTo>
                <a:cubicBezTo>
                  <a:pt x="2" y="9"/>
                  <a:pt x="0" y="14"/>
                  <a:pt x="0" y="19"/>
                </a:cubicBezTo>
                <a:cubicBezTo>
                  <a:pt x="0" y="20"/>
                  <a:pt x="0" y="22"/>
                  <a:pt x="0" y="23"/>
                </a:cubicBezTo>
                <a:cubicBezTo>
                  <a:pt x="1" y="26"/>
                  <a:pt x="3" y="29"/>
                  <a:pt x="5" y="32"/>
                </a:cubicBezTo>
                <a:cubicBezTo>
                  <a:pt x="9" y="36"/>
                  <a:pt x="14" y="37"/>
                  <a:pt x="19" y="37"/>
                </a:cubicBezTo>
                <a:cubicBezTo>
                  <a:pt x="23" y="37"/>
                  <a:pt x="28" y="36"/>
                  <a:pt x="32" y="32"/>
                </a:cubicBezTo>
                <a:cubicBezTo>
                  <a:pt x="39" y="25"/>
                  <a:pt x="39" y="13"/>
                  <a:pt x="32" y="5"/>
                </a:cubicBezTo>
                <a:cubicBezTo>
                  <a:pt x="28" y="2"/>
                  <a:pt x="23" y="0"/>
                  <a:pt x="19"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11" name="Freeform 1169"/>
          <p:cNvSpPr>
            <a:spLocks/>
          </p:cNvSpPr>
          <p:nvPr/>
        </p:nvSpPr>
        <p:spPr bwMode="auto">
          <a:xfrm>
            <a:off x="1375546" y="2266951"/>
            <a:ext cx="138113" cy="136525"/>
          </a:xfrm>
          <a:custGeom>
            <a:avLst/>
            <a:gdLst>
              <a:gd name="T0" fmla="*/ 16 w 33"/>
              <a:gd name="T1" fmla="*/ 0 h 33"/>
              <a:gd name="T2" fmla="*/ 5 w 33"/>
              <a:gd name="T3" fmla="*/ 5 h 33"/>
              <a:gd name="T4" fmla="*/ 0 w 33"/>
              <a:gd name="T5" fmla="*/ 16 h 33"/>
              <a:gd name="T6" fmla="*/ 5 w 33"/>
              <a:gd name="T7" fmla="*/ 28 h 33"/>
              <a:gd name="T8" fmla="*/ 16 w 33"/>
              <a:gd name="T9" fmla="*/ 33 h 33"/>
              <a:gd name="T10" fmla="*/ 28 w 33"/>
              <a:gd name="T11" fmla="*/ 28 h 33"/>
              <a:gd name="T12" fmla="*/ 33 w 33"/>
              <a:gd name="T13" fmla="*/ 16 h 33"/>
              <a:gd name="T14" fmla="*/ 28 w 33"/>
              <a:gd name="T15" fmla="*/ 5 h 33"/>
              <a:gd name="T16" fmla="*/ 30 w 33"/>
              <a:gd name="T17" fmla="*/ 3 h 33"/>
              <a:gd name="T18" fmla="*/ 30 w 33"/>
              <a:gd name="T19" fmla="*/ 3 h 33"/>
              <a:gd name="T20" fmla="*/ 28 w 33"/>
              <a:gd name="T21" fmla="*/ 5 h 33"/>
              <a:gd name="T22" fmla="*/ 16 w 33"/>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3">
                <a:moveTo>
                  <a:pt x="16" y="0"/>
                </a:moveTo>
                <a:cubicBezTo>
                  <a:pt x="12" y="0"/>
                  <a:pt x="8" y="1"/>
                  <a:pt x="5" y="5"/>
                </a:cubicBezTo>
                <a:cubicBezTo>
                  <a:pt x="1" y="8"/>
                  <a:pt x="0" y="12"/>
                  <a:pt x="0" y="16"/>
                </a:cubicBezTo>
                <a:cubicBezTo>
                  <a:pt x="0" y="21"/>
                  <a:pt x="1" y="25"/>
                  <a:pt x="5" y="28"/>
                </a:cubicBezTo>
                <a:cubicBezTo>
                  <a:pt x="8" y="31"/>
                  <a:pt x="12" y="33"/>
                  <a:pt x="16" y="33"/>
                </a:cubicBezTo>
                <a:cubicBezTo>
                  <a:pt x="21" y="33"/>
                  <a:pt x="25" y="31"/>
                  <a:pt x="28" y="28"/>
                </a:cubicBezTo>
                <a:cubicBezTo>
                  <a:pt x="31" y="25"/>
                  <a:pt x="33" y="21"/>
                  <a:pt x="33" y="16"/>
                </a:cubicBezTo>
                <a:cubicBezTo>
                  <a:pt x="33" y="12"/>
                  <a:pt x="31" y="8"/>
                  <a:pt x="28" y="5"/>
                </a:cubicBezTo>
                <a:cubicBezTo>
                  <a:pt x="30" y="3"/>
                  <a:pt x="30" y="3"/>
                  <a:pt x="30" y="3"/>
                </a:cubicBezTo>
                <a:cubicBezTo>
                  <a:pt x="30" y="3"/>
                  <a:pt x="30" y="3"/>
                  <a:pt x="30" y="3"/>
                </a:cubicBezTo>
                <a:cubicBezTo>
                  <a:pt x="28" y="5"/>
                  <a:pt x="28" y="5"/>
                  <a:pt x="28" y="5"/>
                </a:cubicBezTo>
                <a:cubicBezTo>
                  <a:pt x="25" y="1"/>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12" name="Freeform 1170"/>
          <p:cNvSpPr>
            <a:spLocks noEditPoints="1"/>
          </p:cNvSpPr>
          <p:nvPr/>
        </p:nvSpPr>
        <p:spPr bwMode="auto">
          <a:xfrm>
            <a:off x="1359670" y="2251075"/>
            <a:ext cx="169863" cy="169863"/>
          </a:xfrm>
          <a:custGeom>
            <a:avLst/>
            <a:gdLst>
              <a:gd name="T0" fmla="*/ 20 w 41"/>
              <a:gd name="T1" fmla="*/ 37 h 41"/>
              <a:gd name="T2" fmla="*/ 9 w 41"/>
              <a:gd name="T3" fmla="*/ 32 h 41"/>
              <a:gd name="T4" fmla="*/ 4 w 41"/>
              <a:gd name="T5" fmla="*/ 20 h 41"/>
              <a:gd name="T6" fmla="*/ 9 w 41"/>
              <a:gd name="T7" fmla="*/ 9 h 41"/>
              <a:gd name="T8" fmla="*/ 20 w 41"/>
              <a:gd name="T9" fmla="*/ 4 h 41"/>
              <a:gd name="T10" fmla="*/ 32 w 41"/>
              <a:gd name="T11" fmla="*/ 9 h 41"/>
              <a:gd name="T12" fmla="*/ 34 w 41"/>
              <a:gd name="T13" fmla="*/ 7 h 41"/>
              <a:gd name="T14" fmla="*/ 35 w 41"/>
              <a:gd name="T15" fmla="*/ 6 h 41"/>
              <a:gd name="T16" fmla="*/ 34 w 41"/>
              <a:gd name="T17" fmla="*/ 7 h 41"/>
              <a:gd name="T18" fmla="*/ 32 w 41"/>
              <a:gd name="T19" fmla="*/ 9 h 41"/>
              <a:gd name="T20" fmla="*/ 37 w 41"/>
              <a:gd name="T21" fmla="*/ 20 h 41"/>
              <a:gd name="T22" fmla="*/ 32 w 41"/>
              <a:gd name="T23" fmla="*/ 32 h 41"/>
              <a:gd name="T24" fmla="*/ 20 w 41"/>
              <a:gd name="T25" fmla="*/ 37 h 41"/>
              <a:gd name="T26" fmla="*/ 20 w 41"/>
              <a:gd name="T27" fmla="*/ 0 h 41"/>
              <a:gd name="T28" fmla="*/ 20 w 41"/>
              <a:gd name="T29" fmla="*/ 0 h 41"/>
              <a:gd name="T30" fmla="*/ 19 w 41"/>
              <a:gd name="T31" fmla="*/ 0 h 41"/>
              <a:gd name="T32" fmla="*/ 6 w 41"/>
              <a:gd name="T33" fmla="*/ 6 h 41"/>
              <a:gd name="T34" fmla="*/ 0 w 41"/>
              <a:gd name="T35" fmla="*/ 20 h 41"/>
              <a:gd name="T36" fmla="*/ 6 w 41"/>
              <a:gd name="T37" fmla="*/ 35 h 41"/>
              <a:gd name="T38" fmla="*/ 20 w 41"/>
              <a:gd name="T39" fmla="*/ 41 h 41"/>
              <a:gd name="T40" fmla="*/ 20 w 41"/>
              <a:gd name="T41" fmla="*/ 41 h 41"/>
              <a:gd name="T42" fmla="*/ 35 w 41"/>
              <a:gd name="T43" fmla="*/ 35 h 41"/>
              <a:gd name="T44" fmla="*/ 41 w 41"/>
              <a:gd name="T45" fmla="*/ 20 h 41"/>
              <a:gd name="T46" fmla="*/ 35 w 41"/>
              <a:gd name="T47" fmla="*/ 6 h 41"/>
              <a:gd name="T48" fmla="*/ 35 w 41"/>
              <a:gd name="T49" fmla="*/ 6 h 41"/>
              <a:gd name="T50" fmla="*/ 23 w 41"/>
              <a:gd name="T51" fmla="*/ 0 h 41"/>
              <a:gd name="T52" fmla="*/ 20 w 41"/>
              <a:gd name="T5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1">
                <a:moveTo>
                  <a:pt x="20" y="37"/>
                </a:moveTo>
                <a:cubicBezTo>
                  <a:pt x="16" y="37"/>
                  <a:pt x="12" y="35"/>
                  <a:pt x="9" y="32"/>
                </a:cubicBezTo>
                <a:cubicBezTo>
                  <a:pt x="5" y="29"/>
                  <a:pt x="4" y="25"/>
                  <a:pt x="4" y="20"/>
                </a:cubicBezTo>
                <a:cubicBezTo>
                  <a:pt x="4" y="16"/>
                  <a:pt x="5" y="12"/>
                  <a:pt x="9" y="9"/>
                </a:cubicBezTo>
                <a:cubicBezTo>
                  <a:pt x="12" y="5"/>
                  <a:pt x="16" y="4"/>
                  <a:pt x="20" y="4"/>
                </a:cubicBezTo>
                <a:cubicBezTo>
                  <a:pt x="25" y="4"/>
                  <a:pt x="29" y="5"/>
                  <a:pt x="32" y="9"/>
                </a:cubicBezTo>
                <a:cubicBezTo>
                  <a:pt x="34" y="7"/>
                  <a:pt x="34" y="7"/>
                  <a:pt x="34" y="7"/>
                </a:cubicBezTo>
                <a:cubicBezTo>
                  <a:pt x="35" y="6"/>
                  <a:pt x="35" y="6"/>
                  <a:pt x="35" y="6"/>
                </a:cubicBezTo>
                <a:cubicBezTo>
                  <a:pt x="34" y="7"/>
                  <a:pt x="34" y="7"/>
                  <a:pt x="34" y="7"/>
                </a:cubicBezTo>
                <a:cubicBezTo>
                  <a:pt x="32" y="9"/>
                  <a:pt x="32" y="9"/>
                  <a:pt x="32" y="9"/>
                </a:cubicBezTo>
                <a:cubicBezTo>
                  <a:pt x="35" y="12"/>
                  <a:pt x="37" y="16"/>
                  <a:pt x="37" y="20"/>
                </a:cubicBezTo>
                <a:cubicBezTo>
                  <a:pt x="37" y="25"/>
                  <a:pt x="35" y="29"/>
                  <a:pt x="32" y="32"/>
                </a:cubicBezTo>
                <a:cubicBezTo>
                  <a:pt x="29" y="35"/>
                  <a:pt x="25" y="37"/>
                  <a:pt x="20" y="37"/>
                </a:cubicBezTo>
                <a:moveTo>
                  <a:pt x="20" y="0"/>
                </a:moveTo>
                <a:cubicBezTo>
                  <a:pt x="20" y="0"/>
                  <a:pt x="20" y="0"/>
                  <a:pt x="20" y="0"/>
                </a:cubicBezTo>
                <a:cubicBezTo>
                  <a:pt x="20" y="0"/>
                  <a:pt x="20" y="0"/>
                  <a:pt x="19" y="0"/>
                </a:cubicBezTo>
                <a:cubicBezTo>
                  <a:pt x="15" y="0"/>
                  <a:pt x="10" y="2"/>
                  <a:pt x="6" y="6"/>
                </a:cubicBezTo>
                <a:cubicBezTo>
                  <a:pt x="2" y="10"/>
                  <a:pt x="0" y="15"/>
                  <a:pt x="0" y="20"/>
                </a:cubicBezTo>
                <a:cubicBezTo>
                  <a:pt x="0" y="26"/>
                  <a:pt x="2" y="31"/>
                  <a:pt x="6" y="35"/>
                </a:cubicBezTo>
                <a:cubicBezTo>
                  <a:pt x="10" y="39"/>
                  <a:pt x="15" y="41"/>
                  <a:pt x="20" y="41"/>
                </a:cubicBezTo>
                <a:cubicBezTo>
                  <a:pt x="20" y="41"/>
                  <a:pt x="20" y="41"/>
                  <a:pt x="20" y="41"/>
                </a:cubicBezTo>
                <a:cubicBezTo>
                  <a:pt x="26" y="41"/>
                  <a:pt x="31" y="39"/>
                  <a:pt x="35" y="35"/>
                </a:cubicBezTo>
                <a:cubicBezTo>
                  <a:pt x="39" y="31"/>
                  <a:pt x="41" y="26"/>
                  <a:pt x="41" y="20"/>
                </a:cubicBezTo>
                <a:cubicBezTo>
                  <a:pt x="41" y="15"/>
                  <a:pt x="39" y="10"/>
                  <a:pt x="35" y="6"/>
                </a:cubicBezTo>
                <a:cubicBezTo>
                  <a:pt x="35" y="6"/>
                  <a:pt x="35" y="6"/>
                  <a:pt x="35" y="6"/>
                </a:cubicBezTo>
                <a:cubicBezTo>
                  <a:pt x="32" y="3"/>
                  <a:pt x="28" y="1"/>
                  <a:pt x="23" y="0"/>
                </a:cubicBezTo>
                <a:cubicBezTo>
                  <a:pt x="22" y="0"/>
                  <a:pt x="21"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13" name="Freeform 1171"/>
          <p:cNvSpPr>
            <a:spLocks/>
          </p:cNvSpPr>
          <p:nvPr/>
        </p:nvSpPr>
        <p:spPr bwMode="auto">
          <a:xfrm>
            <a:off x="659582" y="2889251"/>
            <a:ext cx="139700" cy="136525"/>
          </a:xfrm>
          <a:custGeom>
            <a:avLst/>
            <a:gdLst>
              <a:gd name="T0" fmla="*/ 17 w 34"/>
              <a:gd name="T1" fmla="*/ 0 h 33"/>
              <a:gd name="T2" fmla="*/ 5 w 34"/>
              <a:gd name="T3" fmla="*/ 5 h 33"/>
              <a:gd name="T4" fmla="*/ 0 w 34"/>
              <a:gd name="T5" fmla="*/ 16 h 33"/>
              <a:gd name="T6" fmla="*/ 5 w 34"/>
              <a:gd name="T7" fmla="*/ 28 h 33"/>
              <a:gd name="T8" fmla="*/ 17 w 34"/>
              <a:gd name="T9" fmla="*/ 33 h 33"/>
              <a:gd name="T10" fmla="*/ 29 w 34"/>
              <a:gd name="T11" fmla="*/ 28 h 33"/>
              <a:gd name="T12" fmla="*/ 34 w 34"/>
              <a:gd name="T13" fmla="*/ 16 h 33"/>
              <a:gd name="T14" fmla="*/ 29 w 34"/>
              <a:gd name="T15" fmla="*/ 5 h 33"/>
              <a:gd name="T16" fmla="*/ 30 w 34"/>
              <a:gd name="T17" fmla="*/ 3 h 33"/>
              <a:gd name="T18" fmla="*/ 30 w 34"/>
              <a:gd name="T19" fmla="*/ 3 h 33"/>
              <a:gd name="T20" fmla="*/ 29 w 34"/>
              <a:gd name="T21" fmla="*/ 5 h 33"/>
              <a:gd name="T22" fmla="*/ 17 w 34"/>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33">
                <a:moveTo>
                  <a:pt x="17" y="0"/>
                </a:moveTo>
                <a:cubicBezTo>
                  <a:pt x="13" y="0"/>
                  <a:pt x="8" y="1"/>
                  <a:pt x="5" y="5"/>
                </a:cubicBezTo>
                <a:cubicBezTo>
                  <a:pt x="2" y="8"/>
                  <a:pt x="0" y="12"/>
                  <a:pt x="0" y="16"/>
                </a:cubicBezTo>
                <a:cubicBezTo>
                  <a:pt x="0" y="21"/>
                  <a:pt x="2" y="25"/>
                  <a:pt x="5" y="28"/>
                </a:cubicBezTo>
                <a:cubicBezTo>
                  <a:pt x="8" y="31"/>
                  <a:pt x="13" y="33"/>
                  <a:pt x="17" y="33"/>
                </a:cubicBezTo>
                <a:cubicBezTo>
                  <a:pt x="21" y="33"/>
                  <a:pt x="25" y="31"/>
                  <a:pt x="29" y="28"/>
                </a:cubicBezTo>
                <a:cubicBezTo>
                  <a:pt x="32" y="25"/>
                  <a:pt x="34" y="21"/>
                  <a:pt x="34" y="16"/>
                </a:cubicBezTo>
                <a:cubicBezTo>
                  <a:pt x="34" y="12"/>
                  <a:pt x="32" y="8"/>
                  <a:pt x="29" y="5"/>
                </a:cubicBezTo>
                <a:cubicBezTo>
                  <a:pt x="30" y="3"/>
                  <a:pt x="30" y="3"/>
                  <a:pt x="30" y="3"/>
                </a:cubicBezTo>
                <a:cubicBezTo>
                  <a:pt x="30" y="3"/>
                  <a:pt x="30" y="3"/>
                  <a:pt x="30" y="3"/>
                </a:cubicBezTo>
                <a:cubicBezTo>
                  <a:pt x="29" y="5"/>
                  <a:pt x="29" y="5"/>
                  <a:pt x="29" y="5"/>
                </a:cubicBezTo>
                <a:cubicBezTo>
                  <a:pt x="25" y="1"/>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14" name="Freeform 1172"/>
          <p:cNvSpPr>
            <a:spLocks noEditPoints="1"/>
          </p:cNvSpPr>
          <p:nvPr/>
        </p:nvSpPr>
        <p:spPr bwMode="auto">
          <a:xfrm>
            <a:off x="642121" y="2871789"/>
            <a:ext cx="174625" cy="169863"/>
          </a:xfrm>
          <a:custGeom>
            <a:avLst/>
            <a:gdLst>
              <a:gd name="T0" fmla="*/ 21 w 42"/>
              <a:gd name="T1" fmla="*/ 37 h 41"/>
              <a:gd name="T2" fmla="*/ 9 w 42"/>
              <a:gd name="T3" fmla="*/ 32 h 41"/>
              <a:gd name="T4" fmla="*/ 4 w 42"/>
              <a:gd name="T5" fmla="*/ 20 h 41"/>
              <a:gd name="T6" fmla="*/ 9 w 42"/>
              <a:gd name="T7" fmla="*/ 9 h 41"/>
              <a:gd name="T8" fmla="*/ 21 w 42"/>
              <a:gd name="T9" fmla="*/ 4 h 41"/>
              <a:gd name="T10" fmla="*/ 33 w 42"/>
              <a:gd name="T11" fmla="*/ 9 h 41"/>
              <a:gd name="T12" fmla="*/ 34 w 42"/>
              <a:gd name="T13" fmla="*/ 7 h 41"/>
              <a:gd name="T14" fmla="*/ 35 w 42"/>
              <a:gd name="T15" fmla="*/ 6 h 41"/>
              <a:gd name="T16" fmla="*/ 34 w 42"/>
              <a:gd name="T17" fmla="*/ 7 h 41"/>
              <a:gd name="T18" fmla="*/ 33 w 42"/>
              <a:gd name="T19" fmla="*/ 9 h 41"/>
              <a:gd name="T20" fmla="*/ 38 w 42"/>
              <a:gd name="T21" fmla="*/ 20 h 41"/>
              <a:gd name="T22" fmla="*/ 33 w 42"/>
              <a:gd name="T23" fmla="*/ 32 h 41"/>
              <a:gd name="T24" fmla="*/ 21 w 42"/>
              <a:gd name="T25" fmla="*/ 37 h 41"/>
              <a:gd name="T26" fmla="*/ 21 w 42"/>
              <a:gd name="T27" fmla="*/ 0 h 41"/>
              <a:gd name="T28" fmla="*/ 21 w 42"/>
              <a:gd name="T29" fmla="*/ 0 h 41"/>
              <a:gd name="T30" fmla="*/ 8 w 42"/>
              <a:gd name="T31" fmla="*/ 4 h 41"/>
              <a:gd name="T32" fmla="*/ 6 w 42"/>
              <a:gd name="T33" fmla="*/ 6 h 41"/>
              <a:gd name="T34" fmla="*/ 5 w 42"/>
              <a:gd name="T35" fmla="*/ 7 h 41"/>
              <a:gd name="T36" fmla="*/ 0 w 42"/>
              <a:gd name="T37" fmla="*/ 20 h 41"/>
              <a:gd name="T38" fmla="*/ 6 w 42"/>
              <a:gd name="T39" fmla="*/ 35 h 41"/>
              <a:gd name="T40" fmla="*/ 21 w 42"/>
              <a:gd name="T41" fmla="*/ 41 h 41"/>
              <a:gd name="T42" fmla="*/ 21 w 42"/>
              <a:gd name="T43" fmla="*/ 41 h 41"/>
              <a:gd name="T44" fmla="*/ 35 w 42"/>
              <a:gd name="T45" fmla="*/ 35 h 41"/>
              <a:gd name="T46" fmla="*/ 42 w 42"/>
              <a:gd name="T47" fmla="*/ 20 h 41"/>
              <a:gd name="T48" fmla="*/ 35 w 42"/>
              <a:gd name="T49" fmla="*/ 6 h 41"/>
              <a:gd name="T50" fmla="*/ 35 w 42"/>
              <a:gd name="T51" fmla="*/ 6 h 41"/>
              <a:gd name="T52" fmla="*/ 21 w 42"/>
              <a:gd name="T5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2" h="41">
                <a:moveTo>
                  <a:pt x="21" y="37"/>
                </a:moveTo>
                <a:cubicBezTo>
                  <a:pt x="17" y="37"/>
                  <a:pt x="12" y="35"/>
                  <a:pt x="9" y="32"/>
                </a:cubicBezTo>
                <a:cubicBezTo>
                  <a:pt x="6" y="29"/>
                  <a:pt x="4" y="25"/>
                  <a:pt x="4" y="20"/>
                </a:cubicBezTo>
                <a:cubicBezTo>
                  <a:pt x="4" y="16"/>
                  <a:pt x="6" y="12"/>
                  <a:pt x="9" y="9"/>
                </a:cubicBezTo>
                <a:cubicBezTo>
                  <a:pt x="12" y="5"/>
                  <a:pt x="17" y="4"/>
                  <a:pt x="21" y="4"/>
                </a:cubicBezTo>
                <a:cubicBezTo>
                  <a:pt x="25" y="4"/>
                  <a:pt x="29" y="5"/>
                  <a:pt x="33" y="9"/>
                </a:cubicBezTo>
                <a:cubicBezTo>
                  <a:pt x="34" y="7"/>
                  <a:pt x="34" y="7"/>
                  <a:pt x="34" y="7"/>
                </a:cubicBezTo>
                <a:cubicBezTo>
                  <a:pt x="35" y="6"/>
                  <a:pt x="35" y="6"/>
                  <a:pt x="35" y="6"/>
                </a:cubicBezTo>
                <a:cubicBezTo>
                  <a:pt x="34" y="7"/>
                  <a:pt x="34" y="7"/>
                  <a:pt x="34" y="7"/>
                </a:cubicBezTo>
                <a:cubicBezTo>
                  <a:pt x="33" y="9"/>
                  <a:pt x="33" y="9"/>
                  <a:pt x="33" y="9"/>
                </a:cubicBezTo>
                <a:cubicBezTo>
                  <a:pt x="36" y="12"/>
                  <a:pt x="38" y="16"/>
                  <a:pt x="38" y="20"/>
                </a:cubicBezTo>
                <a:cubicBezTo>
                  <a:pt x="38" y="25"/>
                  <a:pt x="36" y="29"/>
                  <a:pt x="33" y="32"/>
                </a:cubicBezTo>
                <a:cubicBezTo>
                  <a:pt x="29" y="35"/>
                  <a:pt x="25" y="37"/>
                  <a:pt x="21" y="37"/>
                </a:cubicBezTo>
                <a:moveTo>
                  <a:pt x="21" y="0"/>
                </a:moveTo>
                <a:cubicBezTo>
                  <a:pt x="21" y="0"/>
                  <a:pt x="21" y="0"/>
                  <a:pt x="21" y="0"/>
                </a:cubicBezTo>
                <a:cubicBezTo>
                  <a:pt x="16" y="0"/>
                  <a:pt x="12" y="1"/>
                  <a:pt x="8" y="4"/>
                </a:cubicBezTo>
                <a:cubicBezTo>
                  <a:pt x="8" y="5"/>
                  <a:pt x="7" y="5"/>
                  <a:pt x="6" y="6"/>
                </a:cubicBezTo>
                <a:cubicBezTo>
                  <a:pt x="6" y="6"/>
                  <a:pt x="6" y="6"/>
                  <a:pt x="5" y="7"/>
                </a:cubicBezTo>
                <a:cubicBezTo>
                  <a:pt x="2" y="11"/>
                  <a:pt x="0" y="15"/>
                  <a:pt x="0" y="20"/>
                </a:cubicBezTo>
                <a:cubicBezTo>
                  <a:pt x="0" y="26"/>
                  <a:pt x="2" y="31"/>
                  <a:pt x="6" y="35"/>
                </a:cubicBezTo>
                <a:cubicBezTo>
                  <a:pt x="10" y="39"/>
                  <a:pt x="16" y="41"/>
                  <a:pt x="21" y="41"/>
                </a:cubicBezTo>
                <a:cubicBezTo>
                  <a:pt x="21" y="41"/>
                  <a:pt x="21" y="41"/>
                  <a:pt x="21" y="41"/>
                </a:cubicBezTo>
                <a:cubicBezTo>
                  <a:pt x="26" y="41"/>
                  <a:pt x="31" y="39"/>
                  <a:pt x="35" y="35"/>
                </a:cubicBezTo>
                <a:cubicBezTo>
                  <a:pt x="40" y="31"/>
                  <a:pt x="42" y="26"/>
                  <a:pt x="42" y="20"/>
                </a:cubicBezTo>
                <a:cubicBezTo>
                  <a:pt x="42" y="15"/>
                  <a:pt x="40" y="10"/>
                  <a:pt x="35" y="6"/>
                </a:cubicBezTo>
                <a:cubicBezTo>
                  <a:pt x="35" y="6"/>
                  <a:pt x="35" y="6"/>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15" name="Freeform 1173"/>
          <p:cNvSpPr>
            <a:spLocks/>
          </p:cNvSpPr>
          <p:nvPr/>
        </p:nvSpPr>
        <p:spPr bwMode="auto">
          <a:xfrm>
            <a:off x="119833" y="3871914"/>
            <a:ext cx="136525" cy="139700"/>
          </a:xfrm>
          <a:custGeom>
            <a:avLst/>
            <a:gdLst>
              <a:gd name="T0" fmla="*/ 17 w 33"/>
              <a:gd name="T1" fmla="*/ 0 h 34"/>
              <a:gd name="T2" fmla="*/ 5 w 33"/>
              <a:gd name="T3" fmla="*/ 5 h 34"/>
              <a:gd name="T4" fmla="*/ 0 w 33"/>
              <a:gd name="T5" fmla="*/ 17 h 34"/>
              <a:gd name="T6" fmla="*/ 5 w 33"/>
              <a:gd name="T7" fmla="*/ 29 h 34"/>
              <a:gd name="T8" fmla="*/ 17 w 33"/>
              <a:gd name="T9" fmla="*/ 34 h 34"/>
              <a:gd name="T10" fmla="*/ 29 w 33"/>
              <a:gd name="T11" fmla="*/ 29 h 34"/>
              <a:gd name="T12" fmla="*/ 33 w 33"/>
              <a:gd name="T13" fmla="*/ 17 h 34"/>
              <a:gd name="T14" fmla="*/ 29 w 33"/>
              <a:gd name="T15" fmla="*/ 5 h 34"/>
              <a:gd name="T16" fmla="*/ 30 w 33"/>
              <a:gd name="T17" fmla="*/ 4 h 34"/>
              <a:gd name="T18" fmla="*/ 30 w 33"/>
              <a:gd name="T19" fmla="*/ 4 h 34"/>
              <a:gd name="T20" fmla="*/ 29 w 33"/>
              <a:gd name="T21" fmla="*/ 5 h 34"/>
              <a:gd name="T22" fmla="*/ 17 w 33"/>
              <a:gd name="T2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4">
                <a:moveTo>
                  <a:pt x="17" y="0"/>
                </a:moveTo>
                <a:cubicBezTo>
                  <a:pt x="12" y="0"/>
                  <a:pt x="8" y="2"/>
                  <a:pt x="5" y="5"/>
                </a:cubicBezTo>
                <a:cubicBezTo>
                  <a:pt x="2" y="8"/>
                  <a:pt x="0" y="13"/>
                  <a:pt x="0" y="17"/>
                </a:cubicBezTo>
                <a:cubicBezTo>
                  <a:pt x="0" y="21"/>
                  <a:pt x="2" y="25"/>
                  <a:pt x="5" y="29"/>
                </a:cubicBezTo>
                <a:cubicBezTo>
                  <a:pt x="8" y="32"/>
                  <a:pt x="12" y="34"/>
                  <a:pt x="17" y="34"/>
                </a:cubicBezTo>
                <a:cubicBezTo>
                  <a:pt x="21" y="34"/>
                  <a:pt x="25" y="32"/>
                  <a:pt x="29" y="29"/>
                </a:cubicBezTo>
                <a:cubicBezTo>
                  <a:pt x="32" y="25"/>
                  <a:pt x="33" y="21"/>
                  <a:pt x="33" y="17"/>
                </a:cubicBezTo>
                <a:cubicBezTo>
                  <a:pt x="33" y="13"/>
                  <a:pt x="32" y="8"/>
                  <a:pt x="29" y="5"/>
                </a:cubicBezTo>
                <a:cubicBezTo>
                  <a:pt x="30" y="4"/>
                  <a:pt x="30" y="4"/>
                  <a:pt x="30" y="4"/>
                </a:cubicBezTo>
                <a:cubicBezTo>
                  <a:pt x="30" y="4"/>
                  <a:pt x="30" y="4"/>
                  <a:pt x="30" y="4"/>
                </a:cubicBezTo>
                <a:cubicBezTo>
                  <a:pt x="29" y="5"/>
                  <a:pt x="29" y="5"/>
                  <a:pt x="29"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16" name="Freeform 1174"/>
          <p:cNvSpPr>
            <a:spLocks/>
          </p:cNvSpPr>
          <p:nvPr/>
        </p:nvSpPr>
        <p:spPr bwMode="auto">
          <a:xfrm>
            <a:off x="103957" y="3854450"/>
            <a:ext cx="169863" cy="174625"/>
          </a:xfrm>
          <a:custGeom>
            <a:avLst/>
            <a:gdLst>
              <a:gd name="T0" fmla="*/ 21 w 41"/>
              <a:gd name="T1" fmla="*/ 0 h 42"/>
              <a:gd name="T2" fmla="*/ 21 w 41"/>
              <a:gd name="T3" fmla="*/ 0 h 42"/>
              <a:gd name="T4" fmla="*/ 8 w 41"/>
              <a:gd name="T5" fmla="*/ 5 h 42"/>
              <a:gd name="T6" fmla="*/ 6 w 41"/>
              <a:gd name="T7" fmla="*/ 6 h 42"/>
              <a:gd name="T8" fmla="*/ 5 w 41"/>
              <a:gd name="T9" fmla="*/ 7 h 42"/>
              <a:gd name="T10" fmla="*/ 0 w 41"/>
              <a:gd name="T11" fmla="*/ 21 h 42"/>
              <a:gd name="T12" fmla="*/ 6 w 41"/>
              <a:gd name="T13" fmla="*/ 36 h 42"/>
              <a:gd name="T14" fmla="*/ 21 w 41"/>
              <a:gd name="T15" fmla="*/ 42 h 42"/>
              <a:gd name="T16" fmla="*/ 21 w 41"/>
              <a:gd name="T17" fmla="*/ 42 h 42"/>
              <a:gd name="T18" fmla="*/ 35 w 41"/>
              <a:gd name="T19" fmla="*/ 36 h 42"/>
              <a:gd name="T20" fmla="*/ 41 w 41"/>
              <a:gd name="T21" fmla="*/ 21 h 42"/>
              <a:gd name="T22" fmla="*/ 35 w 41"/>
              <a:gd name="T23" fmla="*/ 6 h 42"/>
              <a:gd name="T24" fmla="*/ 34 w 41"/>
              <a:gd name="T25" fmla="*/ 8 h 42"/>
              <a:gd name="T26" fmla="*/ 33 w 41"/>
              <a:gd name="T27" fmla="*/ 9 h 42"/>
              <a:gd name="T28" fmla="*/ 37 w 41"/>
              <a:gd name="T29" fmla="*/ 21 h 42"/>
              <a:gd name="T30" fmla="*/ 33 w 41"/>
              <a:gd name="T31" fmla="*/ 33 h 42"/>
              <a:gd name="T32" fmla="*/ 21 w 41"/>
              <a:gd name="T33" fmla="*/ 38 h 42"/>
              <a:gd name="T34" fmla="*/ 9 w 41"/>
              <a:gd name="T35" fmla="*/ 33 h 42"/>
              <a:gd name="T36" fmla="*/ 4 w 41"/>
              <a:gd name="T37" fmla="*/ 21 h 42"/>
              <a:gd name="T38" fmla="*/ 9 w 41"/>
              <a:gd name="T39" fmla="*/ 9 h 42"/>
              <a:gd name="T40" fmla="*/ 21 w 41"/>
              <a:gd name="T41" fmla="*/ 4 h 42"/>
              <a:gd name="T42" fmla="*/ 33 w 41"/>
              <a:gd name="T43" fmla="*/ 9 h 42"/>
              <a:gd name="T44" fmla="*/ 34 w 41"/>
              <a:gd name="T45" fmla="*/ 8 h 42"/>
              <a:gd name="T46" fmla="*/ 35 w 41"/>
              <a:gd name="T47" fmla="*/ 6 h 42"/>
              <a:gd name="T48" fmla="*/ 21 w 41"/>
              <a:gd name="T4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 h="42">
                <a:moveTo>
                  <a:pt x="21" y="0"/>
                </a:moveTo>
                <a:cubicBezTo>
                  <a:pt x="21" y="0"/>
                  <a:pt x="21" y="0"/>
                  <a:pt x="21" y="0"/>
                </a:cubicBezTo>
                <a:cubicBezTo>
                  <a:pt x="16" y="0"/>
                  <a:pt x="12" y="2"/>
                  <a:pt x="8" y="5"/>
                </a:cubicBezTo>
                <a:cubicBezTo>
                  <a:pt x="7" y="5"/>
                  <a:pt x="7" y="6"/>
                  <a:pt x="6" y="6"/>
                </a:cubicBezTo>
                <a:cubicBezTo>
                  <a:pt x="6" y="7"/>
                  <a:pt x="6" y="7"/>
                  <a:pt x="5" y="7"/>
                </a:cubicBezTo>
                <a:cubicBezTo>
                  <a:pt x="2" y="11"/>
                  <a:pt x="0" y="16"/>
                  <a:pt x="0" y="21"/>
                </a:cubicBezTo>
                <a:cubicBezTo>
                  <a:pt x="0" y="26"/>
                  <a:pt x="2" y="32"/>
                  <a:pt x="6" y="36"/>
                </a:cubicBezTo>
                <a:cubicBezTo>
                  <a:pt x="10" y="40"/>
                  <a:pt x="15" y="42"/>
                  <a:pt x="21" y="42"/>
                </a:cubicBezTo>
                <a:cubicBezTo>
                  <a:pt x="21" y="42"/>
                  <a:pt x="21" y="42"/>
                  <a:pt x="21" y="42"/>
                </a:cubicBezTo>
                <a:cubicBezTo>
                  <a:pt x="26" y="42"/>
                  <a:pt x="31" y="40"/>
                  <a:pt x="35" y="36"/>
                </a:cubicBezTo>
                <a:cubicBezTo>
                  <a:pt x="39" y="32"/>
                  <a:pt x="41" y="26"/>
                  <a:pt x="41" y="21"/>
                </a:cubicBezTo>
                <a:cubicBezTo>
                  <a:pt x="41" y="16"/>
                  <a:pt x="39" y="10"/>
                  <a:pt x="35" y="6"/>
                </a:cubicBezTo>
                <a:cubicBezTo>
                  <a:pt x="34" y="8"/>
                  <a:pt x="34" y="8"/>
                  <a:pt x="34" y="8"/>
                </a:cubicBezTo>
                <a:cubicBezTo>
                  <a:pt x="33" y="9"/>
                  <a:pt x="33" y="9"/>
                  <a:pt x="33" y="9"/>
                </a:cubicBezTo>
                <a:cubicBezTo>
                  <a:pt x="36" y="12"/>
                  <a:pt x="37" y="17"/>
                  <a:pt x="37" y="21"/>
                </a:cubicBezTo>
                <a:cubicBezTo>
                  <a:pt x="37" y="25"/>
                  <a:pt x="36" y="29"/>
                  <a:pt x="33" y="33"/>
                </a:cubicBezTo>
                <a:cubicBezTo>
                  <a:pt x="29" y="36"/>
                  <a:pt x="25" y="38"/>
                  <a:pt x="21" y="38"/>
                </a:cubicBezTo>
                <a:cubicBezTo>
                  <a:pt x="16" y="38"/>
                  <a:pt x="12" y="36"/>
                  <a:pt x="9" y="33"/>
                </a:cubicBezTo>
                <a:cubicBezTo>
                  <a:pt x="6" y="29"/>
                  <a:pt x="4" y="25"/>
                  <a:pt x="4" y="21"/>
                </a:cubicBezTo>
                <a:cubicBezTo>
                  <a:pt x="4" y="17"/>
                  <a:pt x="6" y="12"/>
                  <a:pt x="9" y="9"/>
                </a:cubicBezTo>
                <a:cubicBezTo>
                  <a:pt x="12" y="6"/>
                  <a:pt x="16" y="4"/>
                  <a:pt x="21" y="4"/>
                </a:cubicBezTo>
                <a:cubicBezTo>
                  <a:pt x="25" y="4"/>
                  <a:pt x="29" y="6"/>
                  <a:pt x="33" y="9"/>
                </a:cubicBezTo>
                <a:cubicBezTo>
                  <a:pt x="34" y="8"/>
                  <a:pt x="34" y="8"/>
                  <a:pt x="34" y="8"/>
                </a:cubicBezTo>
                <a:cubicBezTo>
                  <a:pt x="35" y="6"/>
                  <a:pt x="35" y="6"/>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17" name="Freeform 1175"/>
          <p:cNvSpPr>
            <a:spLocks/>
          </p:cNvSpPr>
          <p:nvPr/>
        </p:nvSpPr>
        <p:spPr bwMode="auto">
          <a:xfrm>
            <a:off x="-104005" y="4070350"/>
            <a:ext cx="141288" cy="141288"/>
          </a:xfrm>
          <a:custGeom>
            <a:avLst/>
            <a:gdLst>
              <a:gd name="T0" fmla="*/ 17 w 34"/>
              <a:gd name="T1" fmla="*/ 0 h 34"/>
              <a:gd name="T2" fmla="*/ 5 w 34"/>
              <a:gd name="T3" fmla="*/ 5 h 34"/>
              <a:gd name="T4" fmla="*/ 0 w 34"/>
              <a:gd name="T5" fmla="*/ 17 h 34"/>
              <a:gd name="T6" fmla="*/ 5 w 34"/>
              <a:gd name="T7" fmla="*/ 29 h 34"/>
              <a:gd name="T8" fmla="*/ 17 w 34"/>
              <a:gd name="T9" fmla="*/ 34 h 34"/>
              <a:gd name="T10" fmla="*/ 29 w 34"/>
              <a:gd name="T11" fmla="*/ 29 h 34"/>
              <a:gd name="T12" fmla="*/ 34 w 34"/>
              <a:gd name="T13" fmla="*/ 17 h 34"/>
              <a:gd name="T14" fmla="*/ 29 w 34"/>
              <a:gd name="T15" fmla="*/ 5 h 34"/>
              <a:gd name="T16" fmla="*/ 30 w 34"/>
              <a:gd name="T17" fmla="*/ 4 h 34"/>
              <a:gd name="T18" fmla="*/ 30 w 34"/>
              <a:gd name="T19" fmla="*/ 4 h 34"/>
              <a:gd name="T20" fmla="*/ 29 w 34"/>
              <a:gd name="T21" fmla="*/ 5 h 34"/>
              <a:gd name="T22" fmla="*/ 17 w 34"/>
              <a:gd name="T2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34">
                <a:moveTo>
                  <a:pt x="17" y="0"/>
                </a:moveTo>
                <a:cubicBezTo>
                  <a:pt x="13" y="0"/>
                  <a:pt x="8" y="2"/>
                  <a:pt x="5" y="5"/>
                </a:cubicBezTo>
                <a:cubicBezTo>
                  <a:pt x="2" y="8"/>
                  <a:pt x="0" y="13"/>
                  <a:pt x="0" y="17"/>
                </a:cubicBezTo>
                <a:cubicBezTo>
                  <a:pt x="0" y="21"/>
                  <a:pt x="2" y="26"/>
                  <a:pt x="5" y="29"/>
                </a:cubicBezTo>
                <a:cubicBezTo>
                  <a:pt x="8" y="32"/>
                  <a:pt x="13" y="34"/>
                  <a:pt x="17" y="34"/>
                </a:cubicBezTo>
                <a:cubicBezTo>
                  <a:pt x="21" y="34"/>
                  <a:pt x="26" y="32"/>
                  <a:pt x="29" y="29"/>
                </a:cubicBezTo>
                <a:cubicBezTo>
                  <a:pt x="32" y="26"/>
                  <a:pt x="34" y="21"/>
                  <a:pt x="34" y="17"/>
                </a:cubicBezTo>
                <a:cubicBezTo>
                  <a:pt x="34" y="13"/>
                  <a:pt x="32" y="8"/>
                  <a:pt x="29" y="5"/>
                </a:cubicBezTo>
                <a:cubicBezTo>
                  <a:pt x="30" y="4"/>
                  <a:pt x="30" y="4"/>
                  <a:pt x="30" y="4"/>
                </a:cubicBezTo>
                <a:cubicBezTo>
                  <a:pt x="30" y="4"/>
                  <a:pt x="30" y="4"/>
                  <a:pt x="30" y="4"/>
                </a:cubicBezTo>
                <a:cubicBezTo>
                  <a:pt x="29" y="5"/>
                  <a:pt x="29" y="5"/>
                  <a:pt x="29" y="5"/>
                </a:cubicBezTo>
                <a:cubicBezTo>
                  <a:pt x="26"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18" name="Freeform 1176"/>
          <p:cNvSpPr>
            <a:spLocks noEditPoints="1"/>
          </p:cNvSpPr>
          <p:nvPr/>
        </p:nvSpPr>
        <p:spPr bwMode="auto">
          <a:xfrm>
            <a:off x="-119880" y="4054475"/>
            <a:ext cx="173038" cy="173038"/>
          </a:xfrm>
          <a:custGeom>
            <a:avLst/>
            <a:gdLst>
              <a:gd name="T0" fmla="*/ 21 w 42"/>
              <a:gd name="T1" fmla="*/ 38 h 42"/>
              <a:gd name="T2" fmla="*/ 9 w 42"/>
              <a:gd name="T3" fmla="*/ 33 h 42"/>
              <a:gd name="T4" fmla="*/ 4 w 42"/>
              <a:gd name="T5" fmla="*/ 21 h 42"/>
              <a:gd name="T6" fmla="*/ 9 w 42"/>
              <a:gd name="T7" fmla="*/ 9 h 42"/>
              <a:gd name="T8" fmla="*/ 21 w 42"/>
              <a:gd name="T9" fmla="*/ 4 h 42"/>
              <a:gd name="T10" fmla="*/ 33 w 42"/>
              <a:gd name="T11" fmla="*/ 9 h 42"/>
              <a:gd name="T12" fmla="*/ 34 w 42"/>
              <a:gd name="T13" fmla="*/ 8 h 42"/>
              <a:gd name="T14" fmla="*/ 36 w 42"/>
              <a:gd name="T15" fmla="*/ 6 h 42"/>
              <a:gd name="T16" fmla="*/ 34 w 42"/>
              <a:gd name="T17" fmla="*/ 8 h 42"/>
              <a:gd name="T18" fmla="*/ 33 w 42"/>
              <a:gd name="T19" fmla="*/ 9 h 42"/>
              <a:gd name="T20" fmla="*/ 38 w 42"/>
              <a:gd name="T21" fmla="*/ 21 h 42"/>
              <a:gd name="T22" fmla="*/ 33 w 42"/>
              <a:gd name="T23" fmla="*/ 33 h 42"/>
              <a:gd name="T24" fmla="*/ 21 w 42"/>
              <a:gd name="T25" fmla="*/ 38 h 42"/>
              <a:gd name="T26" fmla="*/ 21 w 42"/>
              <a:gd name="T27" fmla="*/ 0 h 42"/>
              <a:gd name="T28" fmla="*/ 21 w 42"/>
              <a:gd name="T29" fmla="*/ 0 h 42"/>
              <a:gd name="T30" fmla="*/ 6 w 42"/>
              <a:gd name="T31" fmla="*/ 6 h 42"/>
              <a:gd name="T32" fmla="*/ 0 w 42"/>
              <a:gd name="T33" fmla="*/ 21 h 42"/>
              <a:gd name="T34" fmla="*/ 6 w 42"/>
              <a:gd name="T35" fmla="*/ 36 h 42"/>
              <a:gd name="T36" fmla="*/ 21 w 42"/>
              <a:gd name="T37" fmla="*/ 42 h 42"/>
              <a:gd name="T38" fmla="*/ 21 w 42"/>
              <a:gd name="T39" fmla="*/ 42 h 42"/>
              <a:gd name="T40" fmla="*/ 36 w 42"/>
              <a:gd name="T41" fmla="*/ 36 h 42"/>
              <a:gd name="T42" fmla="*/ 42 w 42"/>
              <a:gd name="T43" fmla="*/ 21 h 42"/>
              <a:gd name="T44" fmla="*/ 42 w 42"/>
              <a:gd name="T45" fmla="*/ 21 h 42"/>
              <a:gd name="T46" fmla="*/ 41 w 42"/>
              <a:gd name="T47" fmla="*/ 17 h 42"/>
              <a:gd name="T48" fmla="*/ 36 w 42"/>
              <a:gd name="T49" fmla="*/ 6 h 42"/>
              <a:gd name="T50" fmla="*/ 36 w 42"/>
              <a:gd name="T51" fmla="*/ 6 h 42"/>
              <a:gd name="T52" fmla="*/ 21 w 42"/>
              <a:gd name="T5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2" h="42">
                <a:moveTo>
                  <a:pt x="21" y="38"/>
                </a:moveTo>
                <a:cubicBezTo>
                  <a:pt x="17" y="38"/>
                  <a:pt x="12" y="36"/>
                  <a:pt x="9" y="33"/>
                </a:cubicBezTo>
                <a:cubicBezTo>
                  <a:pt x="6" y="30"/>
                  <a:pt x="4" y="25"/>
                  <a:pt x="4" y="21"/>
                </a:cubicBezTo>
                <a:cubicBezTo>
                  <a:pt x="4" y="17"/>
                  <a:pt x="6" y="12"/>
                  <a:pt x="9" y="9"/>
                </a:cubicBezTo>
                <a:cubicBezTo>
                  <a:pt x="12" y="6"/>
                  <a:pt x="17" y="4"/>
                  <a:pt x="21" y="4"/>
                </a:cubicBezTo>
                <a:cubicBezTo>
                  <a:pt x="25" y="4"/>
                  <a:pt x="30" y="6"/>
                  <a:pt x="33" y="9"/>
                </a:cubicBezTo>
                <a:cubicBezTo>
                  <a:pt x="34" y="8"/>
                  <a:pt x="34" y="8"/>
                  <a:pt x="34" y="8"/>
                </a:cubicBezTo>
                <a:cubicBezTo>
                  <a:pt x="36" y="6"/>
                  <a:pt x="36" y="6"/>
                  <a:pt x="36" y="6"/>
                </a:cubicBezTo>
                <a:cubicBezTo>
                  <a:pt x="34" y="8"/>
                  <a:pt x="34" y="8"/>
                  <a:pt x="34" y="8"/>
                </a:cubicBezTo>
                <a:cubicBezTo>
                  <a:pt x="33" y="9"/>
                  <a:pt x="33" y="9"/>
                  <a:pt x="33" y="9"/>
                </a:cubicBezTo>
                <a:cubicBezTo>
                  <a:pt x="36" y="12"/>
                  <a:pt x="38" y="17"/>
                  <a:pt x="38" y="21"/>
                </a:cubicBezTo>
                <a:cubicBezTo>
                  <a:pt x="38" y="25"/>
                  <a:pt x="36" y="30"/>
                  <a:pt x="33" y="33"/>
                </a:cubicBezTo>
                <a:cubicBezTo>
                  <a:pt x="30" y="36"/>
                  <a:pt x="25" y="38"/>
                  <a:pt x="21" y="38"/>
                </a:cubicBezTo>
                <a:moveTo>
                  <a:pt x="21" y="0"/>
                </a:moveTo>
                <a:cubicBezTo>
                  <a:pt x="21" y="0"/>
                  <a:pt x="21" y="0"/>
                  <a:pt x="21" y="0"/>
                </a:cubicBezTo>
                <a:cubicBezTo>
                  <a:pt x="16" y="0"/>
                  <a:pt x="10" y="2"/>
                  <a:pt x="6" y="6"/>
                </a:cubicBezTo>
                <a:cubicBezTo>
                  <a:pt x="2" y="10"/>
                  <a:pt x="0" y="16"/>
                  <a:pt x="0" y="21"/>
                </a:cubicBezTo>
                <a:cubicBezTo>
                  <a:pt x="0" y="26"/>
                  <a:pt x="2" y="32"/>
                  <a:pt x="6" y="36"/>
                </a:cubicBezTo>
                <a:cubicBezTo>
                  <a:pt x="10" y="40"/>
                  <a:pt x="16" y="42"/>
                  <a:pt x="21" y="42"/>
                </a:cubicBezTo>
                <a:cubicBezTo>
                  <a:pt x="21" y="42"/>
                  <a:pt x="21" y="42"/>
                  <a:pt x="21" y="42"/>
                </a:cubicBezTo>
                <a:cubicBezTo>
                  <a:pt x="26" y="42"/>
                  <a:pt x="32" y="40"/>
                  <a:pt x="36" y="36"/>
                </a:cubicBezTo>
                <a:cubicBezTo>
                  <a:pt x="40" y="32"/>
                  <a:pt x="42" y="26"/>
                  <a:pt x="42" y="21"/>
                </a:cubicBezTo>
                <a:cubicBezTo>
                  <a:pt x="42" y="21"/>
                  <a:pt x="42" y="21"/>
                  <a:pt x="42" y="21"/>
                </a:cubicBezTo>
                <a:cubicBezTo>
                  <a:pt x="42" y="20"/>
                  <a:pt x="42" y="18"/>
                  <a:pt x="41" y="17"/>
                </a:cubicBezTo>
                <a:cubicBezTo>
                  <a:pt x="41" y="13"/>
                  <a:pt x="39" y="9"/>
                  <a:pt x="36" y="6"/>
                </a:cubicBezTo>
                <a:cubicBezTo>
                  <a:pt x="36" y="6"/>
                  <a:pt x="36" y="6"/>
                  <a:pt x="36" y="6"/>
                </a:cubicBezTo>
                <a:cubicBezTo>
                  <a:pt x="32"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19" name="Freeform 1177"/>
          <p:cNvSpPr>
            <a:spLocks/>
          </p:cNvSpPr>
          <p:nvPr/>
        </p:nvSpPr>
        <p:spPr bwMode="auto">
          <a:xfrm>
            <a:off x="716732" y="3671888"/>
            <a:ext cx="141288" cy="141288"/>
          </a:xfrm>
          <a:custGeom>
            <a:avLst/>
            <a:gdLst>
              <a:gd name="T0" fmla="*/ 17 w 34"/>
              <a:gd name="T1" fmla="*/ 0 h 34"/>
              <a:gd name="T2" fmla="*/ 5 w 34"/>
              <a:gd name="T3" fmla="*/ 5 h 34"/>
              <a:gd name="T4" fmla="*/ 0 w 34"/>
              <a:gd name="T5" fmla="*/ 17 h 34"/>
              <a:gd name="T6" fmla="*/ 5 w 34"/>
              <a:gd name="T7" fmla="*/ 29 h 34"/>
              <a:gd name="T8" fmla="*/ 17 w 34"/>
              <a:gd name="T9" fmla="*/ 34 h 34"/>
              <a:gd name="T10" fmla="*/ 29 w 34"/>
              <a:gd name="T11" fmla="*/ 29 h 34"/>
              <a:gd name="T12" fmla="*/ 34 w 34"/>
              <a:gd name="T13" fmla="*/ 17 h 34"/>
              <a:gd name="T14" fmla="*/ 29 w 34"/>
              <a:gd name="T15" fmla="*/ 5 h 34"/>
              <a:gd name="T16" fmla="*/ 30 w 34"/>
              <a:gd name="T17" fmla="*/ 4 h 34"/>
              <a:gd name="T18" fmla="*/ 30 w 34"/>
              <a:gd name="T19" fmla="*/ 4 h 34"/>
              <a:gd name="T20" fmla="*/ 29 w 34"/>
              <a:gd name="T21" fmla="*/ 5 h 34"/>
              <a:gd name="T22" fmla="*/ 17 w 34"/>
              <a:gd name="T2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34">
                <a:moveTo>
                  <a:pt x="17" y="0"/>
                </a:moveTo>
                <a:cubicBezTo>
                  <a:pt x="13" y="0"/>
                  <a:pt x="8" y="2"/>
                  <a:pt x="5" y="5"/>
                </a:cubicBezTo>
                <a:cubicBezTo>
                  <a:pt x="2" y="8"/>
                  <a:pt x="0" y="13"/>
                  <a:pt x="0" y="17"/>
                </a:cubicBezTo>
                <a:cubicBezTo>
                  <a:pt x="0" y="21"/>
                  <a:pt x="2" y="25"/>
                  <a:pt x="5" y="29"/>
                </a:cubicBezTo>
                <a:cubicBezTo>
                  <a:pt x="8" y="32"/>
                  <a:pt x="13" y="34"/>
                  <a:pt x="17" y="34"/>
                </a:cubicBezTo>
                <a:cubicBezTo>
                  <a:pt x="21" y="34"/>
                  <a:pt x="26" y="32"/>
                  <a:pt x="29" y="29"/>
                </a:cubicBezTo>
                <a:cubicBezTo>
                  <a:pt x="32" y="25"/>
                  <a:pt x="34" y="21"/>
                  <a:pt x="34" y="17"/>
                </a:cubicBezTo>
                <a:cubicBezTo>
                  <a:pt x="34" y="13"/>
                  <a:pt x="32" y="8"/>
                  <a:pt x="29" y="5"/>
                </a:cubicBezTo>
                <a:cubicBezTo>
                  <a:pt x="30" y="4"/>
                  <a:pt x="30" y="4"/>
                  <a:pt x="30" y="4"/>
                </a:cubicBezTo>
                <a:cubicBezTo>
                  <a:pt x="30" y="4"/>
                  <a:pt x="30" y="4"/>
                  <a:pt x="30" y="4"/>
                </a:cubicBezTo>
                <a:cubicBezTo>
                  <a:pt x="29" y="5"/>
                  <a:pt x="29" y="5"/>
                  <a:pt x="29" y="5"/>
                </a:cubicBezTo>
                <a:cubicBezTo>
                  <a:pt x="26"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20" name="Freeform 1178"/>
          <p:cNvSpPr>
            <a:spLocks noEditPoints="1"/>
          </p:cNvSpPr>
          <p:nvPr/>
        </p:nvSpPr>
        <p:spPr bwMode="auto">
          <a:xfrm>
            <a:off x="700857" y="3656013"/>
            <a:ext cx="173038" cy="174625"/>
          </a:xfrm>
          <a:custGeom>
            <a:avLst/>
            <a:gdLst>
              <a:gd name="T0" fmla="*/ 21 w 42"/>
              <a:gd name="T1" fmla="*/ 38 h 42"/>
              <a:gd name="T2" fmla="*/ 9 w 42"/>
              <a:gd name="T3" fmla="*/ 33 h 42"/>
              <a:gd name="T4" fmla="*/ 4 w 42"/>
              <a:gd name="T5" fmla="*/ 21 h 42"/>
              <a:gd name="T6" fmla="*/ 9 w 42"/>
              <a:gd name="T7" fmla="*/ 9 h 42"/>
              <a:gd name="T8" fmla="*/ 21 w 42"/>
              <a:gd name="T9" fmla="*/ 4 h 42"/>
              <a:gd name="T10" fmla="*/ 33 w 42"/>
              <a:gd name="T11" fmla="*/ 9 h 42"/>
              <a:gd name="T12" fmla="*/ 34 w 42"/>
              <a:gd name="T13" fmla="*/ 8 h 42"/>
              <a:gd name="T14" fmla="*/ 36 w 42"/>
              <a:gd name="T15" fmla="*/ 6 h 42"/>
              <a:gd name="T16" fmla="*/ 34 w 42"/>
              <a:gd name="T17" fmla="*/ 8 h 42"/>
              <a:gd name="T18" fmla="*/ 33 w 42"/>
              <a:gd name="T19" fmla="*/ 9 h 42"/>
              <a:gd name="T20" fmla="*/ 38 w 42"/>
              <a:gd name="T21" fmla="*/ 21 h 42"/>
              <a:gd name="T22" fmla="*/ 33 w 42"/>
              <a:gd name="T23" fmla="*/ 33 h 42"/>
              <a:gd name="T24" fmla="*/ 21 w 42"/>
              <a:gd name="T25" fmla="*/ 38 h 42"/>
              <a:gd name="T26" fmla="*/ 21 w 42"/>
              <a:gd name="T27" fmla="*/ 0 h 42"/>
              <a:gd name="T28" fmla="*/ 21 w 42"/>
              <a:gd name="T29" fmla="*/ 0 h 42"/>
              <a:gd name="T30" fmla="*/ 8 w 42"/>
              <a:gd name="T31" fmla="*/ 4 h 42"/>
              <a:gd name="T32" fmla="*/ 6 w 42"/>
              <a:gd name="T33" fmla="*/ 6 h 42"/>
              <a:gd name="T34" fmla="*/ 5 w 42"/>
              <a:gd name="T35" fmla="*/ 7 h 42"/>
              <a:gd name="T36" fmla="*/ 0 w 42"/>
              <a:gd name="T37" fmla="*/ 21 h 42"/>
              <a:gd name="T38" fmla="*/ 6 w 42"/>
              <a:gd name="T39" fmla="*/ 35 h 42"/>
              <a:gd name="T40" fmla="*/ 21 w 42"/>
              <a:gd name="T41" fmla="*/ 42 h 42"/>
              <a:gd name="T42" fmla="*/ 21 w 42"/>
              <a:gd name="T43" fmla="*/ 42 h 42"/>
              <a:gd name="T44" fmla="*/ 36 w 42"/>
              <a:gd name="T45" fmla="*/ 35 h 42"/>
              <a:gd name="T46" fmla="*/ 42 w 42"/>
              <a:gd name="T47" fmla="*/ 21 h 42"/>
              <a:gd name="T48" fmla="*/ 36 w 42"/>
              <a:gd name="T49" fmla="*/ 6 h 42"/>
              <a:gd name="T50" fmla="*/ 36 w 42"/>
              <a:gd name="T51" fmla="*/ 6 h 42"/>
              <a:gd name="T52" fmla="*/ 21 w 42"/>
              <a:gd name="T5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2" h="42">
                <a:moveTo>
                  <a:pt x="21" y="38"/>
                </a:moveTo>
                <a:cubicBezTo>
                  <a:pt x="17" y="38"/>
                  <a:pt x="12" y="36"/>
                  <a:pt x="9" y="33"/>
                </a:cubicBezTo>
                <a:cubicBezTo>
                  <a:pt x="6" y="29"/>
                  <a:pt x="4" y="25"/>
                  <a:pt x="4" y="21"/>
                </a:cubicBezTo>
                <a:cubicBezTo>
                  <a:pt x="4" y="17"/>
                  <a:pt x="6" y="12"/>
                  <a:pt x="9" y="9"/>
                </a:cubicBezTo>
                <a:cubicBezTo>
                  <a:pt x="12" y="6"/>
                  <a:pt x="17" y="4"/>
                  <a:pt x="21" y="4"/>
                </a:cubicBezTo>
                <a:cubicBezTo>
                  <a:pt x="25" y="4"/>
                  <a:pt x="30" y="6"/>
                  <a:pt x="33" y="9"/>
                </a:cubicBezTo>
                <a:cubicBezTo>
                  <a:pt x="34" y="8"/>
                  <a:pt x="34" y="8"/>
                  <a:pt x="34" y="8"/>
                </a:cubicBezTo>
                <a:cubicBezTo>
                  <a:pt x="36" y="6"/>
                  <a:pt x="36" y="6"/>
                  <a:pt x="36" y="6"/>
                </a:cubicBezTo>
                <a:cubicBezTo>
                  <a:pt x="34" y="8"/>
                  <a:pt x="34" y="8"/>
                  <a:pt x="34" y="8"/>
                </a:cubicBezTo>
                <a:cubicBezTo>
                  <a:pt x="33" y="9"/>
                  <a:pt x="33" y="9"/>
                  <a:pt x="33" y="9"/>
                </a:cubicBezTo>
                <a:cubicBezTo>
                  <a:pt x="36" y="12"/>
                  <a:pt x="38" y="17"/>
                  <a:pt x="38" y="21"/>
                </a:cubicBezTo>
                <a:cubicBezTo>
                  <a:pt x="38" y="25"/>
                  <a:pt x="36" y="29"/>
                  <a:pt x="33" y="33"/>
                </a:cubicBezTo>
                <a:cubicBezTo>
                  <a:pt x="30" y="36"/>
                  <a:pt x="25" y="38"/>
                  <a:pt x="21" y="38"/>
                </a:cubicBezTo>
                <a:moveTo>
                  <a:pt x="21" y="0"/>
                </a:moveTo>
                <a:cubicBezTo>
                  <a:pt x="21" y="0"/>
                  <a:pt x="21" y="0"/>
                  <a:pt x="21" y="0"/>
                </a:cubicBezTo>
                <a:cubicBezTo>
                  <a:pt x="17" y="0"/>
                  <a:pt x="12" y="2"/>
                  <a:pt x="8" y="4"/>
                </a:cubicBezTo>
                <a:cubicBezTo>
                  <a:pt x="8" y="5"/>
                  <a:pt x="7" y="6"/>
                  <a:pt x="6" y="6"/>
                </a:cubicBezTo>
                <a:cubicBezTo>
                  <a:pt x="6" y="7"/>
                  <a:pt x="6" y="7"/>
                  <a:pt x="5" y="7"/>
                </a:cubicBezTo>
                <a:cubicBezTo>
                  <a:pt x="2" y="11"/>
                  <a:pt x="0" y="16"/>
                  <a:pt x="0" y="21"/>
                </a:cubicBezTo>
                <a:cubicBezTo>
                  <a:pt x="0" y="26"/>
                  <a:pt x="2" y="31"/>
                  <a:pt x="6" y="35"/>
                </a:cubicBezTo>
                <a:cubicBezTo>
                  <a:pt x="10" y="39"/>
                  <a:pt x="16" y="42"/>
                  <a:pt x="21" y="42"/>
                </a:cubicBezTo>
                <a:cubicBezTo>
                  <a:pt x="21" y="42"/>
                  <a:pt x="21" y="42"/>
                  <a:pt x="21" y="42"/>
                </a:cubicBezTo>
                <a:cubicBezTo>
                  <a:pt x="26" y="42"/>
                  <a:pt x="32" y="39"/>
                  <a:pt x="36" y="35"/>
                </a:cubicBezTo>
                <a:cubicBezTo>
                  <a:pt x="40" y="31"/>
                  <a:pt x="42" y="26"/>
                  <a:pt x="42" y="21"/>
                </a:cubicBezTo>
                <a:cubicBezTo>
                  <a:pt x="42" y="16"/>
                  <a:pt x="40" y="10"/>
                  <a:pt x="36" y="6"/>
                </a:cubicBezTo>
                <a:cubicBezTo>
                  <a:pt x="36" y="6"/>
                  <a:pt x="36" y="6"/>
                  <a:pt x="36" y="6"/>
                </a:cubicBezTo>
                <a:cubicBezTo>
                  <a:pt x="32"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21" name="Freeform 1179"/>
          <p:cNvSpPr>
            <a:spLocks/>
          </p:cNvSpPr>
          <p:nvPr/>
        </p:nvSpPr>
        <p:spPr bwMode="auto">
          <a:xfrm>
            <a:off x="227783" y="4633914"/>
            <a:ext cx="136525" cy="136525"/>
          </a:xfrm>
          <a:custGeom>
            <a:avLst/>
            <a:gdLst>
              <a:gd name="T0" fmla="*/ 16 w 33"/>
              <a:gd name="T1" fmla="*/ 0 h 33"/>
              <a:gd name="T2" fmla="*/ 4 w 33"/>
              <a:gd name="T3" fmla="*/ 5 h 33"/>
              <a:gd name="T4" fmla="*/ 0 w 33"/>
              <a:gd name="T5" fmla="*/ 17 h 33"/>
              <a:gd name="T6" fmla="*/ 4 w 33"/>
              <a:gd name="T7" fmla="*/ 29 h 33"/>
              <a:gd name="T8" fmla="*/ 16 w 33"/>
              <a:gd name="T9" fmla="*/ 33 h 33"/>
              <a:gd name="T10" fmla="*/ 28 w 33"/>
              <a:gd name="T11" fmla="*/ 29 h 33"/>
              <a:gd name="T12" fmla="*/ 33 w 33"/>
              <a:gd name="T13" fmla="*/ 17 h 33"/>
              <a:gd name="T14" fmla="*/ 28 w 33"/>
              <a:gd name="T15" fmla="*/ 5 h 33"/>
              <a:gd name="T16" fmla="*/ 29 w 33"/>
              <a:gd name="T17" fmla="*/ 4 h 33"/>
              <a:gd name="T18" fmla="*/ 29 w 33"/>
              <a:gd name="T19" fmla="*/ 4 h 33"/>
              <a:gd name="T20" fmla="*/ 28 w 33"/>
              <a:gd name="T21" fmla="*/ 5 h 33"/>
              <a:gd name="T22" fmla="*/ 16 w 33"/>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3">
                <a:moveTo>
                  <a:pt x="16" y="0"/>
                </a:moveTo>
                <a:cubicBezTo>
                  <a:pt x="12" y="0"/>
                  <a:pt x="8" y="2"/>
                  <a:pt x="4" y="5"/>
                </a:cubicBezTo>
                <a:cubicBezTo>
                  <a:pt x="1" y="8"/>
                  <a:pt x="0" y="13"/>
                  <a:pt x="0" y="17"/>
                </a:cubicBezTo>
                <a:cubicBezTo>
                  <a:pt x="0" y="21"/>
                  <a:pt x="1" y="25"/>
                  <a:pt x="4" y="29"/>
                </a:cubicBezTo>
                <a:cubicBezTo>
                  <a:pt x="8" y="32"/>
                  <a:pt x="12" y="33"/>
                  <a:pt x="16" y="33"/>
                </a:cubicBezTo>
                <a:cubicBezTo>
                  <a:pt x="20" y="33"/>
                  <a:pt x="25" y="32"/>
                  <a:pt x="28" y="29"/>
                </a:cubicBezTo>
                <a:cubicBezTo>
                  <a:pt x="31" y="25"/>
                  <a:pt x="33" y="21"/>
                  <a:pt x="33" y="17"/>
                </a:cubicBezTo>
                <a:cubicBezTo>
                  <a:pt x="33" y="13"/>
                  <a:pt x="31" y="8"/>
                  <a:pt x="28" y="5"/>
                </a:cubicBezTo>
                <a:cubicBezTo>
                  <a:pt x="29" y="4"/>
                  <a:pt x="29" y="4"/>
                  <a:pt x="29" y="4"/>
                </a:cubicBezTo>
                <a:cubicBezTo>
                  <a:pt x="29" y="4"/>
                  <a:pt x="29" y="4"/>
                  <a:pt x="29" y="4"/>
                </a:cubicBezTo>
                <a:cubicBezTo>
                  <a:pt x="28" y="5"/>
                  <a:pt x="28" y="5"/>
                  <a:pt x="28" y="5"/>
                </a:cubicBezTo>
                <a:cubicBezTo>
                  <a:pt x="25" y="2"/>
                  <a:pt x="20"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22" name="Freeform 1180"/>
          <p:cNvSpPr>
            <a:spLocks noEditPoints="1"/>
          </p:cNvSpPr>
          <p:nvPr/>
        </p:nvSpPr>
        <p:spPr bwMode="auto">
          <a:xfrm>
            <a:off x="211908" y="4618039"/>
            <a:ext cx="169863" cy="169863"/>
          </a:xfrm>
          <a:custGeom>
            <a:avLst/>
            <a:gdLst>
              <a:gd name="T0" fmla="*/ 20 w 41"/>
              <a:gd name="T1" fmla="*/ 37 h 41"/>
              <a:gd name="T2" fmla="*/ 8 w 41"/>
              <a:gd name="T3" fmla="*/ 33 h 41"/>
              <a:gd name="T4" fmla="*/ 4 w 41"/>
              <a:gd name="T5" fmla="*/ 21 h 41"/>
              <a:gd name="T6" fmla="*/ 8 w 41"/>
              <a:gd name="T7" fmla="*/ 9 h 41"/>
              <a:gd name="T8" fmla="*/ 20 w 41"/>
              <a:gd name="T9" fmla="*/ 4 h 41"/>
              <a:gd name="T10" fmla="*/ 32 w 41"/>
              <a:gd name="T11" fmla="*/ 9 h 41"/>
              <a:gd name="T12" fmla="*/ 33 w 41"/>
              <a:gd name="T13" fmla="*/ 8 h 41"/>
              <a:gd name="T14" fmla="*/ 35 w 41"/>
              <a:gd name="T15" fmla="*/ 6 h 41"/>
              <a:gd name="T16" fmla="*/ 33 w 41"/>
              <a:gd name="T17" fmla="*/ 8 h 41"/>
              <a:gd name="T18" fmla="*/ 32 w 41"/>
              <a:gd name="T19" fmla="*/ 9 h 41"/>
              <a:gd name="T20" fmla="*/ 37 w 41"/>
              <a:gd name="T21" fmla="*/ 21 h 41"/>
              <a:gd name="T22" fmla="*/ 32 w 41"/>
              <a:gd name="T23" fmla="*/ 33 h 41"/>
              <a:gd name="T24" fmla="*/ 20 w 41"/>
              <a:gd name="T25" fmla="*/ 37 h 41"/>
              <a:gd name="T26" fmla="*/ 20 w 41"/>
              <a:gd name="T27" fmla="*/ 0 h 41"/>
              <a:gd name="T28" fmla="*/ 20 w 41"/>
              <a:gd name="T29" fmla="*/ 0 h 41"/>
              <a:gd name="T30" fmla="*/ 6 w 41"/>
              <a:gd name="T31" fmla="*/ 6 h 41"/>
              <a:gd name="T32" fmla="*/ 0 w 41"/>
              <a:gd name="T33" fmla="*/ 21 h 41"/>
              <a:gd name="T34" fmla="*/ 6 w 41"/>
              <a:gd name="T35" fmla="*/ 35 h 41"/>
              <a:gd name="T36" fmla="*/ 20 w 41"/>
              <a:gd name="T37" fmla="*/ 41 h 41"/>
              <a:gd name="T38" fmla="*/ 20 w 41"/>
              <a:gd name="T39" fmla="*/ 41 h 41"/>
              <a:gd name="T40" fmla="*/ 34 w 41"/>
              <a:gd name="T41" fmla="*/ 36 h 41"/>
              <a:gd name="T42" fmla="*/ 35 w 41"/>
              <a:gd name="T43" fmla="*/ 35 h 41"/>
              <a:gd name="T44" fmla="*/ 37 w 41"/>
              <a:gd name="T45" fmla="*/ 33 h 41"/>
              <a:gd name="T46" fmla="*/ 41 w 41"/>
              <a:gd name="T47" fmla="*/ 21 h 41"/>
              <a:gd name="T48" fmla="*/ 35 w 41"/>
              <a:gd name="T49" fmla="*/ 6 h 41"/>
              <a:gd name="T50" fmla="*/ 35 w 41"/>
              <a:gd name="T51" fmla="*/ 6 h 41"/>
              <a:gd name="T52" fmla="*/ 20 w 41"/>
              <a:gd name="T5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1">
                <a:moveTo>
                  <a:pt x="20" y="37"/>
                </a:moveTo>
                <a:cubicBezTo>
                  <a:pt x="16" y="37"/>
                  <a:pt x="12" y="36"/>
                  <a:pt x="8" y="33"/>
                </a:cubicBezTo>
                <a:cubicBezTo>
                  <a:pt x="5" y="29"/>
                  <a:pt x="4" y="25"/>
                  <a:pt x="4" y="21"/>
                </a:cubicBezTo>
                <a:cubicBezTo>
                  <a:pt x="4" y="17"/>
                  <a:pt x="5" y="12"/>
                  <a:pt x="8" y="9"/>
                </a:cubicBezTo>
                <a:cubicBezTo>
                  <a:pt x="12" y="6"/>
                  <a:pt x="16" y="4"/>
                  <a:pt x="20" y="4"/>
                </a:cubicBezTo>
                <a:cubicBezTo>
                  <a:pt x="24" y="4"/>
                  <a:pt x="29" y="6"/>
                  <a:pt x="32" y="9"/>
                </a:cubicBezTo>
                <a:cubicBezTo>
                  <a:pt x="33" y="8"/>
                  <a:pt x="33" y="8"/>
                  <a:pt x="33" y="8"/>
                </a:cubicBezTo>
                <a:cubicBezTo>
                  <a:pt x="35" y="6"/>
                  <a:pt x="35" y="6"/>
                  <a:pt x="35" y="6"/>
                </a:cubicBezTo>
                <a:cubicBezTo>
                  <a:pt x="33" y="8"/>
                  <a:pt x="33" y="8"/>
                  <a:pt x="33" y="8"/>
                </a:cubicBezTo>
                <a:cubicBezTo>
                  <a:pt x="32" y="9"/>
                  <a:pt x="32" y="9"/>
                  <a:pt x="32" y="9"/>
                </a:cubicBezTo>
                <a:cubicBezTo>
                  <a:pt x="35" y="12"/>
                  <a:pt x="37" y="17"/>
                  <a:pt x="37" y="21"/>
                </a:cubicBezTo>
                <a:cubicBezTo>
                  <a:pt x="37" y="25"/>
                  <a:pt x="35" y="29"/>
                  <a:pt x="32" y="33"/>
                </a:cubicBezTo>
                <a:cubicBezTo>
                  <a:pt x="29" y="36"/>
                  <a:pt x="24" y="37"/>
                  <a:pt x="20" y="37"/>
                </a:cubicBezTo>
                <a:moveTo>
                  <a:pt x="20" y="0"/>
                </a:moveTo>
                <a:cubicBezTo>
                  <a:pt x="20" y="0"/>
                  <a:pt x="20" y="0"/>
                  <a:pt x="20" y="0"/>
                </a:cubicBezTo>
                <a:cubicBezTo>
                  <a:pt x="15" y="0"/>
                  <a:pt x="10" y="2"/>
                  <a:pt x="6" y="6"/>
                </a:cubicBezTo>
                <a:cubicBezTo>
                  <a:pt x="2" y="10"/>
                  <a:pt x="0" y="15"/>
                  <a:pt x="0" y="21"/>
                </a:cubicBezTo>
                <a:cubicBezTo>
                  <a:pt x="0" y="26"/>
                  <a:pt x="2" y="31"/>
                  <a:pt x="6" y="35"/>
                </a:cubicBezTo>
                <a:cubicBezTo>
                  <a:pt x="10" y="39"/>
                  <a:pt x="15" y="41"/>
                  <a:pt x="20" y="41"/>
                </a:cubicBezTo>
                <a:cubicBezTo>
                  <a:pt x="20" y="41"/>
                  <a:pt x="20" y="41"/>
                  <a:pt x="20" y="41"/>
                </a:cubicBezTo>
                <a:cubicBezTo>
                  <a:pt x="25" y="41"/>
                  <a:pt x="30" y="40"/>
                  <a:pt x="34" y="36"/>
                </a:cubicBezTo>
                <a:cubicBezTo>
                  <a:pt x="34" y="36"/>
                  <a:pt x="34" y="36"/>
                  <a:pt x="35" y="35"/>
                </a:cubicBezTo>
                <a:cubicBezTo>
                  <a:pt x="35" y="35"/>
                  <a:pt x="36" y="34"/>
                  <a:pt x="37" y="33"/>
                </a:cubicBezTo>
                <a:cubicBezTo>
                  <a:pt x="39" y="30"/>
                  <a:pt x="41" y="25"/>
                  <a:pt x="41" y="21"/>
                </a:cubicBezTo>
                <a:cubicBezTo>
                  <a:pt x="41" y="15"/>
                  <a:pt x="39" y="10"/>
                  <a:pt x="35" y="6"/>
                </a:cubicBezTo>
                <a:cubicBezTo>
                  <a:pt x="35" y="6"/>
                  <a:pt x="35" y="6"/>
                  <a:pt x="35" y="6"/>
                </a:cubicBezTo>
                <a:cubicBezTo>
                  <a:pt x="31"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23" name="Freeform 1181"/>
          <p:cNvSpPr>
            <a:spLocks/>
          </p:cNvSpPr>
          <p:nvPr/>
        </p:nvSpPr>
        <p:spPr bwMode="auto">
          <a:xfrm>
            <a:off x="415108" y="4845051"/>
            <a:ext cx="136525" cy="138113"/>
          </a:xfrm>
          <a:custGeom>
            <a:avLst/>
            <a:gdLst>
              <a:gd name="T0" fmla="*/ 16 w 33"/>
              <a:gd name="T1" fmla="*/ 0 h 33"/>
              <a:gd name="T2" fmla="*/ 5 w 33"/>
              <a:gd name="T3" fmla="*/ 5 h 33"/>
              <a:gd name="T4" fmla="*/ 0 w 33"/>
              <a:gd name="T5" fmla="*/ 17 h 33"/>
              <a:gd name="T6" fmla="*/ 5 w 33"/>
              <a:gd name="T7" fmla="*/ 28 h 33"/>
              <a:gd name="T8" fmla="*/ 16 w 33"/>
              <a:gd name="T9" fmla="*/ 33 h 33"/>
              <a:gd name="T10" fmla="*/ 28 w 33"/>
              <a:gd name="T11" fmla="*/ 28 h 33"/>
              <a:gd name="T12" fmla="*/ 33 w 33"/>
              <a:gd name="T13" fmla="*/ 17 h 33"/>
              <a:gd name="T14" fmla="*/ 28 w 33"/>
              <a:gd name="T15" fmla="*/ 5 h 33"/>
              <a:gd name="T16" fmla="*/ 30 w 33"/>
              <a:gd name="T17" fmla="*/ 3 h 33"/>
              <a:gd name="T18" fmla="*/ 30 w 33"/>
              <a:gd name="T19" fmla="*/ 3 h 33"/>
              <a:gd name="T20" fmla="*/ 28 w 33"/>
              <a:gd name="T21" fmla="*/ 5 h 33"/>
              <a:gd name="T22" fmla="*/ 16 w 33"/>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3">
                <a:moveTo>
                  <a:pt x="16" y="0"/>
                </a:moveTo>
                <a:cubicBezTo>
                  <a:pt x="12" y="0"/>
                  <a:pt x="8" y="2"/>
                  <a:pt x="5" y="5"/>
                </a:cubicBezTo>
                <a:cubicBezTo>
                  <a:pt x="1" y="8"/>
                  <a:pt x="0" y="12"/>
                  <a:pt x="0" y="17"/>
                </a:cubicBezTo>
                <a:cubicBezTo>
                  <a:pt x="0" y="21"/>
                  <a:pt x="1" y="25"/>
                  <a:pt x="5" y="28"/>
                </a:cubicBezTo>
                <a:cubicBezTo>
                  <a:pt x="8" y="32"/>
                  <a:pt x="12" y="33"/>
                  <a:pt x="16" y="33"/>
                </a:cubicBezTo>
                <a:cubicBezTo>
                  <a:pt x="21" y="33"/>
                  <a:pt x="25" y="32"/>
                  <a:pt x="28" y="28"/>
                </a:cubicBezTo>
                <a:cubicBezTo>
                  <a:pt x="32" y="25"/>
                  <a:pt x="33" y="21"/>
                  <a:pt x="33" y="17"/>
                </a:cubicBezTo>
                <a:cubicBezTo>
                  <a:pt x="33" y="12"/>
                  <a:pt x="32" y="8"/>
                  <a:pt x="28" y="5"/>
                </a:cubicBezTo>
                <a:cubicBezTo>
                  <a:pt x="30" y="3"/>
                  <a:pt x="30" y="3"/>
                  <a:pt x="30" y="3"/>
                </a:cubicBezTo>
                <a:cubicBezTo>
                  <a:pt x="30" y="3"/>
                  <a:pt x="30" y="3"/>
                  <a:pt x="30" y="3"/>
                </a:cubicBezTo>
                <a:cubicBezTo>
                  <a:pt x="28" y="5"/>
                  <a:pt x="28" y="5"/>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24" name="Freeform 1182"/>
          <p:cNvSpPr>
            <a:spLocks noEditPoints="1"/>
          </p:cNvSpPr>
          <p:nvPr/>
        </p:nvSpPr>
        <p:spPr bwMode="auto">
          <a:xfrm>
            <a:off x="397646" y="4829175"/>
            <a:ext cx="169863" cy="169863"/>
          </a:xfrm>
          <a:custGeom>
            <a:avLst/>
            <a:gdLst>
              <a:gd name="T0" fmla="*/ 20 w 41"/>
              <a:gd name="T1" fmla="*/ 37 h 41"/>
              <a:gd name="T2" fmla="*/ 9 w 41"/>
              <a:gd name="T3" fmla="*/ 32 h 41"/>
              <a:gd name="T4" fmla="*/ 4 w 41"/>
              <a:gd name="T5" fmla="*/ 21 h 41"/>
              <a:gd name="T6" fmla="*/ 9 w 41"/>
              <a:gd name="T7" fmla="*/ 9 h 41"/>
              <a:gd name="T8" fmla="*/ 20 w 41"/>
              <a:gd name="T9" fmla="*/ 4 h 41"/>
              <a:gd name="T10" fmla="*/ 32 w 41"/>
              <a:gd name="T11" fmla="*/ 9 h 41"/>
              <a:gd name="T12" fmla="*/ 34 w 41"/>
              <a:gd name="T13" fmla="*/ 7 h 41"/>
              <a:gd name="T14" fmla="*/ 35 w 41"/>
              <a:gd name="T15" fmla="*/ 6 h 41"/>
              <a:gd name="T16" fmla="*/ 34 w 41"/>
              <a:gd name="T17" fmla="*/ 7 h 41"/>
              <a:gd name="T18" fmla="*/ 32 w 41"/>
              <a:gd name="T19" fmla="*/ 9 h 41"/>
              <a:gd name="T20" fmla="*/ 37 w 41"/>
              <a:gd name="T21" fmla="*/ 21 h 41"/>
              <a:gd name="T22" fmla="*/ 32 w 41"/>
              <a:gd name="T23" fmla="*/ 32 h 41"/>
              <a:gd name="T24" fmla="*/ 20 w 41"/>
              <a:gd name="T25" fmla="*/ 37 h 41"/>
              <a:gd name="T26" fmla="*/ 20 w 41"/>
              <a:gd name="T27" fmla="*/ 0 h 41"/>
              <a:gd name="T28" fmla="*/ 20 w 41"/>
              <a:gd name="T29" fmla="*/ 0 h 41"/>
              <a:gd name="T30" fmla="*/ 11 w 41"/>
              <a:gd name="T31" fmla="*/ 2 h 41"/>
              <a:gd name="T32" fmla="*/ 8 w 41"/>
              <a:gd name="T33" fmla="*/ 4 h 41"/>
              <a:gd name="T34" fmla="*/ 6 w 41"/>
              <a:gd name="T35" fmla="*/ 6 h 41"/>
              <a:gd name="T36" fmla="*/ 0 w 41"/>
              <a:gd name="T37" fmla="*/ 21 h 41"/>
              <a:gd name="T38" fmla="*/ 6 w 41"/>
              <a:gd name="T39" fmla="*/ 35 h 41"/>
              <a:gd name="T40" fmla="*/ 20 w 41"/>
              <a:gd name="T41" fmla="*/ 41 h 41"/>
              <a:gd name="T42" fmla="*/ 20 w 41"/>
              <a:gd name="T43" fmla="*/ 41 h 41"/>
              <a:gd name="T44" fmla="*/ 24 w 41"/>
              <a:gd name="T45" fmla="*/ 41 h 41"/>
              <a:gd name="T46" fmla="*/ 28 w 41"/>
              <a:gd name="T47" fmla="*/ 40 h 41"/>
              <a:gd name="T48" fmla="*/ 35 w 41"/>
              <a:gd name="T49" fmla="*/ 35 h 41"/>
              <a:gd name="T50" fmla="*/ 41 w 41"/>
              <a:gd name="T51" fmla="*/ 21 h 41"/>
              <a:gd name="T52" fmla="*/ 35 w 41"/>
              <a:gd name="T53" fmla="*/ 6 h 41"/>
              <a:gd name="T54" fmla="*/ 35 w 41"/>
              <a:gd name="T55" fmla="*/ 6 h 41"/>
              <a:gd name="T56" fmla="*/ 20 w 41"/>
              <a:gd name="T5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41">
                <a:moveTo>
                  <a:pt x="20" y="37"/>
                </a:moveTo>
                <a:cubicBezTo>
                  <a:pt x="16" y="37"/>
                  <a:pt x="12" y="36"/>
                  <a:pt x="9" y="32"/>
                </a:cubicBezTo>
                <a:cubicBezTo>
                  <a:pt x="5" y="29"/>
                  <a:pt x="4" y="25"/>
                  <a:pt x="4" y="21"/>
                </a:cubicBezTo>
                <a:cubicBezTo>
                  <a:pt x="4" y="16"/>
                  <a:pt x="5" y="12"/>
                  <a:pt x="9" y="9"/>
                </a:cubicBezTo>
                <a:cubicBezTo>
                  <a:pt x="12" y="6"/>
                  <a:pt x="16" y="4"/>
                  <a:pt x="20" y="4"/>
                </a:cubicBezTo>
                <a:cubicBezTo>
                  <a:pt x="25" y="4"/>
                  <a:pt x="29" y="6"/>
                  <a:pt x="32" y="9"/>
                </a:cubicBezTo>
                <a:cubicBezTo>
                  <a:pt x="34" y="7"/>
                  <a:pt x="34" y="7"/>
                  <a:pt x="34" y="7"/>
                </a:cubicBezTo>
                <a:cubicBezTo>
                  <a:pt x="35" y="6"/>
                  <a:pt x="35" y="6"/>
                  <a:pt x="35" y="6"/>
                </a:cubicBezTo>
                <a:cubicBezTo>
                  <a:pt x="34" y="7"/>
                  <a:pt x="34" y="7"/>
                  <a:pt x="34" y="7"/>
                </a:cubicBezTo>
                <a:cubicBezTo>
                  <a:pt x="32" y="9"/>
                  <a:pt x="32" y="9"/>
                  <a:pt x="32" y="9"/>
                </a:cubicBezTo>
                <a:cubicBezTo>
                  <a:pt x="36" y="12"/>
                  <a:pt x="37" y="16"/>
                  <a:pt x="37" y="21"/>
                </a:cubicBezTo>
                <a:cubicBezTo>
                  <a:pt x="37" y="25"/>
                  <a:pt x="36" y="29"/>
                  <a:pt x="32" y="32"/>
                </a:cubicBezTo>
                <a:cubicBezTo>
                  <a:pt x="29" y="36"/>
                  <a:pt x="25" y="37"/>
                  <a:pt x="20" y="37"/>
                </a:cubicBezTo>
                <a:moveTo>
                  <a:pt x="20" y="0"/>
                </a:moveTo>
                <a:cubicBezTo>
                  <a:pt x="20" y="0"/>
                  <a:pt x="20" y="0"/>
                  <a:pt x="20" y="0"/>
                </a:cubicBezTo>
                <a:cubicBezTo>
                  <a:pt x="17" y="0"/>
                  <a:pt x="14" y="1"/>
                  <a:pt x="11" y="2"/>
                </a:cubicBezTo>
                <a:cubicBezTo>
                  <a:pt x="10" y="3"/>
                  <a:pt x="9" y="3"/>
                  <a:pt x="8" y="4"/>
                </a:cubicBezTo>
                <a:cubicBezTo>
                  <a:pt x="7" y="5"/>
                  <a:pt x="6" y="5"/>
                  <a:pt x="6" y="6"/>
                </a:cubicBezTo>
                <a:cubicBezTo>
                  <a:pt x="2" y="10"/>
                  <a:pt x="0" y="15"/>
                  <a:pt x="0" y="21"/>
                </a:cubicBezTo>
                <a:cubicBezTo>
                  <a:pt x="0" y="26"/>
                  <a:pt x="2" y="31"/>
                  <a:pt x="6" y="35"/>
                </a:cubicBezTo>
                <a:cubicBezTo>
                  <a:pt x="10" y="39"/>
                  <a:pt x="15" y="41"/>
                  <a:pt x="20" y="41"/>
                </a:cubicBezTo>
                <a:cubicBezTo>
                  <a:pt x="20" y="41"/>
                  <a:pt x="20" y="41"/>
                  <a:pt x="20" y="41"/>
                </a:cubicBezTo>
                <a:cubicBezTo>
                  <a:pt x="22" y="41"/>
                  <a:pt x="23" y="41"/>
                  <a:pt x="24" y="41"/>
                </a:cubicBezTo>
                <a:cubicBezTo>
                  <a:pt x="26" y="41"/>
                  <a:pt x="27" y="40"/>
                  <a:pt x="28" y="40"/>
                </a:cubicBezTo>
                <a:cubicBezTo>
                  <a:pt x="31" y="39"/>
                  <a:pt x="33" y="37"/>
                  <a:pt x="35" y="35"/>
                </a:cubicBezTo>
                <a:cubicBezTo>
                  <a:pt x="39" y="31"/>
                  <a:pt x="41" y="26"/>
                  <a:pt x="41" y="21"/>
                </a:cubicBezTo>
                <a:cubicBezTo>
                  <a:pt x="41" y="15"/>
                  <a:pt x="39" y="10"/>
                  <a:pt x="35" y="6"/>
                </a:cubicBezTo>
                <a:cubicBezTo>
                  <a:pt x="35" y="6"/>
                  <a:pt x="35" y="6"/>
                  <a:pt x="35" y="6"/>
                </a:cubicBezTo>
                <a:cubicBezTo>
                  <a:pt x="31" y="2"/>
                  <a:pt x="26"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25" name="Freeform 1183"/>
          <p:cNvSpPr>
            <a:spLocks/>
          </p:cNvSpPr>
          <p:nvPr/>
        </p:nvSpPr>
        <p:spPr bwMode="auto">
          <a:xfrm>
            <a:off x="-245293" y="4775200"/>
            <a:ext cx="141288" cy="136525"/>
          </a:xfrm>
          <a:custGeom>
            <a:avLst/>
            <a:gdLst>
              <a:gd name="T0" fmla="*/ 17 w 34"/>
              <a:gd name="T1" fmla="*/ 0 h 33"/>
              <a:gd name="T2" fmla="*/ 5 w 34"/>
              <a:gd name="T3" fmla="*/ 5 h 33"/>
              <a:gd name="T4" fmla="*/ 0 w 34"/>
              <a:gd name="T5" fmla="*/ 17 h 33"/>
              <a:gd name="T6" fmla="*/ 5 w 34"/>
              <a:gd name="T7" fmla="*/ 29 h 33"/>
              <a:gd name="T8" fmla="*/ 17 w 34"/>
              <a:gd name="T9" fmla="*/ 33 h 33"/>
              <a:gd name="T10" fmla="*/ 29 w 34"/>
              <a:gd name="T11" fmla="*/ 29 h 33"/>
              <a:gd name="T12" fmla="*/ 34 w 34"/>
              <a:gd name="T13" fmla="*/ 17 h 33"/>
              <a:gd name="T14" fmla="*/ 29 w 34"/>
              <a:gd name="T15" fmla="*/ 5 h 33"/>
              <a:gd name="T16" fmla="*/ 30 w 34"/>
              <a:gd name="T17" fmla="*/ 4 h 33"/>
              <a:gd name="T18" fmla="*/ 30 w 34"/>
              <a:gd name="T19" fmla="*/ 4 h 33"/>
              <a:gd name="T20" fmla="*/ 29 w 34"/>
              <a:gd name="T21" fmla="*/ 5 h 33"/>
              <a:gd name="T22" fmla="*/ 17 w 34"/>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33">
                <a:moveTo>
                  <a:pt x="17" y="0"/>
                </a:moveTo>
                <a:cubicBezTo>
                  <a:pt x="13" y="0"/>
                  <a:pt x="9" y="2"/>
                  <a:pt x="5" y="5"/>
                </a:cubicBezTo>
                <a:cubicBezTo>
                  <a:pt x="2" y="8"/>
                  <a:pt x="0" y="12"/>
                  <a:pt x="0" y="17"/>
                </a:cubicBezTo>
                <a:cubicBezTo>
                  <a:pt x="0" y="21"/>
                  <a:pt x="2" y="25"/>
                  <a:pt x="5" y="29"/>
                </a:cubicBezTo>
                <a:cubicBezTo>
                  <a:pt x="9" y="32"/>
                  <a:pt x="13" y="33"/>
                  <a:pt x="17" y="33"/>
                </a:cubicBezTo>
                <a:cubicBezTo>
                  <a:pt x="21" y="33"/>
                  <a:pt x="26" y="32"/>
                  <a:pt x="29" y="29"/>
                </a:cubicBezTo>
                <a:cubicBezTo>
                  <a:pt x="32" y="25"/>
                  <a:pt x="34" y="21"/>
                  <a:pt x="34" y="17"/>
                </a:cubicBezTo>
                <a:cubicBezTo>
                  <a:pt x="34" y="12"/>
                  <a:pt x="32" y="8"/>
                  <a:pt x="29" y="5"/>
                </a:cubicBezTo>
                <a:cubicBezTo>
                  <a:pt x="30" y="4"/>
                  <a:pt x="30" y="4"/>
                  <a:pt x="30" y="4"/>
                </a:cubicBezTo>
                <a:cubicBezTo>
                  <a:pt x="30" y="4"/>
                  <a:pt x="30" y="4"/>
                  <a:pt x="30" y="4"/>
                </a:cubicBezTo>
                <a:cubicBezTo>
                  <a:pt x="29" y="5"/>
                  <a:pt x="29" y="5"/>
                  <a:pt x="29" y="5"/>
                </a:cubicBezTo>
                <a:cubicBezTo>
                  <a:pt x="26"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26" name="Freeform 1184"/>
          <p:cNvSpPr>
            <a:spLocks noEditPoints="1"/>
          </p:cNvSpPr>
          <p:nvPr/>
        </p:nvSpPr>
        <p:spPr bwMode="auto">
          <a:xfrm>
            <a:off x="-261168" y="4759325"/>
            <a:ext cx="174625" cy="169863"/>
          </a:xfrm>
          <a:custGeom>
            <a:avLst/>
            <a:gdLst>
              <a:gd name="T0" fmla="*/ 21 w 42"/>
              <a:gd name="T1" fmla="*/ 37 h 41"/>
              <a:gd name="T2" fmla="*/ 9 w 42"/>
              <a:gd name="T3" fmla="*/ 33 h 41"/>
              <a:gd name="T4" fmla="*/ 4 w 42"/>
              <a:gd name="T5" fmla="*/ 21 h 41"/>
              <a:gd name="T6" fmla="*/ 9 w 42"/>
              <a:gd name="T7" fmla="*/ 9 h 41"/>
              <a:gd name="T8" fmla="*/ 21 w 42"/>
              <a:gd name="T9" fmla="*/ 4 h 41"/>
              <a:gd name="T10" fmla="*/ 33 w 42"/>
              <a:gd name="T11" fmla="*/ 9 h 41"/>
              <a:gd name="T12" fmla="*/ 34 w 42"/>
              <a:gd name="T13" fmla="*/ 8 h 41"/>
              <a:gd name="T14" fmla="*/ 36 w 42"/>
              <a:gd name="T15" fmla="*/ 6 h 41"/>
              <a:gd name="T16" fmla="*/ 34 w 42"/>
              <a:gd name="T17" fmla="*/ 8 h 41"/>
              <a:gd name="T18" fmla="*/ 33 w 42"/>
              <a:gd name="T19" fmla="*/ 9 h 41"/>
              <a:gd name="T20" fmla="*/ 38 w 42"/>
              <a:gd name="T21" fmla="*/ 21 h 41"/>
              <a:gd name="T22" fmla="*/ 33 w 42"/>
              <a:gd name="T23" fmla="*/ 33 h 41"/>
              <a:gd name="T24" fmla="*/ 21 w 42"/>
              <a:gd name="T25" fmla="*/ 37 h 41"/>
              <a:gd name="T26" fmla="*/ 21 w 42"/>
              <a:gd name="T27" fmla="*/ 0 h 41"/>
              <a:gd name="T28" fmla="*/ 21 w 42"/>
              <a:gd name="T29" fmla="*/ 0 h 41"/>
              <a:gd name="T30" fmla="*/ 6 w 42"/>
              <a:gd name="T31" fmla="*/ 6 h 41"/>
              <a:gd name="T32" fmla="*/ 6 w 42"/>
              <a:gd name="T33" fmla="*/ 7 h 41"/>
              <a:gd name="T34" fmla="*/ 3 w 42"/>
              <a:gd name="T35" fmla="*/ 10 h 41"/>
              <a:gd name="T36" fmla="*/ 0 w 42"/>
              <a:gd name="T37" fmla="*/ 21 h 41"/>
              <a:gd name="T38" fmla="*/ 6 w 42"/>
              <a:gd name="T39" fmla="*/ 35 h 41"/>
              <a:gd name="T40" fmla="*/ 21 w 42"/>
              <a:gd name="T41" fmla="*/ 41 h 41"/>
              <a:gd name="T42" fmla="*/ 21 w 42"/>
              <a:gd name="T43" fmla="*/ 41 h 41"/>
              <a:gd name="T44" fmla="*/ 36 w 42"/>
              <a:gd name="T45" fmla="*/ 35 h 41"/>
              <a:gd name="T46" fmla="*/ 42 w 42"/>
              <a:gd name="T47" fmla="*/ 21 h 41"/>
              <a:gd name="T48" fmla="*/ 36 w 42"/>
              <a:gd name="T49" fmla="*/ 6 h 41"/>
              <a:gd name="T50" fmla="*/ 36 w 42"/>
              <a:gd name="T51" fmla="*/ 6 h 41"/>
              <a:gd name="T52" fmla="*/ 21 w 42"/>
              <a:gd name="T5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2" h="41">
                <a:moveTo>
                  <a:pt x="21" y="37"/>
                </a:moveTo>
                <a:cubicBezTo>
                  <a:pt x="17" y="37"/>
                  <a:pt x="13" y="36"/>
                  <a:pt x="9" y="33"/>
                </a:cubicBezTo>
                <a:cubicBezTo>
                  <a:pt x="6" y="29"/>
                  <a:pt x="4" y="25"/>
                  <a:pt x="4" y="21"/>
                </a:cubicBezTo>
                <a:cubicBezTo>
                  <a:pt x="4" y="16"/>
                  <a:pt x="6" y="12"/>
                  <a:pt x="9" y="9"/>
                </a:cubicBezTo>
                <a:cubicBezTo>
                  <a:pt x="13" y="6"/>
                  <a:pt x="17" y="4"/>
                  <a:pt x="21" y="4"/>
                </a:cubicBezTo>
                <a:cubicBezTo>
                  <a:pt x="25" y="4"/>
                  <a:pt x="30" y="6"/>
                  <a:pt x="33" y="9"/>
                </a:cubicBezTo>
                <a:cubicBezTo>
                  <a:pt x="34" y="8"/>
                  <a:pt x="34" y="8"/>
                  <a:pt x="34" y="8"/>
                </a:cubicBezTo>
                <a:cubicBezTo>
                  <a:pt x="36" y="6"/>
                  <a:pt x="36" y="6"/>
                  <a:pt x="36" y="6"/>
                </a:cubicBezTo>
                <a:cubicBezTo>
                  <a:pt x="34" y="8"/>
                  <a:pt x="34" y="8"/>
                  <a:pt x="34" y="8"/>
                </a:cubicBezTo>
                <a:cubicBezTo>
                  <a:pt x="33" y="9"/>
                  <a:pt x="33" y="9"/>
                  <a:pt x="33" y="9"/>
                </a:cubicBezTo>
                <a:cubicBezTo>
                  <a:pt x="36" y="12"/>
                  <a:pt x="38" y="16"/>
                  <a:pt x="38" y="21"/>
                </a:cubicBezTo>
                <a:cubicBezTo>
                  <a:pt x="38" y="25"/>
                  <a:pt x="36" y="29"/>
                  <a:pt x="33" y="33"/>
                </a:cubicBezTo>
                <a:cubicBezTo>
                  <a:pt x="30" y="36"/>
                  <a:pt x="25" y="37"/>
                  <a:pt x="21" y="37"/>
                </a:cubicBezTo>
                <a:moveTo>
                  <a:pt x="21" y="0"/>
                </a:moveTo>
                <a:cubicBezTo>
                  <a:pt x="21" y="0"/>
                  <a:pt x="21" y="0"/>
                  <a:pt x="21" y="0"/>
                </a:cubicBezTo>
                <a:cubicBezTo>
                  <a:pt x="16" y="0"/>
                  <a:pt x="10" y="2"/>
                  <a:pt x="6" y="6"/>
                </a:cubicBezTo>
                <a:cubicBezTo>
                  <a:pt x="6" y="6"/>
                  <a:pt x="6" y="7"/>
                  <a:pt x="6" y="7"/>
                </a:cubicBezTo>
                <a:cubicBezTo>
                  <a:pt x="5" y="8"/>
                  <a:pt x="4" y="9"/>
                  <a:pt x="3" y="10"/>
                </a:cubicBezTo>
                <a:cubicBezTo>
                  <a:pt x="1" y="14"/>
                  <a:pt x="0" y="17"/>
                  <a:pt x="0" y="21"/>
                </a:cubicBezTo>
                <a:cubicBezTo>
                  <a:pt x="0" y="26"/>
                  <a:pt x="2" y="31"/>
                  <a:pt x="6" y="35"/>
                </a:cubicBezTo>
                <a:cubicBezTo>
                  <a:pt x="10" y="39"/>
                  <a:pt x="16" y="41"/>
                  <a:pt x="21" y="41"/>
                </a:cubicBezTo>
                <a:cubicBezTo>
                  <a:pt x="21" y="41"/>
                  <a:pt x="21" y="41"/>
                  <a:pt x="21" y="41"/>
                </a:cubicBezTo>
                <a:cubicBezTo>
                  <a:pt x="26" y="41"/>
                  <a:pt x="32" y="39"/>
                  <a:pt x="36" y="35"/>
                </a:cubicBezTo>
                <a:cubicBezTo>
                  <a:pt x="40" y="31"/>
                  <a:pt x="42" y="26"/>
                  <a:pt x="42" y="21"/>
                </a:cubicBezTo>
                <a:cubicBezTo>
                  <a:pt x="42" y="15"/>
                  <a:pt x="40" y="10"/>
                  <a:pt x="36" y="6"/>
                </a:cubicBezTo>
                <a:cubicBezTo>
                  <a:pt x="36" y="6"/>
                  <a:pt x="36" y="6"/>
                  <a:pt x="36" y="6"/>
                </a:cubicBezTo>
                <a:cubicBezTo>
                  <a:pt x="32"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27" name="Freeform 1185"/>
          <p:cNvSpPr>
            <a:spLocks/>
          </p:cNvSpPr>
          <p:nvPr/>
        </p:nvSpPr>
        <p:spPr bwMode="auto">
          <a:xfrm>
            <a:off x="3946" y="2465388"/>
            <a:ext cx="136525" cy="136525"/>
          </a:xfrm>
          <a:custGeom>
            <a:avLst/>
            <a:gdLst>
              <a:gd name="T0" fmla="*/ 16 w 33"/>
              <a:gd name="T1" fmla="*/ 0 h 33"/>
              <a:gd name="T2" fmla="*/ 5 w 33"/>
              <a:gd name="T3" fmla="*/ 5 h 33"/>
              <a:gd name="T4" fmla="*/ 0 w 33"/>
              <a:gd name="T5" fmla="*/ 17 h 33"/>
              <a:gd name="T6" fmla="*/ 5 w 33"/>
              <a:gd name="T7" fmla="*/ 28 h 33"/>
              <a:gd name="T8" fmla="*/ 16 w 33"/>
              <a:gd name="T9" fmla="*/ 33 h 33"/>
              <a:gd name="T10" fmla="*/ 28 w 33"/>
              <a:gd name="T11" fmla="*/ 28 h 33"/>
              <a:gd name="T12" fmla="*/ 33 w 33"/>
              <a:gd name="T13" fmla="*/ 17 h 33"/>
              <a:gd name="T14" fmla="*/ 28 w 33"/>
              <a:gd name="T15" fmla="*/ 5 h 33"/>
              <a:gd name="T16" fmla="*/ 30 w 33"/>
              <a:gd name="T17" fmla="*/ 3 h 33"/>
              <a:gd name="T18" fmla="*/ 30 w 33"/>
              <a:gd name="T19" fmla="*/ 3 h 33"/>
              <a:gd name="T20" fmla="*/ 28 w 33"/>
              <a:gd name="T21" fmla="*/ 5 h 33"/>
              <a:gd name="T22" fmla="*/ 16 w 33"/>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3">
                <a:moveTo>
                  <a:pt x="16" y="0"/>
                </a:moveTo>
                <a:cubicBezTo>
                  <a:pt x="12" y="0"/>
                  <a:pt x="8" y="1"/>
                  <a:pt x="5" y="5"/>
                </a:cubicBezTo>
                <a:cubicBezTo>
                  <a:pt x="1" y="8"/>
                  <a:pt x="0" y="12"/>
                  <a:pt x="0" y="17"/>
                </a:cubicBezTo>
                <a:cubicBezTo>
                  <a:pt x="0" y="21"/>
                  <a:pt x="1" y="25"/>
                  <a:pt x="5" y="28"/>
                </a:cubicBezTo>
                <a:cubicBezTo>
                  <a:pt x="8" y="32"/>
                  <a:pt x="12" y="33"/>
                  <a:pt x="16" y="33"/>
                </a:cubicBezTo>
                <a:cubicBezTo>
                  <a:pt x="21" y="33"/>
                  <a:pt x="25" y="32"/>
                  <a:pt x="28" y="28"/>
                </a:cubicBezTo>
                <a:cubicBezTo>
                  <a:pt x="32" y="25"/>
                  <a:pt x="33" y="21"/>
                  <a:pt x="33" y="17"/>
                </a:cubicBezTo>
                <a:cubicBezTo>
                  <a:pt x="33" y="12"/>
                  <a:pt x="32" y="8"/>
                  <a:pt x="28" y="5"/>
                </a:cubicBezTo>
                <a:cubicBezTo>
                  <a:pt x="30" y="3"/>
                  <a:pt x="30" y="3"/>
                  <a:pt x="30" y="3"/>
                </a:cubicBezTo>
                <a:cubicBezTo>
                  <a:pt x="30" y="3"/>
                  <a:pt x="30" y="3"/>
                  <a:pt x="30" y="3"/>
                </a:cubicBezTo>
                <a:cubicBezTo>
                  <a:pt x="28" y="5"/>
                  <a:pt x="28" y="5"/>
                  <a:pt x="28" y="5"/>
                </a:cubicBezTo>
                <a:cubicBezTo>
                  <a:pt x="25" y="1"/>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28" name="Freeform 1186"/>
          <p:cNvSpPr>
            <a:spLocks noEditPoints="1"/>
          </p:cNvSpPr>
          <p:nvPr/>
        </p:nvSpPr>
        <p:spPr bwMode="auto">
          <a:xfrm>
            <a:off x="-11930" y="2449512"/>
            <a:ext cx="169863" cy="169863"/>
          </a:xfrm>
          <a:custGeom>
            <a:avLst/>
            <a:gdLst>
              <a:gd name="T0" fmla="*/ 20 w 41"/>
              <a:gd name="T1" fmla="*/ 37 h 41"/>
              <a:gd name="T2" fmla="*/ 9 w 41"/>
              <a:gd name="T3" fmla="*/ 32 h 41"/>
              <a:gd name="T4" fmla="*/ 4 w 41"/>
              <a:gd name="T5" fmla="*/ 21 h 41"/>
              <a:gd name="T6" fmla="*/ 9 w 41"/>
              <a:gd name="T7" fmla="*/ 9 h 41"/>
              <a:gd name="T8" fmla="*/ 20 w 41"/>
              <a:gd name="T9" fmla="*/ 4 h 41"/>
              <a:gd name="T10" fmla="*/ 32 w 41"/>
              <a:gd name="T11" fmla="*/ 9 h 41"/>
              <a:gd name="T12" fmla="*/ 34 w 41"/>
              <a:gd name="T13" fmla="*/ 7 h 41"/>
              <a:gd name="T14" fmla="*/ 35 w 41"/>
              <a:gd name="T15" fmla="*/ 6 h 41"/>
              <a:gd name="T16" fmla="*/ 34 w 41"/>
              <a:gd name="T17" fmla="*/ 7 h 41"/>
              <a:gd name="T18" fmla="*/ 32 w 41"/>
              <a:gd name="T19" fmla="*/ 9 h 41"/>
              <a:gd name="T20" fmla="*/ 37 w 41"/>
              <a:gd name="T21" fmla="*/ 21 h 41"/>
              <a:gd name="T22" fmla="*/ 32 w 41"/>
              <a:gd name="T23" fmla="*/ 32 h 41"/>
              <a:gd name="T24" fmla="*/ 20 w 41"/>
              <a:gd name="T25" fmla="*/ 37 h 41"/>
              <a:gd name="T26" fmla="*/ 20 w 41"/>
              <a:gd name="T27" fmla="*/ 0 h 41"/>
              <a:gd name="T28" fmla="*/ 20 w 41"/>
              <a:gd name="T29" fmla="*/ 0 h 41"/>
              <a:gd name="T30" fmla="*/ 6 w 41"/>
              <a:gd name="T31" fmla="*/ 6 h 41"/>
              <a:gd name="T32" fmla="*/ 5 w 41"/>
              <a:gd name="T33" fmla="*/ 7 h 41"/>
              <a:gd name="T34" fmla="*/ 3 w 41"/>
              <a:gd name="T35" fmla="*/ 10 h 41"/>
              <a:gd name="T36" fmla="*/ 0 w 41"/>
              <a:gd name="T37" fmla="*/ 21 h 41"/>
              <a:gd name="T38" fmla="*/ 6 w 41"/>
              <a:gd name="T39" fmla="*/ 35 h 41"/>
              <a:gd name="T40" fmla="*/ 20 w 41"/>
              <a:gd name="T41" fmla="*/ 41 h 41"/>
              <a:gd name="T42" fmla="*/ 20 w 41"/>
              <a:gd name="T43" fmla="*/ 41 h 41"/>
              <a:gd name="T44" fmla="*/ 31 w 41"/>
              <a:gd name="T45" fmla="*/ 38 h 41"/>
              <a:gd name="T46" fmla="*/ 34 w 41"/>
              <a:gd name="T47" fmla="*/ 36 h 41"/>
              <a:gd name="T48" fmla="*/ 35 w 41"/>
              <a:gd name="T49" fmla="*/ 35 h 41"/>
              <a:gd name="T50" fmla="*/ 41 w 41"/>
              <a:gd name="T51" fmla="*/ 21 h 41"/>
              <a:gd name="T52" fmla="*/ 35 w 41"/>
              <a:gd name="T53" fmla="*/ 6 h 41"/>
              <a:gd name="T54" fmla="*/ 35 w 41"/>
              <a:gd name="T55" fmla="*/ 6 h 41"/>
              <a:gd name="T56" fmla="*/ 20 w 41"/>
              <a:gd name="T5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41">
                <a:moveTo>
                  <a:pt x="20" y="37"/>
                </a:moveTo>
                <a:cubicBezTo>
                  <a:pt x="16" y="37"/>
                  <a:pt x="12" y="36"/>
                  <a:pt x="9" y="32"/>
                </a:cubicBezTo>
                <a:cubicBezTo>
                  <a:pt x="5" y="29"/>
                  <a:pt x="4" y="25"/>
                  <a:pt x="4" y="21"/>
                </a:cubicBezTo>
                <a:cubicBezTo>
                  <a:pt x="4" y="16"/>
                  <a:pt x="5" y="12"/>
                  <a:pt x="9" y="9"/>
                </a:cubicBezTo>
                <a:cubicBezTo>
                  <a:pt x="12" y="5"/>
                  <a:pt x="16" y="4"/>
                  <a:pt x="20" y="4"/>
                </a:cubicBezTo>
                <a:cubicBezTo>
                  <a:pt x="25" y="4"/>
                  <a:pt x="29" y="5"/>
                  <a:pt x="32" y="9"/>
                </a:cubicBezTo>
                <a:cubicBezTo>
                  <a:pt x="34" y="7"/>
                  <a:pt x="34" y="7"/>
                  <a:pt x="34" y="7"/>
                </a:cubicBezTo>
                <a:cubicBezTo>
                  <a:pt x="35" y="6"/>
                  <a:pt x="35" y="6"/>
                  <a:pt x="35" y="6"/>
                </a:cubicBezTo>
                <a:cubicBezTo>
                  <a:pt x="34" y="7"/>
                  <a:pt x="34" y="7"/>
                  <a:pt x="34" y="7"/>
                </a:cubicBezTo>
                <a:cubicBezTo>
                  <a:pt x="32" y="9"/>
                  <a:pt x="32" y="9"/>
                  <a:pt x="32" y="9"/>
                </a:cubicBezTo>
                <a:cubicBezTo>
                  <a:pt x="36" y="12"/>
                  <a:pt x="37" y="16"/>
                  <a:pt x="37" y="21"/>
                </a:cubicBezTo>
                <a:cubicBezTo>
                  <a:pt x="37" y="25"/>
                  <a:pt x="36" y="29"/>
                  <a:pt x="32" y="32"/>
                </a:cubicBezTo>
                <a:cubicBezTo>
                  <a:pt x="29" y="36"/>
                  <a:pt x="25" y="37"/>
                  <a:pt x="20" y="37"/>
                </a:cubicBezTo>
                <a:moveTo>
                  <a:pt x="20" y="0"/>
                </a:moveTo>
                <a:cubicBezTo>
                  <a:pt x="20" y="0"/>
                  <a:pt x="20" y="0"/>
                  <a:pt x="20" y="0"/>
                </a:cubicBezTo>
                <a:cubicBezTo>
                  <a:pt x="15" y="0"/>
                  <a:pt x="10" y="2"/>
                  <a:pt x="6" y="6"/>
                </a:cubicBezTo>
                <a:cubicBezTo>
                  <a:pt x="6" y="6"/>
                  <a:pt x="5" y="7"/>
                  <a:pt x="5" y="7"/>
                </a:cubicBezTo>
                <a:cubicBezTo>
                  <a:pt x="4" y="8"/>
                  <a:pt x="3" y="9"/>
                  <a:pt x="3" y="10"/>
                </a:cubicBezTo>
                <a:cubicBezTo>
                  <a:pt x="1" y="13"/>
                  <a:pt x="0" y="17"/>
                  <a:pt x="0" y="21"/>
                </a:cubicBezTo>
                <a:cubicBezTo>
                  <a:pt x="0" y="26"/>
                  <a:pt x="2" y="31"/>
                  <a:pt x="6" y="35"/>
                </a:cubicBezTo>
                <a:cubicBezTo>
                  <a:pt x="10" y="39"/>
                  <a:pt x="15" y="41"/>
                  <a:pt x="20" y="41"/>
                </a:cubicBezTo>
                <a:cubicBezTo>
                  <a:pt x="20" y="41"/>
                  <a:pt x="20" y="41"/>
                  <a:pt x="20" y="41"/>
                </a:cubicBezTo>
                <a:cubicBezTo>
                  <a:pt x="24" y="41"/>
                  <a:pt x="28" y="40"/>
                  <a:pt x="31" y="38"/>
                </a:cubicBezTo>
                <a:cubicBezTo>
                  <a:pt x="32" y="38"/>
                  <a:pt x="33" y="37"/>
                  <a:pt x="34" y="36"/>
                </a:cubicBezTo>
                <a:cubicBezTo>
                  <a:pt x="34" y="36"/>
                  <a:pt x="35" y="35"/>
                  <a:pt x="35" y="35"/>
                </a:cubicBezTo>
                <a:cubicBezTo>
                  <a:pt x="39" y="31"/>
                  <a:pt x="41" y="26"/>
                  <a:pt x="41" y="21"/>
                </a:cubicBezTo>
                <a:cubicBezTo>
                  <a:pt x="41" y="15"/>
                  <a:pt x="39" y="10"/>
                  <a:pt x="35" y="6"/>
                </a:cubicBezTo>
                <a:cubicBezTo>
                  <a:pt x="35" y="6"/>
                  <a:pt x="35" y="6"/>
                  <a:pt x="35" y="6"/>
                </a:cubicBezTo>
                <a:cubicBezTo>
                  <a:pt x="31" y="2"/>
                  <a:pt x="26"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29" name="Freeform 1187"/>
          <p:cNvSpPr>
            <a:spLocks/>
          </p:cNvSpPr>
          <p:nvPr/>
        </p:nvSpPr>
        <p:spPr bwMode="auto">
          <a:xfrm>
            <a:off x="-1624830" y="36512"/>
            <a:ext cx="136525" cy="141288"/>
          </a:xfrm>
          <a:custGeom>
            <a:avLst/>
            <a:gdLst>
              <a:gd name="T0" fmla="*/ 16 w 33"/>
              <a:gd name="T1" fmla="*/ 0 h 34"/>
              <a:gd name="T2" fmla="*/ 5 w 33"/>
              <a:gd name="T3" fmla="*/ 5 h 34"/>
              <a:gd name="T4" fmla="*/ 0 w 33"/>
              <a:gd name="T5" fmla="*/ 17 h 34"/>
              <a:gd name="T6" fmla="*/ 5 w 33"/>
              <a:gd name="T7" fmla="*/ 29 h 34"/>
              <a:gd name="T8" fmla="*/ 16 w 33"/>
              <a:gd name="T9" fmla="*/ 34 h 34"/>
              <a:gd name="T10" fmla="*/ 28 w 33"/>
              <a:gd name="T11" fmla="*/ 29 h 34"/>
              <a:gd name="T12" fmla="*/ 33 w 33"/>
              <a:gd name="T13" fmla="*/ 17 h 34"/>
              <a:gd name="T14" fmla="*/ 28 w 33"/>
              <a:gd name="T15" fmla="*/ 5 h 34"/>
              <a:gd name="T16" fmla="*/ 30 w 33"/>
              <a:gd name="T17" fmla="*/ 4 h 34"/>
              <a:gd name="T18" fmla="*/ 30 w 33"/>
              <a:gd name="T19" fmla="*/ 4 h 34"/>
              <a:gd name="T20" fmla="*/ 28 w 33"/>
              <a:gd name="T21" fmla="*/ 5 h 34"/>
              <a:gd name="T22" fmla="*/ 16 w 33"/>
              <a:gd name="T2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4">
                <a:moveTo>
                  <a:pt x="16" y="0"/>
                </a:moveTo>
                <a:cubicBezTo>
                  <a:pt x="12" y="0"/>
                  <a:pt x="8" y="2"/>
                  <a:pt x="5" y="5"/>
                </a:cubicBezTo>
                <a:cubicBezTo>
                  <a:pt x="1" y="9"/>
                  <a:pt x="0" y="13"/>
                  <a:pt x="0" y="17"/>
                </a:cubicBezTo>
                <a:cubicBezTo>
                  <a:pt x="0" y="21"/>
                  <a:pt x="1" y="26"/>
                  <a:pt x="5" y="29"/>
                </a:cubicBezTo>
                <a:cubicBezTo>
                  <a:pt x="8" y="32"/>
                  <a:pt x="12" y="34"/>
                  <a:pt x="16" y="34"/>
                </a:cubicBezTo>
                <a:cubicBezTo>
                  <a:pt x="21" y="34"/>
                  <a:pt x="25" y="32"/>
                  <a:pt x="28" y="29"/>
                </a:cubicBezTo>
                <a:cubicBezTo>
                  <a:pt x="31" y="26"/>
                  <a:pt x="33" y="21"/>
                  <a:pt x="33" y="17"/>
                </a:cubicBezTo>
                <a:cubicBezTo>
                  <a:pt x="33" y="13"/>
                  <a:pt x="31" y="9"/>
                  <a:pt x="28" y="5"/>
                </a:cubicBezTo>
                <a:cubicBezTo>
                  <a:pt x="30" y="4"/>
                  <a:pt x="30" y="4"/>
                  <a:pt x="30" y="4"/>
                </a:cubicBezTo>
                <a:cubicBezTo>
                  <a:pt x="30" y="4"/>
                  <a:pt x="30" y="4"/>
                  <a:pt x="30" y="4"/>
                </a:cubicBezTo>
                <a:cubicBezTo>
                  <a:pt x="28" y="5"/>
                  <a:pt x="28" y="5"/>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30" name="Freeform 1188"/>
          <p:cNvSpPr>
            <a:spLocks noEditPoints="1"/>
          </p:cNvSpPr>
          <p:nvPr/>
        </p:nvSpPr>
        <p:spPr bwMode="auto">
          <a:xfrm>
            <a:off x="-1640705" y="19050"/>
            <a:ext cx="169863" cy="174625"/>
          </a:xfrm>
          <a:custGeom>
            <a:avLst/>
            <a:gdLst>
              <a:gd name="T0" fmla="*/ 20 w 41"/>
              <a:gd name="T1" fmla="*/ 38 h 42"/>
              <a:gd name="T2" fmla="*/ 9 w 41"/>
              <a:gd name="T3" fmla="*/ 33 h 42"/>
              <a:gd name="T4" fmla="*/ 4 w 41"/>
              <a:gd name="T5" fmla="*/ 21 h 42"/>
              <a:gd name="T6" fmla="*/ 9 w 41"/>
              <a:gd name="T7" fmla="*/ 9 h 42"/>
              <a:gd name="T8" fmla="*/ 20 w 41"/>
              <a:gd name="T9" fmla="*/ 4 h 42"/>
              <a:gd name="T10" fmla="*/ 32 w 41"/>
              <a:gd name="T11" fmla="*/ 9 h 42"/>
              <a:gd name="T12" fmla="*/ 34 w 41"/>
              <a:gd name="T13" fmla="*/ 8 h 42"/>
              <a:gd name="T14" fmla="*/ 35 w 41"/>
              <a:gd name="T15" fmla="*/ 6 h 42"/>
              <a:gd name="T16" fmla="*/ 34 w 41"/>
              <a:gd name="T17" fmla="*/ 8 h 42"/>
              <a:gd name="T18" fmla="*/ 32 w 41"/>
              <a:gd name="T19" fmla="*/ 9 h 42"/>
              <a:gd name="T20" fmla="*/ 37 w 41"/>
              <a:gd name="T21" fmla="*/ 21 h 42"/>
              <a:gd name="T22" fmla="*/ 32 w 41"/>
              <a:gd name="T23" fmla="*/ 33 h 42"/>
              <a:gd name="T24" fmla="*/ 20 w 41"/>
              <a:gd name="T25" fmla="*/ 38 h 42"/>
              <a:gd name="T26" fmla="*/ 20 w 41"/>
              <a:gd name="T27" fmla="*/ 0 h 42"/>
              <a:gd name="T28" fmla="*/ 20 w 41"/>
              <a:gd name="T29" fmla="*/ 0 h 42"/>
              <a:gd name="T30" fmla="*/ 8 w 41"/>
              <a:gd name="T31" fmla="*/ 5 h 42"/>
              <a:gd name="T32" fmla="*/ 6 w 41"/>
              <a:gd name="T33" fmla="*/ 6 h 42"/>
              <a:gd name="T34" fmla="*/ 5 w 41"/>
              <a:gd name="T35" fmla="*/ 7 h 42"/>
              <a:gd name="T36" fmla="*/ 0 w 41"/>
              <a:gd name="T37" fmla="*/ 21 h 42"/>
              <a:gd name="T38" fmla="*/ 6 w 41"/>
              <a:gd name="T39" fmla="*/ 36 h 42"/>
              <a:gd name="T40" fmla="*/ 20 w 41"/>
              <a:gd name="T41" fmla="*/ 42 h 42"/>
              <a:gd name="T42" fmla="*/ 20 w 41"/>
              <a:gd name="T43" fmla="*/ 42 h 42"/>
              <a:gd name="T44" fmla="*/ 34 w 41"/>
              <a:gd name="T45" fmla="*/ 37 h 42"/>
              <a:gd name="T46" fmla="*/ 35 w 41"/>
              <a:gd name="T47" fmla="*/ 36 h 42"/>
              <a:gd name="T48" fmla="*/ 37 w 41"/>
              <a:gd name="T49" fmla="*/ 34 h 42"/>
              <a:gd name="T50" fmla="*/ 41 w 41"/>
              <a:gd name="T51" fmla="*/ 21 h 42"/>
              <a:gd name="T52" fmla="*/ 35 w 41"/>
              <a:gd name="T53" fmla="*/ 6 h 42"/>
              <a:gd name="T54" fmla="*/ 35 w 41"/>
              <a:gd name="T55" fmla="*/ 6 h 42"/>
              <a:gd name="T56" fmla="*/ 20 w 41"/>
              <a:gd name="T5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42">
                <a:moveTo>
                  <a:pt x="20" y="38"/>
                </a:moveTo>
                <a:cubicBezTo>
                  <a:pt x="16" y="38"/>
                  <a:pt x="12" y="36"/>
                  <a:pt x="9" y="33"/>
                </a:cubicBezTo>
                <a:cubicBezTo>
                  <a:pt x="5" y="30"/>
                  <a:pt x="4" y="25"/>
                  <a:pt x="4" y="21"/>
                </a:cubicBezTo>
                <a:cubicBezTo>
                  <a:pt x="4" y="17"/>
                  <a:pt x="5" y="13"/>
                  <a:pt x="9" y="9"/>
                </a:cubicBezTo>
                <a:cubicBezTo>
                  <a:pt x="12" y="6"/>
                  <a:pt x="16" y="4"/>
                  <a:pt x="20" y="4"/>
                </a:cubicBezTo>
                <a:cubicBezTo>
                  <a:pt x="25" y="4"/>
                  <a:pt x="29" y="6"/>
                  <a:pt x="32" y="9"/>
                </a:cubicBezTo>
                <a:cubicBezTo>
                  <a:pt x="34" y="8"/>
                  <a:pt x="34" y="8"/>
                  <a:pt x="34" y="8"/>
                </a:cubicBezTo>
                <a:cubicBezTo>
                  <a:pt x="35" y="6"/>
                  <a:pt x="35" y="6"/>
                  <a:pt x="35" y="6"/>
                </a:cubicBezTo>
                <a:cubicBezTo>
                  <a:pt x="34" y="8"/>
                  <a:pt x="34" y="8"/>
                  <a:pt x="34" y="8"/>
                </a:cubicBezTo>
                <a:cubicBezTo>
                  <a:pt x="32" y="9"/>
                  <a:pt x="32" y="9"/>
                  <a:pt x="32" y="9"/>
                </a:cubicBezTo>
                <a:cubicBezTo>
                  <a:pt x="35" y="13"/>
                  <a:pt x="37" y="17"/>
                  <a:pt x="37" y="21"/>
                </a:cubicBezTo>
                <a:cubicBezTo>
                  <a:pt x="37" y="25"/>
                  <a:pt x="35" y="30"/>
                  <a:pt x="32" y="33"/>
                </a:cubicBezTo>
                <a:cubicBezTo>
                  <a:pt x="29" y="36"/>
                  <a:pt x="25" y="38"/>
                  <a:pt x="20" y="38"/>
                </a:cubicBezTo>
                <a:moveTo>
                  <a:pt x="20" y="0"/>
                </a:moveTo>
                <a:cubicBezTo>
                  <a:pt x="20" y="0"/>
                  <a:pt x="20" y="0"/>
                  <a:pt x="20" y="0"/>
                </a:cubicBezTo>
                <a:cubicBezTo>
                  <a:pt x="16" y="0"/>
                  <a:pt x="11" y="2"/>
                  <a:pt x="8" y="5"/>
                </a:cubicBezTo>
                <a:cubicBezTo>
                  <a:pt x="7" y="5"/>
                  <a:pt x="6" y="6"/>
                  <a:pt x="6" y="6"/>
                </a:cubicBezTo>
                <a:cubicBezTo>
                  <a:pt x="5" y="7"/>
                  <a:pt x="5" y="7"/>
                  <a:pt x="5" y="7"/>
                </a:cubicBezTo>
                <a:cubicBezTo>
                  <a:pt x="1" y="11"/>
                  <a:pt x="0" y="16"/>
                  <a:pt x="0" y="21"/>
                </a:cubicBezTo>
                <a:cubicBezTo>
                  <a:pt x="0" y="26"/>
                  <a:pt x="2" y="32"/>
                  <a:pt x="6" y="36"/>
                </a:cubicBezTo>
                <a:cubicBezTo>
                  <a:pt x="10" y="40"/>
                  <a:pt x="15" y="42"/>
                  <a:pt x="20" y="42"/>
                </a:cubicBezTo>
                <a:cubicBezTo>
                  <a:pt x="20" y="42"/>
                  <a:pt x="20" y="42"/>
                  <a:pt x="20" y="42"/>
                </a:cubicBezTo>
                <a:cubicBezTo>
                  <a:pt x="25" y="42"/>
                  <a:pt x="30" y="40"/>
                  <a:pt x="34" y="37"/>
                </a:cubicBezTo>
                <a:cubicBezTo>
                  <a:pt x="34" y="36"/>
                  <a:pt x="35" y="36"/>
                  <a:pt x="35" y="36"/>
                </a:cubicBezTo>
                <a:cubicBezTo>
                  <a:pt x="36" y="35"/>
                  <a:pt x="36" y="34"/>
                  <a:pt x="37" y="34"/>
                </a:cubicBezTo>
                <a:cubicBezTo>
                  <a:pt x="40" y="30"/>
                  <a:pt x="41" y="25"/>
                  <a:pt x="41" y="21"/>
                </a:cubicBezTo>
                <a:cubicBezTo>
                  <a:pt x="41" y="16"/>
                  <a:pt x="39" y="10"/>
                  <a:pt x="35" y="6"/>
                </a:cubicBezTo>
                <a:cubicBezTo>
                  <a:pt x="35" y="6"/>
                  <a:pt x="35" y="6"/>
                  <a:pt x="35" y="6"/>
                </a:cubicBezTo>
                <a:cubicBezTo>
                  <a:pt x="31" y="2"/>
                  <a:pt x="26"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31" name="Freeform 1189"/>
          <p:cNvSpPr>
            <a:spLocks/>
          </p:cNvSpPr>
          <p:nvPr/>
        </p:nvSpPr>
        <p:spPr bwMode="auto">
          <a:xfrm>
            <a:off x="-2728143" y="-220663"/>
            <a:ext cx="138113" cy="136525"/>
          </a:xfrm>
          <a:custGeom>
            <a:avLst/>
            <a:gdLst>
              <a:gd name="T0" fmla="*/ 16 w 33"/>
              <a:gd name="T1" fmla="*/ 0 h 33"/>
              <a:gd name="T2" fmla="*/ 5 w 33"/>
              <a:gd name="T3" fmla="*/ 5 h 33"/>
              <a:gd name="T4" fmla="*/ 0 w 33"/>
              <a:gd name="T5" fmla="*/ 17 h 33"/>
              <a:gd name="T6" fmla="*/ 5 w 33"/>
              <a:gd name="T7" fmla="*/ 29 h 33"/>
              <a:gd name="T8" fmla="*/ 16 w 33"/>
              <a:gd name="T9" fmla="*/ 33 h 33"/>
              <a:gd name="T10" fmla="*/ 28 w 33"/>
              <a:gd name="T11" fmla="*/ 29 h 33"/>
              <a:gd name="T12" fmla="*/ 33 w 33"/>
              <a:gd name="T13" fmla="*/ 17 h 33"/>
              <a:gd name="T14" fmla="*/ 28 w 33"/>
              <a:gd name="T15" fmla="*/ 5 h 33"/>
              <a:gd name="T16" fmla="*/ 30 w 33"/>
              <a:gd name="T17" fmla="*/ 4 h 33"/>
              <a:gd name="T18" fmla="*/ 30 w 33"/>
              <a:gd name="T19" fmla="*/ 4 h 33"/>
              <a:gd name="T20" fmla="*/ 28 w 33"/>
              <a:gd name="T21" fmla="*/ 5 h 33"/>
              <a:gd name="T22" fmla="*/ 16 w 33"/>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3">
                <a:moveTo>
                  <a:pt x="16" y="0"/>
                </a:moveTo>
                <a:cubicBezTo>
                  <a:pt x="12" y="0"/>
                  <a:pt x="8" y="2"/>
                  <a:pt x="5" y="5"/>
                </a:cubicBezTo>
                <a:cubicBezTo>
                  <a:pt x="1" y="8"/>
                  <a:pt x="0" y="13"/>
                  <a:pt x="0" y="17"/>
                </a:cubicBezTo>
                <a:cubicBezTo>
                  <a:pt x="0" y="21"/>
                  <a:pt x="1" y="25"/>
                  <a:pt x="5" y="29"/>
                </a:cubicBezTo>
                <a:cubicBezTo>
                  <a:pt x="8" y="32"/>
                  <a:pt x="12" y="33"/>
                  <a:pt x="16" y="33"/>
                </a:cubicBezTo>
                <a:cubicBezTo>
                  <a:pt x="21" y="33"/>
                  <a:pt x="25" y="32"/>
                  <a:pt x="28" y="29"/>
                </a:cubicBezTo>
                <a:cubicBezTo>
                  <a:pt x="31" y="25"/>
                  <a:pt x="33" y="21"/>
                  <a:pt x="33" y="17"/>
                </a:cubicBezTo>
                <a:cubicBezTo>
                  <a:pt x="33" y="13"/>
                  <a:pt x="31" y="8"/>
                  <a:pt x="28" y="5"/>
                </a:cubicBezTo>
                <a:cubicBezTo>
                  <a:pt x="30" y="4"/>
                  <a:pt x="30" y="4"/>
                  <a:pt x="30" y="4"/>
                </a:cubicBezTo>
                <a:cubicBezTo>
                  <a:pt x="30" y="4"/>
                  <a:pt x="30" y="4"/>
                  <a:pt x="30" y="4"/>
                </a:cubicBezTo>
                <a:cubicBezTo>
                  <a:pt x="28" y="5"/>
                  <a:pt x="28" y="5"/>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32" name="Freeform 1190"/>
          <p:cNvSpPr>
            <a:spLocks noEditPoints="1"/>
          </p:cNvSpPr>
          <p:nvPr/>
        </p:nvSpPr>
        <p:spPr bwMode="auto">
          <a:xfrm>
            <a:off x="-2744018" y="-236538"/>
            <a:ext cx="169863" cy="169863"/>
          </a:xfrm>
          <a:custGeom>
            <a:avLst/>
            <a:gdLst>
              <a:gd name="T0" fmla="*/ 20 w 41"/>
              <a:gd name="T1" fmla="*/ 37 h 41"/>
              <a:gd name="T2" fmla="*/ 9 w 41"/>
              <a:gd name="T3" fmla="*/ 33 h 41"/>
              <a:gd name="T4" fmla="*/ 4 w 41"/>
              <a:gd name="T5" fmla="*/ 21 h 41"/>
              <a:gd name="T6" fmla="*/ 9 w 41"/>
              <a:gd name="T7" fmla="*/ 9 h 41"/>
              <a:gd name="T8" fmla="*/ 20 w 41"/>
              <a:gd name="T9" fmla="*/ 4 h 41"/>
              <a:gd name="T10" fmla="*/ 32 w 41"/>
              <a:gd name="T11" fmla="*/ 9 h 41"/>
              <a:gd name="T12" fmla="*/ 34 w 41"/>
              <a:gd name="T13" fmla="*/ 8 h 41"/>
              <a:gd name="T14" fmla="*/ 35 w 41"/>
              <a:gd name="T15" fmla="*/ 6 h 41"/>
              <a:gd name="T16" fmla="*/ 34 w 41"/>
              <a:gd name="T17" fmla="*/ 8 h 41"/>
              <a:gd name="T18" fmla="*/ 32 w 41"/>
              <a:gd name="T19" fmla="*/ 9 h 41"/>
              <a:gd name="T20" fmla="*/ 37 w 41"/>
              <a:gd name="T21" fmla="*/ 21 h 41"/>
              <a:gd name="T22" fmla="*/ 32 w 41"/>
              <a:gd name="T23" fmla="*/ 33 h 41"/>
              <a:gd name="T24" fmla="*/ 20 w 41"/>
              <a:gd name="T25" fmla="*/ 37 h 41"/>
              <a:gd name="T26" fmla="*/ 20 w 41"/>
              <a:gd name="T27" fmla="*/ 0 h 41"/>
              <a:gd name="T28" fmla="*/ 20 w 41"/>
              <a:gd name="T29" fmla="*/ 0 h 41"/>
              <a:gd name="T30" fmla="*/ 6 w 41"/>
              <a:gd name="T31" fmla="*/ 6 h 41"/>
              <a:gd name="T32" fmla="*/ 0 w 41"/>
              <a:gd name="T33" fmla="*/ 21 h 41"/>
              <a:gd name="T34" fmla="*/ 6 w 41"/>
              <a:gd name="T35" fmla="*/ 35 h 41"/>
              <a:gd name="T36" fmla="*/ 20 w 41"/>
              <a:gd name="T37" fmla="*/ 41 h 41"/>
              <a:gd name="T38" fmla="*/ 20 w 41"/>
              <a:gd name="T39" fmla="*/ 41 h 41"/>
              <a:gd name="T40" fmla="*/ 34 w 41"/>
              <a:gd name="T41" fmla="*/ 36 h 41"/>
              <a:gd name="T42" fmla="*/ 35 w 41"/>
              <a:gd name="T43" fmla="*/ 35 h 41"/>
              <a:gd name="T44" fmla="*/ 37 w 41"/>
              <a:gd name="T45" fmla="*/ 33 h 41"/>
              <a:gd name="T46" fmla="*/ 41 w 41"/>
              <a:gd name="T47" fmla="*/ 21 h 41"/>
              <a:gd name="T48" fmla="*/ 35 w 41"/>
              <a:gd name="T49" fmla="*/ 6 h 41"/>
              <a:gd name="T50" fmla="*/ 35 w 41"/>
              <a:gd name="T51" fmla="*/ 6 h 41"/>
              <a:gd name="T52" fmla="*/ 20 w 41"/>
              <a:gd name="T5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1">
                <a:moveTo>
                  <a:pt x="20" y="37"/>
                </a:moveTo>
                <a:cubicBezTo>
                  <a:pt x="16" y="37"/>
                  <a:pt x="12" y="36"/>
                  <a:pt x="9" y="33"/>
                </a:cubicBezTo>
                <a:cubicBezTo>
                  <a:pt x="5" y="29"/>
                  <a:pt x="4" y="25"/>
                  <a:pt x="4" y="21"/>
                </a:cubicBezTo>
                <a:cubicBezTo>
                  <a:pt x="4" y="17"/>
                  <a:pt x="5" y="12"/>
                  <a:pt x="9" y="9"/>
                </a:cubicBezTo>
                <a:cubicBezTo>
                  <a:pt x="12" y="6"/>
                  <a:pt x="16" y="4"/>
                  <a:pt x="20" y="4"/>
                </a:cubicBezTo>
                <a:cubicBezTo>
                  <a:pt x="25" y="4"/>
                  <a:pt x="29" y="6"/>
                  <a:pt x="32" y="9"/>
                </a:cubicBezTo>
                <a:cubicBezTo>
                  <a:pt x="34" y="8"/>
                  <a:pt x="34" y="8"/>
                  <a:pt x="34" y="8"/>
                </a:cubicBezTo>
                <a:cubicBezTo>
                  <a:pt x="35" y="6"/>
                  <a:pt x="35" y="6"/>
                  <a:pt x="35" y="6"/>
                </a:cubicBezTo>
                <a:cubicBezTo>
                  <a:pt x="34" y="8"/>
                  <a:pt x="34" y="8"/>
                  <a:pt x="34" y="8"/>
                </a:cubicBezTo>
                <a:cubicBezTo>
                  <a:pt x="32" y="9"/>
                  <a:pt x="32" y="9"/>
                  <a:pt x="32" y="9"/>
                </a:cubicBezTo>
                <a:cubicBezTo>
                  <a:pt x="35" y="12"/>
                  <a:pt x="37" y="17"/>
                  <a:pt x="37" y="21"/>
                </a:cubicBezTo>
                <a:cubicBezTo>
                  <a:pt x="37" y="25"/>
                  <a:pt x="35" y="29"/>
                  <a:pt x="32" y="33"/>
                </a:cubicBezTo>
                <a:cubicBezTo>
                  <a:pt x="29" y="36"/>
                  <a:pt x="25" y="37"/>
                  <a:pt x="20" y="37"/>
                </a:cubicBezTo>
                <a:moveTo>
                  <a:pt x="20" y="0"/>
                </a:moveTo>
                <a:cubicBezTo>
                  <a:pt x="20" y="0"/>
                  <a:pt x="20" y="0"/>
                  <a:pt x="20" y="0"/>
                </a:cubicBezTo>
                <a:cubicBezTo>
                  <a:pt x="15" y="0"/>
                  <a:pt x="10" y="2"/>
                  <a:pt x="6" y="6"/>
                </a:cubicBezTo>
                <a:cubicBezTo>
                  <a:pt x="2" y="10"/>
                  <a:pt x="0" y="16"/>
                  <a:pt x="0" y="21"/>
                </a:cubicBezTo>
                <a:cubicBezTo>
                  <a:pt x="0" y="26"/>
                  <a:pt x="2" y="31"/>
                  <a:pt x="6" y="35"/>
                </a:cubicBezTo>
                <a:cubicBezTo>
                  <a:pt x="10" y="39"/>
                  <a:pt x="15" y="41"/>
                  <a:pt x="20" y="41"/>
                </a:cubicBezTo>
                <a:cubicBezTo>
                  <a:pt x="20" y="41"/>
                  <a:pt x="20" y="41"/>
                  <a:pt x="20" y="41"/>
                </a:cubicBezTo>
                <a:cubicBezTo>
                  <a:pt x="25" y="41"/>
                  <a:pt x="30" y="40"/>
                  <a:pt x="34" y="36"/>
                </a:cubicBezTo>
                <a:cubicBezTo>
                  <a:pt x="34" y="36"/>
                  <a:pt x="35" y="36"/>
                  <a:pt x="35" y="35"/>
                </a:cubicBezTo>
                <a:cubicBezTo>
                  <a:pt x="36" y="35"/>
                  <a:pt x="36" y="34"/>
                  <a:pt x="37" y="33"/>
                </a:cubicBezTo>
                <a:cubicBezTo>
                  <a:pt x="40" y="30"/>
                  <a:pt x="41" y="25"/>
                  <a:pt x="41" y="21"/>
                </a:cubicBezTo>
                <a:cubicBezTo>
                  <a:pt x="41" y="16"/>
                  <a:pt x="39" y="10"/>
                  <a:pt x="35" y="6"/>
                </a:cubicBezTo>
                <a:cubicBezTo>
                  <a:pt x="35" y="6"/>
                  <a:pt x="35" y="6"/>
                  <a:pt x="35" y="6"/>
                </a:cubicBezTo>
                <a:cubicBezTo>
                  <a:pt x="31" y="2"/>
                  <a:pt x="26"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33" name="Freeform 1191"/>
          <p:cNvSpPr>
            <a:spLocks/>
          </p:cNvSpPr>
          <p:nvPr/>
        </p:nvSpPr>
        <p:spPr bwMode="auto">
          <a:xfrm>
            <a:off x="-1566093" y="6130925"/>
            <a:ext cx="136525" cy="136525"/>
          </a:xfrm>
          <a:custGeom>
            <a:avLst/>
            <a:gdLst>
              <a:gd name="T0" fmla="*/ 16 w 33"/>
              <a:gd name="T1" fmla="*/ 0 h 33"/>
              <a:gd name="T2" fmla="*/ 5 w 33"/>
              <a:gd name="T3" fmla="*/ 5 h 33"/>
              <a:gd name="T4" fmla="*/ 0 w 33"/>
              <a:gd name="T5" fmla="*/ 17 h 33"/>
              <a:gd name="T6" fmla="*/ 5 w 33"/>
              <a:gd name="T7" fmla="*/ 29 h 33"/>
              <a:gd name="T8" fmla="*/ 16 w 33"/>
              <a:gd name="T9" fmla="*/ 33 h 33"/>
              <a:gd name="T10" fmla="*/ 28 w 33"/>
              <a:gd name="T11" fmla="*/ 29 h 33"/>
              <a:gd name="T12" fmla="*/ 33 w 33"/>
              <a:gd name="T13" fmla="*/ 17 h 33"/>
              <a:gd name="T14" fmla="*/ 28 w 33"/>
              <a:gd name="T15" fmla="*/ 5 h 33"/>
              <a:gd name="T16" fmla="*/ 30 w 33"/>
              <a:gd name="T17" fmla="*/ 4 h 33"/>
              <a:gd name="T18" fmla="*/ 30 w 33"/>
              <a:gd name="T19" fmla="*/ 4 h 33"/>
              <a:gd name="T20" fmla="*/ 28 w 33"/>
              <a:gd name="T21" fmla="*/ 5 h 33"/>
              <a:gd name="T22" fmla="*/ 16 w 33"/>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3">
                <a:moveTo>
                  <a:pt x="16" y="0"/>
                </a:moveTo>
                <a:cubicBezTo>
                  <a:pt x="12" y="0"/>
                  <a:pt x="8" y="2"/>
                  <a:pt x="5" y="5"/>
                </a:cubicBezTo>
                <a:cubicBezTo>
                  <a:pt x="1" y="8"/>
                  <a:pt x="0" y="13"/>
                  <a:pt x="0" y="17"/>
                </a:cubicBezTo>
                <a:cubicBezTo>
                  <a:pt x="0" y="21"/>
                  <a:pt x="1" y="25"/>
                  <a:pt x="5" y="29"/>
                </a:cubicBezTo>
                <a:cubicBezTo>
                  <a:pt x="8" y="32"/>
                  <a:pt x="12" y="33"/>
                  <a:pt x="16" y="33"/>
                </a:cubicBezTo>
                <a:cubicBezTo>
                  <a:pt x="21" y="33"/>
                  <a:pt x="25" y="32"/>
                  <a:pt x="28" y="29"/>
                </a:cubicBezTo>
                <a:cubicBezTo>
                  <a:pt x="31" y="25"/>
                  <a:pt x="33" y="21"/>
                  <a:pt x="33" y="17"/>
                </a:cubicBezTo>
                <a:cubicBezTo>
                  <a:pt x="33" y="13"/>
                  <a:pt x="31" y="8"/>
                  <a:pt x="28" y="5"/>
                </a:cubicBezTo>
                <a:cubicBezTo>
                  <a:pt x="30" y="4"/>
                  <a:pt x="30" y="4"/>
                  <a:pt x="30" y="4"/>
                </a:cubicBezTo>
                <a:cubicBezTo>
                  <a:pt x="30" y="4"/>
                  <a:pt x="30" y="4"/>
                  <a:pt x="30" y="4"/>
                </a:cubicBezTo>
                <a:cubicBezTo>
                  <a:pt x="28" y="5"/>
                  <a:pt x="28" y="5"/>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34" name="Freeform 1192"/>
          <p:cNvSpPr>
            <a:spLocks noEditPoints="1"/>
          </p:cNvSpPr>
          <p:nvPr/>
        </p:nvSpPr>
        <p:spPr bwMode="auto">
          <a:xfrm>
            <a:off x="-1583555" y="6113463"/>
            <a:ext cx="169863" cy="171450"/>
          </a:xfrm>
          <a:custGeom>
            <a:avLst/>
            <a:gdLst>
              <a:gd name="T0" fmla="*/ 20 w 41"/>
              <a:gd name="T1" fmla="*/ 37 h 41"/>
              <a:gd name="T2" fmla="*/ 9 w 41"/>
              <a:gd name="T3" fmla="*/ 33 h 41"/>
              <a:gd name="T4" fmla="*/ 4 w 41"/>
              <a:gd name="T5" fmla="*/ 21 h 41"/>
              <a:gd name="T6" fmla="*/ 9 w 41"/>
              <a:gd name="T7" fmla="*/ 9 h 41"/>
              <a:gd name="T8" fmla="*/ 20 w 41"/>
              <a:gd name="T9" fmla="*/ 4 h 41"/>
              <a:gd name="T10" fmla="*/ 32 w 41"/>
              <a:gd name="T11" fmla="*/ 9 h 41"/>
              <a:gd name="T12" fmla="*/ 34 w 41"/>
              <a:gd name="T13" fmla="*/ 8 h 41"/>
              <a:gd name="T14" fmla="*/ 35 w 41"/>
              <a:gd name="T15" fmla="*/ 6 h 41"/>
              <a:gd name="T16" fmla="*/ 34 w 41"/>
              <a:gd name="T17" fmla="*/ 8 h 41"/>
              <a:gd name="T18" fmla="*/ 32 w 41"/>
              <a:gd name="T19" fmla="*/ 9 h 41"/>
              <a:gd name="T20" fmla="*/ 37 w 41"/>
              <a:gd name="T21" fmla="*/ 21 h 41"/>
              <a:gd name="T22" fmla="*/ 32 w 41"/>
              <a:gd name="T23" fmla="*/ 33 h 41"/>
              <a:gd name="T24" fmla="*/ 20 w 41"/>
              <a:gd name="T25" fmla="*/ 37 h 41"/>
              <a:gd name="T26" fmla="*/ 20 w 41"/>
              <a:gd name="T27" fmla="*/ 0 h 41"/>
              <a:gd name="T28" fmla="*/ 20 w 41"/>
              <a:gd name="T29" fmla="*/ 0 h 41"/>
              <a:gd name="T30" fmla="*/ 6 w 41"/>
              <a:gd name="T31" fmla="*/ 6 h 41"/>
              <a:gd name="T32" fmla="*/ 0 w 41"/>
              <a:gd name="T33" fmla="*/ 21 h 41"/>
              <a:gd name="T34" fmla="*/ 6 w 41"/>
              <a:gd name="T35" fmla="*/ 35 h 41"/>
              <a:gd name="T36" fmla="*/ 17 w 41"/>
              <a:gd name="T37" fmla="*/ 41 h 41"/>
              <a:gd name="T38" fmla="*/ 20 w 41"/>
              <a:gd name="T39" fmla="*/ 41 h 41"/>
              <a:gd name="T40" fmla="*/ 20 w 41"/>
              <a:gd name="T41" fmla="*/ 41 h 41"/>
              <a:gd name="T42" fmla="*/ 21 w 41"/>
              <a:gd name="T43" fmla="*/ 41 h 41"/>
              <a:gd name="T44" fmla="*/ 35 w 41"/>
              <a:gd name="T45" fmla="*/ 35 h 41"/>
              <a:gd name="T46" fmla="*/ 41 w 41"/>
              <a:gd name="T47" fmla="*/ 21 h 41"/>
              <a:gd name="T48" fmla="*/ 35 w 41"/>
              <a:gd name="T49" fmla="*/ 6 h 41"/>
              <a:gd name="T50" fmla="*/ 35 w 41"/>
              <a:gd name="T51" fmla="*/ 6 h 41"/>
              <a:gd name="T52" fmla="*/ 20 w 41"/>
              <a:gd name="T5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1">
                <a:moveTo>
                  <a:pt x="20" y="37"/>
                </a:moveTo>
                <a:cubicBezTo>
                  <a:pt x="16" y="37"/>
                  <a:pt x="12" y="36"/>
                  <a:pt x="9" y="33"/>
                </a:cubicBezTo>
                <a:cubicBezTo>
                  <a:pt x="5" y="29"/>
                  <a:pt x="4" y="25"/>
                  <a:pt x="4" y="21"/>
                </a:cubicBezTo>
                <a:cubicBezTo>
                  <a:pt x="4" y="17"/>
                  <a:pt x="5" y="12"/>
                  <a:pt x="9" y="9"/>
                </a:cubicBezTo>
                <a:cubicBezTo>
                  <a:pt x="12" y="6"/>
                  <a:pt x="16" y="4"/>
                  <a:pt x="20" y="4"/>
                </a:cubicBezTo>
                <a:cubicBezTo>
                  <a:pt x="25" y="4"/>
                  <a:pt x="29" y="6"/>
                  <a:pt x="32" y="9"/>
                </a:cubicBezTo>
                <a:cubicBezTo>
                  <a:pt x="34" y="8"/>
                  <a:pt x="34" y="8"/>
                  <a:pt x="34" y="8"/>
                </a:cubicBezTo>
                <a:cubicBezTo>
                  <a:pt x="35" y="6"/>
                  <a:pt x="35" y="6"/>
                  <a:pt x="35" y="6"/>
                </a:cubicBezTo>
                <a:cubicBezTo>
                  <a:pt x="34" y="8"/>
                  <a:pt x="34" y="8"/>
                  <a:pt x="34" y="8"/>
                </a:cubicBezTo>
                <a:cubicBezTo>
                  <a:pt x="32" y="9"/>
                  <a:pt x="32" y="9"/>
                  <a:pt x="32" y="9"/>
                </a:cubicBezTo>
                <a:cubicBezTo>
                  <a:pt x="35" y="12"/>
                  <a:pt x="37" y="17"/>
                  <a:pt x="37" y="21"/>
                </a:cubicBezTo>
                <a:cubicBezTo>
                  <a:pt x="37" y="25"/>
                  <a:pt x="35" y="29"/>
                  <a:pt x="32" y="33"/>
                </a:cubicBezTo>
                <a:cubicBezTo>
                  <a:pt x="29" y="36"/>
                  <a:pt x="25" y="37"/>
                  <a:pt x="20" y="37"/>
                </a:cubicBezTo>
                <a:moveTo>
                  <a:pt x="20" y="0"/>
                </a:moveTo>
                <a:cubicBezTo>
                  <a:pt x="20" y="0"/>
                  <a:pt x="20" y="0"/>
                  <a:pt x="20" y="0"/>
                </a:cubicBezTo>
                <a:cubicBezTo>
                  <a:pt x="15" y="0"/>
                  <a:pt x="10" y="2"/>
                  <a:pt x="6" y="6"/>
                </a:cubicBezTo>
                <a:cubicBezTo>
                  <a:pt x="2" y="10"/>
                  <a:pt x="0" y="16"/>
                  <a:pt x="0" y="21"/>
                </a:cubicBezTo>
                <a:cubicBezTo>
                  <a:pt x="0" y="26"/>
                  <a:pt x="2" y="31"/>
                  <a:pt x="6" y="35"/>
                </a:cubicBezTo>
                <a:cubicBezTo>
                  <a:pt x="9" y="38"/>
                  <a:pt x="13" y="40"/>
                  <a:pt x="17" y="41"/>
                </a:cubicBezTo>
                <a:cubicBezTo>
                  <a:pt x="18" y="41"/>
                  <a:pt x="19" y="41"/>
                  <a:pt x="20" y="41"/>
                </a:cubicBezTo>
                <a:cubicBezTo>
                  <a:pt x="20" y="41"/>
                  <a:pt x="20" y="41"/>
                  <a:pt x="20" y="41"/>
                </a:cubicBezTo>
                <a:cubicBezTo>
                  <a:pt x="20" y="41"/>
                  <a:pt x="21" y="41"/>
                  <a:pt x="21" y="41"/>
                </a:cubicBezTo>
                <a:cubicBezTo>
                  <a:pt x="26" y="41"/>
                  <a:pt x="31" y="39"/>
                  <a:pt x="35" y="35"/>
                </a:cubicBezTo>
                <a:cubicBezTo>
                  <a:pt x="39" y="31"/>
                  <a:pt x="41" y="26"/>
                  <a:pt x="41" y="21"/>
                </a:cubicBezTo>
                <a:cubicBezTo>
                  <a:pt x="41" y="16"/>
                  <a:pt x="39" y="10"/>
                  <a:pt x="35" y="6"/>
                </a:cubicBezTo>
                <a:cubicBezTo>
                  <a:pt x="35" y="6"/>
                  <a:pt x="35" y="6"/>
                  <a:pt x="35" y="6"/>
                </a:cubicBezTo>
                <a:cubicBezTo>
                  <a:pt x="31" y="2"/>
                  <a:pt x="26"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35" name="Freeform 1193"/>
          <p:cNvSpPr>
            <a:spLocks/>
          </p:cNvSpPr>
          <p:nvPr/>
        </p:nvSpPr>
        <p:spPr bwMode="auto">
          <a:xfrm>
            <a:off x="-2545580" y="5500688"/>
            <a:ext cx="136525" cy="136525"/>
          </a:xfrm>
          <a:custGeom>
            <a:avLst/>
            <a:gdLst>
              <a:gd name="T0" fmla="*/ 16 w 33"/>
              <a:gd name="T1" fmla="*/ 0 h 33"/>
              <a:gd name="T2" fmla="*/ 5 w 33"/>
              <a:gd name="T3" fmla="*/ 5 h 33"/>
              <a:gd name="T4" fmla="*/ 0 w 33"/>
              <a:gd name="T5" fmla="*/ 17 h 33"/>
              <a:gd name="T6" fmla="*/ 5 w 33"/>
              <a:gd name="T7" fmla="*/ 29 h 33"/>
              <a:gd name="T8" fmla="*/ 16 w 33"/>
              <a:gd name="T9" fmla="*/ 33 h 33"/>
              <a:gd name="T10" fmla="*/ 28 w 33"/>
              <a:gd name="T11" fmla="*/ 29 h 33"/>
              <a:gd name="T12" fmla="*/ 33 w 33"/>
              <a:gd name="T13" fmla="*/ 17 h 33"/>
              <a:gd name="T14" fmla="*/ 28 w 33"/>
              <a:gd name="T15" fmla="*/ 5 h 33"/>
              <a:gd name="T16" fmla="*/ 30 w 33"/>
              <a:gd name="T17" fmla="*/ 4 h 33"/>
              <a:gd name="T18" fmla="*/ 30 w 33"/>
              <a:gd name="T19" fmla="*/ 4 h 33"/>
              <a:gd name="T20" fmla="*/ 28 w 33"/>
              <a:gd name="T21" fmla="*/ 5 h 33"/>
              <a:gd name="T22" fmla="*/ 16 w 33"/>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3">
                <a:moveTo>
                  <a:pt x="16" y="0"/>
                </a:moveTo>
                <a:cubicBezTo>
                  <a:pt x="12" y="0"/>
                  <a:pt x="8" y="2"/>
                  <a:pt x="5" y="5"/>
                </a:cubicBezTo>
                <a:cubicBezTo>
                  <a:pt x="1" y="8"/>
                  <a:pt x="0" y="13"/>
                  <a:pt x="0" y="17"/>
                </a:cubicBezTo>
                <a:cubicBezTo>
                  <a:pt x="0" y="21"/>
                  <a:pt x="1" y="25"/>
                  <a:pt x="5" y="29"/>
                </a:cubicBezTo>
                <a:cubicBezTo>
                  <a:pt x="8" y="32"/>
                  <a:pt x="12" y="33"/>
                  <a:pt x="16" y="33"/>
                </a:cubicBezTo>
                <a:cubicBezTo>
                  <a:pt x="21" y="33"/>
                  <a:pt x="25" y="32"/>
                  <a:pt x="28" y="29"/>
                </a:cubicBezTo>
                <a:cubicBezTo>
                  <a:pt x="31" y="25"/>
                  <a:pt x="33" y="21"/>
                  <a:pt x="33" y="17"/>
                </a:cubicBezTo>
                <a:cubicBezTo>
                  <a:pt x="33" y="13"/>
                  <a:pt x="31" y="8"/>
                  <a:pt x="28" y="5"/>
                </a:cubicBezTo>
                <a:cubicBezTo>
                  <a:pt x="30" y="4"/>
                  <a:pt x="30" y="4"/>
                  <a:pt x="30" y="4"/>
                </a:cubicBezTo>
                <a:cubicBezTo>
                  <a:pt x="30" y="4"/>
                  <a:pt x="30" y="4"/>
                  <a:pt x="30" y="4"/>
                </a:cubicBezTo>
                <a:cubicBezTo>
                  <a:pt x="28" y="5"/>
                  <a:pt x="28" y="5"/>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36" name="Freeform 1194"/>
          <p:cNvSpPr>
            <a:spLocks noEditPoints="1"/>
          </p:cNvSpPr>
          <p:nvPr/>
        </p:nvSpPr>
        <p:spPr bwMode="auto">
          <a:xfrm>
            <a:off x="-2561456" y="5484813"/>
            <a:ext cx="169863" cy="169863"/>
          </a:xfrm>
          <a:custGeom>
            <a:avLst/>
            <a:gdLst>
              <a:gd name="T0" fmla="*/ 20 w 41"/>
              <a:gd name="T1" fmla="*/ 37 h 41"/>
              <a:gd name="T2" fmla="*/ 9 w 41"/>
              <a:gd name="T3" fmla="*/ 33 h 41"/>
              <a:gd name="T4" fmla="*/ 4 w 41"/>
              <a:gd name="T5" fmla="*/ 21 h 41"/>
              <a:gd name="T6" fmla="*/ 9 w 41"/>
              <a:gd name="T7" fmla="*/ 9 h 41"/>
              <a:gd name="T8" fmla="*/ 20 w 41"/>
              <a:gd name="T9" fmla="*/ 4 h 41"/>
              <a:gd name="T10" fmla="*/ 32 w 41"/>
              <a:gd name="T11" fmla="*/ 9 h 41"/>
              <a:gd name="T12" fmla="*/ 34 w 41"/>
              <a:gd name="T13" fmla="*/ 8 h 41"/>
              <a:gd name="T14" fmla="*/ 35 w 41"/>
              <a:gd name="T15" fmla="*/ 6 h 41"/>
              <a:gd name="T16" fmla="*/ 34 w 41"/>
              <a:gd name="T17" fmla="*/ 8 h 41"/>
              <a:gd name="T18" fmla="*/ 32 w 41"/>
              <a:gd name="T19" fmla="*/ 9 h 41"/>
              <a:gd name="T20" fmla="*/ 37 w 41"/>
              <a:gd name="T21" fmla="*/ 21 h 41"/>
              <a:gd name="T22" fmla="*/ 32 w 41"/>
              <a:gd name="T23" fmla="*/ 33 h 41"/>
              <a:gd name="T24" fmla="*/ 20 w 41"/>
              <a:gd name="T25" fmla="*/ 37 h 41"/>
              <a:gd name="T26" fmla="*/ 20 w 41"/>
              <a:gd name="T27" fmla="*/ 0 h 41"/>
              <a:gd name="T28" fmla="*/ 20 w 41"/>
              <a:gd name="T29" fmla="*/ 0 h 41"/>
              <a:gd name="T30" fmla="*/ 6 w 41"/>
              <a:gd name="T31" fmla="*/ 6 h 41"/>
              <a:gd name="T32" fmla="*/ 0 w 41"/>
              <a:gd name="T33" fmla="*/ 21 h 41"/>
              <a:gd name="T34" fmla="*/ 6 w 41"/>
              <a:gd name="T35" fmla="*/ 35 h 41"/>
              <a:gd name="T36" fmla="*/ 20 w 41"/>
              <a:gd name="T37" fmla="*/ 41 h 41"/>
              <a:gd name="T38" fmla="*/ 20 w 41"/>
              <a:gd name="T39" fmla="*/ 41 h 41"/>
              <a:gd name="T40" fmla="*/ 30 w 41"/>
              <a:gd name="T41" fmla="*/ 39 h 41"/>
              <a:gd name="T42" fmla="*/ 34 w 41"/>
              <a:gd name="T43" fmla="*/ 37 h 41"/>
              <a:gd name="T44" fmla="*/ 35 w 41"/>
              <a:gd name="T45" fmla="*/ 35 h 41"/>
              <a:gd name="T46" fmla="*/ 41 w 41"/>
              <a:gd name="T47" fmla="*/ 21 h 41"/>
              <a:gd name="T48" fmla="*/ 35 w 41"/>
              <a:gd name="T49" fmla="*/ 6 h 41"/>
              <a:gd name="T50" fmla="*/ 35 w 41"/>
              <a:gd name="T51" fmla="*/ 6 h 41"/>
              <a:gd name="T52" fmla="*/ 20 w 41"/>
              <a:gd name="T5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1">
                <a:moveTo>
                  <a:pt x="20" y="37"/>
                </a:moveTo>
                <a:cubicBezTo>
                  <a:pt x="16" y="37"/>
                  <a:pt x="12" y="36"/>
                  <a:pt x="9" y="33"/>
                </a:cubicBezTo>
                <a:cubicBezTo>
                  <a:pt x="5" y="29"/>
                  <a:pt x="4" y="25"/>
                  <a:pt x="4" y="21"/>
                </a:cubicBezTo>
                <a:cubicBezTo>
                  <a:pt x="4" y="17"/>
                  <a:pt x="5" y="12"/>
                  <a:pt x="9" y="9"/>
                </a:cubicBezTo>
                <a:cubicBezTo>
                  <a:pt x="12" y="6"/>
                  <a:pt x="16" y="4"/>
                  <a:pt x="20" y="4"/>
                </a:cubicBezTo>
                <a:cubicBezTo>
                  <a:pt x="25" y="4"/>
                  <a:pt x="29" y="6"/>
                  <a:pt x="32" y="9"/>
                </a:cubicBezTo>
                <a:cubicBezTo>
                  <a:pt x="34" y="8"/>
                  <a:pt x="34" y="8"/>
                  <a:pt x="34" y="8"/>
                </a:cubicBezTo>
                <a:cubicBezTo>
                  <a:pt x="35" y="6"/>
                  <a:pt x="35" y="6"/>
                  <a:pt x="35" y="6"/>
                </a:cubicBezTo>
                <a:cubicBezTo>
                  <a:pt x="34" y="8"/>
                  <a:pt x="34" y="8"/>
                  <a:pt x="34" y="8"/>
                </a:cubicBezTo>
                <a:cubicBezTo>
                  <a:pt x="32" y="9"/>
                  <a:pt x="32" y="9"/>
                  <a:pt x="32" y="9"/>
                </a:cubicBezTo>
                <a:cubicBezTo>
                  <a:pt x="35" y="12"/>
                  <a:pt x="37" y="17"/>
                  <a:pt x="37" y="21"/>
                </a:cubicBezTo>
                <a:cubicBezTo>
                  <a:pt x="37" y="25"/>
                  <a:pt x="35" y="29"/>
                  <a:pt x="32" y="33"/>
                </a:cubicBezTo>
                <a:cubicBezTo>
                  <a:pt x="29" y="36"/>
                  <a:pt x="25" y="37"/>
                  <a:pt x="20" y="37"/>
                </a:cubicBezTo>
                <a:moveTo>
                  <a:pt x="20" y="0"/>
                </a:moveTo>
                <a:cubicBezTo>
                  <a:pt x="20" y="0"/>
                  <a:pt x="20" y="0"/>
                  <a:pt x="20" y="0"/>
                </a:cubicBezTo>
                <a:cubicBezTo>
                  <a:pt x="15" y="0"/>
                  <a:pt x="10" y="2"/>
                  <a:pt x="6" y="6"/>
                </a:cubicBezTo>
                <a:cubicBezTo>
                  <a:pt x="2" y="10"/>
                  <a:pt x="0" y="16"/>
                  <a:pt x="0" y="21"/>
                </a:cubicBezTo>
                <a:cubicBezTo>
                  <a:pt x="0" y="26"/>
                  <a:pt x="2" y="31"/>
                  <a:pt x="6" y="35"/>
                </a:cubicBezTo>
                <a:cubicBezTo>
                  <a:pt x="10" y="39"/>
                  <a:pt x="15" y="41"/>
                  <a:pt x="20" y="41"/>
                </a:cubicBezTo>
                <a:cubicBezTo>
                  <a:pt x="20" y="41"/>
                  <a:pt x="20" y="41"/>
                  <a:pt x="20" y="41"/>
                </a:cubicBezTo>
                <a:cubicBezTo>
                  <a:pt x="24" y="41"/>
                  <a:pt x="27" y="41"/>
                  <a:pt x="30" y="39"/>
                </a:cubicBezTo>
                <a:cubicBezTo>
                  <a:pt x="31" y="38"/>
                  <a:pt x="33" y="38"/>
                  <a:pt x="34" y="37"/>
                </a:cubicBezTo>
                <a:cubicBezTo>
                  <a:pt x="34" y="36"/>
                  <a:pt x="35" y="36"/>
                  <a:pt x="35" y="35"/>
                </a:cubicBezTo>
                <a:cubicBezTo>
                  <a:pt x="39" y="31"/>
                  <a:pt x="41" y="26"/>
                  <a:pt x="41" y="21"/>
                </a:cubicBezTo>
                <a:cubicBezTo>
                  <a:pt x="41" y="16"/>
                  <a:pt x="39" y="10"/>
                  <a:pt x="35" y="6"/>
                </a:cubicBezTo>
                <a:cubicBezTo>
                  <a:pt x="35" y="6"/>
                  <a:pt x="35" y="6"/>
                  <a:pt x="35" y="6"/>
                </a:cubicBezTo>
                <a:cubicBezTo>
                  <a:pt x="31" y="2"/>
                  <a:pt x="26"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37" name="Freeform 1195"/>
          <p:cNvSpPr>
            <a:spLocks/>
          </p:cNvSpPr>
          <p:nvPr/>
        </p:nvSpPr>
        <p:spPr bwMode="auto">
          <a:xfrm>
            <a:off x="-2810693" y="5318125"/>
            <a:ext cx="136525" cy="136525"/>
          </a:xfrm>
          <a:custGeom>
            <a:avLst/>
            <a:gdLst>
              <a:gd name="T0" fmla="*/ 16 w 33"/>
              <a:gd name="T1" fmla="*/ 0 h 33"/>
              <a:gd name="T2" fmla="*/ 5 w 33"/>
              <a:gd name="T3" fmla="*/ 5 h 33"/>
              <a:gd name="T4" fmla="*/ 0 w 33"/>
              <a:gd name="T5" fmla="*/ 17 h 33"/>
              <a:gd name="T6" fmla="*/ 5 w 33"/>
              <a:gd name="T7" fmla="*/ 29 h 33"/>
              <a:gd name="T8" fmla="*/ 16 w 33"/>
              <a:gd name="T9" fmla="*/ 33 h 33"/>
              <a:gd name="T10" fmla="*/ 28 w 33"/>
              <a:gd name="T11" fmla="*/ 29 h 33"/>
              <a:gd name="T12" fmla="*/ 33 w 33"/>
              <a:gd name="T13" fmla="*/ 17 h 33"/>
              <a:gd name="T14" fmla="*/ 28 w 33"/>
              <a:gd name="T15" fmla="*/ 5 h 33"/>
              <a:gd name="T16" fmla="*/ 30 w 33"/>
              <a:gd name="T17" fmla="*/ 4 h 33"/>
              <a:gd name="T18" fmla="*/ 30 w 33"/>
              <a:gd name="T19" fmla="*/ 4 h 33"/>
              <a:gd name="T20" fmla="*/ 28 w 33"/>
              <a:gd name="T21" fmla="*/ 5 h 33"/>
              <a:gd name="T22" fmla="*/ 16 w 33"/>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3">
                <a:moveTo>
                  <a:pt x="16" y="0"/>
                </a:moveTo>
                <a:cubicBezTo>
                  <a:pt x="12" y="0"/>
                  <a:pt x="8" y="2"/>
                  <a:pt x="5" y="5"/>
                </a:cubicBezTo>
                <a:cubicBezTo>
                  <a:pt x="1" y="8"/>
                  <a:pt x="0" y="13"/>
                  <a:pt x="0" y="17"/>
                </a:cubicBezTo>
                <a:cubicBezTo>
                  <a:pt x="0" y="21"/>
                  <a:pt x="1" y="25"/>
                  <a:pt x="5" y="29"/>
                </a:cubicBezTo>
                <a:cubicBezTo>
                  <a:pt x="8" y="32"/>
                  <a:pt x="12" y="33"/>
                  <a:pt x="16" y="33"/>
                </a:cubicBezTo>
                <a:cubicBezTo>
                  <a:pt x="21" y="33"/>
                  <a:pt x="25" y="32"/>
                  <a:pt x="28" y="29"/>
                </a:cubicBezTo>
                <a:cubicBezTo>
                  <a:pt x="31" y="25"/>
                  <a:pt x="33" y="21"/>
                  <a:pt x="33" y="17"/>
                </a:cubicBezTo>
                <a:cubicBezTo>
                  <a:pt x="33" y="13"/>
                  <a:pt x="31" y="8"/>
                  <a:pt x="28" y="5"/>
                </a:cubicBezTo>
                <a:cubicBezTo>
                  <a:pt x="30" y="4"/>
                  <a:pt x="30" y="4"/>
                  <a:pt x="30" y="4"/>
                </a:cubicBezTo>
                <a:cubicBezTo>
                  <a:pt x="30" y="4"/>
                  <a:pt x="30" y="4"/>
                  <a:pt x="30" y="4"/>
                </a:cubicBezTo>
                <a:cubicBezTo>
                  <a:pt x="28" y="5"/>
                  <a:pt x="28" y="5"/>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38" name="Freeform 1196"/>
          <p:cNvSpPr>
            <a:spLocks noEditPoints="1"/>
          </p:cNvSpPr>
          <p:nvPr/>
        </p:nvSpPr>
        <p:spPr bwMode="auto">
          <a:xfrm>
            <a:off x="-2826568" y="5302250"/>
            <a:ext cx="169863" cy="169863"/>
          </a:xfrm>
          <a:custGeom>
            <a:avLst/>
            <a:gdLst>
              <a:gd name="T0" fmla="*/ 20 w 41"/>
              <a:gd name="T1" fmla="*/ 37 h 41"/>
              <a:gd name="T2" fmla="*/ 9 w 41"/>
              <a:gd name="T3" fmla="*/ 33 h 41"/>
              <a:gd name="T4" fmla="*/ 4 w 41"/>
              <a:gd name="T5" fmla="*/ 21 h 41"/>
              <a:gd name="T6" fmla="*/ 9 w 41"/>
              <a:gd name="T7" fmla="*/ 9 h 41"/>
              <a:gd name="T8" fmla="*/ 20 w 41"/>
              <a:gd name="T9" fmla="*/ 4 h 41"/>
              <a:gd name="T10" fmla="*/ 32 w 41"/>
              <a:gd name="T11" fmla="*/ 9 h 41"/>
              <a:gd name="T12" fmla="*/ 34 w 41"/>
              <a:gd name="T13" fmla="*/ 8 h 41"/>
              <a:gd name="T14" fmla="*/ 35 w 41"/>
              <a:gd name="T15" fmla="*/ 6 h 41"/>
              <a:gd name="T16" fmla="*/ 34 w 41"/>
              <a:gd name="T17" fmla="*/ 8 h 41"/>
              <a:gd name="T18" fmla="*/ 32 w 41"/>
              <a:gd name="T19" fmla="*/ 9 h 41"/>
              <a:gd name="T20" fmla="*/ 37 w 41"/>
              <a:gd name="T21" fmla="*/ 21 h 41"/>
              <a:gd name="T22" fmla="*/ 32 w 41"/>
              <a:gd name="T23" fmla="*/ 33 h 41"/>
              <a:gd name="T24" fmla="*/ 20 w 41"/>
              <a:gd name="T25" fmla="*/ 37 h 41"/>
              <a:gd name="T26" fmla="*/ 20 w 41"/>
              <a:gd name="T27" fmla="*/ 0 h 41"/>
              <a:gd name="T28" fmla="*/ 20 w 41"/>
              <a:gd name="T29" fmla="*/ 0 h 41"/>
              <a:gd name="T30" fmla="*/ 6 w 41"/>
              <a:gd name="T31" fmla="*/ 6 h 41"/>
              <a:gd name="T32" fmla="*/ 0 w 41"/>
              <a:gd name="T33" fmla="*/ 21 h 41"/>
              <a:gd name="T34" fmla="*/ 6 w 41"/>
              <a:gd name="T35" fmla="*/ 35 h 41"/>
              <a:gd name="T36" fmla="*/ 20 w 41"/>
              <a:gd name="T37" fmla="*/ 41 h 41"/>
              <a:gd name="T38" fmla="*/ 20 w 41"/>
              <a:gd name="T39" fmla="*/ 41 h 41"/>
              <a:gd name="T40" fmla="*/ 24 w 41"/>
              <a:gd name="T41" fmla="*/ 41 h 41"/>
              <a:gd name="T42" fmla="*/ 28 w 41"/>
              <a:gd name="T43" fmla="*/ 40 h 41"/>
              <a:gd name="T44" fmla="*/ 35 w 41"/>
              <a:gd name="T45" fmla="*/ 35 h 41"/>
              <a:gd name="T46" fmla="*/ 41 w 41"/>
              <a:gd name="T47" fmla="*/ 21 h 41"/>
              <a:gd name="T48" fmla="*/ 35 w 41"/>
              <a:gd name="T49" fmla="*/ 6 h 41"/>
              <a:gd name="T50" fmla="*/ 35 w 41"/>
              <a:gd name="T51" fmla="*/ 6 h 41"/>
              <a:gd name="T52" fmla="*/ 20 w 41"/>
              <a:gd name="T5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1">
                <a:moveTo>
                  <a:pt x="20" y="37"/>
                </a:moveTo>
                <a:cubicBezTo>
                  <a:pt x="16" y="37"/>
                  <a:pt x="12" y="36"/>
                  <a:pt x="9" y="33"/>
                </a:cubicBezTo>
                <a:cubicBezTo>
                  <a:pt x="5" y="29"/>
                  <a:pt x="4" y="25"/>
                  <a:pt x="4" y="21"/>
                </a:cubicBezTo>
                <a:cubicBezTo>
                  <a:pt x="4" y="17"/>
                  <a:pt x="5" y="12"/>
                  <a:pt x="9" y="9"/>
                </a:cubicBezTo>
                <a:cubicBezTo>
                  <a:pt x="12" y="6"/>
                  <a:pt x="16" y="4"/>
                  <a:pt x="20" y="4"/>
                </a:cubicBezTo>
                <a:cubicBezTo>
                  <a:pt x="25" y="4"/>
                  <a:pt x="29" y="6"/>
                  <a:pt x="32" y="9"/>
                </a:cubicBezTo>
                <a:cubicBezTo>
                  <a:pt x="34" y="8"/>
                  <a:pt x="34" y="8"/>
                  <a:pt x="34" y="8"/>
                </a:cubicBezTo>
                <a:cubicBezTo>
                  <a:pt x="35" y="6"/>
                  <a:pt x="35" y="6"/>
                  <a:pt x="35" y="6"/>
                </a:cubicBezTo>
                <a:cubicBezTo>
                  <a:pt x="34" y="8"/>
                  <a:pt x="34" y="8"/>
                  <a:pt x="34" y="8"/>
                </a:cubicBezTo>
                <a:cubicBezTo>
                  <a:pt x="32" y="9"/>
                  <a:pt x="32" y="9"/>
                  <a:pt x="32" y="9"/>
                </a:cubicBezTo>
                <a:cubicBezTo>
                  <a:pt x="35" y="12"/>
                  <a:pt x="37" y="17"/>
                  <a:pt x="37" y="21"/>
                </a:cubicBezTo>
                <a:cubicBezTo>
                  <a:pt x="37" y="25"/>
                  <a:pt x="35" y="29"/>
                  <a:pt x="32" y="33"/>
                </a:cubicBezTo>
                <a:cubicBezTo>
                  <a:pt x="29" y="36"/>
                  <a:pt x="25" y="37"/>
                  <a:pt x="20" y="37"/>
                </a:cubicBezTo>
                <a:moveTo>
                  <a:pt x="20" y="0"/>
                </a:moveTo>
                <a:cubicBezTo>
                  <a:pt x="20" y="0"/>
                  <a:pt x="20" y="0"/>
                  <a:pt x="20" y="0"/>
                </a:cubicBezTo>
                <a:cubicBezTo>
                  <a:pt x="15" y="0"/>
                  <a:pt x="10" y="2"/>
                  <a:pt x="6" y="6"/>
                </a:cubicBezTo>
                <a:cubicBezTo>
                  <a:pt x="2" y="10"/>
                  <a:pt x="0" y="16"/>
                  <a:pt x="0" y="21"/>
                </a:cubicBezTo>
                <a:cubicBezTo>
                  <a:pt x="0" y="26"/>
                  <a:pt x="2" y="31"/>
                  <a:pt x="6" y="35"/>
                </a:cubicBezTo>
                <a:cubicBezTo>
                  <a:pt x="10" y="39"/>
                  <a:pt x="15" y="41"/>
                  <a:pt x="20" y="41"/>
                </a:cubicBezTo>
                <a:cubicBezTo>
                  <a:pt x="20" y="41"/>
                  <a:pt x="20" y="41"/>
                  <a:pt x="20" y="41"/>
                </a:cubicBezTo>
                <a:cubicBezTo>
                  <a:pt x="21" y="41"/>
                  <a:pt x="23" y="41"/>
                  <a:pt x="24" y="41"/>
                </a:cubicBezTo>
                <a:cubicBezTo>
                  <a:pt x="25" y="41"/>
                  <a:pt x="27" y="41"/>
                  <a:pt x="28" y="40"/>
                </a:cubicBezTo>
                <a:cubicBezTo>
                  <a:pt x="31" y="39"/>
                  <a:pt x="33" y="37"/>
                  <a:pt x="35" y="35"/>
                </a:cubicBezTo>
                <a:cubicBezTo>
                  <a:pt x="39" y="31"/>
                  <a:pt x="41" y="26"/>
                  <a:pt x="41" y="21"/>
                </a:cubicBezTo>
                <a:cubicBezTo>
                  <a:pt x="41" y="16"/>
                  <a:pt x="39" y="10"/>
                  <a:pt x="35" y="6"/>
                </a:cubicBezTo>
                <a:cubicBezTo>
                  <a:pt x="35" y="6"/>
                  <a:pt x="35" y="6"/>
                  <a:pt x="35" y="6"/>
                </a:cubicBezTo>
                <a:cubicBezTo>
                  <a:pt x="31" y="2"/>
                  <a:pt x="26"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39" name="Freeform 1197"/>
          <p:cNvSpPr>
            <a:spLocks/>
          </p:cNvSpPr>
          <p:nvPr/>
        </p:nvSpPr>
        <p:spPr bwMode="auto">
          <a:xfrm>
            <a:off x="-1169218" y="6437313"/>
            <a:ext cx="169863" cy="153988"/>
          </a:xfrm>
          <a:custGeom>
            <a:avLst/>
            <a:gdLst>
              <a:gd name="T0" fmla="*/ 20 w 41"/>
              <a:gd name="T1" fmla="*/ 0 h 37"/>
              <a:gd name="T2" fmla="*/ 7 w 41"/>
              <a:gd name="T3" fmla="*/ 6 h 37"/>
              <a:gd name="T4" fmla="*/ 7 w 41"/>
              <a:gd name="T5" fmla="*/ 32 h 37"/>
              <a:gd name="T6" fmla="*/ 20 w 41"/>
              <a:gd name="T7" fmla="*/ 37 h 37"/>
              <a:gd name="T8" fmla="*/ 34 w 41"/>
              <a:gd name="T9" fmla="*/ 32 h 37"/>
              <a:gd name="T10" fmla="*/ 35 w 41"/>
              <a:gd name="T11" fmla="*/ 7 h 37"/>
              <a:gd name="T12" fmla="*/ 34 w 41"/>
              <a:gd name="T13" fmla="*/ 6 h 37"/>
              <a:gd name="T14" fmla="*/ 32 w 41"/>
              <a:gd name="T15" fmla="*/ 4 h 37"/>
              <a:gd name="T16" fmla="*/ 20 w 41"/>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7">
                <a:moveTo>
                  <a:pt x="20" y="0"/>
                </a:moveTo>
                <a:cubicBezTo>
                  <a:pt x="16" y="0"/>
                  <a:pt x="11" y="2"/>
                  <a:pt x="7" y="6"/>
                </a:cubicBezTo>
                <a:cubicBezTo>
                  <a:pt x="0" y="13"/>
                  <a:pt x="0" y="25"/>
                  <a:pt x="7" y="32"/>
                </a:cubicBezTo>
                <a:cubicBezTo>
                  <a:pt x="11" y="36"/>
                  <a:pt x="16" y="37"/>
                  <a:pt x="20" y="37"/>
                </a:cubicBezTo>
                <a:cubicBezTo>
                  <a:pt x="25" y="37"/>
                  <a:pt x="30" y="36"/>
                  <a:pt x="34" y="32"/>
                </a:cubicBezTo>
                <a:cubicBezTo>
                  <a:pt x="40" y="25"/>
                  <a:pt x="41" y="14"/>
                  <a:pt x="35" y="7"/>
                </a:cubicBezTo>
                <a:cubicBezTo>
                  <a:pt x="35" y="7"/>
                  <a:pt x="34" y="6"/>
                  <a:pt x="34" y="6"/>
                </a:cubicBezTo>
                <a:cubicBezTo>
                  <a:pt x="33" y="5"/>
                  <a:pt x="33" y="5"/>
                  <a:pt x="32" y="4"/>
                </a:cubicBezTo>
                <a:cubicBezTo>
                  <a:pt x="29"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40" name="Freeform 1198"/>
          <p:cNvSpPr>
            <a:spLocks/>
          </p:cNvSpPr>
          <p:nvPr/>
        </p:nvSpPr>
        <p:spPr bwMode="auto">
          <a:xfrm>
            <a:off x="-2147118" y="6072188"/>
            <a:ext cx="169863" cy="153988"/>
          </a:xfrm>
          <a:custGeom>
            <a:avLst/>
            <a:gdLst>
              <a:gd name="T0" fmla="*/ 20 w 41"/>
              <a:gd name="T1" fmla="*/ 0 h 37"/>
              <a:gd name="T2" fmla="*/ 7 w 41"/>
              <a:gd name="T3" fmla="*/ 6 h 37"/>
              <a:gd name="T4" fmla="*/ 7 w 41"/>
              <a:gd name="T5" fmla="*/ 32 h 37"/>
              <a:gd name="T6" fmla="*/ 19 w 41"/>
              <a:gd name="T7" fmla="*/ 37 h 37"/>
              <a:gd name="T8" fmla="*/ 20 w 41"/>
              <a:gd name="T9" fmla="*/ 37 h 37"/>
              <a:gd name="T10" fmla="*/ 23 w 41"/>
              <a:gd name="T11" fmla="*/ 37 h 37"/>
              <a:gd name="T12" fmla="*/ 34 w 41"/>
              <a:gd name="T13" fmla="*/ 32 h 37"/>
              <a:gd name="T14" fmla="*/ 34 w 41"/>
              <a:gd name="T15" fmla="*/ 6 h 37"/>
              <a:gd name="T16" fmla="*/ 20 w 41"/>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7">
                <a:moveTo>
                  <a:pt x="20" y="0"/>
                </a:moveTo>
                <a:cubicBezTo>
                  <a:pt x="16" y="0"/>
                  <a:pt x="11" y="2"/>
                  <a:pt x="7" y="6"/>
                </a:cubicBezTo>
                <a:cubicBezTo>
                  <a:pt x="0" y="13"/>
                  <a:pt x="0" y="25"/>
                  <a:pt x="7" y="32"/>
                </a:cubicBezTo>
                <a:cubicBezTo>
                  <a:pt x="11" y="35"/>
                  <a:pt x="15" y="37"/>
                  <a:pt x="19" y="37"/>
                </a:cubicBezTo>
                <a:cubicBezTo>
                  <a:pt x="19" y="37"/>
                  <a:pt x="20" y="37"/>
                  <a:pt x="20" y="37"/>
                </a:cubicBezTo>
                <a:cubicBezTo>
                  <a:pt x="21" y="37"/>
                  <a:pt x="22" y="37"/>
                  <a:pt x="23" y="37"/>
                </a:cubicBezTo>
                <a:cubicBezTo>
                  <a:pt x="27" y="37"/>
                  <a:pt x="31" y="35"/>
                  <a:pt x="34" y="32"/>
                </a:cubicBezTo>
                <a:cubicBezTo>
                  <a:pt x="41" y="25"/>
                  <a:pt x="41" y="13"/>
                  <a:pt x="34"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41" name="Freeform 1199"/>
          <p:cNvSpPr>
            <a:spLocks/>
          </p:cNvSpPr>
          <p:nvPr/>
        </p:nvSpPr>
        <p:spPr bwMode="auto">
          <a:xfrm>
            <a:off x="-1102543" y="6619875"/>
            <a:ext cx="169863" cy="153988"/>
          </a:xfrm>
          <a:custGeom>
            <a:avLst/>
            <a:gdLst>
              <a:gd name="T0" fmla="*/ 20 w 41"/>
              <a:gd name="T1" fmla="*/ 0 h 37"/>
              <a:gd name="T2" fmla="*/ 7 w 41"/>
              <a:gd name="T3" fmla="*/ 6 h 37"/>
              <a:gd name="T4" fmla="*/ 7 w 41"/>
              <a:gd name="T5" fmla="*/ 32 h 37"/>
              <a:gd name="T6" fmla="*/ 20 w 41"/>
              <a:gd name="T7" fmla="*/ 37 h 37"/>
              <a:gd name="T8" fmla="*/ 31 w 41"/>
              <a:gd name="T9" fmla="*/ 34 h 37"/>
              <a:gd name="T10" fmla="*/ 34 w 41"/>
              <a:gd name="T11" fmla="*/ 32 h 37"/>
              <a:gd name="T12" fmla="*/ 34 w 41"/>
              <a:gd name="T13" fmla="*/ 31 h 37"/>
              <a:gd name="T14" fmla="*/ 34 w 41"/>
              <a:gd name="T15" fmla="*/ 6 h 37"/>
              <a:gd name="T16" fmla="*/ 20 w 41"/>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7">
                <a:moveTo>
                  <a:pt x="20" y="0"/>
                </a:moveTo>
                <a:cubicBezTo>
                  <a:pt x="16" y="0"/>
                  <a:pt x="11" y="2"/>
                  <a:pt x="7" y="6"/>
                </a:cubicBezTo>
                <a:cubicBezTo>
                  <a:pt x="0" y="13"/>
                  <a:pt x="0" y="25"/>
                  <a:pt x="7" y="32"/>
                </a:cubicBezTo>
                <a:cubicBezTo>
                  <a:pt x="11" y="36"/>
                  <a:pt x="16" y="37"/>
                  <a:pt x="20" y="37"/>
                </a:cubicBezTo>
                <a:cubicBezTo>
                  <a:pt x="24" y="37"/>
                  <a:pt x="28" y="36"/>
                  <a:pt x="31" y="34"/>
                </a:cubicBezTo>
                <a:cubicBezTo>
                  <a:pt x="32" y="33"/>
                  <a:pt x="33" y="33"/>
                  <a:pt x="34" y="32"/>
                </a:cubicBezTo>
                <a:cubicBezTo>
                  <a:pt x="34" y="32"/>
                  <a:pt x="34" y="32"/>
                  <a:pt x="34" y="31"/>
                </a:cubicBezTo>
                <a:cubicBezTo>
                  <a:pt x="41" y="24"/>
                  <a:pt x="41" y="13"/>
                  <a:pt x="34"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42" name="Freeform 1200"/>
          <p:cNvSpPr>
            <a:spLocks/>
          </p:cNvSpPr>
          <p:nvPr/>
        </p:nvSpPr>
        <p:spPr bwMode="auto">
          <a:xfrm>
            <a:off x="-3021831" y="919162"/>
            <a:ext cx="136525" cy="136525"/>
          </a:xfrm>
          <a:custGeom>
            <a:avLst/>
            <a:gdLst>
              <a:gd name="T0" fmla="*/ 17 w 33"/>
              <a:gd name="T1" fmla="*/ 0 h 33"/>
              <a:gd name="T2" fmla="*/ 5 w 33"/>
              <a:gd name="T3" fmla="*/ 4 h 33"/>
              <a:gd name="T4" fmla="*/ 0 w 33"/>
              <a:gd name="T5" fmla="*/ 16 h 33"/>
              <a:gd name="T6" fmla="*/ 5 w 33"/>
              <a:gd name="T7" fmla="*/ 28 h 33"/>
              <a:gd name="T8" fmla="*/ 17 w 33"/>
              <a:gd name="T9" fmla="*/ 33 h 33"/>
              <a:gd name="T10" fmla="*/ 29 w 33"/>
              <a:gd name="T11" fmla="*/ 28 h 33"/>
              <a:gd name="T12" fmla="*/ 33 w 33"/>
              <a:gd name="T13" fmla="*/ 16 h 33"/>
              <a:gd name="T14" fmla="*/ 29 w 33"/>
              <a:gd name="T15" fmla="*/ 4 h 33"/>
              <a:gd name="T16" fmla="*/ 30 w 33"/>
              <a:gd name="T17" fmla="*/ 3 h 33"/>
              <a:gd name="T18" fmla="*/ 30 w 33"/>
              <a:gd name="T19" fmla="*/ 3 h 33"/>
              <a:gd name="T20" fmla="*/ 29 w 33"/>
              <a:gd name="T21" fmla="*/ 4 h 33"/>
              <a:gd name="T22" fmla="*/ 17 w 33"/>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3">
                <a:moveTo>
                  <a:pt x="17" y="0"/>
                </a:moveTo>
                <a:cubicBezTo>
                  <a:pt x="12" y="0"/>
                  <a:pt x="8" y="1"/>
                  <a:pt x="5" y="4"/>
                </a:cubicBezTo>
                <a:cubicBezTo>
                  <a:pt x="2" y="8"/>
                  <a:pt x="0" y="12"/>
                  <a:pt x="0" y="16"/>
                </a:cubicBezTo>
                <a:cubicBezTo>
                  <a:pt x="0" y="20"/>
                  <a:pt x="2" y="25"/>
                  <a:pt x="5" y="28"/>
                </a:cubicBezTo>
                <a:cubicBezTo>
                  <a:pt x="8" y="31"/>
                  <a:pt x="12" y="33"/>
                  <a:pt x="17" y="33"/>
                </a:cubicBezTo>
                <a:cubicBezTo>
                  <a:pt x="21" y="33"/>
                  <a:pt x="25" y="31"/>
                  <a:pt x="29" y="28"/>
                </a:cubicBezTo>
                <a:cubicBezTo>
                  <a:pt x="32" y="25"/>
                  <a:pt x="33" y="20"/>
                  <a:pt x="33" y="16"/>
                </a:cubicBezTo>
                <a:cubicBezTo>
                  <a:pt x="33" y="12"/>
                  <a:pt x="32" y="8"/>
                  <a:pt x="29" y="4"/>
                </a:cubicBezTo>
                <a:cubicBezTo>
                  <a:pt x="30" y="3"/>
                  <a:pt x="30" y="3"/>
                  <a:pt x="30" y="3"/>
                </a:cubicBezTo>
                <a:cubicBezTo>
                  <a:pt x="30" y="3"/>
                  <a:pt x="30" y="3"/>
                  <a:pt x="30" y="3"/>
                </a:cubicBezTo>
                <a:cubicBezTo>
                  <a:pt x="29" y="4"/>
                  <a:pt x="29" y="4"/>
                  <a:pt x="29" y="4"/>
                </a:cubicBezTo>
                <a:cubicBezTo>
                  <a:pt x="25" y="1"/>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43" name="Freeform 1201"/>
          <p:cNvSpPr>
            <a:spLocks noEditPoints="1"/>
          </p:cNvSpPr>
          <p:nvPr/>
        </p:nvSpPr>
        <p:spPr bwMode="auto">
          <a:xfrm>
            <a:off x="-3037706" y="903287"/>
            <a:ext cx="169863" cy="169863"/>
          </a:xfrm>
          <a:custGeom>
            <a:avLst/>
            <a:gdLst>
              <a:gd name="T0" fmla="*/ 21 w 41"/>
              <a:gd name="T1" fmla="*/ 37 h 41"/>
              <a:gd name="T2" fmla="*/ 9 w 41"/>
              <a:gd name="T3" fmla="*/ 32 h 41"/>
              <a:gd name="T4" fmla="*/ 4 w 41"/>
              <a:gd name="T5" fmla="*/ 20 h 41"/>
              <a:gd name="T6" fmla="*/ 9 w 41"/>
              <a:gd name="T7" fmla="*/ 8 h 41"/>
              <a:gd name="T8" fmla="*/ 21 w 41"/>
              <a:gd name="T9" fmla="*/ 4 h 41"/>
              <a:gd name="T10" fmla="*/ 33 w 41"/>
              <a:gd name="T11" fmla="*/ 8 h 41"/>
              <a:gd name="T12" fmla="*/ 34 w 41"/>
              <a:gd name="T13" fmla="*/ 7 h 41"/>
              <a:gd name="T14" fmla="*/ 35 w 41"/>
              <a:gd name="T15" fmla="*/ 6 h 41"/>
              <a:gd name="T16" fmla="*/ 34 w 41"/>
              <a:gd name="T17" fmla="*/ 7 h 41"/>
              <a:gd name="T18" fmla="*/ 33 w 41"/>
              <a:gd name="T19" fmla="*/ 8 h 41"/>
              <a:gd name="T20" fmla="*/ 37 w 41"/>
              <a:gd name="T21" fmla="*/ 20 h 41"/>
              <a:gd name="T22" fmla="*/ 33 w 41"/>
              <a:gd name="T23" fmla="*/ 32 h 41"/>
              <a:gd name="T24" fmla="*/ 21 w 41"/>
              <a:gd name="T25" fmla="*/ 37 h 41"/>
              <a:gd name="T26" fmla="*/ 21 w 41"/>
              <a:gd name="T27" fmla="*/ 0 h 41"/>
              <a:gd name="T28" fmla="*/ 21 w 41"/>
              <a:gd name="T29" fmla="*/ 0 h 41"/>
              <a:gd name="T30" fmla="*/ 8 w 41"/>
              <a:gd name="T31" fmla="*/ 4 h 41"/>
              <a:gd name="T32" fmla="*/ 6 w 41"/>
              <a:gd name="T33" fmla="*/ 6 h 41"/>
              <a:gd name="T34" fmla="*/ 5 w 41"/>
              <a:gd name="T35" fmla="*/ 7 h 41"/>
              <a:gd name="T36" fmla="*/ 0 w 41"/>
              <a:gd name="T37" fmla="*/ 20 h 41"/>
              <a:gd name="T38" fmla="*/ 6 w 41"/>
              <a:gd name="T39" fmla="*/ 35 h 41"/>
              <a:gd name="T40" fmla="*/ 21 w 41"/>
              <a:gd name="T41" fmla="*/ 41 h 41"/>
              <a:gd name="T42" fmla="*/ 21 w 41"/>
              <a:gd name="T43" fmla="*/ 41 h 41"/>
              <a:gd name="T44" fmla="*/ 34 w 41"/>
              <a:gd name="T45" fmla="*/ 36 h 41"/>
              <a:gd name="T46" fmla="*/ 35 w 41"/>
              <a:gd name="T47" fmla="*/ 35 h 41"/>
              <a:gd name="T48" fmla="*/ 37 w 41"/>
              <a:gd name="T49" fmla="*/ 33 h 41"/>
              <a:gd name="T50" fmla="*/ 41 w 41"/>
              <a:gd name="T51" fmla="*/ 20 h 41"/>
              <a:gd name="T52" fmla="*/ 35 w 41"/>
              <a:gd name="T53" fmla="*/ 6 h 41"/>
              <a:gd name="T54" fmla="*/ 35 w 41"/>
              <a:gd name="T55" fmla="*/ 6 h 41"/>
              <a:gd name="T56" fmla="*/ 21 w 41"/>
              <a:gd name="T5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41">
                <a:moveTo>
                  <a:pt x="21" y="37"/>
                </a:moveTo>
                <a:cubicBezTo>
                  <a:pt x="16" y="37"/>
                  <a:pt x="12" y="35"/>
                  <a:pt x="9" y="32"/>
                </a:cubicBezTo>
                <a:cubicBezTo>
                  <a:pt x="6" y="29"/>
                  <a:pt x="4" y="24"/>
                  <a:pt x="4" y="20"/>
                </a:cubicBezTo>
                <a:cubicBezTo>
                  <a:pt x="4" y="16"/>
                  <a:pt x="6" y="12"/>
                  <a:pt x="9" y="8"/>
                </a:cubicBezTo>
                <a:cubicBezTo>
                  <a:pt x="12" y="5"/>
                  <a:pt x="16" y="4"/>
                  <a:pt x="21" y="4"/>
                </a:cubicBezTo>
                <a:cubicBezTo>
                  <a:pt x="25" y="4"/>
                  <a:pt x="29" y="5"/>
                  <a:pt x="33" y="8"/>
                </a:cubicBezTo>
                <a:cubicBezTo>
                  <a:pt x="34" y="7"/>
                  <a:pt x="34" y="7"/>
                  <a:pt x="34" y="7"/>
                </a:cubicBezTo>
                <a:cubicBezTo>
                  <a:pt x="35" y="6"/>
                  <a:pt x="35" y="6"/>
                  <a:pt x="35" y="6"/>
                </a:cubicBezTo>
                <a:cubicBezTo>
                  <a:pt x="34" y="7"/>
                  <a:pt x="34" y="7"/>
                  <a:pt x="34" y="7"/>
                </a:cubicBezTo>
                <a:cubicBezTo>
                  <a:pt x="33" y="8"/>
                  <a:pt x="33" y="8"/>
                  <a:pt x="33" y="8"/>
                </a:cubicBezTo>
                <a:cubicBezTo>
                  <a:pt x="36" y="12"/>
                  <a:pt x="37" y="16"/>
                  <a:pt x="37" y="20"/>
                </a:cubicBezTo>
                <a:cubicBezTo>
                  <a:pt x="37" y="24"/>
                  <a:pt x="36" y="29"/>
                  <a:pt x="33" y="32"/>
                </a:cubicBezTo>
                <a:cubicBezTo>
                  <a:pt x="29" y="35"/>
                  <a:pt x="25" y="37"/>
                  <a:pt x="21" y="37"/>
                </a:cubicBezTo>
                <a:moveTo>
                  <a:pt x="21" y="0"/>
                </a:moveTo>
                <a:cubicBezTo>
                  <a:pt x="21" y="0"/>
                  <a:pt x="21" y="0"/>
                  <a:pt x="21" y="0"/>
                </a:cubicBezTo>
                <a:cubicBezTo>
                  <a:pt x="16" y="0"/>
                  <a:pt x="12" y="1"/>
                  <a:pt x="8" y="4"/>
                </a:cubicBezTo>
                <a:cubicBezTo>
                  <a:pt x="7" y="4"/>
                  <a:pt x="7" y="5"/>
                  <a:pt x="6" y="6"/>
                </a:cubicBezTo>
                <a:cubicBezTo>
                  <a:pt x="6" y="6"/>
                  <a:pt x="5" y="6"/>
                  <a:pt x="5" y="7"/>
                </a:cubicBezTo>
                <a:cubicBezTo>
                  <a:pt x="2" y="10"/>
                  <a:pt x="0" y="15"/>
                  <a:pt x="0" y="20"/>
                </a:cubicBezTo>
                <a:cubicBezTo>
                  <a:pt x="0" y="25"/>
                  <a:pt x="2" y="31"/>
                  <a:pt x="6" y="35"/>
                </a:cubicBezTo>
                <a:cubicBezTo>
                  <a:pt x="10" y="39"/>
                  <a:pt x="15" y="41"/>
                  <a:pt x="21" y="41"/>
                </a:cubicBezTo>
                <a:cubicBezTo>
                  <a:pt x="21" y="41"/>
                  <a:pt x="21" y="41"/>
                  <a:pt x="21" y="41"/>
                </a:cubicBezTo>
                <a:cubicBezTo>
                  <a:pt x="26" y="41"/>
                  <a:pt x="30" y="39"/>
                  <a:pt x="34" y="36"/>
                </a:cubicBezTo>
                <a:cubicBezTo>
                  <a:pt x="35" y="35"/>
                  <a:pt x="35" y="35"/>
                  <a:pt x="35" y="35"/>
                </a:cubicBezTo>
                <a:cubicBezTo>
                  <a:pt x="36" y="34"/>
                  <a:pt x="37" y="33"/>
                  <a:pt x="37" y="33"/>
                </a:cubicBezTo>
                <a:cubicBezTo>
                  <a:pt x="40" y="29"/>
                  <a:pt x="41" y="25"/>
                  <a:pt x="41" y="20"/>
                </a:cubicBezTo>
                <a:cubicBezTo>
                  <a:pt x="41" y="15"/>
                  <a:pt x="39" y="10"/>
                  <a:pt x="35" y="6"/>
                </a:cubicBezTo>
                <a:cubicBezTo>
                  <a:pt x="35" y="6"/>
                  <a:pt x="35" y="6"/>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44" name="Freeform 1202"/>
          <p:cNvSpPr>
            <a:spLocks/>
          </p:cNvSpPr>
          <p:nvPr/>
        </p:nvSpPr>
        <p:spPr bwMode="auto">
          <a:xfrm>
            <a:off x="-862830" y="2627312"/>
            <a:ext cx="138113" cy="141288"/>
          </a:xfrm>
          <a:custGeom>
            <a:avLst/>
            <a:gdLst>
              <a:gd name="T0" fmla="*/ 16 w 33"/>
              <a:gd name="T1" fmla="*/ 0 h 34"/>
              <a:gd name="T2" fmla="*/ 4 w 33"/>
              <a:gd name="T3" fmla="*/ 5 h 34"/>
              <a:gd name="T4" fmla="*/ 0 w 33"/>
              <a:gd name="T5" fmla="*/ 17 h 34"/>
              <a:gd name="T6" fmla="*/ 4 w 33"/>
              <a:gd name="T7" fmla="*/ 29 h 34"/>
              <a:gd name="T8" fmla="*/ 16 w 33"/>
              <a:gd name="T9" fmla="*/ 34 h 34"/>
              <a:gd name="T10" fmla="*/ 28 w 33"/>
              <a:gd name="T11" fmla="*/ 29 h 34"/>
              <a:gd name="T12" fmla="*/ 33 w 33"/>
              <a:gd name="T13" fmla="*/ 17 h 34"/>
              <a:gd name="T14" fmla="*/ 28 w 33"/>
              <a:gd name="T15" fmla="*/ 5 h 34"/>
              <a:gd name="T16" fmla="*/ 29 w 33"/>
              <a:gd name="T17" fmla="*/ 4 h 34"/>
              <a:gd name="T18" fmla="*/ 29 w 33"/>
              <a:gd name="T19" fmla="*/ 4 h 34"/>
              <a:gd name="T20" fmla="*/ 28 w 33"/>
              <a:gd name="T21" fmla="*/ 5 h 34"/>
              <a:gd name="T22" fmla="*/ 16 w 33"/>
              <a:gd name="T2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4">
                <a:moveTo>
                  <a:pt x="16" y="0"/>
                </a:moveTo>
                <a:cubicBezTo>
                  <a:pt x="12" y="0"/>
                  <a:pt x="8" y="2"/>
                  <a:pt x="4" y="5"/>
                </a:cubicBezTo>
                <a:cubicBezTo>
                  <a:pt x="1" y="9"/>
                  <a:pt x="0" y="13"/>
                  <a:pt x="0" y="17"/>
                </a:cubicBezTo>
                <a:cubicBezTo>
                  <a:pt x="0" y="21"/>
                  <a:pt x="1" y="26"/>
                  <a:pt x="4" y="29"/>
                </a:cubicBezTo>
                <a:cubicBezTo>
                  <a:pt x="8" y="32"/>
                  <a:pt x="12" y="34"/>
                  <a:pt x="16" y="34"/>
                </a:cubicBezTo>
                <a:cubicBezTo>
                  <a:pt x="20" y="34"/>
                  <a:pt x="25" y="32"/>
                  <a:pt x="28" y="29"/>
                </a:cubicBezTo>
                <a:cubicBezTo>
                  <a:pt x="31" y="26"/>
                  <a:pt x="33" y="21"/>
                  <a:pt x="33" y="17"/>
                </a:cubicBezTo>
                <a:cubicBezTo>
                  <a:pt x="33" y="13"/>
                  <a:pt x="31" y="9"/>
                  <a:pt x="28" y="5"/>
                </a:cubicBezTo>
                <a:cubicBezTo>
                  <a:pt x="29" y="4"/>
                  <a:pt x="29" y="4"/>
                  <a:pt x="29" y="4"/>
                </a:cubicBezTo>
                <a:cubicBezTo>
                  <a:pt x="29" y="4"/>
                  <a:pt x="29" y="4"/>
                  <a:pt x="29" y="4"/>
                </a:cubicBezTo>
                <a:cubicBezTo>
                  <a:pt x="28" y="5"/>
                  <a:pt x="28" y="5"/>
                  <a:pt x="28" y="5"/>
                </a:cubicBezTo>
                <a:cubicBezTo>
                  <a:pt x="25" y="2"/>
                  <a:pt x="20"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45" name="Freeform 1203"/>
          <p:cNvSpPr>
            <a:spLocks noEditPoints="1"/>
          </p:cNvSpPr>
          <p:nvPr/>
        </p:nvSpPr>
        <p:spPr bwMode="auto">
          <a:xfrm>
            <a:off x="-878705" y="2611437"/>
            <a:ext cx="169863" cy="173038"/>
          </a:xfrm>
          <a:custGeom>
            <a:avLst/>
            <a:gdLst>
              <a:gd name="T0" fmla="*/ 20 w 41"/>
              <a:gd name="T1" fmla="*/ 38 h 42"/>
              <a:gd name="T2" fmla="*/ 8 w 41"/>
              <a:gd name="T3" fmla="*/ 33 h 42"/>
              <a:gd name="T4" fmla="*/ 4 w 41"/>
              <a:gd name="T5" fmla="*/ 21 h 42"/>
              <a:gd name="T6" fmla="*/ 8 w 41"/>
              <a:gd name="T7" fmla="*/ 9 h 42"/>
              <a:gd name="T8" fmla="*/ 20 w 41"/>
              <a:gd name="T9" fmla="*/ 4 h 42"/>
              <a:gd name="T10" fmla="*/ 32 w 41"/>
              <a:gd name="T11" fmla="*/ 9 h 42"/>
              <a:gd name="T12" fmla="*/ 33 w 41"/>
              <a:gd name="T13" fmla="*/ 8 h 42"/>
              <a:gd name="T14" fmla="*/ 35 w 41"/>
              <a:gd name="T15" fmla="*/ 7 h 42"/>
              <a:gd name="T16" fmla="*/ 33 w 41"/>
              <a:gd name="T17" fmla="*/ 8 h 42"/>
              <a:gd name="T18" fmla="*/ 32 w 41"/>
              <a:gd name="T19" fmla="*/ 9 h 42"/>
              <a:gd name="T20" fmla="*/ 37 w 41"/>
              <a:gd name="T21" fmla="*/ 21 h 42"/>
              <a:gd name="T22" fmla="*/ 32 w 41"/>
              <a:gd name="T23" fmla="*/ 33 h 42"/>
              <a:gd name="T24" fmla="*/ 20 w 41"/>
              <a:gd name="T25" fmla="*/ 38 h 42"/>
              <a:gd name="T26" fmla="*/ 20 w 41"/>
              <a:gd name="T27" fmla="*/ 0 h 42"/>
              <a:gd name="T28" fmla="*/ 20 w 41"/>
              <a:gd name="T29" fmla="*/ 0 h 42"/>
              <a:gd name="T30" fmla="*/ 6 w 41"/>
              <a:gd name="T31" fmla="*/ 7 h 42"/>
              <a:gd name="T32" fmla="*/ 0 w 41"/>
              <a:gd name="T33" fmla="*/ 21 h 42"/>
              <a:gd name="T34" fmla="*/ 6 w 41"/>
              <a:gd name="T35" fmla="*/ 36 h 42"/>
              <a:gd name="T36" fmla="*/ 6 w 41"/>
              <a:gd name="T37" fmla="*/ 36 h 42"/>
              <a:gd name="T38" fmla="*/ 9 w 41"/>
              <a:gd name="T39" fmla="*/ 38 h 42"/>
              <a:gd name="T40" fmla="*/ 20 w 41"/>
              <a:gd name="T41" fmla="*/ 42 h 42"/>
              <a:gd name="T42" fmla="*/ 20 w 41"/>
              <a:gd name="T43" fmla="*/ 42 h 42"/>
              <a:gd name="T44" fmla="*/ 35 w 41"/>
              <a:gd name="T45" fmla="*/ 36 h 42"/>
              <a:gd name="T46" fmla="*/ 41 w 41"/>
              <a:gd name="T47" fmla="*/ 21 h 42"/>
              <a:gd name="T48" fmla="*/ 37 w 41"/>
              <a:gd name="T49" fmla="*/ 10 h 42"/>
              <a:gd name="T50" fmla="*/ 35 w 41"/>
              <a:gd name="T51" fmla="*/ 7 h 42"/>
              <a:gd name="T52" fmla="*/ 35 w 41"/>
              <a:gd name="T53" fmla="*/ 7 h 42"/>
              <a:gd name="T54" fmla="*/ 35 w 41"/>
              <a:gd name="T55" fmla="*/ 7 h 42"/>
              <a:gd name="T56" fmla="*/ 20 w 41"/>
              <a:gd name="T5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42">
                <a:moveTo>
                  <a:pt x="20" y="38"/>
                </a:moveTo>
                <a:cubicBezTo>
                  <a:pt x="16" y="38"/>
                  <a:pt x="12" y="36"/>
                  <a:pt x="8" y="33"/>
                </a:cubicBezTo>
                <a:cubicBezTo>
                  <a:pt x="5" y="30"/>
                  <a:pt x="4" y="25"/>
                  <a:pt x="4" y="21"/>
                </a:cubicBezTo>
                <a:cubicBezTo>
                  <a:pt x="4" y="17"/>
                  <a:pt x="5" y="13"/>
                  <a:pt x="8" y="9"/>
                </a:cubicBezTo>
                <a:cubicBezTo>
                  <a:pt x="12" y="6"/>
                  <a:pt x="16" y="4"/>
                  <a:pt x="20" y="4"/>
                </a:cubicBezTo>
                <a:cubicBezTo>
                  <a:pt x="24" y="4"/>
                  <a:pt x="29" y="6"/>
                  <a:pt x="32" y="9"/>
                </a:cubicBezTo>
                <a:cubicBezTo>
                  <a:pt x="33" y="8"/>
                  <a:pt x="33" y="8"/>
                  <a:pt x="33" y="8"/>
                </a:cubicBezTo>
                <a:cubicBezTo>
                  <a:pt x="35" y="7"/>
                  <a:pt x="35" y="7"/>
                  <a:pt x="35" y="7"/>
                </a:cubicBezTo>
                <a:cubicBezTo>
                  <a:pt x="33" y="8"/>
                  <a:pt x="33" y="8"/>
                  <a:pt x="33" y="8"/>
                </a:cubicBezTo>
                <a:cubicBezTo>
                  <a:pt x="32" y="9"/>
                  <a:pt x="32" y="9"/>
                  <a:pt x="32" y="9"/>
                </a:cubicBezTo>
                <a:cubicBezTo>
                  <a:pt x="35" y="13"/>
                  <a:pt x="37" y="17"/>
                  <a:pt x="37" y="21"/>
                </a:cubicBezTo>
                <a:cubicBezTo>
                  <a:pt x="37" y="25"/>
                  <a:pt x="35" y="30"/>
                  <a:pt x="32" y="33"/>
                </a:cubicBezTo>
                <a:cubicBezTo>
                  <a:pt x="29" y="36"/>
                  <a:pt x="24" y="38"/>
                  <a:pt x="20" y="38"/>
                </a:cubicBezTo>
                <a:moveTo>
                  <a:pt x="20" y="0"/>
                </a:moveTo>
                <a:cubicBezTo>
                  <a:pt x="20" y="0"/>
                  <a:pt x="20" y="0"/>
                  <a:pt x="20" y="0"/>
                </a:cubicBezTo>
                <a:cubicBezTo>
                  <a:pt x="15" y="0"/>
                  <a:pt x="10" y="2"/>
                  <a:pt x="6" y="7"/>
                </a:cubicBezTo>
                <a:cubicBezTo>
                  <a:pt x="2" y="11"/>
                  <a:pt x="0" y="16"/>
                  <a:pt x="0" y="21"/>
                </a:cubicBezTo>
                <a:cubicBezTo>
                  <a:pt x="0" y="26"/>
                  <a:pt x="2" y="32"/>
                  <a:pt x="6" y="36"/>
                </a:cubicBezTo>
                <a:cubicBezTo>
                  <a:pt x="6" y="36"/>
                  <a:pt x="6" y="36"/>
                  <a:pt x="6" y="36"/>
                </a:cubicBezTo>
                <a:cubicBezTo>
                  <a:pt x="7" y="37"/>
                  <a:pt x="8" y="38"/>
                  <a:pt x="9" y="38"/>
                </a:cubicBezTo>
                <a:cubicBezTo>
                  <a:pt x="12" y="41"/>
                  <a:pt x="16" y="42"/>
                  <a:pt x="20" y="42"/>
                </a:cubicBezTo>
                <a:cubicBezTo>
                  <a:pt x="20" y="42"/>
                  <a:pt x="20" y="42"/>
                  <a:pt x="20" y="42"/>
                </a:cubicBezTo>
                <a:cubicBezTo>
                  <a:pt x="25" y="42"/>
                  <a:pt x="31" y="40"/>
                  <a:pt x="35" y="36"/>
                </a:cubicBezTo>
                <a:cubicBezTo>
                  <a:pt x="39" y="32"/>
                  <a:pt x="41" y="26"/>
                  <a:pt x="41" y="21"/>
                </a:cubicBezTo>
                <a:cubicBezTo>
                  <a:pt x="41" y="17"/>
                  <a:pt x="40" y="13"/>
                  <a:pt x="37" y="10"/>
                </a:cubicBezTo>
                <a:cubicBezTo>
                  <a:pt x="37" y="9"/>
                  <a:pt x="36" y="8"/>
                  <a:pt x="35" y="7"/>
                </a:cubicBezTo>
                <a:cubicBezTo>
                  <a:pt x="35" y="7"/>
                  <a:pt x="35" y="7"/>
                  <a:pt x="35" y="7"/>
                </a:cubicBezTo>
                <a:cubicBezTo>
                  <a:pt x="35" y="7"/>
                  <a:pt x="35" y="7"/>
                  <a:pt x="35" y="7"/>
                </a:cubicBezTo>
                <a:cubicBezTo>
                  <a:pt x="31"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46" name="Freeform 1204"/>
          <p:cNvSpPr>
            <a:spLocks/>
          </p:cNvSpPr>
          <p:nvPr/>
        </p:nvSpPr>
        <p:spPr bwMode="auto">
          <a:xfrm>
            <a:off x="-431030" y="2735262"/>
            <a:ext cx="136525" cy="136525"/>
          </a:xfrm>
          <a:custGeom>
            <a:avLst/>
            <a:gdLst>
              <a:gd name="T0" fmla="*/ 17 w 33"/>
              <a:gd name="T1" fmla="*/ 0 h 33"/>
              <a:gd name="T2" fmla="*/ 5 w 33"/>
              <a:gd name="T3" fmla="*/ 5 h 33"/>
              <a:gd name="T4" fmla="*/ 0 w 33"/>
              <a:gd name="T5" fmla="*/ 17 h 33"/>
              <a:gd name="T6" fmla="*/ 5 w 33"/>
              <a:gd name="T7" fmla="*/ 28 h 33"/>
              <a:gd name="T8" fmla="*/ 17 w 33"/>
              <a:gd name="T9" fmla="*/ 33 h 33"/>
              <a:gd name="T10" fmla="*/ 29 w 33"/>
              <a:gd name="T11" fmla="*/ 28 h 33"/>
              <a:gd name="T12" fmla="*/ 33 w 33"/>
              <a:gd name="T13" fmla="*/ 17 h 33"/>
              <a:gd name="T14" fmla="*/ 29 w 33"/>
              <a:gd name="T15" fmla="*/ 5 h 33"/>
              <a:gd name="T16" fmla="*/ 30 w 33"/>
              <a:gd name="T17" fmla="*/ 3 h 33"/>
              <a:gd name="T18" fmla="*/ 30 w 33"/>
              <a:gd name="T19" fmla="*/ 3 h 33"/>
              <a:gd name="T20" fmla="*/ 29 w 33"/>
              <a:gd name="T21" fmla="*/ 5 h 33"/>
              <a:gd name="T22" fmla="*/ 17 w 33"/>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3">
                <a:moveTo>
                  <a:pt x="17" y="0"/>
                </a:moveTo>
                <a:cubicBezTo>
                  <a:pt x="13" y="0"/>
                  <a:pt x="8" y="2"/>
                  <a:pt x="5" y="5"/>
                </a:cubicBezTo>
                <a:cubicBezTo>
                  <a:pt x="2" y="8"/>
                  <a:pt x="0" y="12"/>
                  <a:pt x="0" y="17"/>
                </a:cubicBezTo>
                <a:cubicBezTo>
                  <a:pt x="0" y="21"/>
                  <a:pt x="2" y="25"/>
                  <a:pt x="5" y="28"/>
                </a:cubicBezTo>
                <a:cubicBezTo>
                  <a:pt x="8" y="32"/>
                  <a:pt x="13" y="33"/>
                  <a:pt x="17" y="33"/>
                </a:cubicBezTo>
                <a:cubicBezTo>
                  <a:pt x="21" y="33"/>
                  <a:pt x="25" y="32"/>
                  <a:pt x="29" y="28"/>
                </a:cubicBezTo>
                <a:cubicBezTo>
                  <a:pt x="32" y="25"/>
                  <a:pt x="33" y="21"/>
                  <a:pt x="33" y="17"/>
                </a:cubicBezTo>
                <a:cubicBezTo>
                  <a:pt x="33" y="12"/>
                  <a:pt x="32" y="8"/>
                  <a:pt x="29" y="5"/>
                </a:cubicBezTo>
                <a:cubicBezTo>
                  <a:pt x="30" y="3"/>
                  <a:pt x="30" y="3"/>
                  <a:pt x="30" y="3"/>
                </a:cubicBezTo>
                <a:cubicBezTo>
                  <a:pt x="30" y="3"/>
                  <a:pt x="30" y="3"/>
                  <a:pt x="30" y="3"/>
                </a:cubicBezTo>
                <a:cubicBezTo>
                  <a:pt x="29" y="5"/>
                  <a:pt x="29" y="5"/>
                  <a:pt x="29"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47" name="Freeform 1205"/>
          <p:cNvSpPr>
            <a:spLocks noEditPoints="1"/>
          </p:cNvSpPr>
          <p:nvPr/>
        </p:nvSpPr>
        <p:spPr bwMode="auto">
          <a:xfrm>
            <a:off x="-446905" y="2719387"/>
            <a:ext cx="169863" cy="169863"/>
          </a:xfrm>
          <a:custGeom>
            <a:avLst/>
            <a:gdLst>
              <a:gd name="T0" fmla="*/ 21 w 41"/>
              <a:gd name="T1" fmla="*/ 37 h 41"/>
              <a:gd name="T2" fmla="*/ 9 w 41"/>
              <a:gd name="T3" fmla="*/ 32 h 41"/>
              <a:gd name="T4" fmla="*/ 4 w 41"/>
              <a:gd name="T5" fmla="*/ 21 h 41"/>
              <a:gd name="T6" fmla="*/ 9 w 41"/>
              <a:gd name="T7" fmla="*/ 9 h 41"/>
              <a:gd name="T8" fmla="*/ 21 w 41"/>
              <a:gd name="T9" fmla="*/ 4 h 41"/>
              <a:gd name="T10" fmla="*/ 33 w 41"/>
              <a:gd name="T11" fmla="*/ 9 h 41"/>
              <a:gd name="T12" fmla="*/ 34 w 41"/>
              <a:gd name="T13" fmla="*/ 7 h 41"/>
              <a:gd name="T14" fmla="*/ 35 w 41"/>
              <a:gd name="T15" fmla="*/ 6 h 41"/>
              <a:gd name="T16" fmla="*/ 34 w 41"/>
              <a:gd name="T17" fmla="*/ 7 h 41"/>
              <a:gd name="T18" fmla="*/ 33 w 41"/>
              <a:gd name="T19" fmla="*/ 9 h 41"/>
              <a:gd name="T20" fmla="*/ 37 w 41"/>
              <a:gd name="T21" fmla="*/ 21 h 41"/>
              <a:gd name="T22" fmla="*/ 33 w 41"/>
              <a:gd name="T23" fmla="*/ 32 h 41"/>
              <a:gd name="T24" fmla="*/ 21 w 41"/>
              <a:gd name="T25" fmla="*/ 37 h 41"/>
              <a:gd name="T26" fmla="*/ 21 w 41"/>
              <a:gd name="T27" fmla="*/ 0 h 41"/>
              <a:gd name="T28" fmla="*/ 21 w 41"/>
              <a:gd name="T29" fmla="*/ 0 h 41"/>
              <a:gd name="T30" fmla="*/ 6 w 41"/>
              <a:gd name="T31" fmla="*/ 6 h 41"/>
              <a:gd name="T32" fmla="*/ 0 w 41"/>
              <a:gd name="T33" fmla="*/ 21 h 41"/>
              <a:gd name="T34" fmla="*/ 6 w 41"/>
              <a:gd name="T35" fmla="*/ 35 h 41"/>
              <a:gd name="T36" fmla="*/ 6 w 41"/>
              <a:gd name="T37" fmla="*/ 35 h 41"/>
              <a:gd name="T38" fmla="*/ 9 w 41"/>
              <a:gd name="T39" fmla="*/ 38 h 41"/>
              <a:gd name="T40" fmla="*/ 21 w 41"/>
              <a:gd name="T41" fmla="*/ 41 h 41"/>
              <a:gd name="T42" fmla="*/ 21 w 41"/>
              <a:gd name="T43" fmla="*/ 41 h 41"/>
              <a:gd name="T44" fmla="*/ 35 w 41"/>
              <a:gd name="T45" fmla="*/ 35 h 41"/>
              <a:gd name="T46" fmla="*/ 41 w 41"/>
              <a:gd name="T47" fmla="*/ 21 h 41"/>
              <a:gd name="T48" fmla="*/ 35 w 41"/>
              <a:gd name="T49" fmla="*/ 6 h 41"/>
              <a:gd name="T50" fmla="*/ 35 w 41"/>
              <a:gd name="T51" fmla="*/ 6 h 41"/>
              <a:gd name="T52" fmla="*/ 21 w 41"/>
              <a:gd name="T5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1">
                <a:moveTo>
                  <a:pt x="21" y="37"/>
                </a:moveTo>
                <a:cubicBezTo>
                  <a:pt x="17" y="37"/>
                  <a:pt x="12" y="36"/>
                  <a:pt x="9" y="32"/>
                </a:cubicBezTo>
                <a:cubicBezTo>
                  <a:pt x="6" y="29"/>
                  <a:pt x="4" y="25"/>
                  <a:pt x="4" y="21"/>
                </a:cubicBezTo>
                <a:cubicBezTo>
                  <a:pt x="4" y="16"/>
                  <a:pt x="6" y="12"/>
                  <a:pt x="9" y="9"/>
                </a:cubicBezTo>
                <a:cubicBezTo>
                  <a:pt x="12" y="6"/>
                  <a:pt x="17" y="4"/>
                  <a:pt x="21" y="4"/>
                </a:cubicBezTo>
                <a:cubicBezTo>
                  <a:pt x="25" y="4"/>
                  <a:pt x="29" y="6"/>
                  <a:pt x="33" y="9"/>
                </a:cubicBezTo>
                <a:cubicBezTo>
                  <a:pt x="34" y="7"/>
                  <a:pt x="34" y="7"/>
                  <a:pt x="34" y="7"/>
                </a:cubicBezTo>
                <a:cubicBezTo>
                  <a:pt x="35" y="6"/>
                  <a:pt x="35" y="6"/>
                  <a:pt x="35" y="6"/>
                </a:cubicBezTo>
                <a:cubicBezTo>
                  <a:pt x="34" y="7"/>
                  <a:pt x="34" y="7"/>
                  <a:pt x="34" y="7"/>
                </a:cubicBezTo>
                <a:cubicBezTo>
                  <a:pt x="33" y="9"/>
                  <a:pt x="33" y="9"/>
                  <a:pt x="33" y="9"/>
                </a:cubicBezTo>
                <a:cubicBezTo>
                  <a:pt x="36" y="12"/>
                  <a:pt x="37" y="16"/>
                  <a:pt x="37" y="21"/>
                </a:cubicBezTo>
                <a:cubicBezTo>
                  <a:pt x="37" y="25"/>
                  <a:pt x="36" y="29"/>
                  <a:pt x="33" y="32"/>
                </a:cubicBezTo>
                <a:cubicBezTo>
                  <a:pt x="29" y="36"/>
                  <a:pt x="25" y="37"/>
                  <a:pt x="21" y="37"/>
                </a:cubicBezTo>
                <a:moveTo>
                  <a:pt x="21" y="0"/>
                </a:moveTo>
                <a:cubicBezTo>
                  <a:pt x="21" y="0"/>
                  <a:pt x="21" y="0"/>
                  <a:pt x="21" y="0"/>
                </a:cubicBezTo>
                <a:cubicBezTo>
                  <a:pt x="16" y="0"/>
                  <a:pt x="10" y="2"/>
                  <a:pt x="6" y="6"/>
                </a:cubicBezTo>
                <a:cubicBezTo>
                  <a:pt x="2" y="10"/>
                  <a:pt x="0" y="15"/>
                  <a:pt x="0" y="21"/>
                </a:cubicBezTo>
                <a:cubicBezTo>
                  <a:pt x="0" y="26"/>
                  <a:pt x="2" y="31"/>
                  <a:pt x="6" y="35"/>
                </a:cubicBezTo>
                <a:cubicBezTo>
                  <a:pt x="6" y="35"/>
                  <a:pt x="6" y="35"/>
                  <a:pt x="6" y="35"/>
                </a:cubicBezTo>
                <a:cubicBezTo>
                  <a:pt x="7" y="36"/>
                  <a:pt x="8" y="37"/>
                  <a:pt x="9" y="38"/>
                </a:cubicBezTo>
                <a:cubicBezTo>
                  <a:pt x="13" y="40"/>
                  <a:pt x="17" y="41"/>
                  <a:pt x="21" y="41"/>
                </a:cubicBezTo>
                <a:cubicBezTo>
                  <a:pt x="21" y="41"/>
                  <a:pt x="21" y="41"/>
                  <a:pt x="21" y="41"/>
                </a:cubicBezTo>
                <a:cubicBezTo>
                  <a:pt x="26" y="41"/>
                  <a:pt x="31" y="39"/>
                  <a:pt x="35" y="35"/>
                </a:cubicBezTo>
                <a:cubicBezTo>
                  <a:pt x="39" y="31"/>
                  <a:pt x="41" y="26"/>
                  <a:pt x="41" y="21"/>
                </a:cubicBezTo>
                <a:cubicBezTo>
                  <a:pt x="41" y="15"/>
                  <a:pt x="39" y="10"/>
                  <a:pt x="35" y="6"/>
                </a:cubicBezTo>
                <a:cubicBezTo>
                  <a:pt x="35" y="6"/>
                  <a:pt x="35" y="6"/>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48" name="Freeform 1206"/>
          <p:cNvSpPr>
            <a:spLocks/>
          </p:cNvSpPr>
          <p:nvPr/>
        </p:nvSpPr>
        <p:spPr bwMode="auto">
          <a:xfrm>
            <a:off x="-173855" y="3062288"/>
            <a:ext cx="141288" cy="138113"/>
          </a:xfrm>
          <a:custGeom>
            <a:avLst/>
            <a:gdLst>
              <a:gd name="T0" fmla="*/ 17 w 34"/>
              <a:gd name="T1" fmla="*/ 0 h 33"/>
              <a:gd name="T2" fmla="*/ 5 w 34"/>
              <a:gd name="T3" fmla="*/ 5 h 33"/>
              <a:gd name="T4" fmla="*/ 0 w 34"/>
              <a:gd name="T5" fmla="*/ 17 h 33"/>
              <a:gd name="T6" fmla="*/ 5 w 34"/>
              <a:gd name="T7" fmla="*/ 29 h 33"/>
              <a:gd name="T8" fmla="*/ 17 w 34"/>
              <a:gd name="T9" fmla="*/ 33 h 33"/>
              <a:gd name="T10" fmla="*/ 29 w 34"/>
              <a:gd name="T11" fmla="*/ 29 h 33"/>
              <a:gd name="T12" fmla="*/ 34 w 34"/>
              <a:gd name="T13" fmla="*/ 17 h 33"/>
              <a:gd name="T14" fmla="*/ 29 w 34"/>
              <a:gd name="T15" fmla="*/ 5 h 33"/>
              <a:gd name="T16" fmla="*/ 30 w 34"/>
              <a:gd name="T17" fmla="*/ 4 h 33"/>
              <a:gd name="T18" fmla="*/ 30 w 34"/>
              <a:gd name="T19" fmla="*/ 4 h 33"/>
              <a:gd name="T20" fmla="*/ 29 w 34"/>
              <a:gd name="T21" fmla="*/ 5 h 33"/>
              <a:gd name="T22" fmla="*/ 17 w 34"/>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33">
                <a:moveTo>
                  <a:pt x="17" y="0"/>
                </a:moveTo>
                <a:cubicBezTo>
                  <a:pt x="13" y="0"/>
                  <a:pt x="9" y="2"/>
                  <a:pt x="5" y="5"/>
                </a:cubicBezTo>
                <a:cubicBezTo>
                  <a:pt x="2" y="8"/>
                  <a:pt x="0" y="12"/>
                  <a:pt x="0" y="17"/>
                </a:cubicBezTo>
                <a:cubicBezTo>
                  <a:pt x="0" y="21"/>
                  <a:pt x="2" y="25"/>
                  <a:pt x="5" y="29"/>
                </a:cubicBezTo>
                <a:cubicBezTo>
                  <a:pt x="9" y="32"/>
                  <a:pt x="13" y="33"/>
                  <a:pt x="17" y="33"/>
                </a:cubicBezTo>
                <a:cubicBezTo>
                  <a:pt x="21" y="33"/>
                  <a:pt x="26" y="32"/>
                  <a:pt x="29" y="29"/>
                </a:cubicBezTo>
                <a:cubicBezTo>
                  <a:pt x="32" y="25"/>
                  <a:pt x="34" y="21"/>
                  <a:pt x="34" y="17"/>
                </a:cubicBezTo>
                <a:cubicBezTo>
                  <a:pt x="34" y="12"/>
                  <a:pt x="32" y="8"/>
                  <a:pt x="29" y="5"/>
                </a:cubicBezTo>
                <a:cubicBezTo>
                  <a:pt x="30" y="4"/>
                  <a:pt x="30" y="4"/>
                  <a:pt x="30" y="4"/>
                </a:cubicBezTo>
                <a:cubicBezTo>
                  <a:pt x="30" y="4"/>
                  <a:pt x="30" y="4"/>
                  <a:pt x="30" y="4"/>
                </a:cubicBezTo>
                <a:cubicBezTo>
                  <a:pt x="29" y="5"/>
                  <a:pt x="29" y="5"/>
                  <a:pt x="29" y="5"/>
                </a:cubicBezTo>
                <a:cubicBezTo>
                  <a:pt x="26"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49" name="Freeform 1207"/>
          <p:cNvSpPr>
            <a:spLocks noEditPoints="1"/>
          </p:cNvSpPr>
          <p:nvPr/>
        </p:nvSpPr>
        <p:spPr bwMode="auto">
          <a:xfrm>
            <a:off x="-191318" y="3046413"/>
            <a:ext cx="174625" cy="169863"/>
          </a:xfrm>
          <a:custGeom>
            <a:avLst/>
            <a:gdLst>
              <a:gd name="T0" fmla="*/ 21 w 42"/>
              <a:gd name="T1" fmla="*/ 37 h 41"/>
              <a:gd name="T2" fmla="*/ 9 w 42"/>
              <a:gd name="T3" fmla="*/ 33 h 41"/>
              <a:gd name="T4" fmla="*/ 4 w 42"/>
              <a:gd name="T5" fmla="*/ 21 h 41"/>
              <a:gd name="T6" fmla="*/ 9 w 42"/>
              <a:gd name="T7" fmla="*/ 9 h 41"/>
              <a:gd name="T8" fmla="*/ 21 w 42"/>
              <a:gd name="T9" fmla="*/ 4 h 41"/>
              <a:gd name="T10" fmla="*/ 33 w 42"/>
              <a:gd name="T11" fmla="*/ 9 h 41"/>
              <a:gd name="T12" fmla="*/ 34 w 42"/>
              <a:gd name="T13" fmla="*/ 8 h 41"/>
              <a:gd name="T14" fmla="*/ 33 w 42"/>
              <a:gd name="T15" fmla="*/ 9 h 41"/>
              <a:gd name="T16" fmla="*/ 38 w 42"/>
              <a:gd name="T17" fmla="*/ 21 h 41"/>
              <a:gd name="T18" fmla="*/ 33 w 42"/>
              <a:gd name="T19" fmla="*/ 33 h 41"/>
              <a:gd name="T20" fmla="*/ 21 w 42"/>
              <a:gd name="T21" fmla="*/ 37 h 41"/>
              <a:gd name="T22" fmla="*/ 21 w 42"/>
              <a:gd name="T23" fmla="*/ 0 h 41"/>
              <a:gd name="T24" fmla="*/ 21 w 42"/>
              <a:gd name="T25" fmla="*/ 0 h 41"/>
              <a:gd name="T26" fmla="*/ 8 w 42"/>
              <a:gd name="T27" fmla="*/ 4 h 41"/>
              <a:gd name="T28" fmla="*/ 6 w 42"/>
              <a:gd name="T29" fmla="*/ 6 h 41"/>
              <a:gd name="T30" fmla="*/ 6 w 42"/>
              <a:gd name="T31" fmla="*/ 7 h 41"/>
              <a:gd name="T32" fmla="*/ 0 w 42"/>
              <a:gd name="T33" fmla="*/ 21 h 41"/>
              <a:gd name="T34" fmla="*/ 6 w 42"/>
              <a:gd name="T35" fmla="*/ 35 h 41"/>
              <a:gd name="T36" fmla="*/ 21 w 42"/>
              <a:gd name="T37" fmla="*/ 41 h 41"/>
              <a:gd name="T38" fmla="*/ 21 w 42"/>
              <a:gd name="T39" fmla="*/ 41 h 41"/>
              <a:gd name="T40" fmla="*/ 36 w 42"/>
              <a:gd name="T41" fmla="*/ 35 h 41"/>
              <a:gd name="T42" fmla="*/ 42 w 42"/>
              <a:gd name="T43" fmla="*/ 21 h 41"/>
              <a:gd name="T44" fmla="*/ 36 w 42"/>
              <a:gd name="T45" fmla="*/ 6 h 41"/>
              <a:gd name="T46" fmla="*/ 36 w 42"/>
              <a:gd name="T47" fmla="*/ 6 h 41"/>
              <a:gd name="T48" fmla="*/ 21 w 42"/>
              <a:gd name="T49"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41">
                <a:moveTo>
                  <a:pt x="21" y="37"/>
                </a:moveTo>
                <a:cubicBezTo>
                  <a:pt x="17" y="37"/>
                  <a:pt x="13" y="36"/>
                  <a:pt x="9" y="33"/>
                </a:cubicBezTo>
                <a:cubicBezTo>
                  <a:pt x="6" y="29"/>
                  <a:pt x="4" y="25"/>
                  <a:pt x="4" y="21"/>
                </a:cubicBezTo>
                <a:cubicBezTo>
                  <a:pt x="4" y="16"/>
                  <a:pt x="6" y="12"/>
                  <a:pt x="9" y="9"/>
                </a:cubicBezTo>
                <a:cubicBezTo>
                  <a:pt x="13" y="6"/>
                  <a:pt x="17" y="4"/>
                  <a:pt x="21" y="4"/>
                </a:cubicBezTo>
                <a:cubicBezTo>
                  <a:pt x="25" y="4"/>
                  <a:pt x="30" y="6"/>
                  <a:pt x="33" y="9"/>
                </a:cubicBezTo>
                <a:cubicBezTo>
                  <a:pt x="34" y="8"/>
                  <a:pt x="34" y="8"/>
                  <a:pt x="34" y="8"/>
                </a:cubicBezTo>
                <a:cubicBezTo>
                  <a:pt x="33" y="9"/>
                  <a:pt x="33" y="9"/>
                  <a:pt x="33" y="9"/>
                </a:cubicBezTo>
                <a:cubicBezTo>
                  <a:pt x="36" y="12"/>
                  <a:pt x="38" y="16"/>
                  <a:pt x="38" y="21"/>
                </a:cubicBezTo>
                <a:cubicBezTo>
                  <a:pt x="38" y="25"/>
                  <a:pt x="36" y="29"/>
                  <a:pt x="33" y="33"/>
                </a:cubicBezTo>
                <a:cubicBezTo>
                  <a:pt x="30" y="36"/>
                  <a:pt x="25" y="37"/>
                  <a:pt x="21" y="37"/>
                </a:cubicBezTo>
                <a:moveTo>
                  <a:pt x="21" y="0"/>
                </a:moveTo>
                <a:cubicBezTo>
                  <a:pt x="21" y="0"/>
                  <a:pt x="21" y="0"/>
                  <a:pt x="21" y="0"/>
                </a:cubicBezTo>
                <a:cubicBezTo>
                  <a:pt x="17" y="0"/>
                  <a:pt x="12" y="2"/>
                  <a:pt x="8" y="4"/>
                </a:cubicBezTo>
                <a:cubicBezTo>
                  <a:pt x="8" y="5"/>
                  <a:pt x="7" y="6"/>
                  <a:pt x="6" y="6"/>
                </a:cubicBezTo>
                <a:cubicBezTo>
                  <a:pt x="6" y="6"/>
                  <a:pt x="6" y="7"/>
                  <a:pt x="6" y="7"/>
                </a:cubicBezTo>
                <a:cubicBezTo>
                  <a:pt x="2" y="11"/>
                  <a:pt x="0" y="16"/>
                  <a:pt x="0" y="21"/>
                </a:cubicBezTo>
                <a:cubicBezTo>
                  <a:pt x="0" y="26"/>
                  <a:pt x="2" y="31"/>
                  <a:pt x="6" y="35"/>
                </a:cubicBezTo>
                <a:cubicBezTo>
                  <a:pt x="10" y="39"/>
                  <a:pt x="16" y="41"/>
                  <a:pt x="21" y="41"/>
                </a:cubicBezTo>
                <a:cubicBezTo>
                  <a:pt x="21" y="41"/>
                  <a:pt x="21" y="41"/>
                  <a:pt x="21" y="41"/>
                </a:cubicBezTo>
                <a:cubicBezTo>
                  <a:pt x="26" y="41"/>
                  <a:pt x="32" y="39"/>
                  <a:pt x="36" y="35"/>
                </a:cubicBezTo>
                <a:cubicBezTo>
                  <a:pt x="40" y="31"/>
                  <a:pt x="42" y="26"/>
                  <a:pt x="42" y="21"/>
                </a:cubicBezTo>
                <a:cubicBezTo>
                  <a:pt x="42" y="15"/>
                  <a:pt x="40" y="10"/>
                  <a:pt x="36" y="6"/>
                </a:cubicBezTo>
                <a:cubicBezTo>
                  <a:pt x="36" y="6"/>
                  <a:pt x="36" y="6"/>
                  <a:pt x="36" y="6"/>
                </a:cubicBezTo>
                <a:cubicBezTo>
                  <a:pt x="32"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50" name="Freeform 1208"/>
          <p:cNvSpPr>
            <a:spLocks/>
          </p:cNvSpPr>
          <p:nvPr/>
        </p:nvSpPr>
        <p:spPr bwMode="auto">
          <a:xfrm>
            <a:off x="-2047105" y="3344863"/>
            <a:ext cx="136525" cy="136525"/>
          </a:xfrm>
          <a:custGeom>
            <a:avLst/>
            <a:gdLst>
              <a:gd name="T0" fmla="*/ 16 w 33"/>
              <a:gd name="T1" fmla="*/ 0 h 33"/>
              <a:gd name="T2" fmla="*/ 5 w 33"/>
              <a:gd name="T3" fmla="*/ 5 h 33"/>
              <a:gd name="T4" fmla="*/ 0 w 33"/>
              <a:gd name="T5" fmla="*/ 17 h 33"/>
              <a:gd name="T6" fmla="*/ 5 w 33"/>
              <a:gd name="T7" fmla="*/ 28 h 33"/>
              <a:gd name="T8" fmla="*/ 16 w 33"/>
              <a:gd name="T9" fmla="*/ 33 h 33"/>
              <a:gd name="T10" fmla="*/ 28 w 33"/>
              <a:gd name="T11" fmla="*/ 28 h 33"/>
              <a:gd name="T12" fmla="*/ 33 w 33"/>
              <a:gd name="T13" fmla="*/ 17 h 33"/>
              <a:gd name="T14" fmla="*/ 28 w 33"/>
              <a:gd name="T15" fmla="*/ 5 h 33"/>
              <a:gd name="T16" fmla="*/ 30 w 33"/>
              <a:gd name="T17" fmla="*/ 3 h 33"/>
              <a:gd name="T18" fmla="*/ 30 w 33"/>
              <a:gd name="T19" fmla="*/ 3 h 33"/>
              <a:gd name="T20" fmla="*/ 28 w 33"/>
              <a:gd name="T21" fmla="*/ 5 h 33"/>
              <a:gd name="T22" fmla="*/ 16 w 33"/>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3">
                <a:moveTo>
                  <a:pt x="16" y="0"/>
                </a:moveTo>
                <a:cubicBezTo>
                  <a:pt x="12" y="0"/>
                  <a:pt x="8" y="2"/>
                  <a:pt x="5" y="5"/>
                </a:cubicBezTo>
                <a:cubicBezTo>
                  <a:pt x="1" y="8"/>
                  <a:pt x="0" y="12"/>
                  <a:pt x="0" y="17"/>
                </a:cubicBezTo>
                <a:cubicBezTo>
                  <a:pt x="0" y="21"/>
                  <a:pt x="1" y="25"/>
                  <a:pt x="5" y="28"/>
                </a:cubicBezTo>
                <a:cubicBezTo>
                  <a:pt x="8" y="32"/>
                  <a:pt x="12" y="33"/>
                  <a:pt x="16" y="33"/>
                </a:cubicBezTo>
                <a:cubicBezTo>
                  <a:pt x="21" y="33"/>
                  <a:pt x="25" y="32"/>
                  <a:pt x="28" y="28"/>
                </a:cubicBezTo>
                <a:cubicBezTo>
                  <a:pt x="32" y="25"/>
                  <a:pt x="33" y="21"/>
                  <a:pt x="33" y="17"/>
                </a:cubicBezTo>
                <a:cubicBezTo>
                  <a:pt x="33" y="12"/>
                  <a:pt x="32" y="8"/>
                  <a:pt x="28" y="5"/>
                </a:cubicBezTo>
                <a:cubicBezTo>
                  <a:pt x="30" y="3"/>
                  <a:pt x="30" y="3"/>
                  <a:pt x="30" y="3"/>
                </a:cubicBezTo>
                <a:cubicBezTo>
                  <a:pt x="30" y="3"/>
                  <a:pt x="30" y="3"/>
                  <a:pt x="30" y="3"/>
                </a:cubicBezTo>
                <a:cubicBezTo>
                  <a:pt x="28" y="5"/>
                  <a:pt x="28" y="5"/>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51" name="Freeform 1209"/>
          <p:cNvSpPr>
            <a:spLocks noEditPoints="1"/>
          </p:cNvSpPr>
          <p:nvPr/>
        </p:nvSpPr>
        <p:spPr bwMode="auto">
          <a:xfrm>
            <a:off x="-2064568" y="3328988"/>
            <a:ext cx="169863" cy="169863"/>
          </a:xfrm>
          <a:custGeom>
            <a:avLst/>
            <a:gdLst>
              <a:gd name="T0" fmla="*/ 20 w 41"/>
              <a:gd name="T1" fmla="*/ 37 h 41"/>
              <a:gd name="T2" fmla="*/ 9 w 41"/>
              <a:gd name="T3" fmla="*/ 32 h 41"/>
              <a:gd name="T4" fmla="*/ 4 w 41"/>
              <a:gd name="T5" fmla="*/ 21 h 41"/>
              <a:gd name="T6" fmla="*/ 9 w 41"/>
              <a:gd name="T7" fmla="*/ 9 h 41"/>
              <a:gd name="T8" fmla="*/ 20 w 41"/>
              <a:gd name="T9" fmla="*/ 4 h 41"/>
              <a:gd name="T10" fmla="*/ 32 w 41"/>
              <a:gd name="T11" fmla="*/ 9 h 41"/>
              <a:gd name="T12" fmla="*/ 34 w 41"/>
              <a:gd name="T13" fmla="*/ 7 h 41"/>
              <a:gd name="T14" fmla="*/ 35 w 41"/>
              <a:gd name="T15" fmla="*/ 6 h 41"/>
              <a:gd name="T16" fmla="*/ 34 w 41"/>
              <a:gd name="T17" fmla="*/ 7 h 41"/>
              <a:gd name="T18" fmla="*/ 32 w 41"/>
              <a:gd name="T19" fmla="*/ 9 h 41"/>
              <a:gd name="T20" fmla="*/ 37 w 41"/>
              <a:gd name="T21" fmla="*/ 21 h 41"/>
              <a:gd name="T22" fmla="*/ 32 w 41"/>
              <a:gd name="T23" fmla="*/ 32 h 41"/>
              <a:gd name="T24" fmla="*/ 20 w 41"/>
              <a:gd name="T25" fmla="*/ 37 h 41"/>
              <a:gd name="T26" fmla="*/ 21 w 41"/>
              <a:gd name="T27" fmla="*/ 0 h 41"/>
              <a:gd name="T28" fmla="*/ 20 w 41"/>
              <a:gd name="T29" fmla="*/ 0 h 41"/>
              <a:gd name="T30" fmla="*/ 6 w 41"/>
              <a:gd name="T31" fmla="*/ 6 h 41"/>
              <a:gd name="T32" fmla="*/ 0 w 41"/>
              <a:gd name="T33" fmla="*/ 21 h 41"/>
              <a:gd name="T34" fmla="*/ 6 w 41"/>
              <a:gd name="T35" fmla="*/ 35 h 41"/>
              <a:gd name="T36" fmla="*/ 20 w 41"/>
              <a:gd name="T37" fmla="*/ 41 h 41"/>
              <a:gd name="T38" fmla="*/ 20 w 41"/>
              <a:gd name="T39" fmla="*/ 41 h 41"/>
              <a:gd name="T40" fmla="*/ 35 w 41"/>
              <a:gd name="T41" fmla="*/ 35 h 41"/>
              <a:gd name="T42" fmla="*/ 41 w 41"/>
              <a:gd name="T43" fmla="*/ 24 h 41"/>
              <a:gd name="T44" fmla="*/ 41 w 41"/>
              <a:gd name="T45" fmla="*/ 21 h 41"/>
              <a:gd name="T46" fmla="*/ 41 w 41"/>
              <a:gd name="T47" fmla="*/ 20 h 41"/>
              <a:gd name="T48" fmla="*/ 35 w 41"/>
              <a:gd name="T49" fmla="*/ 6 h 41"/>
              <a:gd name="T50" fmla="*/ 35 w 41"/>
              <a:gd name="T51" fmla="*/ 6 h 41"/>
              <a:gd name="T52" fmla="*/ 21 w 41"/>
              <a:gd name="T5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1">
                <a:moveTo>
                  <a:pt x="20" y="37"/>
                </a:moveTo>
                <a:cubicBezTo>
                  <a:pt x="16" y="37"/>
                  <a:pt x="12" y="36"/>
                  <a:pt x="9" y="32"/>
                </a:cubicBezTo>
                <a:cubicBezTo>
                  <a:pt x="5" y="29"/>
                  <a:pt x="4" y="25"/>
                  <a:pt x="4" y="21"/>
                </a:cubicBezTo>
                <a:cubicBezTo>
                  <a:pt x="4" y="16"/>
                  <a:pt x="5" y="12"/>
                  <a:pt x="9" y="9"/>
                </a:cubicBezTo>
                <a:cubicBezTo>
                  <a:pt x="12" y="6"/>
                  <a:pt x="16" y="4"/>
                  <a:pt x="20" y="4"/>
                </a:cubicBezTo>
                <a:cubicBezTo>
                  <a:pt x="25" y="4"/>
                  <a:pt x="29" y="6"/>
                  <a:pt x="32" y="9"/>
                </a:cubicBezTo>
                <a:cubicBezTo>
                  <a:pt x="34" y="7"/>
                  <a:pt x="34" y="7"/>
                  <a:pt x="34" y="7"/>
                </a:cubicBezTo>
                <a:cubicBezTo>
                  <a:pt x="35" y="6"/>
                  <a:pt x="35" y="6"/>
                  <a:pt x="35" y="6"/>
                </a:cubicBezTo>
                <a:cubicBezTo>
                  <a:pt x="34" y="7"/>
                  <a:pt x="34" y="7"/>
                  <a:pt x="34" y="7"/>
                </a:cubicBezTo>
                <a:cubicBezTo>
                  <a:pt x="32" y="9"/>
                  <a:pt x="32" y="9"/>
                  <a:pt x="32" y="9"/>
                </a:cubicBezTo>
                <a:cubicBezTo>
                  <a:pt x="36" y="12"/>
                  <a:pt x="37" y="16"/>
                  <a:pt x="37" y="21"/>
                </a:cubicBezTo>
                <a:cubicBezTo>
                  <a:pt x="37" y="25"/>
                  <a:pt x="36" y="29"/>
                  <a:pt x="32" y="32"/>
                </a:cubicBezTo>
                <a:cubicBezTo>
                  <a:pt x="29" y="36"/>
                  <a:pt x="25" y="37"/>
                  <a:pt x="20" y="37"/>
                </a:cubicBezTo>
                <a:moveTo>
                  <a:pt x="21" y="0"/>
                </a:moveTo>
                <a:cubicBezTo>
                  <a:pt x="21" y="0"/>
                  <a:pt x="20" y="0"/>
                  <a:pt x="20" y="0"/>
                </a:cubicBezTo>
                <a:cubicBezTo>
                  <a:pt x="15" y="0"/>
                  <a:pt x="10" y="2"/>
                  <a:pt x="6" y="6"/>
                </a:cubicBezTo>
                <a:cubicBezTo>
                  <a:pt x="2" y="10"/>
                  <a:pt x="0" y="15"/>
                  <a:pt x="0" y="21"/>
                </a:cubicBezTo>
                <a:cubicBezTo>
                  <a:pt x="0" y="26"/>
                  <a:pt x="2" y="31"/>
                  <a:pt x="6" y="35"/>
                </a:cubicBezTo>
                <a:cubicBezTo>
                  <a:pt x="10" y="39"/>
                  <a:pt x="15" y="41"/>
                  <a:pt x="20" y="41"/>
                </a:cubicBezTo>
                <a:cubicBezTo>
                  <a:pt x="20" y="41"/>
                  <a:pt x="20" y="41"/>
                  <a:pt x="20" y="41"/>
                </a:cubicBezTo>
                <a:cubicBezTo>
                  <a:pt x="26" y="41"/>
                  <a:pt x="31" y="39"/>
                  <a:pt x="35" y="35"/>
                </a:cubicBezTo>
                <a:cubicBezTo>
                  <a:pt x="38" y="32"/>
                  <a:pt x="40" y="28"/>
                  <a:pt x="41" y="24"/>
                </a:cubicBezTo>
                <a:cubicBezTo>
                  <a:pt x="41" y="23"/>
                  <a:pt x="41" y="22"/>
                  <a:pt x="41" y="21"/>
                </a:cubicBezTo>
                <a:cubicBezTo>
                  <a:pt x="41" y="20"/>
                  <a:pt x="41" y="20"/>
                  <a:pt x="41" y="20"/>
                </a:cubicBezTo>
                <a:cubicBezTo>
                  <a:pt x="41" y="15"/>
                  <a:pt x="39" y="10"/>
                  <a:pt x="35" y="6"/>
                </a:cubicBezTo>
                <a:cubicBezTo>
                  <a:pt x="35" y="6"/>
                  <a:pt x="35" y="6"/>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52" name="Freeform 1210"/>
          <p:cNvSpPr>
            <a:spLocks/>
          </p:cNvSpPr>
          <p:nvPr/>
        </p:nvSpPr>
        <p:spPr bwMode="auto">
          <a:xfrm>
            <a:off x="-2312218" y="4322763"/>
            <a:ext cx="136525" cy="136525"/>
          </a:xfrm>
          <a:custGeom>
            <a:avLst/>
            <a:gdLst>
              <a:gd name="T0" fmla="*/ 16 w 33"/>
              <a:gd name="T1" fmla="*/ 0 h 33"/>
              <a:gd name="T2" fmla="*/ 5 w 33"/>
              <a:gd name="T3" fmla="*/ 5 h 33"/>
              <a:gd name="T4" fmla="*/ 0 w 33"/>
              <a:gd name="T5" fmla="*/ 17 h 33"/>
              <a:gd name="T6" fmla="*/ 5 w 33"/>
              <a:gd name="T7" fmla="*/ 28 h 33"/>
              <a:gd name="T8" fmla="*/ 16 w 33"/>
              <a:gd name="T9" fmla="*/ 33 h 33"/>
              <a:gd name="T10" fmla="*/ 28 w 33"/>
              <a:gd name="T11" fmla="*/ 28 h 33"/>
              <a:gd name="T12" fmla="*/ 33 w 33"/>
              <a:gd name="T13" fmla="*/ 17 h 33"/>
              <a:gd name="T14" fmla="*/ 28 w 33"/>
              <a:gd name="T15" fmla="*/ 5 h 33"/>
              <a:gd name="T16" fmla="*/ 30 w 33"/>
              <a:gd name="T17" fmla="*/ 3 h 33"/>
              <a:gd name="T18" fmla="*/ 30 w 33"/>
              <a:gd name="T19" fmla="*/ 3 h 33"/>
              <a:gd name="T20" fmla="*/ 28 w 33"/>
              <a:gd name="T21" fmla="*/ 5 h 33"/>
              <a:gd name="T22" fmla="*/ 16 w 33"/>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3">
                <a:moveTo>
                  <a:pt x="16" y="0"/>
                </a:moveTo>
                <a:cubicBezTo>
                  <a:pt x="12" y="0"/>
                  <a:pt x="8" y="2"/>
                  <a:pt x="5" y="5"/>
                </a:cubicBezTo>
                <a:cubicBezTo>
                  <a:pt x="1" y="8"/>
                  <a:pt x="0" y="12"/>
                  <a:pt x="0" y="17"/>
                </a:cubicBezTo>
                <a:cubicBezTo>
                  <a:pt x="0" y="21"/>
                  <a:pt x="1" y="25"/>
                  <a:pt x="5" y="28"/>
                </a:cubicBezTo>
                <a:cubicBezTo>
                  <a:pt x="8" y="32"/>
                  <a:pt x="12" y="33"/>
                  <a:pt x="16" y="33"/>
                </a:cubicBezTo>
                <a:cubicBezTo>
                  <a:pt x="21" y="33"/>
                  <a:pt x="25" y="32"/>
                  <a:pt x="28" y="28"/>
                </a:cubicBezTo>
                <a:cubicBezTo>
                  <a:pt x="32" y="25"/>
                  <a:pt x="33" y="21"/>
                  <a:pt x="33" y="17"/>
                </a:cubicBezTo>
                <a:cubicBezTo>
                  <a:pt x="33" y="12"/>
                  <a:pt x="32" y="8"/>
                  <a:pt x="28" y="5"/>
                </a:cubicBezTo>
                <a:cubicBezTo>
                  <a:pt x="30" y="3"/>
                  <a:pt x="30" y="3"/>
                  <a:pt x="30" y="3"/>
                </a:cubicBezTo>
                <a:cubicBezTo>
                  <a:pt x="30" y="3"/>
                  <a:pt x="30" y="3"/>
                  <a:pt x="30" y="3"/>
                </a:cubicBezTo>
                <a:cubicBezTo>
                  <a:pt x="28" y="5"/>
                  <a:pt x="28" y="5"/>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53" name="Freeform 1211"/>
          <p:cNvSpPr>
            <a:spLocks noEditPoints="1"/>
          </p:cNvSpPr>
          <p:nvPr/>
        </p:nvSpPr>
        <p:spPr bwMode="auto">
          <a:xfrm>
            <a:off x="-2329680" y="4306888"/>
            <a:ext cx="169863" cy="169863"/>
          </a:xfrm>
          <a:custGeom>
            <a:avLst/>
            <a:gdLst>
              <a:gd name="T0" fmla="*/ 20 w 41"/>
              <a:gd name="T1" fmla="*/ 37 h 41"/>
              <a:gd name="T2" fmla="*/ 9 w 41"/>
              <a:gd name="T3" fmla="*/ 32 h 41"/>
              <a:gd name="T4" fmla="*/ 4 w 41"/>
              <a:gd name="T5" fmla="*/ 21 h 41"/>
              <a:gd name="T6" fmla="*/ 9 w 41"/>
              <a:gd name="T7" fmla="*/ 9 h 41"/>
              <a:gd name="T8" fmla="*/ 20 w 41"/>
              <a:gd name="T9" fmla="*/ 4 h 41"/>
              <a:gd name="T10" fmla="*/ 32 w 41"/>
              <a:gd name="T11" fmla="*/ 9 h 41"/>
              <a:gd name="T12" fmla="*/ 34 w 41"/>
              <a:gd name="T13" fmla="*/ 7 h 41"/>
              <a:gd name="T14" fmla="*/ 35 w 41"/>
              <a:gd name="T15" fmla="*/ 6 h 41"/>
              <a:gd name="T16" fmla="*/ 34 w 41"/>
              <a:gd name="T17" fmla="*/ 7 h 41"/>
              <a:gd name="T18" fmla="*/ 32 w 41"/>
              <a:gd name="T19" fmla="*/ 9 h 41"/>
              <a:gd name="T20" fmla="*/ 37 w 41"/>
              <a:gd name="T21" fmla="*/ 21 h 41"/>
              <a:gd name="T22" fmla="*/ 32 w 41"/>
              <a:gd name="T23" fmla="*/ 32 h 41"/>
              <a:gd name="T24" fmla="*/ 20 w 41"/>
              <a:gd name="T25" fmla="*/ 37 h 41"/>
              <a:gd name="T26" fmla="*/ 21 w 41"/>
              <a:gd name="T27" fmla="*/ 0 h 41"/>
              <a:gd name="T28" fmla="*/ 20 w 41"/>
              <a:gd name="T29" fmla="*/ 0 h 41"/>
              <a:gd name="T30" fmla="*/ 6 w 41"/>
              <a:gd name="T31" fmla="*/ 6 h 41"/>
              <a:gd name="T32" fmla="*/ 3 w 41"/>
              <a:gd name="T33" fmla="*/ 10 h 41"/>
              <a:gd name="T34" fmla="*/ 1 w 41"/>
              <a:gd name="T35" fmla="*/ 14 h 41"/>
              <a:gd name="T36" fmla="*/ 0 w 41"/>
              <a:gd name="T37" fmla="*/ 21 h 41"/>
              <a:gd name="T38" fmla="*/ 6 w 41"/>
              <a:gd name="T39" fmla="*/ 35 h 41"/>
              <a:gd name="T40" fmla="*/ 20 w 41"/>
              <a:gd name="T41" fmla="*/ 41 h 41"/>
              <a:gd name="T42" fmla="*/ 20 w 41"/>
              <a:gd name="T43" fmla="*/ 41 h 41"/>
              <a:gd name="T44" fmla="*/ 35 w 41"/>
              <a:gd name="T45" fmla="*/ 35 h 41"/>
              <a:gd name="T46" fmla="*/ 41 w 41"/>
              <a:gd name="T47" fmla="*/ 21 h 41"/>
              <a:gd name="T48" fmla="*/ 35 w 41"/>
              <a:gd name="T49" fmla="*/ 6 h 41"/>
              <a:gd name="T50" fmla="*/ 35 w 41"/>
              <a:gd name="T51" fmla="*/ 6 h 41"/>
              <a:gd name="T52" fmla="*/ 21 w 41"/>
              <a:gd name="T5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1">
                <a:moveTo>
                  <a:pt x="20" y="37"/>
                </a:moveTo>
                <a:cubicBezTo>
                  <a:pt x="16" y="37"/>
                  <a:pt x="12" y="36"/>
                  <a:pt x="9" y="32"/>
                </a:cubicBezTo>
                <a:cubicBezTo>
                  <a:pt x="5" y="29"/>
                  <a:pt x="4" y="25"/>
                  <a:pt x="4" y="21"/>
                </a:cubicBezTo>
                <a:cubicBezTo>
                  <a:pt x="4" y="16"/>
                  <a:pt x="5" y="12"/>
                  <a:pt x="9" y="9"/>
                </a:cubicBezTo>
                <a:cubicBezTo>
                  <a:pt x="12" y="6"/>
                  <a:pt x="16" y="4"/>
                  <a:pt x="20" y="4"/>
                </a:cubicBezTo>
                <a:cubicBezTo>
                  <a:pt x="25" y="4"/>
                  <a:pt x="29" y="6"/>
                  <a:pt x="32" y="9"/>
                </a:cubicBezTo>
                <a:cubicBezTo>
                  <a:pt x="34" y="7"/>
                  <a:pt x="34" y="7"/>
                  <a:pt x="34" y="7"/>
                </a:cubicBezTo>
                <a:cubicBezTo>
                  <a:pt x="35" y="6"/>
                  <a:pt x="35" y="6"/>
                  <a:pt x="35" y="6"/>
                </a:cubicBezTo>
                <a:cubicBezTo>
                  <a:pt x="34" y="7"/>
                  <a:pt x="34" y="7"/>
                  <a:pt x="34" y="7"/>
                </a:cubicBezTo>
                <a:cubicBezTo>
                  <a:pt x="32" y="9"/>
                  <a:pt x="32" y="9"/>
                  <a:pt x="32" y="9"/>
                </a:cubicBezTo>
                <a:cubicBezTo>
                  <a:pt x="36" y="12"/>
                  <a:pt x="37" y="16"/>
                  <a:pt x="37" y="21"/>
                </a:cubicBezTo>
                <a:cubicBezTo>
                  <a:pt x="37" y="25"/>
                  <a:pt x="36" y="29"/>
                  <a:pt x="32" y="32"/>
                </a:cubicBezTo>
                <a:cubicBezTo>
                  <a:pt x="29" y="36"/>
                  <a:pt x="25" y="37"/>
                  <a:pt x="20" y="37"/>
                </a:cubicBezTo>
                <a:moveTo>
                  <a:pt x="21" y="0"/>
                </a:moveTo>
                <a:cubicBezTo>
                  <a:pt x="21" y="0"/>
                  <a:pt x="20" y="0"/>
                  <a:pt x="20" y="0"/>
                </a:cubicBezTo>
                <a:cubicBezTo>
                  <a:pt x="15" y="0"/>
                  <a:pt x="10" y="2"/>
                  <a:pt x="6" y="6"/>
                </a:cubicBezTo>
                <a:cubicBezTo>
                  <a:pt x="5" y="7"/>
                  <a:pt x="4" y="9"/>
                  <a:pt x="3" y="10"/>
                </a:cubicBezTo>
                <a:cubicBezTo>
                  <a:pt x="2" y="11"/>
                  <a:pt x="1" y="13"/>
                  <a:pt x="1" y="14"/>
                </a:cubicBezTo>
                <a:cubicBezTo>
                  <a:pt x="0" y="16"/>
                  <a:pt x="0" y="18"/>
                  <a:pt x="0" y="21"/>
                </a:cubicBezTo>
                <a:cubicBezTo>
                  <a:pt x="0" y="26"/>
                  <a:pt x="2" y="31"/>
                  <a:pt x="6" y="35"/>
                </a:cubicBezTo>
                <a:cubicBezTo>
                  <a:pt x="10" y="39"/>
                  <a:pt x="15" y="41"/>
                  <a:pt x="20" y="41"/>
                </a:cubicBezTo>
                <a:cubicBezTo>
                  <a:pt x="20" y="41"/>
                  <a:pt x="20" y="41"/>
                  <a:pt x="20" y="41"/>
                </a:cubicBezTo>
                <a:cubicBezTo>
                  <a:pt x="26" y="41"/>
                  <a:pt x="31" y="39"/>
                  <a:pt x="35" y="35"/>
                </a:cubicBezTo>
                <a:cubicBezTo>
                  <a:pt x="39" y="31"/>
                  <a:pt x="41" y="26"/>
                  <a:pt x="41" y="21"/>
                </a:cubicBezTo>
                <a:cubicBezTo>
                  <a:pt x="41" y="15"/>
                  <a:pt x="39" y="10"/>
                  <a:pt x="35" y="6"/>
                </a:cubicBezTo>
                <a:cubicBezTo>
                  <a:pt x="35" y="6"/>
                  <a:pt x="35" y="6"/>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54" name="Freeform 1212"/>
          <p:cNvSpPr>
            <a:spLocks/>
          </p:cNvSpPr>
          <p:nvPr/>
        </p:nvSpPr>
        <p:spPr bwMode="auto">
          <a:xfrm>
            <a:off x="-4252143" y="2581275"/>
            <a:ext cx="136525" cy="138113"/>
          </a:xfrm>
          <a:custGeom>
            <a:avLst/>
            <a:gdLst>
              <a:gd name="T0" fmla="*/ 16 w 33"/>
              <a:gd name="T1" fmla="*/ 0 h 33"/>
              <a:gd name="T2" fmla="*/ 5 w 33"/>
              <a:gd name="T3" fmla="*/ 5 h 33"/>
              <a:gd name="T4" fmla="*/ 0 w 33"/>
              <a:gd name="T5" fmla="*/ 17 h 33"/>
              <a:gd name="T6" fmla="*/ 5 w 33"/>
              <a:gd name="T7" fmla="*/ 28 h 33"/>
              <a:gd name="T8" fmla="*/ 16 w 33"/>
              <a:gd name="T9" fmla="*/ 33 h 33"/>
              <a:gd name="T10" fmla="*/ 28 w 33"/>
              <a:gd name="T11" fmla="*/ 28 h 33"/>
              <a:gd name="T12" fmla="*/ 33 w 33"/>
              <a:gd name="T13" fmla="*/ 17 h 33"/>
              <a:gd name="T14" fmla="*/ 28 w 33"/>
              <a:gd name="T15" fmla="*/ 5 h 33"/>
              <a:gd name="T16" fmla="*/ 30 w 33"/>
              <a:gd name="T17" fmla="*/ 3 h 33"/>
              <a:gd name="T18" fmla="*/ 30 w 33"/>
              <a:gd name="T19" fmla="*/ 3 h 33"/>
              <a:gd name="T20" fmla="*/ 28 w 33"/>
              <a:gd name="T21" fmla="*/ 5 h 33"/>
              <a:gd name="T22" fmla="*/ 16 w 33"/>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3">
                <a:moveTo>
                  <a:pt x="16" y="0"/>
                </a:moveTo>
                <a:cubicBezTo>
                  <a:pt x="12" y="0"/>
                  <a:pt x="8" y="2"/>
                  <a:pt x="5" y="5"/>
                </a:cubicBezTo>
                <a:cubicBezTo>
                  <a:pt x="1" y="8"/>
                  <a:pt x="0" y="12"/>
                  <a:pt x="0" y="17"/>
                </a:cubicBezTo>
                <a:cubicBezTo>
                  <a:pt x="0" y="21"/>
                  <a:pt x="1" y="25"/>
                  <a:pt x="5" y="28"/>
                </a:cubicBezTo>
                <a:cubicBezTo>
                  <a:pt x="8" y="32"/>
                  <a:pt x="12" y="33"/>
                  <a:pt x="16" y="33"/>
                </a:cubicBezTo>
                <a:cubicBezTo>
                  <a:pt x="21" y="33"/>
                  <a:pt x="25" y="32"/>
                  <a:pt x="28" y="28"/>
                </a:cubicBezTo>
                <a:cubicBezTo>
                  <a:pt x="32" y="25"/>
                  <a:pt x="33" y="21"/>
                  <a:pt x="33" y="17"/>
                </a:cubicBezTo>
                <a:cubicBezTo>
                  <a:pt x="33" y="12"/>
                  <a:pt x="32" y="8"/>
                  <a:pt x="28" y="5"/>
                </a:cubicBezTo>
                <a:cubicBezTo>
                  <a:pt x="30" y="3"/>
                  <a:pt x="30" y="3"/>
                  <a:pt x="30" y="3"/>
                </a:cubicBezTo>
                <a:cubicBezTo>
                  <a:pt x="30" y="3"/>
                  <a:pt x="30" y="3"/>
                  <a:pt x="30" y="3"/>
                </a:cubicBezTo>
                <a:cubicBezTo>
                  <a:pt x="28" y="5"/>
                  <a:pt x="28" y="5"/>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55" name="Freeform 1213"/>
          <p:cNvSpPr>
            <a:spLocks noEditPoints="1"/>
          </p:cNvSpPr>
          <p:nvPr/>
        </p:nvSpPr>
        <p:spPr bwMode="auto">
          <a:xfrm>
            <a:off x="-4269606" y="2565400"/>
            <a:ext cx="169863" cy="169863"/>
          </a:xfrm>
          <a:custGeom>
            <a:avLst/>
            <a:gdLst>
              <a:gd name="T0" fmla="*/ 20 w 41"/>
              <a:gd name="T1" fmla="*/ 37 h 41"/>
              <a:gd name="T2" fmla="*/ 9 w 41"/>
              <a:gd name="T3" fmla="*/ 32 h 41"/>
              <a:gd name="T4" fmla="*/ 4 w 41"/>
              <a:gd name="T5" fmla="*/ 21 h 41"/>
              <a:gd name="T6" fmla="*/ 9 w 41"/>
              <a:gd name="T7" fmla="*/ 9 h 41"/>
              <a:gd name="T8" fmla="*/ 20 w 41"/>
              <a:gd name="T9" fmla="*/ 4 h 41"/>
              <a:gd name="T10" fmla="*/ 32 w 41"/>
              <a:gd name="T11" fmla="*/ 9 h 41"/>
              <a:gd name="T12" fmla="*/ 34 w 41"/>
              <a:gd name="T13" fmla="*/ 7 h 41"/>
              <a:gd name="T14" fmla="*/ 35 w 41"/>
              <a:gd name="T15" fmla="*/ 6 h 41"/>
              <a:gd name="T16" fmla="*/ 34 w 41"/>
              <a:gd name="T17" fmla="*/ 7 h 41"/>
              <a:gd name="T18" fmla="*/ 32 w 41"/>
              <a:gd name="T19" fmla="*/ 9 h 41"/>
              <a:gd name="T20" fmla="*/ 37 w 41"/>
              <a:gd name="T21" fmla="*/ 21 h 41"/>
              <a:gd name="T22" fmla="*/ 32 w 41"/>
              <a:gd name="T23" fmla="*/ 32 h 41"/>
              <a:gd name="T24" fmla="*/ 20 w 41"/>
              <a:gd name="T25" fmla="*/ 37 h 41"/>
              <a:gd name="T26" fmla="*/ 21 w 41"/>
              <a:gd name="T27" fmla="*/ 0 h 41"/>
              <a:gd name="T28" fmla="*/ 20 w 41"/>
              <a:gd name="T29" fmla="*/ 0 h 41"/>
              <a:gd name="T30" fmla="*/ 6 w 41"/>
              <a:gd name="T31" fmla="*/ 6 h 41"/>
              <a:gd name="T32" fmla="*/ 0 w 41"/>
              <a:gd name="T33" fmla="*/ 21 h 41"/>
              <a:gd name="T34" fmla="*/ 6 w 41"/>
              <a:gd name="T35" fmla="*/ 35 h 41"/>
              <a:gd name="T36" fmla="*/ 16 w 41"/>
              <a:gd name="T37" fmla="*/ 41 h 41"/>
              <a:gd name="T38" fmla="*/ 20 w 41"/>
              <a:gd name="T39" fmla="*/ 41 h 41"/>
              <a:gd name="T40" fmla="*/ 20 w 41"/>
              <a:gd name="T41" fmla="*/ 41 h 41"/>
              <a:gd name="T42" fmla="*/ 20 w 41"/>
              <a:gd name="T43" fmla="*/ 41 h 41"/>
              <a:gd name="T44" fmla="*/ 35 w 41"/>
              <a:gd name="T45" fmla="*/ 35 h 41"/>
              <a:gd name="T46" fmla="*/ 41 w 41"/>
              <a:gd name="T47" fmla="*/ 21 h 41"/>
              <a:gd name="T48" fmla="*/ 35 w 41"/>
              <a:gd name="T49" fmla="*/ 6 h 41"/>
              <a:gd name="T50" fmla="*/ 35 w 41"/>
              <a:gd name="T51" fmla="*/ 6 h 41"/>
              <a:gd name="T52" fmla="*/ 21 w 41"/>
              <a:gd name="T5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1">
                <a:moveTo>
                  <a:pt x="20" y="37"/>
                </a:moveTo>
                <a:cubicBezTo>
                  <a:pt x="16" y="37"/>
                  <a:pt x="12" y="36"/>
                  <a:pt x="9" y="32"/>
                </a:cubicBezTo>
                <a:cubicBezTo>
                  <a:pt x="5" y="29"/>
                  <a:pt x="4" y="25"/>
                  <a:pt x="4" y="21"/>
                </a:cubicBezTo>
                <a:cubicBezTo>
                  <a:pt x="4" y="16"/>
                  <a:pt x="5" y="12"/>
                  <a:pt x="9" y="9"/>
                </a:cubicBezTo>
                <a:cubicBezTo>
                  <a:pt x="12" y="6"/>
                  <a:pt x="16" y="4"/>
                  <a:pt x="20" y="4"/>
                </a:cubicBezTo>
                <a:cubicBezTo>
                  <a:pt x="25" y="4"/>
                  <a:pt x="29" y="6"/>
                  <a:pt x="32" y="9"/>
                </a:cubicBezTo>
                <a:cubicBezTo>
                  <a:pt x="34" y="7"/>
                  <a:pt x="34" y="7"/>
                  <a:pt x="34" y="7"/>
                </a:cubicBezTo>
                <a:cubicBezTo>
                  <a:pt x="35" y="6"/>
                  <a:pt x="35" y="6"/>
                  <a:pt x="35" y="6"/>
                </a:cubicBezTo>
                <a:cubicBezTo>
                  <a:pt x="34" y="7"/>
                  <a:pt x="34" y="7"/>
                  <a:pt x="34" y="7"/>
                </a:cubicBezTo>
                <a:cubicBezTo>
                  <a:pt x="32" y="9"/>
                  <a:pt x="32" y="9"/>
                  <a:pt x="32" y="9"/>
                </a:cubicBezTo>
                <a:cubicBezTo>
                  <a:pt x="36" y="12"/>
                  <a:pt x="37" y="16"/>
                  <a:pt x="37" y="21"/>
                </a:cubicBezTo>
                <a:cubicBezTo>
                  <a:pt x="37" y="25"/>
                  <a:pt x="36" y="29"/>
                  <a:pt x="32" y="32"/>
                </a:cubicBezTo>
                <a:cubicBezTo>
                  <a:pt x="29" y="36"/>
                  <a:pt x="25" y="37"/>
                  <a:pt x="20" y="37"/>
                </a:cubicBezTo>
                <a:moveTo>
                  <a:pt x="21" y="0"/>
                </a:moveTo>
                <a:cubicBezTo>
                  <a:pt x="21" y="0"/>
                  <a:pt x="20" y="0"/>
                  <a:pt x="20" y="0"/>
                </a:cubicBezTo>
                <a:cubicBezTo>
                  <a:pt x="15" y="0"/>
                  <a:pt x="10" y="2"/>
                  <a:pt x="6" y="6"/>
                </a:cubicBezTo>
                <a:cubicBezTo>
                  <a:pt x="2" y="10"/>
                  <a:pt x="0" y="15"/>
                  <a:pt x="0" y="21"/>
                </a:cubicBezTo>
                <a:cubicBezTo>
                  <a:pt x="0" y="26"/>
                  <a:pt x="2" y="31"/>
                  <a:pt x="6" y="35"/>
                </a:cubicBezTo>
                <a:cubicBezTo>
                  <a:pt x="9" y="38"/>
                  <a:pt x="12" y="40"/>
                  <a:pt x="16" y="41"/>
                </a:cubicBezTo>
                <a:cubicBezTo>
                  <a:pt x="17" y="41"/>
                  <a:pt x="19" y="41"/>
                  <a:pt x="20" y="41"/>
                </a:cubicBezTo>
                <a:cubicBezTo>
                  <a:pt x="20" y="41"/>
                  <a:pt x="20" y="41"/>
                  <a:pt x="20" y="41"/>
                </a:cubicBezTo>
                <a:cubicBezTo>
                  <a:pt x="20" y="41"/>
                  <a:pt x="20" y="41"/>
                  <a:pt x="20" y="41"/>
                </a:cubicBezTo>
                <a:cubicBezTo>
                  <a:pt x="26" y="41"/>
                  <a:pt x="31" y="39"/>
                  <a:pt x="35" y="35"/>
                </a:cubicBezTo>
                <a:cubicBezTo>
                  <a:pt x="39" y="31"/>
                  <a:pt x="41" y="26"/>
                  <a:pt x="41" y="21"/>
                </a:cubicBezTo>
                <a:cubicBezTo>
                  <a:pt x="41" y="15"/>
                  <a:pt x="39" y="10"/>
                  <a:pt x="35" y="6"/>
                </a:cubicBezTo>
                <a:cubicBezTo>
                  <a:pt x="35" y="6"/>
                  <a:pt x="35" y="6"/>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56" name="Freeform 1214"/>
          <p:cNvSpPr>
            <a:spLocks/>
          </p:cNvSpPr>
          <p:nvPr/>
        </p:nvSpPr>
        <p:spPr bwMode="auto">
          <a:xfrm>
            <a:off x="-3034531" y="61912"/>
            <a:ext cx="141288" cy="136525"/>
          </a:xfrm>
          <a:custGeom>
            <a:avLst/>
            <a:gdLst>
              <a:gd name="T0" fmla="*/ 17 w 34"/>
              <a:gd name="T1" fmla="*/ 0 h 33"/>
              <a:gd name="T2" fmla="*/ 5 w 34"/>
              <a:gd name="T3" fmla="*/ 5 h 33"/>
              <a:gd name="T4" fmla="*/ 0 w 34"/>
              <a:gd name="T5" fmla="*/ 17 h 33"/>
              <a:gd name="T6" fmla="*/ 5 w 34"/>
              <a:gd name="T7" fmla="*/ 28 h 33"/>
              <a:gd name="T8" fmla="*/ 17 w 34"/>
              <a:gd name="T9" fmla="*/ 33 h 33"/>
              <a:gd name="T10" fmla="*/ 29 w 34"/>
              <a:gd name="T11" fmla="*/ 28 h 33"/>
              <a:gd name="T12" fmla="*/ 34 w 34"/>
              <a:gd name="T13" fmla="*/ 17 h 33"/>
              <a:gd name="T14" fmla="*/ 29 w 34"/>
              <a:gd name="T15" fmla="*/ 5 h 33"/>
              <a:gd name="T16" fmla="*/ 30 w 34"/>
              <a:gd name="T17" fmla="*/ 3 h 33"/>
              <a:gd name="T18" fmla="*/ 30 w 34"/>
              <a:gd name="T19" fmla="*/ 3 h 33"/>
              <a:gd name="T20" fmla="*/ 29 w 34"/>
              <a:gd name="T21" fmla="*/ 5 h 33"/>
              <a:gd name="T22" fmla="*/ 17 w 34"/>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33">
                <a:moveTo>
                  <a:pt x="17" y="0"/>
                </a:moveTo>
                <a:cubicBezTo>
                  <a:pt x="13" y="0"/>
                  <a:pt x="8" y="2"/>
                  <a:pt x="5" y="5"/>
                </a:cubicBezTo>
                <a:cubicBezTo>
                  <a:pt x="2" y="8"/>
                  <a:pt x="0" y="12"/>
                  <a:pt x="0" y="17"/>
                </a:cubicBezTo>
                <a:cubicBezTo>
                  <a:pt x="0" y="21"/>
                  <a:pt x="2" y="25"/>
                  <a:pt x="5" y="28"/>
                </a:cubicBezTo>
                <a:cubicBezTo>
                  <a:pt x="8" y="32"/>
                  <a:pt x="13" y="33"/>
                  <a:pt x="17" y="33"/>
                </a:cubicBezTo>
                <a:cubicBezTo>
                  <a:pt x="21" y="33"/>
                  <a:pt x="25" y="32"/>
                  <a:pt x="29" y="28"/>
                </a:cubicBezTo>
                <a:cubicBezTo>
                  <a:pt x="32" y="25"/>
                  <a:pt x="34" y="21"/>
                  <a:pt x="34" y="17"/>
                </a:cubicBezTo>
                <a:cubicBezTo>
                  <a:pt x="34" y="12"/>
                  <a:pt x="32" y="8"/>
                  <a:pt x="29" y="5"/>
                </a:cubicBezTo>
                <a:cubicBezTo>
                  <a:pt x="30" y="3"/>
                  <a:pt x="30" y="3"/>
                  <a:pt x="30" y="3"/>
                </a:cubicBezTo>
                <a:cubicBezTo>
                  <a:pt x="30" y="3"/>
                  <a:pt x="30" y="3"/>
                  <a:pt x="30" y="3"/>
                </a:cubicBezTo>
                <a:cubicBezTo>
                  <a:pt x="29" y="5"/>
                  <a:pt x="29" y="5"/>
                  <a:pt x="29"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57" name="Freeform 1215"/>
          <p:cNvSpPr>
            <a:spLocks noEditPoints="1"/>
          </p:cNvSpPr>
          <p:nvPr/>
        </p:nvSpPr>
        <p:spPr bwMode="auto">
          <a:xfrm>
            <a:off x="-3050406" y="44450"/>
            <a:ext cx="173038" cy="169863"/>
          </a:xfrm>
          <a:custGeom>
            <a:avLst/>
            <a:gdLst>
              <a:gd name="T0" fmla="*/ 21 w 42"/>
              <a:gd name="T1" fmla="*/ 37 h 41"/>
              <a:gd name="T2" fmla="*/ 9 w 42"/>
              <a:gd name="T3" fmla="*/ 32 h 41"/>
              <a:gd name="T4" fmla="*/ 4 w 42"/>
              <a:gd name="T5" fmla="*/ 21 h 41"/>
              <a:gd name="T6" fmla="*/ 9 w 42"/>
              <a:gd name="T7" fmla="*/ 9 h 41"/>
              <a:gd name="T8" fmla="*/ 21 w 42"/>
              <a:gd name="T9" fmla="*/ 4 h 41"/>
              <a:gd name="T10" fmla="*/ 33 w 42"/>
              <a:gd name="T11" fmla="*/ 9 h 41"/>
              <a:gd name="T12" fmla="*/ 34 w 42"/>
              <a:gd name="T13" fmla="*/ 7 h 41"/>
              <a:gd name="T14" fmla="*/ 36 w 42"/>
              <a:gd name="T15" fmla="*/ 6 h 41"/>
              <a:gd name="T16" fmla="*/ 34 w 42"/>
              <a:gd name="T17" fmla="*/ 7 h 41"/>
              <a:gd name="T18" fmla="*/ 33 w 42"/>
              <a:gd name="T19" fmla="*/ 9 h 41"/>
              <a:gd name="T20" fmla="*/ 38 w 42"/>
              <a:gd name="T21" fmla="*/ 21 h 41"/>
              <a:gd name="T22" fmla="*/ 33 w 42"/>
              <a:gd name="T23" fmla="*/ 32 h 41"/>
              <a:gd name="T24" fmla="*/ 21 w 42"/>
              <a:gd name="T25" fmla="*/ 37 h 41"/>
              <a:gd name="T26" fmla="*/ 21 w 42"/>
              <a:gd name="T27" fmla="*/ 0 h 41"/>
              <a:gd name="T28" fmla="*/ 21 w 42"/>
              <a:gd name="T29" fmla="*/ 0 h 41"/>
              <a:gd name="T30" fmla="*/ 8 w 42"/>
              <a:gd name="T31" fmla="*/ 4 h 41"/>
              <a:gd name="T32" fmla="*/ 6 w 42"/>
              <a:gd name="T33" fmla="*/ 6 h 41"/>
              <a:gd name="T34" fmla="*/ 5 w 42"/>
              <a:gd name="T35" fmla="*/ 7 h 41"/>
              <a:gd name="T36" fmla="*/ 0 w 42"/>
              <a:gd name="T37" fmla="*/ 21 h 41"/>
              <a:gd name="T38" fmla="*/ 6 w 42"/>
              <a:gd name="T39" fmla="*/ 35 h 41"/>
              <a:gd name="T40" fmla="*/ 21 w 42"/>
              <a:gd name="T41" fmla="*/ 41 h 41"/>
              <a:gd name="T42" fmla="*/ 21 w 42"/>
              <a:gd name="T43" fmla="*/ 41 h 41"/>
              <a:gd name="T44" fmla="*/ 35 w 42"/>
              <a:gd name="T45" fmla="*/ 36 h 41"/>
              <a:gd name="T46" fmla="*/ 36 w 42"/>
              <a:gd name="T47" fmla="*/ 35 h 41"/>
              <a:gd name="T48" fmla="*/ 37 w 42"/>
              <a:gd name="T49" fmla="*/ 33 h 41"/>
              <a:gd name="T50" fmla="*/ 42 w 42"/>
              <a:gd name="T51" fmla="*/ 21 h 41"/>
              <a:gd name="T52" fmla="*/ 36 w 42"/>
              <a:gd name="T53" fmla="*/ 6 h 41"/>
              <a:gd name="T54" fmla="*/ 36 w 42"/>
              <a:gd name="T55" fmla="*/ 6 h 41"/>
              <a:gd name="T56" fmla="*/ 21 w 42"/>
              <a:gd name="T5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2" h="41">
                <a:moveTo>
                  <a:pt x="21" y="37"/>
                </a:moveTo>
                <a:cubicBezTo>
                  <a:pt x="17" y="37"/>
                  <a:pt x="12" y="36"/>
                  <a:pt x="9" y="32"/>
                </a:cubicBezTo>
                <a:cubicBezTo>
                  <a:pt x="6" y="29"/>
                  <a:pt x="4" y="25"/>
                  <a:pt x="4" y="21"/>
                </a:cubicBezTo>
                <a:cubicBezTo>
                  <a:pt x="4" y="16"/>
                  <a:pt x="6" y="12"/>
                  <a:pt x="9" y="9"/>
                </a:cubicBezTo>
                <a:cubicBezTo>
                  <a:pt x="12" y="6"/>
                  <a:pt x="17" y="4"/>
                  <a:pt x="21" y="4"/>
                </a:cubicBezTo>
                <a:cubicBezTo>
                  <a:pt x="25" y="4"/>
                  <a:pt x="29" y="6"/>
                  <a:pt x="33" y="9"/>
                </a:cubicBezTo>
                <a:cubicBezTo>
                  <a:pt x="34" y="7"/>
                  <a:pt x="34" y="7"/>
                  <a:pt x="34" y="7"/>
                </a:cubicBezTo>
                <a:cubicBezTo>
                  <a:pt x="36" y="6"/>
                  <a:pt x="36" y="6"/>
                  <a:pt x="36" y="6"/>
                </a:cubicBezTo>
                <a:cubicBezTo>
                  <a:pt x="34" y="7"/>
                  <a:pt x="34" y="7"/>
                  <a:pt x="34" y="7"/>
                </a:cubicBezTo>
                <a:cubicBezTo>
                  <a:pt x="33" y="9"/>
                  <a:pt x="33" y="9"/>
                  <a:pt x="33" y="9"/>
                </a:cubicBezTo>
                <a:cubicBezTo>
                  <a:pt x="36" y="12"/>
                  <a:pt x="38" y="16"/>
                  <a:pt x="38" y="21"/>
                </a:cubicBezTo>
                <a:cubicBezTo>
                  <a:pt x="38" y="25"/>
                  <a:pt x="36" y="29"/>
                  <a:pt x="33" y="32"/>
                </a:cubicBezTo>
                <a:cubicBezTo>
                  <a:pt x="29" y="36"/>
                  <a:pt x="25" y="37"/>
                  <a:pt x="21" y="37"/>
                </a:cubicBezTo>
                <a:moveTo>
                  <a:pt x="21" y="0"/>
                </a:moveTo>
                <a:cubicBezTo>
                  <a:pt x="21" y="0"/>
                  <a:pt x="21" y="0"/>
                  <a:pt x="21" y="0"/>
                </a:cubicBezTo>
                <a:cubicBezTo>
                  <a:pt x="16" y="0"/>
                  <a:pt x="12" y="1"/>
                  <a:pt x="8" y="4"/>
                </a:cubicBezTo>
                <a:cubicBezTo>
                  <a:pt x="8" y="5"/>
                  <a:pt x="7" y="5"/>
                  <a:pt x="6" y="6"/>
                </a:cubicBezTo>
                <a:cubicBezTo>
                  <a:pt x="6" y="6"/>
                  <a:pt x="6" y="7"/>
                  <a:pt x="5" y="7"/>
                </a:cubicBezTo>
                <a:cubicBezTo>
                  <a:pt x="2" y="11"/>
                  <a:pt x="0" y="16"/>
                  <a:pt x="0" y="21"/>
                </a:cubicBezTo>
                <a:cubicBezTo>
                  <a:pt x="0" y="26"/>
                  <a:pt x="2" y="31"/>
                  <a:pt x="6" y="35"/>
                </a:cubicBezTo>
                <a:cubicBezTo>
                  <a:pt x="10" y="39"/>
                  <a:pt x="16" y="41"/>
                  <a:pt x="21" y="41"/>
                </a:cubicBezTo>
                <a:cubicBezTo>
                  <a:pt x="21" y="41"/>
                  <a:pt x="21" y="41"/>
                  <a:pt x="21" y="41"/>
                </a:cubicBezTo>
                <a:cubicBezTo>
                  <a:pt x="26" y="41"/>
                  <a:pt x="31" y="40"/>
                  <a:pt x="35" y="36"/>
                </a:cubicBezTo>
                <a:cubicBezTo>
                  <a:pt x="35" y="36"/>
                  <a:pt x="35" y="36"/>
                  <a:pt x="36" y="35"/>
                </a:cubicBezTo>
                <a:cubicBezTo>
                  <a:pt x="36" y="35"/>
                  <a:pt x="37" y="34"/>
                  <a:pt x="37" y="33"/>
                </a:cubicBezTo>
                <a:cubicBezTo>
                  <a:pt x="40" y="30"/>
                  <a:pt x="42" y="25"/>
                  <a:pt x="42" y="21"/>
                </a:cubicBezTo>
                <a:cubicBezTo>
                  <a:pt x="42" y="15"/>
                  <a:pt x="40" y="10"/>
                  <a:pt x="36" y="6"/>
                </a:cubicBezTo>
                <a:cubicBezTo>
                  <a:pt x="36" y="6"/>
                  <a:pt x="36" y="6"/>
                  <a:pt x="36"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58" name="Freeform 1216"/>
          <p:cNvSpPr>
            <a:spLocks/>
          </p:cNvSpPr>
          <p:nvPr/>
        </p:nvSpPr>
        <p:spPr bwMode="auto">
          <a:xfrm>
            <a:off x="1246958" y="2068513"/>
            <a:ext cx="138113" cy="136525"/>
          </a:xfrm>
          <a:custGeom>
            <a:avLst/>
            <a:gdLst>
              <a:gd name="T0" fmla="*/ 16 w 33"/>
              <a:gd name="T1" fmla="*/ 0 h 33"/>
              <a:gd name="T2" fmla="*/ 5 w 33"/>
              <a:gd name="T3" fmla="*/ 5 h 33"/>
              <a:gd name="T4" fmla="*/ 0 w 33"/>
              <a:gd name="T5" fmla="*/ 16 h 33"/>
              <a:gd name="T6" fmla="*/ 5 w 33"/>
              <a:gd name="T7" fmla="*/ 28 h 33"/>
              <a:gd name="T8" fmla="*/ 16 w 33"/>
              <a:gd name="T9" fmla="*/ 33 h 33"/>
              <a:gd name="T10" fmla="*/ 28 w 33"/>
              <a:gd name="T11" fmla="*/ 28 h 33"/>
              <a:gd name="T12" fmla="*/ 33 w 33"/>
              <a:gd name="T13" fmla="*/ 16 h 33"/>
              <a:gd name="T14" fmla="*/ 28 w 33"/>
              <a:gd name="T15" fmla="*/ 5 h 33"/>
              <a:gd name="T16" fmla="*/ 29 w 33"/>
              <a:gd name="T17" fmla="*/ 3 h 33"/>
              <a:gd name="T18" fmla="*/ 29 w 33"/>
              <a:gd name="T19" fmla="*/ 3 h 33"/>
              <a:gd name="T20" fmla="*/ 28 w 33"/>
              <a:gd name="T21" fmla="*/ 5 h 33"/>
              <a:gd name="T22" fmla="*/ 16 w 33"/>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3">
                <a:moveTo>
                  <a:pt x="16" y="0"/>
                </a:moveTo>
                <a:cubicBezTo>
                  <a:pt x="12" y="0"/>
                  <a:pt x="8" y="1"/>
                  <a:pt x="5" y="5"/>
                </a:cubicBezTo>
                <a:cubicBezTo>
                  <a:pt x="1" y="8"/>
                  <a:pt x="0" y="12"/>
                  <a:pt x="0" y="16"/>
                </a:cubicBezTo>
                <a:cubicBezTo>
                  <a:pt x="0" y="21"/>
                  <a:pt x="1" y="25"/>
                  <a:pt x="5" y="28"/>
                </a:cubicBezTo>
                <a:cubicBezTo>
                  <a:pt x="8" y="31"/>
                  <a:pt x="12" y="33"/>
                  <a:pt x="16" y="33"/>
                </a:cubicBezTo>
                <a:cubicBezTo>
                  <a:pt x="21" y="33"/>
                  <a:pt x="25" y="31"/>
                  <a:pt x="28" y="28"/>
                </a:cubicBezTo>
                <a:cubicBezTo>
                  <a:pt x="31" y="25"/>
                  <a:pt x="33" y="21"/>
                  <a:pt x="33" y="16"/>
                </a:cubicBezTo>
                <a:cubicBezTo>
                  <a:pt x="33" y="12"/>
                  <a:pt x="31" y="8"/>
                  <a:pt x="28" y="5"/>
                </a:cubicBezTo>
                <a:cubicBezTo>
                  <a:pt x="29" y="3"/>
                  <a:pt x="29" y="3"/>
                  <a:pt x="29" y="3"/>
                </a:cubicBezTo>
                <a:cubicBezTo>
                  <a:pt x="29" y="3"/>
                  <a:pt x="29" y="3"/>
                  <a:pt x="29" y="3"/>
                </a:cubicBezTo>
                <a:cubicBezTo>
                  <a:pt x="28" y="5"/>
                  <a:pt x="28" y="5"/>
                  <a:pt x="28" y="5"/>
                </a:cubicBezTo>
                <a:cubicBezTo>
                  <a:pt x="25" y="1"/>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59" name="Freeform 1217"/>
          <p:cNvSpPr>
            <a:spLocks noEditPoints="1"/>
          </p:cNvSpPr>
          <p:nvPr/>
        </p:nvSpPr>
        <p:spPr bwMode="auto">
          <a:xfrm>
            <a:off x="1231083" y="2051050"/>
            <a:ext cx="169863" cy="169863"/>
          </a:xfrm>
          <a:custGeom>
            <a:avLst/>
            <a:gdLst>
              <a:gd name="T0" fmla="*/ 20 w 41"/>
              <a:gd name="T1" fmla="*/ 37 h 41"/>
              <a:gd name="T2" fmla="*/ 9 w 41"/>
              <a:gd name="T3" fmla="*/ 32 h 41"/>
              <a:gd name="T4" fmla="*/ 4 w 41"/>
              <a:gd name="T5" fmla="*/ 20 h 41"/>
              <a:gd name="T6" fmla="*/ 9 w 41"/>
              <a:gd name="T7" fmla="*/ 9 h 41"/>
              <a:gd name="T8" fmla="*/ 20 w 41"/>
              <a:gd name="T9" fmla="*/ 4 h 41"/>
              <a:gd name="T10" fmla="*/ 32 w 41"/>
              <a:gd name="T11" fmla="*/ 9 h 41"/>
              <a:gd name="T12" fmla="*/ 33 w 41"/>
              <a:gd name="T13" fmla="*/ 7 h 41"/>
              <a:gd name="T14" fmla="*/ 35 w 41"/>
              <a:gd name="T15" fmla="*/ 6 h 41"/>
              <a:gd name="T16" fmla="*/ 33 w 41"/>
              <a:gd name="T17" fmla="*/ 7 h 41"/>
              <a:gd name="T18" fmla="*/ 32 w 41"/>
              <a:gd name="T19" fmla="*/ 9 h 41"/>
              <a:gd name="T20" fmla="*/ 37 w 41"/>
              <a:gd name="T21" fmla="*/ 20 h 41"/>
              <a:gd name="T22" fmla="*/ 32 w 41"/>
              <a:gd name="T23" fmla="*/ 32 h 41"/>
              <a:gd name="T24" fmla="*/ 20 w 41"/>
              <a:gd name="T25" fmla="*/ 37 h 41"/>
              <a:gd name="T26" fmla="*/ 20 w 41"/>
              <a:gd name="T27" fmla="*/ 0 h 41"/>
              <a:gd name="T28" fmla="*/ 20 w 41"/>
              <a:gd name="T29" fmla="*/ 0 h 41"/>
              <a:gd name="T30" fmla="*/ 11 w 41"/>
              <a:gd name="T31" fmla="*/ 2 h 41"/>
              <a:gd name="T32" fmla="*/ 8 w 41"/>
              <a:gd name="T33" fmla="*/ 4 h 41"/>
              <a:gd name="T34" fmla="*/ 6 w 41"/>
              <a:gd name="T35" fmla="*/ 6 h 41"/>
              <a:gd name="T36" fmla="*/ 0 w 41"/>
              <a:gd name="T37" fmla="*/ 20 h 41"/>
              <a:gd name="T38" fmla="*/ 6 w 41"/>
              <a:gd name="T39" fmla="*/ 35 h 41"/>
              <a:gd name="T40" fmla="*/ 20 w 41"/>
              <a:gd name="T41" fmla="*/ 41 h 41"/>
              <a:gd name="T42" fmla="*/ 20 w 41"/>
              <a:gd name="T43" fmla="*/ 41 h 41"/>
              <a:gd name="T44" fmla="*/ 35 w 41"/>
              <a:gd name="T45" fmla="*/ 35 h 41"/>
              <a:gd name="T46" fmla="*/ 41 w 41"/>
              <a:gd name="T47" fmla="*/ 20 h 41"/>
              <a:gd name="T48" fmla="*/ 35 w 41"/>
              <a:gd name="T49" fmla="*/ 6 h 41"/>
              <a:gd name="T50" fmla="*/ 35 w 41"/>
              <a:gd name="T51" fmla="*/ 6 h 41"/>
              <a:gd name="T52" fmla="*/ 20 w 41"/>
              <a:gd name="T5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1">
                <a:moveTo>
                  <a:pt x="20" y="37"/>
                </a:moveTo>
                <a:cubicBezTo>
                  <a:pt x="16" y="37"/>
                  <a:pt x="12" y="35"/>
                  <a:pt x="9" y="32"/>
                </a:cubicBezTo>
                <a:cubicBezTo>
                  <a:pt x="5" y="29"/>
                  <a:pt x="4" y="25"/>
                  <a:pt x="4" y="20"/>
                </a:cubicBezTo>
                <a:cubicBezTo>
                  <a:pt x="4" y="16"/>
                  <a:pt x="5" y="12"/>
                  <a:pt x="9" y="9"/>
                </a:cubicBezTo>
                <a:cubicBezTo>
                  <a:pt x="12" y="5"/>
                  <a:pt x="16" y="4"/>
                  <a:pt x="20" y="4"/>
                </a:cubicBezTo>
                <a:cubicBezTo>
                  <a:pt x="25" y="4"/>
                  <a:pt x="29" y="5"/>
                  <a:pt x="32" y="9"/>
                </a:cubicBezTo>
                <a:cubicBezTo>
                  <a:pt x="33" y="7"/>
                  <a:pt x="33" y="7"/>
                  <a:pt x="33" y="7"/>
                </a:cubicBezTo>
                <a:cubicBezTo>
                  <a:pt x="35" y="6"/>
                  <a:pt x="35" y="6"/>
                  <a:pt x="35" y="6"/>
                </a:cubicBezTo>
                <a:cubicBezTo>
                  <a:pt x="33" y="7"/>
                  <a:pt x="33" y="7"/>
                  <a:pt x="33" y="7"/>
                </a:cubicBezTo>
                <a:cubicBezTo>
                  <a:pt x="32" y="9"/>
                  <a:pt x="32" y="9"/>
                  <a:pt x="32" y="9"/>
                </a:cubicBezTo>
                <a:cubicBezTo>
                  <a:pt x="35" y="12"/>
                  <a:pt x="37" y="16"/>
                  <a:pt x="37" y="20"/>
                </a:cubicBezTo>
                <a:cubicBezTo>
                  <a:pt x="37" y="25"/>
                  <a:pt x="35" y="29"/>
                  <a:pt x="32" y="32"/>
                </a:cubicBezTo>
                <a:cubicBezTo>
                  <a:pt x="29" y="35"/>
                  <a:pt x="25" y="37"/>
                  <a:pt x="20" y="37"/>
                </a:cubicBezTo>
                <a:moveTo>
                  <a:pt x="20" y="0"/>
                </a:moveTo>
                <a:cubicBezTo>
                  <a:pt x="20" y="0"/>
                  <a:pt x="20" y="0"/>
                  <a:pt x="20" y="0"/>
                </a:cubicBezTo>
                <a:cubicBezTo>
                  <a:pt x="17" y="0"/>
                  <a:pt x="14" y="0"/>
                  <a:pt x="11" y="2"/>
                </a:cubicBezTo>
                <a:cubicBezTo>
                  <a:pt x="10" y="2"/>
                  <a:pt x="9" y="3"/>
                  <a:pt x="8" y="4"/>
                </a:cubicBezTo>
                <a:cubicBezTo>
                  <a:pt x="7" y="5"/>
                  <a:pt x="6" y="5"/>
                  <a:pt x="6" y="6"/>
                </a:cubicBezTo>
                <a:cubicBezTo>
                  <a:pt x="2" y="10"/>
                  <a:pt x="0" y="15"/>
                  <a:pt x="0" y="20"/>
                </a:cubicBezTo>
                <a:cubicBezTo>
                  <a:pt x="0" y="26"/>
                  <a:pt x="2" y="31"/>
                  <a:pt x="6" y="35"/>
                </a:cubicBezTo>
                <a:cubicBezTo>
                  <a:pt x="10" y="39"/>
                  <a:pt x="15" y="41"/>
                  <a:pt x="20" y="41"/>
                </a:cubicBezTo>
                <a:cubicBezTo>
                  <a:pt x="20" y="41"/>
                  <a:pt x="20" y="41"/>
                  <a:pt x="20" y="41"/>
                </a:cubicBezTo>
                <a:cubicBezTo>
                  <a:pt x="26" y="41"/>
                  <a:pt x="31" y="39"/>
                  <a:pt x="35" y="35"/>
                </a:cubicBezTo>
                <a:cubicBezTo>
                  <a:pt x="39" y="31"/>
                  <a:pt x="41" y="26"/>
                  <a:pt x="41" y="20"/>
                </a:cubicBezTo>
                <a:cubicBezTo>
                  <a:pt x="41" y="15"/>
                  <a:pt x="39" y="10"/>
                  <a:pt x="35" y="6"/>
                </a:cubicBezTo>
                <a:cubicBezTo>
                  <a:pt x="35" y="6"/>
                  <a:pt x="35" y="6"/>
                  <a:pt x="35" y="6"/>
                </a:cubicBezTo>
                <a:cubicBezTo>
                  <a:pt x="31" y="2"/>
                  <a:pt x="26"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60" name="Freeform 1218"/>
          <p:cNvSpPr>
            <a:spLocks noEditPoints="1"/>
          </p:cNvSpPr>
          <p:nvPr/>
        </p:nvSpPr>
        <p:spPr bwMode="auto">
          <a:xfrm>
            <a:off x="-500880" y="-2541588"/>
            <a:ext cx="231775" cy="231775"/>
          </a:xfrm>
          <a:custGeom>
            <a:avLst/>
            <a:gdLst>
              <a:gd name="T0" fmla="*/ 28 w 56"/>
              <a:gd name="T1" fmla="*/ 47 h 56"/>
              <a:gd name="T2" fmla="*/ 15 w 56"/>
              <a:gd name="T3" fmla="*/ 41 h 56"/>
              <a:gd name="T4" fmla="*/ 15 w 56"/>
              <a:gd name="T5" fmla="*/ 15 h 56"/>
              <a:gd name="T6" fmla="*/ 28 w 56"/>
              <a:gd name="T7" fmla="*/ 9 h 56"/>
              <a:gd name="T8" fmla="*/ 41 w 56"/>
              <a:gd name="T9" fmla="*/ 15 h 56"/>
              <a:gd name="T10" fmla="*/ 41 w 56"/>
              <a:gd name="T11" fmla="*/ 41 h 56"/>
              <a:gd name="T12" fmla="*/ 28 w 56"/>
              <a:gd name="T13" fmla="*/ 47 h 56"/>
              <a:gd name="T14" fmla="*/ 28 w 56"/>
              <a:gd name="T15" fmla="*/ 0 h 56"/>
              <a:gd name="T16" fmla="*/ 8 w 56"/>
              <a:gd name="T17" fmla="*/ 8 h 56"/>
              <a:gd name="T18" fmla="*/ 0 w 56"/>
              <a:gd name="T19" fmla="*/ 28 h 56"/>
              <a:gd name="T20" fmla="*/ 8 w 56"/>
              <a:gd name="T21" fmla="*/ 48 h 56"/>
              <a:gd name="T22" fmla="*/ 28 w 56"/>
              <a:gd name="T23" fmla="*/ 56 h 56"/>
              <a:gd name="T24" fmla="*/ 48 w 56"/>
              <a:gd name="T25" fmla="*/ 48 h 56"/>
              <a:gd name="T26" fmla="*/ 56 w 56"/>
              <a:gd name="T27" fmla="*/ 28 h 56"/>
              <a:gd name="T28" fmla="*/ 48 w 56"/>
              <a:gd name="T29" fmla="*/ 8 h 56"/>
              <a:gd name="T30" fmla="*/ 50 w 56"/>
              <a:gd name="T31" fmla="*/ 7 h 56"/>
              <a:gd name="T32" fmla="*/ 50 w 56"/>
              <a:gd name="T33" fmla="*/ 7 h 56"/>
              <a:gd name="T34" fmla="*/ 48 w 56"/>
              <a:gd name="T35" fmla="*/ 8 h 56"/>
              <a:gd name="T36" fmla="*/ 28 w 56"/>
              <a:gd name="T3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6" h="56">
                <a:moveTo>
                  <a:pt x="28" y="47"/>
                </a:moveTo>
                <a:cubicBezTo>
                  <a:pt x="23" y="47"/>
                  <a:pt x="19" y="45"/>
                  <a:pt x="15" y="41"/>
                </a:cubicBezTo>
                <a:cubicBezTo>
                  <a:pt x="8" y="34"/>
                  <a:pt x="8" y="22"/>
                  <a:pt x="15" y="15"/>
                </a:cubicBezTo>
                <a:cubicBezTo>
                  <a:pt x="19" y="11"/>
                  <a:pt x="23" y="9"/>
                  <a:pt x="28" y="9"/>
                </a:cubicBezTo>
                <a:cubicBezTo>
                  <a:pt x="33" y="9"/>
                  <a:pt x="38" y="11"/>
                  <a:pt x="41" y="15"/>
                </a:cubicBezTo>
                <a:cubicBezTo>
                  <a:pt x="49" y="22"/>
                  <a:pt x="49" y="34"/>
                  <a:pt x="41" y="41"/>
                </a:cubicBezTo>
                <a:cubicBezTo>
                  <a:pt x="38" y="45"/>
                  <a:pt x="33" y="47"/>
                  <a:pt x="28" y="47"/>
                </a:cubicBezTo>
                <a:moveTo>
                  <a:pt x="28" y="0"/>
                </a:moveTo>
                <a:cubicBezTo>
                  <a:pt x="21" y="0"/>
                  <a:pt x="14" y="3"/>
                  <a:pt x="8" y="8"/>
                </a:cubicBezTo>
                <a:cubicBezTo>
                  <a:pt x="3" y="14"/>
                  <a:pt x="0" y="21"/>
                  <a:pt x="0" y="28"/>
                </a:cubicBezTo>
                <a:cubicBezTo>
                  <a:pt x="0" y="35"/>
                  <a:pt x="3" y="43"/>
                  <a:pt x="8" y="48"/>
                </a:cubicBezTo>
                <a:cubicBezTo>
                  <a:pt x="14" y="54"/>
                  <a:pt x="21" y="56"/>
                  <a:pt x="28" y="56"/>
                </a:cubicBezTo>
                <a:cubicBezTo>
                  <a:pt x="35" y="56"/>
                  <a:pt x="43" y="54"/>
                  <a:pt x="48" y="48"/>
                </a:cubicBezTo>
                <a:cubicBezTo>
                  <a:pt x="54" y="43"/>
                  <a:pt x="56" y="35"/>
                  <a:pt x="56" y="28"/>
                </a:cubicBezTo>
                <a:cubicBezTo>
                  <a:pt x="56" y="21"/>
                  <a:pt x="54" y="14"/>
                  <a:pt x="48" y="8"/>
                </a:cubicBezTo>
                <a:cubicBezTo>
                  <a:pt x="50" y="7"/>
                  <a:pt x="50" y="7"/>
                  <a:pt x="50" y="7"/>
                </a:cubicBezTo>
                <a:cubicBezTo>
                  <a:pt x="50" y="7"/>
                  <a:pt x="50" y="7"/>
                  <a:pt x="50" y="7"/>
                </a:cubicBezTo>
                <a:cubicBezTo>
                  <a:pt x="48" y="8"/>
                  <a:pt x="48" y="8"/>
                  <a:pt x="48" y="8"/>
                </a:cubicBezTo>
                <a:cubicBezTo>
                  <a:pt x="43" y="3"/>
                  <a:pt x="35"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61" name="Freeform 1219"/>
          <p:cNvSpPr>
            <a:spLocks noEditPoints="1"/>
          </p:cNvSpPr>
          <p:nvPr/>
        </p:nvSpPr>
        <p:spPr bwMode="auto">
          <a:xfrm>
            <a:off x="-518343" y="-2559050"/>
            <a:ext cx="265113" cy="265113"/>
          </a:xfrm>
          <a:custGeom>
            <a:avLst/>
            <a:gdLst>
              <a:gd name="T0" fmla="*/ 32 w 64"/>
              <a:gd name="T1" fmla="*/ 60 h 64"/>
              <a:gd name="T2" fmla="*/ 12 w 64"/>
              <a:gd name="T3" fmla="*/ 52 h 64"/>
              <a:gd name="T4" fmla="*/ 4 w 64"/>
              <a:gd name="T5" fmla="*/ 32 h 64"/>
              <a:gd name="T6" fmla="*/ 12 w 64"/>
              <a:gd name="T7" fmla="*/ 12 h 64"/>
              <a:gd name="T8" fmla="*/ 32 w 64"/>
              <a:gd name="T9" fmla="*/ 4 h 64"/>
              <a:gd name="T10" fmla="*/ 52 w 64"/>
              <a:gd name="T11" fmla="*/ 12 h 64"/>
              <a:gd name="T12" fmla="*/ 54 w 64"/>
              <a:gd name="T13" fmla="*/ 11 h 64"/>
              <a:gd name="T14" fmla="*/ 55 w 64"/>
              <a:gd name="T15" fmla="*/ 9 h 64"/>
              <a:gd name="T16" fmla="*/ 54 w 64"/>
              <a:gd name="T17" fmla="*/ 11 h 64"/>
              <a:gd name="T18" fmla="*/ 52 w 64"/>
              <a:gd name="T19" fmla="*/ 12 h 64"/>
              <a:gd name="T20" fmla="*/ 60 w 64"/>
              <a:gd name="T21" fmla="*/ 32 h 64"/>
              <a:gd name="T22" fmla="*/ 52 w 64"/>
              <a:gd name="T23" fmla="*/ 52 h 64"/>
              <a:gd name="T24" fmla="*/ 32 w 64"/>
              <a:gd name="T25" fmla="*/ 60 h 64"/>
              <a:gd name="T26" fmla="*/ 32 w 64"/>
              <a:gd name="T27" fmla="*/ 0 h 64"/>
              <a:gd name="T28" fmla="*/ 32 w 64"/>
              <a:gd name="T29" fmla="*/ 0 h 64"/>
              <a:gd name="T30" fmla="*/ 11 w 64"/>
              <a:gd name="T31" fmla="*/ 7 h 64"/>
              <a:gd name="T32" fmla="*/ 9 w 64"/>
              <a:gd name="T33" fmla="*/ 9 h 64"/>
              <a:gd name="T34" fmla="*/ 8 w 64"/>
              <a:gd name="T35" fmla="*/ 10 h 64"/>
              <a:gd name="T36" fmla="*/ 0 w 64"/>
              <a:gd name="T37" fmla="*/ 32 h 64"/>
              <a:gd name="T38" fmla="*/ 9 w 64"/>
              <a:gd name="T39" fmla="*/ 55 h 64"/>
              <a:gd name="T40" fmla="*/ 32 w 64"/>
              <a:gd name="T41" fmla="*/ 64 h 64"/>
              <a:gd name="T42" fmla="*/ 32 w 64"/>
              <a:gd name="T43" fmla="*/ 64 h 64"/>
              <a:gd name="T44" fmla="*/ 54 w 64"/>
              <a:gd name="T45" fmla="*/ 56 h 64"/>
              <a:gd name="T46" fmla="*/ 55 w 64"/>
              <a:gd name="T47" fmla="*/ 55 h 64"/>
              <a:gd name="T48" fmla="*/ 57 w 64"/>
              <a:gd name="T49" fmla="*/ 53 h 64"/>
              <a:gd name="T50" fmla="*/ 64 w 64"/>
              <a:gd name="T51" fmla="*/ 32 h 64"/>
              <a:gd name="T52" fmla="*/ 55 w 64"/>
              <a:gd name="T53" fmla="*/ 9 h 64"/>
              <a:gd name="T54" fmla="*/ 55 w 64"/>
              <a:gd name="T55" fmla="*/ 9 h 64"/>
              <a:gd name="T56" fmla="*/ 32 w 64"/>
              <a:gd name="T57"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 h="64">
                <a:moveTo>
                  <a:pt x="32" y="60"/>
                </a:moveTo>
                <a:cubicBezTo>
                  <a:pt x="25" y="60"/>
                  <a:pt x="18" y="58"/>
                  <a:pt x="12" y="52"/>
                </a:cubicBezTo>
                <a:cubicBezTo>
                  <a:pt x="7" y="47"/>
                  <a:pt x="4" y="39"/>
                  <a:pt x="4" y="32"/>
                </a:cubicBezTo>
                <a:cubicBezTo>
                  <a:pt x="4" y="25"/>
                  <a:pt x="7" y="18"/>
                  <a:pt x="12" y="12"/>
                </a:cubicBezTo>
                <a:cubicBezTo>
                  <a:pt x="18" y="7"/>
                  <a:pt x="25" y="4"/>
                  <a:pt x="32" y="4"/>
                </a:cubicBezTo>
                <a:cubicBezTo>
                  <a:pt x="39" y="4"/>
                  <a:pt x="47" y="7"/>
                  <a:pt x="52" y="12"/>
                </a:cubicBezTo>
                <a:cubicBezTo>
                  <a:pt x="54" y="11"/>
                  <a:pt x="54" y="11"/>
                  <a:pt x="54" y="11"/>
                </a:cubicBezTo>
                <a:cubicBezTo>
                  <a:pt x="55" y="9"/>
                  <a:pt x="55" y="9"/>
                  <a:pt x="55" y="9"/>
                </a:cubicBezTo>
                <a:cubicBezTo>
                  <a:pt x="54" y="11"/>
                  <a:pt x="54" y="11"/>
                  <a:pt x="54" y="11"/>
                </a:cubicBezTo>
                <a:cubicBezTo>
                  <a:pt x="52" y="12"/>
                  <a:pt x="52" y="12"/>
                  <a:pt x="52" y="12"/>
                </a:cubicBezTo>
                <a:cubicBezTo>
                  <a:pt x="58" y="18"/>
                  <a:pt x="60" y="25"/>
                  <a:pt x="60" y="32"/>
                </a:cubicBezTo>
                <a:cubicBezTo>
                  <a:pt x="60" y="39"/>
                  <a:pt x="58" y="47"/>
                  <a:pt x="52" y="52"/>
                </a:cubicBezTo>
                <a:cubicBezTo>
                  <a:pt x="47" y="58"/>
                  <a:pt x="39" y="60"/>
                  <a:pt x="32" y="60"/>
                </a:cubicBezTo>
                <a:moveTo>
                  <a:pt x="32" y="0"/>
                </a:moveTo>
                <a:cubicBezTo>
                  <a:pt x="32" y="0"/>
                  <a:pt x="32" y="0"/>
                  <a:pt x="32" y="0"/>
                </a:cubicBezTo>
                <a:cubicBezTo>
                  <a:pt x="25" y="0"/>
                  <a:pt x="17" y="2"/>
                  <a:pt x="11" y="7"/>
                </a:cubicBezTo>
                <a:cubicBezTo>
                  <a:pt x="11" y="8"/>
                  <a:pt x="10" y="9"/>
                  <a:pt x="9" y="9"/>
                </a:cubicBezTo>
                <a:cubicBezTo>
                  <a:pt x="9" y="10"/>
                  <a:pt x="9" y="10"/>
                  <a:pt x="8" y="10"/>
                </a:cubicBezTo>
                <a:cubicBezTo>
                  <a:pt x="3" y="16"/>
                  <a:pt x="0" y="24"/>
                  <a:pt x="0" y="32"/>
                </a:cubicBezTo>
                <a:cubicBezTo>
                  <a:pt x="0" y="40"/>
                  <a:pt x="3" y="49"/>
                  <a:pt x="9" y="55"/>
                </a:cubicBezTo>
                <a:cubicBezTo>
                  <a:pt x="16" y="61"/>
                  <a:pt x="24" y="64"/>
                  <a:pt x="32" y="64"/>
                </a:cubicBezTo>
                <a:cubicBezTo>
                  <a:pt x="32" y="64"/>
                  <a:pt x="32" y="64"/>
                  <a:pt x="32" y="64"/>
                </a:cubicBezTo>
                <a:cubicBezTo>
                  <a:pt x="40" y="64"/>
                  <a:pt x="48" y="62"/>
                  <a:pt x="54" y="56"/>
                </a:cubicBezTo>
                <a:cubicBezTo>
                  <a:pt x="54" y="56"/>
                  <a:pt x="55" y="55"/>
                  <a:pt x="55" y="55"/>
                </a:cubicBezTo>
                <a:cubicBezTo>
                  <a:pt x="56" y="54"/>
                  <a:pt x="56" y="54"/>
                  <a:pt x="57" y="53"/>
                </a:cubicBezTo>
                <a:cubicBezTo>
                  <a:pt x="62" y="47"/>
                  <a:pt x="64" y="40"/>
                  <a:pt x="64" y="32"/>
                </a:cubicBezTo>
                <a:cubicBezTo>
                  <a:pt x="64" y="24"/>
                  <a:pt x="61" y="16"/>
                  <a:pt x="55" y="9"/>
                </a:cubicBezTo>
                <a:cubicBezTo>
                  <a:pt x="55" y="9"/>
                  <a:pt x="55" y="9"/>
                  <a:pt x="55" y="9"/>
                </a:cubicBezTo>
                <a:cubicBezTo>
                  <a:pt x="49" y="3"/>
                  <a:pt x="40"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62" name="Freeform 1220"/>
          <p:cNvSpPr>
            <a:spLocks/>
          </p:cNvSpPr>
          <p:nvPr/>
        </p:nvSpPr>
        <p:spPr bwMode="auto">
          <a:xfrm>
            <a:off x="-469130" y="-2505075"/>
            <a:ext cx="171450" cy="157163"/>
          </a:xfrm>
          <a:custGeom>
            <a:avLst/>
            <a:gdLst>
              <a:gd name="T0" fmla="*/ 20 w 41"/>
              <a:gd name="T1" fmla="*/ 0 h 38"/>
              <a:gd name="T2" fmla="*/ 7 w 41"/>
              <a:gd name="T3" fmla="*/ 6 h 38"/>
              <a:gd name="T4" fmla="*/ 7 w 41"/>
              <a:gd name="T5" fmla="*/ 32 h 38"/>
              <a:gd name="T6" fmla="*/ 20 w 41"/>
              <a:gd name="T7" fmla="*/ 38 h 38"/>
              <a:gd name="T8" fmla="*/ 33 w 41"/>
              <a:gd name="T9" fmla="*/ 32 h 38"/>
              <a:gd name="T10" fmla="*/ 33 w 41"/>
              <a:gd name="T11" fmla="*/ 6 h 38"/>
              <a:gd name="T12" fmla="*/ 20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0" y="0"/>
                </a:moveTo>
                <a:cubicBezTo>
                  <a:pt x="15" y="0"/>
                  <a:pt x="11" y="2"/>
                  <a:pt x="7" y="6"/>
                </a:cubicBezTo>
                <a:cubicBezTo>
                  <a:pt x="0" y="13"/>
                  <a:pt x="0" y="25"/>
                  <a:pt x="7" y="32"/>
                </a:cubicBezTo>
                <a:cubicBezTo>
                  <a:pt x="11" y="36"/>
                  <a:pt x="15" y="38"/>
                  <a:pt x="20" y="38"/>
                </a:cubicBezTo>
                <a:cubicBezTo>
                  <a:pt x="25" y="38"/>
                  <a:pt x="30" y="36"/>
                  <a:pt x="33" y="32"/>
                </a:cubicBezTo>
                <a:cubicBezTo>
                  <a:pt x="41" y="25"/>
                  <a:pt x="41" y="13"/>
                  <a:pt x="33"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63" name="Freeform 1221"/>
          <p:cNvSpPr>
            <a:spLocks noEditPoints="1"/>
          </p:cNvSpPr>
          <p:nvPr/>
        </p:nvSpPr>
        <p:spPr bwMode="auto">
          <a:xfrm>
            <a:off x="-1513705" y="1181100"/>
            <a:ext cx="447675" cy="684213"/>
          </a:xfrm>
          <a:custGeom>
            <a:avLst/>
            <a:gdLst>
              <a:gd name="T0" fmla="*/ 76 w 108"/>
              <a:gd name="T1" fmla="*/ 73 h 165"/>
              <a:gd name="T2" fmla="*/ 74 w 108"/>
              <a:gd name="T3" fmla="*/ 75 h 165"/>
              <a:gd name="T4" fmla="*/ 73 w 108"/>
              <a:gd name="T5" fmla="*/ 76 h 165"/>
              <a:gd name="T6" fmla="*/ 104 w 108"/>
              <a:gd name="T7" fmla="*/ 106 h 165"/>
              <a:gd name="T8" fmla="*/ 104 w 108"/>
              <a:gd name="T9" fmla="*/ 165 h 165"/>
              <a:gd name="T10" fmla="*/ 105 w 108"/>
              <a:gd name="T11" fmla="*/ 164 h 165"/>
              <a:gd name="T12" fmla="*/ 105 w 108"/>
              <a:gd name="T13" fmla="*/ 164 h 165"/>
              <a:gd name="T14" fmla="*/ 108 w 108"/>
              <a:gd name="T15" fmla="*/ 165 h 165"/>
              <a:gd name="T16" fmla="*/ 108 w 108"/>
              <a:gd name="T17" fmla="*/ 105 h 165"/>
              <a:gd name="T18" fmla="*/ 76 w 108"/>
              <a:gd name="T19" fmla="*/ 73 h 165"/>
              <a:gd name="T20" fmla="*/ 3 w 108"/>
              <a:gd name="T21" fmla="*/ 0 h 165"/>
              <a:gd name="T22" fmla="*/ 1 w 108"/>
              <a:gd name="T23" fmla="*/ 2 h 165"/>
              <a:gd name="T24" fmla="*/ 0 w 108"/>
              <a:gd name="T25" fmla="*/ 3 h 165"/>
              <a:gd name="T26" fmla="*/ 28 w 108"/>
              <a:gd name="T27" fmla="*/ 30 h 165"/>
              <a:gd name="T28" fmla="*/ 29 w 108"/>
              <a:gd name="T29" fmla="*/ 29 h 165"/>
              <a:gd name="T30" fmla="*/ 31 w 108"/>
              <a:gd name="T31" fmla="*/ 28 h 165"/>
              <a:gd name="T32" fmla="*/ 3 w 108"/>
              <a:gd name="T33"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8" h="165">
                <a:moveTo>
                  <a:pt x="76" y="73"/>
                </a:moveTo>
                <a:cubicBezTo>
                  <a:pt x="76" y="74"/>
                  <a:pt x="75" y="74"/>
                  <a:pt x="74" y="75"/>
                </a:cubicBezTo>
                <a:cubicBezTo>
                  <a:pt x="74" y="75"/>
                  <a:pt x="74" y="76"/>
                  <a:pt x="73" y="76"/>
                </a:cubicBezTo>
                <a:cubicBezTo>
                  <a:pt x="104" y="106"/>
                  <a:pt x="104" y="106"/>
                  <a:pt x="104" y="106"/>
                </a:cubicBezTo>
                <a:cubicBezTo>
                  <a:pt x="104" y="165"/>
                  <a:pt x="104" y="165"/>
                  <a:pt x="104" y="165"/>
                </a:cubicBezTo>
                <a:cubicBezTo>
                  <a:pt x="104" y="164"/>
                  <a:pt x="105" y="164"/>
                  <a:pt x="105" y="164"/>
                </a:cubicBezTo>
                <a:cubicBezTo>
                  <a:pt x="105" y="164"/>
                  <a:pt x="105" y="164"/>
                  <a:pt x="105" y="164"/>
                </a:cubicBezTo>
                <a:cubicBezTo>
                  <a:pt x="106" y="164"/>
                  <a:pt x="107" y="164"/>
                  <a:pt x="108" y="165"/>
                </a:cubicBezTo>
                <a:cubicBezTo>
                  <a:pt x="108" y="105"/>
                  <a:pt x="108" y="105"/>
                  <a:pt x="108" y="105"/>
                </a:cubicBezTo>
                <a:cubicBezTo>
                  <a:pt x="76" y="73"/>
                  <a:pt x="76" y="73"/>
                  <a:pt x="76" y="73"/>
                </a:cubicBezTo>
                <a:moveTo>
                  <a:pt x="3" y="0"/>
                </a:moveTo>
                <a:cubicBezTo>
                  <a:pt x="2" y="0"/>
                  <a:pt x="2" y="1"/>
                  <a:pt x="1" y="2"/>
                </a:cubicBezTo>
                <a:cubicBezTo>
                  <a:pt x="1" y="2"/>
                  <a:pt x="0" y="2"/>
                  <a:pt x="0" y="3"/>
                </a:cubicBezTo>
                <a:cubicBezTo>
                  <a:pt x="28" y="30"/>
                  <a:pt x="28" y="30"/>
                  <a:pt x="28" y="30"/>
                </a:cubicBezTo>
                <a:cubicBezTo>
                  <a:pt x="28" y="30"/>
                  <a:pt x="28" y="30"/>
                  <a:pt x="29" y="29"/>
                </a:cubicBezTo>
                <a:cubicBezTo>
                  <a:pt x="29" y="29"/>
                  <a:pt x="30" y="28"/>
                  <a:pt x="31" y="28"/>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64" name="Freeform 1222"/>
          <p:cNvSpPr>
            <a:spLocks/>
          </p:cNvSpPr>
          <p:nvPr/>
        </p:nvSpPr>
        <p:spPr bwMode="auto">
          <a:xfrm>
            <a:off x="-1143818" y="1876425"/>
            <a:ext cx="136525" cy="141288"/>
          </a:xfrm>
          <a:custGeom>
            <a:avLst/>
            <a:gdLst>
              <a:gd name="T0" fmla="*/ 16 w 33"/>
              <a:gd name="T1" fmla="*/ 0 h 34"/>
              <a:gd name="T2" fmla="*/ 5 w 33"/>
              <a:gd name="T3" fmla="*/ 5 h 34"/>
              <a:gd name="T4" fmla="*/ 0 w 33"/>
              <a:gd name="T5" fmla="*/ 17 h 34"/>
              <a:gd name="T6" fmla="*/ 5 w 33"/>
              <a:gd name="T7" fmla="*/ 29 h 34"/>
              <a:gd name="T8" fmla="*/ 16 w 33"/>
              <a:gd name="T9" fmla="*/ 34 h 34"/>
              <a:gd name="T10" fmla="*/ 28 w 33"/>
              <a:gd name="T11" fmla="*/ 29 h 34"/>
              <a:gd name="T12" fmla="*/ 33 w 33"/>
              <a:gd name="T13" fmla="*/ 17 h 34"/>
              <a:gd name="T14" fmla="*/ 28 w 33"/>
              <a:gd name="T15" fmla="*/ 5 h 34"/>
              <a:gd name="T16" fmla="*/ 29 w 33"/>
              <a:gd name="T17" fmla="*/ 4 h 34"/>
              <a:gd name="T18" fmla="*/ 29 w 33"/>
              <a:gd name="T19" fmla="*/ 4 h 34"/>
              <a:gd name="T20" fmla="*/ 28 w 33"/>
              <a:gd name="T21" fmla="*/ 5 h 34"/>
              <a:gd name="T22" fmla="*/ 16 w 33"/>
              <a:gd name="T2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4">
                <a:moveTo>
                  <a:pt x="16" y="0"/>
                </a:moveTo>
                <a:cubicBezTo>
                  <a:pt x="12" y="0"/>
                  <a:pt x="8" y="2"/>
                  <a:pt x="5" y="5"/>
                </a:cubicBezTo>
                <a:cubicBezTo>
                  <a:pt x="1" y="9"/>
                  <a:pt x="0" y="13"/>
                  <a:pt x="0" y="17"/>
                </a:cubicBezTo>
                <a:cubicBezTo>
                  <a:pt x="0" y="21"/>
                  <a:pt x="1" y="26"/>
                  <a:pt x="5" y="29"/>
                </a:cubicBezTo>
                <a:cubicBezTo>
                  <a:pt x="8" y="32"/>
                  <a:pt x="12" y="34"/>
                  <a:pt x="16" y="34"/>
                </a:cubicBezTo>
                <a:cubicBezTo>
                  <a:pt x="21" y="34"/>
                  <a:pt x="25" y="32"/>
                  <a:pt x="28" y="29"/>
                </a:cubicBezTo>
                <a:cubicBezTo>
                  <a:pt x="31" y="26"/>
                  <a:pt x="33" y="21"/>
                  <a:pt x="33" y="17"/>
                </a:cubicBezTo>
                <a:cubicBezTo>
                  <a:pt x="33" y="13"/>
                  <a:pt x="31" y="9"/>
                  <a:pt x="28" y="5"/>
                </a:cubicBezTo>
                <a:cubicBezTo>
                  <a:pt x="29" y="4"/>
                  <a:pt x="29" y="4"/>
                  <a:pt x="29" y="4"/>
                </a:cubicBezTo>
                <a:cubicBezTo>
                  <a:pt x="29" y="4"/>
                  <a:pt x="29" y="4"/>
                  <a:pt x="29" y="4"/>
                </a:cubicBezTo>
                <a:cubicBezTo>
                  <a:pt x="28" y="5"/>
                  <a:pt x="28" y="5"/>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65" name="Freeform 1223"/>
          <p:cNvSpPr>
            <a:spLocks noEditPoints="1"/>
          </p:cNvSpPr>
          <p:nvPr/>
        </p:nvSpPr>
        <p:spPr bwMode="auto">
          <a:xfrm>
            <a:off x="-1161280" y="1860550"/>
            <a:ext cx="169863" cy="174625"/>
          </a:xfrm>
          <a:custGeom>
            <a:avLst/>
            <a:gdLst>
              <a:gd name="T0" fmla="*/ 20 w 41"/>
              <a:gd name="T1" fmla="*/ 38 h 42"/>
              <a:gd name="T2" fmla="*/ 9 w 41"/>
              <a:gd name="T3" fmla="*/ 33 h 42"/>
              <a:gd name="T4" fmla="*/ 4 w 41"/>
              <a:gd name="T5" fmla="*/ 21 h 42"/>
              <a:gd name="T6" fmla="*/ 9 w 41"/>
              <a:gd name="T7" fmla="*/ 9 h 42"/>
              <a:gd name="T8" fmla="*/ 20 w 41"/>
              <a:gd name="T9" fmla="*/ 4 h 42"/>
              <a:gd name="T10" fmla="*/ 32 w 41"/>
              <a:gd name="T11" fmla="*/ 9 h 42"/>
              <a:gd name="T12" fmla="*/ 33 w 41"/>
              <a:gd name="T13" fmla="*/ 8 h 42"/>
              <a:gd name="T14" fmla="*/ 35 w 41"/>
              <a:gd name="T15" fmla="*/ 6 h 42"/>
              <a:gd name="T16" fmla="*/ 33 w 41"/>
              <a:gd name="T17" fmla="*/ 8 h 42"/>
              <a:gd name="T18" fmla="*/ 32 w 41"/>
              <a:gd name="T19" fmla="*/ 9 h 42"/>
              <a:gd name="T20" fmla="*/ 37 w 41"/>
              <a:gd name="T21" fmla="*/ 21 h 42"/>
              <a:gd name="T22" fmla="*/ 32 w 41"/>
              <a:gd name="T23" fmla="*/ 33 h 42"/>
              <a:gd name="T24" fmla="*/ 20 w 41"/>
              <a:gd name="T25" fmla="*/ 38 h 42"/>
              <a:gd name="T26" fmla="*/ 20 w 41"/>
              <a:gd name="T27" fmla="*/ 0 h 42"/>
              <a:gd name="T28" fmla="*/ 20 w 41"/>
              <a:gd name="T29" fmla="*/ 0 h 42"/>
              <a:gd name="T30" fmla="*/ 19 w 41"/>
              <a:gd name="T31" fmla="*/ 1 h 42"/>
              <a:gd name="T32" fmla="*/ 6 w 41"/>
              <a:gd name="T33" fmla="*/ 6 h 42"/>
              <a:gd name="T34" fmla="*/ 0 w 41"/>
              <a:gd name="T35" fmla="*/ 21 h 42"/>
              <a:gd name="T36" fmla="*/ 6 w 41"/>
              <a:gd name="T37" fmla="*/ 36 h 42"/>
              <a:gd name="T38" fmla="*/ 20 w 41"/>
              <a:gd name="T39" fmla="*/ 42 h 42"/>
              <a:gd name="T40" fmla="*/ 20 w 41"/>
              <a:gd name="T41" fmla="*/ 42 h 42"/>
              <a:gd name="T42" fmla="*/ 35 w 41"/>
              <a:gd name="T43" fmla="*/ 36 h 42"/>
              <a:gd name="T44" fmla="*/ 41 w 41"/>
              <a:gd name="T45" fmla="*/ 21 h 42"/>
              <a:gd name="T46" fmla="*/ 35 w 41"/>
              <a:gd name="T47" fmla="*/ 6 h 42"/>
              <a:gd name="T48" fmla="*/ 35 w 41"/>
              <a:gd name="T49" fmla="*/ 6 h 42"/>
              <a:gd name="T50" fmla="*/ 23 w 41"/>
              <a:gd name="T51" fmla="*/ 1 h 42"/>
              <a:gd name="T52" fmla="*/ 20 w 41"/>
              <a:gd name="T5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2">
                <a:moveTo>
                  <a:pt x="20" y="38"/>
                </a:moveTo>
                <a:cubicBezTo>
                  <a:pt x="16" y="38"/>
                  <a:pt x="12" y="36"/>
                  <a:pt x="9" y="33"/>
                </a:cubicBezTo>
                <a:cubicBezTo>
                  <a:pt x="5" y="30"/>
                  <a:pt x="4" y="25"/>
                  <a:pt x="4" y="21"/>
                </a:cubicBezTo>
                <a:cubicBezTo>
                  <a:pt x="4" y="17"/>
                  <a:pt x="5" y="13"/>
                  <a:pt x="9" y="9"/>
                </a:cubicBezTo>
                <a:cubicBezTo>
                  <a:pt x="12" y="6"/>
                  <a:pt x="16" y="4"/>
                  <a:pt x="20" y="4"/>
                </a:cubicBezTo>
                <a:cubicBezTo>
                  <a:pt x="25" y="4"/>
                  <a:pt x="29" y="6"/>
                  <a:pt x="32" y="9"/>
                </a:cubicBezTo>
                <a:cubicBezTo>
                  <a:pt x="33" y="8"/>
                  <a:pt x="33" y="8"/>
                  <a:pt x="33" y="8"/>
                </a:cubicBezTo>
                <a:cubicBezTo>
                  <a:pt x="35" y="6"/>
                  <a:pt x="35" y="6"/>
                  <a:pt x="35" y="6"/>
                </a:cubicBezTo>
                <a:cubicBezTo>
                  <a:pt x="33" y="8"/>
                  <a:pt x="33" y="8"/>
                  <a:pt x="33" y="8"/>
                </a:cubicBezTo>
                <a:cubicBezTo>
                  <a:pt x="32" y="9"/>
                  <a:pt x="32" y="9"/>
                  <a:pt x="32" y="9"/>
                </a:cubicBezTo>
                <a:cubicBezTo>
                  <a:pt x="35" y="13"/>
                  <a:pt x="37" y="17"/>
                  <a:pt x="37" y="21"/>
                </a:cubicBezTo>
                <a:cubicBezTo>
                  <a:pt x="37" y="25"/>
                  <a:pt x="35" y="30"/>
                  <a:pt x="32" y="33"/>
                </a:cubicBezTo>
                <a:cubicBezTo>
                  <a:pt x="29" y="36"/>
                  <a:pt x="25" y="38"/>
                  <a:pt x="20" y="38"/>
                </a:cubicBezTo>
                <a:moveTo>
                  <a:pt x="20" y="0"/>
                </a:moveTo>
                <a:cubicBezTo>
                  <a:pt x="20" y="0"/>
                  <a:pt x="20" y="0"/>
                  <a:pt x="20" y="0"/>
                </a:cubicBezTo>
                <a:cubicBezTo>
                  <a:pt x="20" y="0"/>
                  <a:pt x="19" y="0"/>
                  <a:pt x="19" y="1"/>
                </a:cubicBezTo>
                <a:cubicBezTo>
                  <a:pt x="14" y="1"/>
                  <a:pt x="9" y="3"/>
                  <a:pt x="6" y="6"/>
                </a:cubicBezTo>
                <a:cubicBezTo>
                  <a:pt x="2" y="11"/>
                  <a:pt x="0" y="16"/>
                  <a:pt x="0" y="21"/>
                </a:cubicBezTo>
                <a:cubicBezTo>
                  <a:pt x="0" y="26"/>
                  <a:pt x="2" y="32"/>
                  <a:pt x="6" y="36"/>
                </a:cubicBezTo>
                <a:cubicBezTo>
                  <a:pt x="10" y="40"/>
                  <a:pt x="15" y="42"/>
                  <a:pt x="20" y="42"/>
                </a:cubicBezTo>
                <a:cubicBezTo>
                  <a:pt x="20" y="42"/>
                  <a:pt x="20" y="42"/>
                  <a:pt x="20" y="42"/>
                </a:cubicBezTo>
                <a:cubicBezTo>
                  <a:pt x="26" y="42"/>
                  <a:pt x="31" y="40"/>
                  <a:pt x="35" y="36"/>
                </a:cubicBezTo>
                <a:cubicBezTo>
                  <a:pt x="39" y="32"/>
                  <a:pt x="41" y="26"/>
                  <a:pt x="41" y="21"/>
                </a:cubicBezTo>
                <a:cubicBezTo>
                  <a:pt x="41" y="16"/>
                  <a:pt x="39" y="11"/>
                  <a:pt x="35" y="6"/>
                </a:cubicBezTo>
                <a:cubicBezTo>
                  <a:pt x="35" y="6"/>
                  <a:pt x="35" y="6"/>
                  <a:pt x="35" y="6"/>
                </a:cubicBezTo>
                <a:cubicBezTo>
                  <a:pt x="31" y="3"/>
                  <a:pt x="27" y="1"/>
                  <a:pt x="23" y="1"/>
                </a:cubicBezTo>
                <a:cubicBezTo>
                  <a:pt x="22" y="0"/>
                  <a:pt x="21"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66" name="Freeform 1224"/>
          <p:cNvSpPr>
            <a:spLocks/>
          </p:cNvSpPr>
          <p:nvPr/>
        </p:nvSpPr>
        <p:spPr bwMode="auto">
          <a:xfrm>
            <a:off x="-1637530" y="1055687"/>
            <a:ext cx="136525" cy="141288"/>
          </a:xfrm>
          <a:custGeom>
            <a:avLst/>
            <a:gdLst>
              <a:gd name="T0" fmla="*/ 16 w 33"/>
              <a:gd name="T1" fmla="*/ 0 h 34"/>
              <a:gd name="T2" fmla="*/ 5 w 33"/>
              <a:gd name="T3" fmla="*/ 5 h 34"/>
              <a:gd name="T4" fmla="*/ 0 w 33"/>
              <a:gd name="T5" fmla="*/ 17 h 34"/>
              <a:gd name="T6" fmla="*/ 5 w 33"/>
              <a:gd name="T7" fmla="*/ 29 h 34"/>
              <a:gd name="T8" fmla="*/ 16 w 33"/>
              <a:gd name="T9" fmla="*/ 34 h 34"/>
              <a:gd name="T10" fmla="*/ 28 w 33"/>
              <a:gd name="T11" fmla="*/ 29 h 34"/>
              <a:gd name="T12" fmla="*/ 33 w 33"/>
              <a:gd name="T13" fmla="*/ 17 h 34"/>
              <a:gd name="T14" fmla="*/ 28 w 33"/>
              <a:gd name="T15" fmla="*/ 5 h 34"/>
              <a:gd name="T16" fmla="*/ 30 w 33"/>
              <a:gd name="T17" fmla="*/ 4 h 34"/>
              <a:gd name="T18" fmla="*/ 30 w 33"/>
              <a:gd name="T19" fmla="*/ 4 h 34"/>
              <a:gd name="T20" fmla="*/ 28 w 33"/>
              <a:gd name="T21" fmla="*/ 5 h 34"/>
              <a:gd name="T22" fmla="*/ 16 w 33"/>
              <a:gd name="T2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4">
                <a:moveTo>
                  <a:pt x="16" y="0"/>
                </a:moveTo>
                <a:cubicBezTo>
                  <a:pt x="12" y="0"/>
                  <a:pt x="8" y="2"/>
                  <a:pt x="5" y="5"/>
                </a:cubicBezTo>
                <a:cubicBezTo>
                  <a:pt x="1" y="9"/>
                  <a:pt x="0" y="13"/>
                  <a:pt x="0" y="17"/>
                </a:cubicBezTo>
                <a:cubicBezTo>
                  <a:pt x="0" y="21"/>
                  <a:pt x="1" y="26"/>
                  <a:pt x="5" y="29"/>
                </a:cubicBezTo>
                <a:cubicBezTo>
                  <a:pt x="8" y="32"/>
                  <a:pt x="12" y="34"/>
                  <a:pt x="16" y="34"/>
                </a:cubicBezTo>
                <a:cubicBezTo>
                  <a:pt x="21" y="34"/>
                  <a:pt x="25" y="32"/>
                  <a:pt x="28" y="29"/>
                </a:cubicBezTo>
                <a:cubicBezTo>
                  <a:pt x="32" y="26"/>
                  <a:pt x="33" y="21"/>
                  <a:pt x="33" y="17"/>
                </a:cubicBezTo>
                <a:cubicBezTo>
                  <a:pt x="33" y="13"/>
                  <a:pt x="32" y="9"/>
                  <a:pt x="28" y="5"/>
                </a:cubicBezTo>
                <a:cubicBezTo>
                  <a:pt x="30" y="4"/>
                  <a:pt x="30" y="4"/>
                  <a:pt x="30" y="4"/>
                </a:cubicBezTo>
                <a:cubicBezTo>
                  <a:pt x="30" y="4"/>
                  <a:pt x="30" y="4"/>
                  <a:pt x="30" y="4"/>
                </a:cubicBezTo>
                <a:cubicBezTo>
                  <a:pt x="28" y="5"/>
                  <a:pt x="28" y="5"/>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67" name="Freeform 1225"/>
          <p:cNvSpPr>
            <a:spLocks noEditPoints="1"/>
          </p:cNvSpPr>
          <p:nvPr/>
        </p:nvSpPr>
        <p:spPr bwMode="auto">
          <a:xfrm>
            <a:off x="-1653405" y="1039812"/>
            <a:ext cx="169863" cy="174625"/>
          </a:xfrm>
          <a:custGeom>
            <a:avLst/>
            <a:gdLst>
              <a:gd name="T0" fmla="*/ 20 w 41"/>
              <a:gd name="T1" fmla="*/ 38 h 42"/>
              <a:gd name="T2" fmla="*/ 9 w 41"/>
              <a:gd name="T3" fmla="*/ 33 h 42"/>
              <a:gd name="T4" fmla="*/ 4 w 41"/>
              <a:gd name="T5" fmla="*/ 21 h 42"/>
              <a:gd name="T6" fmla="*/ 9 w 41"/>
              <a:gd name="T7" fmla="*/ 9 h 42"/>
              <a:gd name="T8" fmla="*/ 20 w 41"/>
              <a:gd name="T9" fmla="*/ 4 h 42"/>
              <a:gd name="T10" fmla="*/ 32 w 41"/>
              <a:gd name="T11" fmla="*/ 9 h 42"/>
              <a:gd name="T12" fmla="*/ 34 w 41"/>
              <a:gd name="T13" fmla="*/ 8 h 42"/>
              <a:gd name="T14" fmla="*/ 35 w 41"/>
              <a:gd name="T15" fmla="*/ 6 h 42"/>
              <a:gd name="T16" fmla="*/ 34 w 41"/>
              <a:gd name="T17" fmla="*/ 8 h 42"/>
              <a:gd name="T18" fmla="*/ 32 w 41"/>
              <a:gd name="T19" fmla="*/ 9 h 42"/>
              <a:gd name="T20" fmla="*/ 37 w 41"/>
              <a:gd name="T21" fmla="*/ 21 h 42"/>
              <a:gd name="T22" fmla="*/ 32 w 41"/>
              <a:gd name="T23" fmla="*/ 33 h 42"/>
              <a:gd name="T24" fmla="*/ 20 w 41"/>
              <a:gd name="T25" fmla="*/ 38 h 42"/>
              <a:gd name="T26" fmla="*/ 21 w 41"/>
              <a:gd name="T27" fmla="*/ 0 h 42"/>
              <a:gd name="T28" fmla="*/ 20 w 41"/>
              <a:gd name="T29" fmla="*/ 0 h 42"/>
              <a:gd name="T30" fmla="*/ 6 w 41"/>
              <a:gd name="T31" fmla="*/ 6 h 42"/>
              <a:gd name="T32" fmla="*/ 0 w 41"/>
              <a:gd name="T33" fmla="*/ 21 h 42"/>
              <a:gd name="T34" fmla="*/ 6 w 41"/>
              <a:gd name="T35" fmla="*/ 36 h 42"/>
              <a:gd name="T36" fmla="*/ 20 w 41"/>
              <a:gd name="T37" fmla="*/ 42 h 42"/>
              <a:gd name="T38" fmla="*/ 20 w 41"/>
              <a:gd name="T39" fmla="*/ 42 h 42"/>
              <a:gd name="T40" fmla="*/ 34 w 41"/>
              <a:gd name="T41" fmla="*/ 37 h 42"/>
              <a:gd name="T42" fmla="*/ 35 w 41"/>
              <a:gd name="T43" fmla="*/ 36 h 42"/>
              <a:gd name="T44" fmla="*/ 37 w 41"/>
              <a:gd name="T45" fmla="*/ 34 h 42"/>
              <a:gd name="T46" fmla="*/ 41 w 41"/>
              <a:gd name="T47" fmla="*/ 21 h 42"/>
              <a:gd name="T48" fmla="*/ 35 w 41"/>
              <a:gd name="T49" fmla="*/ 6 h 42"/>
              <a:gd name="T50" fmla="*/ 35 w 41"/>
              <a:gd name="T51" fmla="*/ 6 h 42"/>
              <a:gd name="T52" fmla="*/ 21 w 41"/>
              <a:gd name="T5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2">
                <a:moveTo>
                  <a:pt x="20" y="38"/>
                </a:moveTo>
                <a:cubicBezTo>
                  <a:pt x="16" y="38"/>
                  <a:pt x="12" y="36"/>
                  <a:pt x="9" y="33"/>
                </a:cubicBezTo>
                <a:cubicBezTo>
                  <a:pt x="5" y="30"/>
                  <a:pt x="4" y="25"/>
                  <a:pt x="4" y="21"/>
                </a:cubicBezTo>
                <a:cubicBezTo>
                  <a:pt x="4" y="17"/>
                  <a:pt x="5" y="13"/>
                  <a:pt x="9" y="9"/>
                </a:cubicBezTo>
                <a:cubicBezTo>
                  <a:pt x="12" y="6"/>
                  <a:pt x="16" y="4"/>
                  <a:pt x="20" y="4"/>
                </a:cubicBezTo>
                <a:cubicBezTo>
                  <a:pt x="25" y="4"/>
                  <a:pt x="29" y="6"/>
                  <a:pt x="32" y="9"/>
                </a:cubicBezTo>
                <a:cubicBezTo>
                  <a:pt x="34" y="8"/>
                  <a:pt x="34" y="8"/>
                  <a:pt x="34" y="8"/>
                </a:cubicBezTo>
                <a:cubicBezTo>
                  <a:pt x="35" y="6"/>
                  <a:pt x="35" y="6"/>
                  <a:pt x="35" y="6"/>
                </a:cubicBezTo>
                <a:cubicBezTo>
                  <a:pt x="34" y="8"/>
                  <a:pt x="34" y="8"/>
                  <a:pt x="34" y="8"/>
                </a:cubicBezTo>
                <a:cubicBezTo>
                  <a:pt x="32" y="9"/>
                  <a:pt x="32" y="9"/>
                  <a:pt x="32" y="9"/>
                </a:cubicBezTo>
                <a:cubicBezTo>
                  <a:pt x="36" y="13"/>
                  <a:pt x="37" y="17"/>
                  <a:pt x="37" y="21"/>
                </a:cubicBezTo>
                <a:cubicBezTo>
                  <a:pt x="37" y="25"/>
                  <a:pt x="36" y="30"/>
                  <a:pt x="32" y="33"/>
                </a:cubicBezTo>
                <a:cubicBezTo>
                  <a:pt x="29" y="36"/>
                  <a:pt x="25" y="38"/>
                  <a:pt x="20" y="38"/>
                </a:cubicBezTo>
                <a:moveTo>
                  <a:pt x="21" y="0"/>
                </a:moveTo>
                <a:cubicBezTo>
                  <a:pt x="20" y="0"/>
                  <a:pt x="20" y="0"/>
                  <a:pt x="20" y="0"/>
                </a:cubicBezTo>
                <a:cubicBezTo>
                  <a:pt x="15" y="0"/>
                  <a:pt x="10" y="2"/>
                  <a:pt x="6" y="6"/>
                </a:cubicBezTo>
                <a:cubicBezTo>
                  <a:pt x="2" y="11"/>
                  <a:pt x="0" y="16"/>
                  <a:pt x="0" y="21"/>
                </a:cubicBezTo>
                <a:cubicBezTo>
                  <a:pt x="0" y="26"/>
                  <a:pt x="2" y="32"/>
                  <a:pt x="6" y="36"/>
                </a:cubicBezTo>
                <a:cubicBezTo>
                  <a:pt x="10" y="40"/>
                  <a:pt x="15" y="42"/>
                  <a:pt x="20" y="42"/>
                </a:cubicBezTo>
                <a:cubicBezTo>
                  <a:pt x="20" y="42"/>
                  <a:pt x="20" y="42"/>
                  <a:pt x="20" y="42"/>
                </a:cubicBezTo>
                <a:cubicBezTo>
                  <a:pt x="25" y="42"/>
                  <a:pt x="30" y="40"/>
                  <a:pt x="34" y="37"/>
                </a:cubicBezTo>
                <a:cubicBezTo>
                  <a:pt x="34" y="36"/>
                  <a:pt x="35" y="36"/>
                  <a:pt x="35" y="36"/>
                </a:cubicBezTo>
                <a:cubicBezTo>
                  <a:pt x="36" y="35"/>
                  <a:pt x="36" y="34"/>
                  <a:pt x="37" y="34"/>
                </a:cubicBezTo>
                <a:cubicBezTo>
                  <a:pt x="40" y="30"/>
                  <a:pt x="41" y="26"/>
                  <a:pt x="41" y="21"/>
                </a:cubicBezTo>
                <a:cubicBezTo>
                  <a:pt x="41" y="16"/>
                  <a:pt x="39" y="11"/>
                  <a:pt x="35" y="6"/>
                </a:cubicBezTo>
                <a:cubicBezTo>
                  <a:pt x="35" y="6"/>
                  <a:pt x="35" y="6"/>
                  <a:pt x="35" y="6"/>
                </a:cubicBezTo>
                <a:cubicBezTo>
                  <a:pt x="31"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68" name="Freeform 1226"/>
          <p:cNvSpPr>
            <a:spLocks noEditPoints="1"/>
          </p:cNvSpPr>
          <p:nvPr/>
        </p:nvSpPr>
        <p:spPr bwMode="auto">
          <a:xfrm>
            <a:off x="-1416868" y="1279525"/>
            <a:ext cx="234950" cy="233363"/>
          </a:xfrm>
          <a:custGeom>
            <a:avLst/>
            <a:gdLst>
              <a:gd name="T0" fmla="*/ 29 w 57"/>
              <a:gd name="T1" fmla="*/ 47 h 56"/>
              <a:gd name="T2" fmla="*/ 15 w 57"/>
              <a:gd name="T3" fmla="*/ 41 h 56"/>
              <a:gd name="T4" fmla="*/ 15 w 57"/>
              <a:gd name="T5" fmla="*/ 15 h 56"/>
              <a:gd name="T6" fmla="*/ 29 w 57"/>
              <a:gd name="T7" fmla="*/ 9 h 56"/>
              <a:gd name="T8" fmla="*/ 42 w 57"/>
              <a:gd name="T9" fmla="*/ 15 h 56"/>
              <a:gd name="T10" fmla="*/ 42 w 57"/>
              <a:gd name="T11" fmla="*/ 41 h 56"/>
              <a:gd name="T12" fmla="*/ 29 w 57"/>
              <a:gd name="T13" fmla="*/ 47 h 56"/>
              <a:gd name="T14" fmla="*/ 29 w 57"/>
              <a:gd name="T15" fmla="*/ 0 h 56"/>
              <a:gd name="T16" fmla="*/ 9 w 57"/>
              <a:gd name="T17" fmla="*/ 8 h 56"/>
              <a:gd name="T18" fmla="*/ 0 w 57"/>
              <a:gd name="T19" fmla="*/ 28 h 56"/>
              <a:gd name="T20" fmla="*/ 9 w 57"/>
              <a:gd name="T21" fmla="*/ 48 h 56"/>
              <a:gd name="T22" fmla="*/ 29 w 57"/>
              <a:gd name="T23" fmla="*/ 56 h 56"/>
              <a:gd name="T24" fmla="*/ 49 w 57"/>
              <a:gd name="T25" fmla="*/ 48 h 56"/>
              <a:gd name="T26" fmla="*/ 57 w 57"/>
              <a:gd name="T27" fmla="*/ 28 h 56"/>
              <a:gd name="T28" fmla="*/ 49 w 57"/>
              <a:gd name="T29" fmla="*/ 8 h 56"/>
              <a:gd name="T30" fmla="*/ 50 w 57"/>
              <a:gd name="T31" fmla="*/ 7 h 56"/>
              <a:gd name="T32" fmla="*/ 50 w 57"/>
              <a:gd name="T33" fmla="*/ 7 h 56"/>
              <a:gd name="T34" fmla="*/ 49 w 57"/>
              <a:gd name="T35" fmla="*/ 8 h 56"/>
              <a:gd name="T36" fmla="*/ 29 w 57"/>
              <a:gd name="T3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56">
                <a:moveTo>
                  <a:pt x="29" y="47"/>
                </a:moveTo>
                <a:cubicBezTo>
                  <a:pt x="24" y="47"/>
                  <a:pt x="19" y="45"/>
                  <a:pt x="15" y="41"/>
                </a:cubicBezTo>
                <a:cubicBezTo>
                  <a:pt x="8" y="34"/>
                  <a:pt x="8" y="22"/>
                  <a:pt x="15" y="15"/>
                </a:cubicBezTo>
                <a:cubicBezTo>
                  <a:pt x="19" y="11"/>
                  <a:pt x="24" y="9"/>
                  <a:pt x="29" y="9"/>
                </a:cubicBezTo>
                <a:cubicBezTo>
                  <a:pt x="33" y="9"/>
                  <a:pt x="38" y="11"/>
                  <a:pt x="42" y="15"/>
                </a:cubicBezTo>
                <a:cubicBezTo>
                  <a:pt x="49" y="22"/>
                  <a:pt x="49" y="34"/>
                  <a:pt x="42" y="41"/>
                </a:cubicBezTo>
                <a:cubicBezTo>
                  <a:pt x="38" y="45"/>
                  <a:pt x="33" y="47"/>
                  <a:pt x="29" y="47"/>
                </a:cubicBezTo>
                <a:moveTo>
                  <a:pt x="29" y="0"/>
                </a:moveTo>
                <a:cubicBezTo>
                  <a:pt x="21" y="0"/>
                  <a:pt x="14" y="3"/>
                  <a:pt x="9" y="8"/>
                </a:cubicBezTo>
                <a:cubicBezTo>
                  <a:pt x="3" y="14"/>
                  <a:pt x="0" y="21"/>
                  <a:pt x="0" y="28"/>
                </a:cubicBezTo>
                <a:cubicBezTo>
                  <a:pt x="0" y="35"/>
                  <a:pt x="3" y="43"/>
                  <a:pt x="9" y="48"/>
                </a:cubicBezTo>
                <a:cubicBezTo>
                  <a:pt x="14" y="54"/>
                  <a:pt x="21" y="56"/>
                  <a:pt x="29" y="56"/>
                </a:cubicBezTo>
                <a:cubicBezTo>
                  <a:pt x="36" y="56"/>
                  <a:pt x="43" y="54"/>
                  <a:pt x="49" y="48"/>
                </a:cubicBezTo>
                <a:cubicBezTo>
                  <a:pt x="54" y="43"/>
                  <a:pt x="57" y="35"/>
                  <a:pt x="57" y="28"/>
                </a:cubicBezTo>
                <a:cubicBezTo>
                  <a:pt x="57" y="21"/>
                  <a:pt x="54" y="14"/>
                  <a:pt x="49" y="8"/>
                </a:cubicBezTo>
                <a:cubicBezTo>
                  <a:pt x="50" y="7"/>
                  <a:pt x="50" y="7"/>
                  <a:pt x="50" y="7"/>
                </a:cubicBezTo>
                <a:cubicBezTo>
                  <a:pt x="50" y="7"/>
                  <a:pt x="50" y="7"/>
                  <a:pt x="50" y="7"/>
                </a:cubicBezTo>
                <a:cubicBezTo>
                  <a:pt x="49" y="8"/>
                  <a:pt x="49" y="8"/>
                  <a:pt x="49" y="8"/>
                </a:cubicBezTo>
                <a:cubicBezTo>
                  <a:pt x="43" y="3"/>
                  <a:pt x="36" y="0"/>
                  <a:pt x="29"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69" name="Freeform 1227"/>
          <p:cNvSpPr>
            <a:spLocks/>
          </p:cNvSpPr>
          <p:nvPr/>
        </p:nvSpPr>
        <p:spPr bwMode="auto">
          <a:xfrm>
            <a:off x="-1434330" y="1263650"/>
            <a:ext cx="269875" cy="265113"/>
          </a:xfrm>
          <a:custGeom>
            <a:avLst/>
            <a:gdLst>
              <a:gd name="T0" fmla="*/ 33 w 65"/>
              <a:gd name="T1" fmla="*/ 0 h 64"/>
              <a:gd name="T2" fmla="*/ 33 w 65"/>
              <a:gd name="T3" fmla="*/ 0 h 64"/>
              <a:gd name="T4" fmla="*/ 12 w 65"/>
              <a:gd name="T5" fmla="*/ 8 h 64"/>
              <a:gd name="T6" fmla="*/ 10 w 65"/>
              <a:gd name="T7" fmla="*/ 9 h 64"/>
              <a:gd name="T8" fmla="*/ 9 w 65"/>
              <a:gd name="T9" fmla="*/ 10 h 64"/>
              <a:gd name="T10" fmla="*/ 0 w 65"/>
              <a:gd name="T11" fmla="*/ 32 h 64"/>
              <a:gd name="T12" fmla="*/ 10 w 65"/>
              <a:gd name="T13" fmla="*/ 55 h 64"/>
              <a:gd name="T14" fmla="*/ 33 w 65"/>
              <a:gd name="T15" fmla="*/ 64 h 64"/>
              <a:gd name="T16" fmla="*/ 33 w 65"/>
              <a:gd name="T17" fmla="*/ 64 h 64"/>
              <a:gd name="T18" fmla="*/ 54 w 65"/>
              <a:gd name="T19" fmla="*/ 56 h 64"/>
              <a:gd name="T20" fmla="*/ 55 w 65"/>
              <a:gd name="T21" fmla="*/ 55 h 64"/>
              <a:gd name="T22" fmla="*/ 57 w 65"/>
              <a:gd name="T23" fmla="*/ 53 h 64"/>
              <a:gd name="T24" fmla="*/ 65 w 65"/>
              <a:gd name="T25" fmla="*/ 32 h 64"/>
              <a:gd name="T26" fmla="*/ 55 w 65"/>
              <a:gd name="T27" fmla="*/ 9 h 64"/>
              <a:gd name="T28" fmla="*/ 54 w 65"/>
              <a:gd name="T29" fmla="*/ 11 h 64"/>
              <a:gd name="T30" fmla="*/ 53 w 65"/>
              <a:gd name="T31" fmla="*/ 12 h 64"/>
              <a:gd name="T32" fmla="*/ 61 w 65"/>
              <a:gd name="T33" fmla="*/ 32 h 64"/>
              <a:gd name="T34" fmla="*/ 53 w 65"/>
              <a:gd name="T35" fmla="*/ 52 h 64"/>
              <a:gd name="T36" fmla="*/ 33 w 65"/>
              <a:gd name="T37" fmla="*/ 60 h 64"/>
              <a:gd name="T38" fmla="*/ 13 w 65"/>
              <a:gd name="T39" fmla="*/ 52 h 64"/>
              <a:gd name="T40" fmla="*/ 4 w 65"/>
              <a:gd name="T41" fmla="*/ 32 h 64"/>
              <a:gd name="T42" fmla="*/ 13 w 65"/>
              <a:gd name="T43" fmla="*/ 12 h 64"/>
              <a:gd name="T44" fmla="*/ 33 w 65"/>
              <a:gd name="T45" fmla="*/ 4 h 64"/>
              <a:gd name="T46" fmla="*/ 53 w 65"/>
              <a:gd name="T47" fmla="*/ 12 h 64"/>
              <a:gd name="T48" fmla="*/ 54 w 65"/>
              <a:gd name="T49" fmla="*/ 11 h 64"/>
              <a:gd name="T50" fmla="*/ 55 w 65"/>
              <a:gd name="T51" fmla="*/ 9 h 64"/>
              <a:gd name="T52" fmla="*/ 33 w 65"/>
              <a:gd name="T53"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64">
                <a:moveTo>
                  <a:pt x="33" y="0"/>
                </a:moveTo>
                <a:cubicBezTo>
                  <a:pt x="33" y="0"/>
                  <a:pt x="33" y="0"/>
                  <a:pt x="33" y="0"/>
                </a:cubicBezTo>
                <a:cubicBezTo>
                  <a:pt x="25" y="0"/>
                  <a:pt x="18" y="2"/>
                  <a:pt x="12" y="8"/>
                </a:cubicBezTo>
                <a:cubicBezTo>
                  <a:pt x="11" y="8"/>
                  <a:pt x="10" y="9"/>
                  <a:pt x="10" y="9"/>
                </a:cubicBezTo>
                <a:cubicBezTo>
                  <a:pt x="9" y="10"/>
                  <a:pt x="9" y="10"/>
                  <a:pt x="9" y="10"/>
                </a:cubicBezTo>
                <a:cubicBezTo>
                  <a:pt x="3" y="16"/>
                  <a:pt x="0" y="24"/>
                  <a:pt x="0" y="32"/>
                </a:cubicBezTo>
                <a:cubicBezTo>
                  <a:pt x="0" y="40"/>
                  <a:pt x="3" y="49"/>
                  <a:pt x="10" y="55"/>
                </a:cubicBezTo>
                <a:cubicBezTo>
                  <a:pt x="16" y="61"/>
                  <a:pt x="24" y="64"/>
                  <a:pt x="33" y="64"/>
                </a:cubicBezTo>
                <a:cubicBezTo>
                  <a:pt x="33" y="64"/>
                  <a:pt x="33" y="64"/>
                  <a:pt x="33" y="64"/>
                </a:cubicBezTo>
                <a:cubicBezTo>
                  <a:pt x="40" y="64"/>
                  <a:pt x="48" y="62"/>
                  <a:pt x="54" y="56"/>
                </a:cubicBezTo>
                <a:cubicBezTo>
                  <a:pt x="55" y="56"/>
                  <a:pt x="55" y="55"/>
                  <a:pt x="55" y="55"/>
                </a:cubicBezTo>
                <a:cubicBezTo>
                  <a:pt x="56" y="54"/>
                  <a:pt x="57" y="54"/>
                  <a:pt x="57" y="53"/>
                </a:cubicBezTo>
                <a:cubicBezTo>
                  <a:pt x="62" y="47"/>
                  <a:pt x="65" y="40"/>
                  <a:pt x="65" y="32"/>
                </a:cubicBezTo>
                <a:cubicBezTo>
                  <a:pt x="65" y="24"/>
                  <a:pt x="62" y="16"/>
                  <a:pt x="55" y="9"/>
                </a:cubicBezTo>
                <a:cubicBezTo>
                  <a:pt x="54" y="11"/>
                  <a:pt x="54" y="11"/>
                  <a:pt x="54" y="11"/>
                </a:cubicBezTo>
                <a:cubicBezTo>
                  <a:pt x="53" y="12"/>
                  <a:pt x="53" y="12"/>
                  <a:pt x="53" y="12"/>
                </a:cubicBezTo>
                <a:cubicBezTo>
                  <a:pt x="58" y="18"/>
                  <a:pt x="61" y="25"/>
                  <a:pt x="61" y="32"/>
                </a:cubicBezTo>
                <a:cubicBezTo>
                  <a:pt x="61" y="39"/>
                  <a:pt x="58" y="47"/>
                  <a:pt x="53" y="52"/>
                </a:cubicBezTo>
                <a:cubicBezTo>
                  <a:pt x="47" y="58"/>
                  <a:pt x="40" y="60"/>
                  <a:pt x="33" y="60"/>
                </a:cubicBezTo>
                <a:cubicBezTo>
                  <a:pt x="25" y="60"/>
                  <a:pt x="18" y="58"/>
                  <a:pt x="13" y="52"/>
                </a:cubicBezTo>
                <a:cubicBezTo>
                  <a:pt x="7" y="47"/>
                  <a:pt x="4" y="39"/>
                  <a:pt x="4" y="32"/>
                </a:cubicBezTo>
                <a:cubicBezTo>
                  <a:pt x="4" y="25"/>
                  <a:pt x="7" y="18"/>
                  <a:pt x="13" y="12"/>
                </a:cubicBezTo>
                <a:cubicBezTo>
                  <a:pt x="18" y="7"/>
                  <a:pt x="25" y="4"/>
                  <a:pt x="33" y="4"/>
                </a:cubicBezTo>
                <a:cubicBezTo>
                  <a:pt x="40" y="4"/>
                  <a:pt x="47" y="7"/>
                  <a:pt x="53" y="12"/>
                </a:cubicBezTo>
                <a:cubicBezTo>
                  <a:pt x="54" y="11"/>
                  <a:pt x="54" y="11"/>
                  <a:pt x="54" y="11"/>
                </a:cubicBezTo>
                <a:cubicBezTo>
                  <a:pt x="55" y="9"/>
                  <a:pt x="55" y="9"/>
                  <a:pt x="55" y="9"/>
                </a:cubicBezTo>
                <a:cubicBezTo>
                  <a:pt x="49" y="3"/>
                  <a:pt x="41" y="0"/>
                  <a:pt x="3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70" name="Freeform 1228"/>
          <p:cNvSpPr>
            <a:spLocks/>
          </p:cNvSpPr>
          <p:nvPr/>
        </p:nvSpPr>
        <p:spPr bwMode="auto">
          <a:xfrm>
            <a:off x="-1385118" y="1317625"/>
            <a:ext cx="169863" cy="157163"/>
          </a:xfrm>
          <a:custGeom>
            <a:avLst/>
            <a:gdLst>
              <a:gd name="T0" fmla="*/ 21 w 41"/>
              <a:gd name="T1" fmla="*/ 0 h 38"/>
              <a:gd name="T2" fmla="*/ 7 w 41"/>
              <a:gd name="T3" fmla="*/ 6 h 38"/>
              <a:gd name="T4" fmla="*/ 7 w 41"/>
              <a:gd name="T5" fmla="*/ 32 h 38"/>
              <a:gd name="T6" fmla="*/ 21 w 41"/>
              <a:gd name="T7" fmla="*/ 38 h 38"/>
              <a:gd name="T8" fmla="*/ 34 w 41"/>
              <a:gd name="T9" fmla="*/ 32 h 38"/>
              <a:gd name="T10" fmla="*/ 34 w 41"/>
              <a:gd name="T11" fmla="*/ 6 h 38"/>
              <a:gd name="T12" fmla="*/ 21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1" y="0"/>
                </a:moveTo>
                <a:cubicBezTo>
                  <a:pt x="16" y="0"/>
                  <a:pt x="11" y="2"/>
                  <a:pt x="7" y="6"/>
                </a:cubicBezTo>
                <a:cubicBezTo>
                  <a:pt x="0" y="13"/>
                  <a:pt x="0" y="25"/>
                  <a:pt x="7" y="32"/>
                </a:cubicBezTo>
                <a:cubicBezTo>
                  <a:pt x="11" y="36"/>
                  <a:pt x="16" y="38"/>
                  <a:pt x="21" y="38"/>
                </a:cubicBezTo>
                <a:cubicBezTo>
                  <a:pt x="25" y="38"/>
                  <a:pt x="30" y="36"/>
                  <a:pt x="34" y="32"/>
                </a:cubicBezTo>
                <a:cubicBezTo>
                  <a:pt x="41" y="25"/>
                  <a:pt x="41" y="13"/>
                  <a:pt x="34" y="6"/>
                </a:cubicBezTo>
                <a:cubicBezTo>
                  <a:pt x="30" y="2"/>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85" name="Freeform 1243"/>
          <p:cNvSpPr>
            <a:spLocks/>
          </p:cNvSpPr>
          <p:nvPr/>
        </p:nvSpPr>
        <p:spPr bwMode="auto">
          <a:xfrm>
            <a:off x="1686695" y="5397501"/>
            <a:ext cx="1371600" cy="3702050"/>
          </a:xfrm>
          <a:custGeom>
            <a:avLst/>
            <a:gdLst>
              <a:gd name="T0" fmla="*/ 5 w 331"/>
              <a:gd name="T1" fmla="*/ 0 h 893"/>
              <a:gd name="T2" fmla="*/ 2 w 331"/>
              <a:gd name="T3" fmla="*/ 0 h 893"/>
              <a:gd name="T4" fmla="*/ 2 w 331"/>
              <a:gd name="T5" fmla="*/ 0 h 893"/>
              <a:gd name="T6" fmla="*/ 1 w 331"/>
              <a:gd name="T7" fmla="*/ 0 h 893"/>
              <a:gd name="T8" fmla="*/ 0 w 331"/>
              <a:gd name="T9" fmla="*/ 57 h 893"/>
              <a:gd name="T10" fmla="*/ 102 w 331"/>
              <a:gd name="T11" fmla="*/ 157 h 893"/>
              <a:gd name="T12" fmla="*/ 300 w 331"/>
              <a:gd name="T13" fmla="*/ 157 h 893"/>
              <a:gd name="T14" fmla="*/ 327 w 331"/>
              <a:gd name="T15" fmla="*/ 187 h 893"/>
              <a:gd name="T16" fmla="*/ 327 w 331"/>
              <a:gd name="T17" fmla="*/ 893 h 893"/>
              <a:gd name="T18" fmla="*/ 331 w 331"/>
              <a:gd name="T19" fmla="*/ 893 h 893"/>
              <a:gd name="T20" fmla="*/ 331 w 331"/>
              <a:gd name="T21" fmla="*/ 185 h 893"/>
              <a:gd name="T22" fmla="*/ 301 w 331"/>
              <a:gd name="T23" fmla="*/ 153 h 893"/>
              <a:gd name="T24" fmla="*/ 104 w 331"/>
              <a:gd name="T25" fmla="*/ 153 h 893"/>
              <a:gd name="T26" fmla="*/ 4 w 331"/>
              <a:gd name="T27" fmla="*/ 55 h 893"/>
              <a:gd name="T28" fmla="*/ 5 w 331"/>
              <a:gd name="T29" fmla="*/ 0 h 8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1" h="893">
                <a:moveTo>
                  <a:pt x="5" y="0"/>
                </a:moveTo>
                <a:cubicBezTo>
                  <a:pt x="4" y="0"/>
                  <a:pt x="3" y="0"/>
                  <a:pt x="2" y="0"/>
                </a:cubicBezTo>
                <a:cubicBezTo>
                  <a:pt x="2" y="0"/>
                  <a:pt x="2" y="0"/>
                  <a:pt x="2" y="0"/>
                </a:cubicBezTo>
                <a:cubicBezTo>
                  <a:pt x="2" y="0"/>
                  <a:pt x="1" y="0"/>
                  <a:pt x="1" y="0"/>
                </a:cubicBezTo>
                <a:cubicBezTo>
                  <a:pt x="0" y="57"/>
                  <a:pt x="0" y="57"/>
                  <a:pt x="0" y="57"/>
                </a:cubicBezTo>
                <a:cubicBezTo>
                  <a:pt x="102" y="157"/>
                  <a:pt x="102" y="157"/>
                  <a:pt x="102" y="157"/>
                </a:cubicBezTo>
                <a:cubicBezTo>
                  <a:pt x="300" y="157"/>
                  <a:pt x="300" y="157"/>
                  <a:pt x="300" y="157"/>
                </a:cubicBezTo>
                <a:cubicBezTo>
                  <a:pt x="327" y="187"/>
                  <a:pt x="327" y="187"/>
                  <a:pt x="327" y="187"/>
                </a:cubicBezTo>
                <a:cubicBezTo>
                  <a:pt x="327" y="893"/>
                  <a:pt x="327" y="893"/>
                  <a:pt x="327" y="893"/>
                </a:cubicBezTo>
                <a:cubicBezTo>
                  <a:pt x="331" y="893"/>
                  <a:pt x="331" y="893"/>
                  <a:pt x="331" y="893"/>
                </a:cubicBezTo>
                <a:cubicBezTo>
                  <a:pt x="331" y="185"/>
                  <a:pt x="331" y="185"/>
                  <a:pt x="331" y="185"/>
                </a:cubicBezTo>
                <a:cubicBezTo>
                  <a:pt x="301" y="153"/>
                  <a:pt x="301" y="153"/>
                  <a:pt x="301" y="153"/>
                </a:cubicBezTo>
                <a:cubicBezTo>
                  <a:pt x="104" y="153"/>
                  <a:pt x="104" y="153"/>
                  <a:pt x="104" y="153"/>
                </a:cubicBezTo>
                <a:cubicBezTo>
                  <a:pt x="4" y="55"/>
                  <a:pt x="4" y="55"/>
                  <a:pt x="4" y="55"/>
                </a:cubicBezTo>
                <a:cubicBezTo>
                  <a:pt x="5" y="0"/>
                  <a:pt x="5" y="0"/>
                  <a:pt x="5"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86" name="Freeform 1244"/>
          <p:cNvSpPr>
            <a:spLocks/>
          </p:cNvSpPr>
          <p:nvPr/>
        </p:nvSpPr>
        <p:spPr bwMode="auto">
          <a:xfrm>
            <a:off x="1629548" y="5243516"/>
            <a:ext cx="136525" cy="136525"/>
          </a:xfrm>
          <a:custGeom>
            <a:avLst/>
            <a:gdLst>
              <a:gd name="T0" fmla="*/ 16 w 33"/>
              <a:gd name="T1" fmla="*/ 0 h 33"/>
              <a:gd name="T2" fmla="*/ 5 w 33"/>
              <a:gd name="T3" fmla="*/ 4 h 33"/>
              <a:gd name="T4" fmla="*/ 0 w 33"/>
              <a:gd name="T5" fmla="*/ 16 h 33"/>
              <a:gd name="T6" fmla="*/ 5 w 33"/>
              <a:gd name="T7" fmla="*/ 28 h 33"/>
              <a:gd name="T8" fmla="*/ 5 w 33"/>
              <a:gd name="T9" fmla="*/ 28 h 33"/>
              <a:gd name="T10" fmla="*/ 16 w 33"/>
              <a:gd name="T11" fmla="*/ 33 h 33"/>
              <a:gd name="T12" fmla="*/ 28 w 33"/>
              <a:gd name="T13" fmla="*/ 28 h 33"/>
              <a:gd name="T14" fmla="*/ 33 w 33"/>
              <a:gd name="T15" fmla="*/ 16 h 33"/>
              <a:gd name="T16" fmla="*/ 28 w 33"/>
              <a:gd name="T17" fmla="*/ 4 h 33"/>
              <a:gd name="T18" fmla="*/ 16 w 33"/>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3">
                <a:moveTo>
                  <a:pt x="16" y="0"/>
                </a:moveTo>
                <a:cubicBezTo>
                  <a:pt x="12" y="0"/>
                  <a:pt x="8" y="1"/>
                  <a:pt x="5" y="4"/>
                </a:cubicBezTo>
                <a:cubicBezTo>
                  <a:pt x="1" y="8"/>
                  <a:pt x="0" y="12"/>
                  <a:pt x="0" y="16"/>
                </a:cubicBezTo>
                <a:cubicBezTo>
                  <a:pt x="0" y="20"/>
                  <a:pt x="1" y="25"/>
                  <a:pt x="5" y="28"/>
                </a:cubicBezTo>
                <a:cubicBezTo>
                  <a:pt x="5" y="28"/>
                  <a:pt x="5" y="28"/>
                  <a:pt x="5" y="28"/>
                </a:cubicBezTo>
                <a:cubicBezTo>
                  <a:pt x="8" y="31"/>
                  <a:pt x="12" y="33"/>
                  <a:pt x="16" y="33"/>
                </a:cubicBezTo>
                <a:cubicBezTo>
                  <a:pt x="21" y="33"/>
                  <a:pt x="25" y="31"/>
                  <a:pt x="28" y="28"/>
                </a:cubicBezTo>
                <a:cubicBezTo>
                  <a:pt x="32" y="25"/>
                  <a:pt x="33" y="20"/>
                  <a:pt x="33" y="16"/>
                </a:cubicBezTo>
                <a:cubicBezTo>
                  <a:pt x="33" y="12"/>
                  <a:pt x="32" y="8"/>
                  <a:pt x="28" y="4"/>
                </a:cubicBezTo>
                <a:cubicBezTo>
                  <a:pt x="25" y="1"/>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87" name="Freeform 1245"/>
          <p:cNvSpPr>
            <a:spLocks noEditPoints="1"/>
          </p:cNvSpPr>
          <p:nvPr/>
        </p:nvSpPr>
        <p:spPr bwMode="auto">
          <a:xfrm>
            <a:off x="1612085" y="5227641"/>
            <a:ext cx="169863" cy="169863"/>
          </a:xfrm>
          <a:custGeom>
            <a:avLst/>
            <a:gdLst>
              <a:gd name="T0" fmla="*/ 9 w 41"/>
              <a:gd name="T1" fmla="*/ 32 h 41"/>
              <a:gd name="T2" fmla="*/ 9 w 41"/>
              <a:gd name="T3" fmla="*/ 32 h 41"/>
              <a:gd name="T4" fmla="*/ 4 w 41"/>
              <a:gd name="T5" fmla="*/ 20 h 41"/>
              <a:gd name="T6" fmla="*/ 9 w 41"/>
              <a:gd name="T7" fmla="*/ 8 h 41"/>
              <a:gd name="T8" fmla="*/ 20 w 41"/>
              <a:gd name="T9" fmla="*/ 4 h 41"/>
              <a:gd name="T10" fmla="*/ 32 w 41"/>
              <a:gd name="T11" fmla="*/ 8 h 41"/>
              <a:gd name="T12" fmla="*/ 37 w 41"/>
              <a:gd name="T13" fmla="*/ 20 h 41"/>
              <a:gd name="T14" fmla="*/ 32 w 41"/>
              <a:gd name="T15" fmla="*/ 32 h 41"/>
              <a:gd name="T16" fmla="*/ 20 w 41"/>
              <a:gd name="T17" fmla="*/ 37 h 41"/>
              <a:gd name="T18" fmla="*/ 9 w 41"/>
              <a:gd name="T19" fmla="*/ 32 h 41"/>
              <a:gd name="T20" fmla="*/ 20 w 41"/>
              <a:gd name="T21" fmla="*/ 0 h 41"/>
              <a:gd name="T22" fmla="*/ 20 w 41"/>
              <a:gd name="T23" fmla="*/ 0 h 41"/>
              <a:gd name="T24" fmla="*/ 6 w 41"/>
              <a:gd name="T25" fmla="*/ 6 h 41"/>
              <a:gd name="T26" fmla="*/ 0 w 41"/>
              <a:gd name="T27" fmla="*/ 20 h 41"/>
              <a:gd name="T28" fmla="*/ 6 w 41"/>
              <a:gd name="T29" fmla="*/ 35 h 41"/>
              <a:gd name="T30" fmla="*/ 7 w 41"/>
              <a:gd name="T31" fmla="*/ 33 h 41"/>
              <a:gd name="T32" fmla="*/ 6 w 41"/>
              <a:gd name="T33" fmla="*/ 35 h 41"/>
              <a:gd name="T34" fmla="*/ 19 w 41"/>
              <a:gd name="T35" fmla="*/ 41 h 41"/>
              <a:gd name="T36" fmla="*/ 20 w 41"/>
              <a:gd name="T37" fmla="*/ 41 h 41"/>
              <a:gd name="T38" fmla="*/ 20 w 41"/>
              <a:gd name="T39" fmla="*/ 41 h 41"/>
              <a:gd name="T40" fmla="*/ 23 w 41"/>
              <a:gd name="T41" fmla="*/ 41 h 41"/>
              <a:gd name="T42" fmla="*/ 35 w 41"/>
              <a:gd name="T43" fmla="*/ 35 h 41"/>
              <a:gd name="T44" fmla="*/ 41 w 41"/>
              <a:gd name="T45" fmla="*/ 20 h 41"/>
              <a:gd name="T46" fmla="*/ 35 w 41"/>
              <a:gd name="T47" fmla="*/ 6 h 41"/>
              <a:gd name="T48" fmla="*/ 20 w 41"/>
              <a:gd name="T49"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 h="41">
                <a:moveTo>
                  <a:pt x="9" y="32"/>
                </a:moveTo>
                <a:cubicBezTo>
                  <a:pt x="9" y="32"/>
                  <a:pt x="9" y="32"/>
                  <a:pt x="9" y="32"/>
                </a:cubicBezTo>
                <a:cubicBezTo>
                  <a:pt x="5" y="29"/>
                  <a:pt x="4" y="24"/>
                  <a:pt x="4" y="20"/>
                </a:cubicBezTo>
                <a:cubicBezTo>
                  <a:pt x="4" y="16"/>
                  <a:pt x="5" y="12"/>
                  <a:pt x="9" y="8"/>
                </a:cubicBezTo>
                <a:cubicBezTo>
                  <a:pt x="12" y="5"/>
                  <a:pt x="16" y="4"/>
                  <a:pt x="20" y="4"/>
                </a:cubicBezTo>
                <a:cubicBezTo>
                  <a:pt x="25" y="4"/>
                  <a:pt x="29" y="5"/>
                  <a:pt x="32" y="8"/>
                </a:cubicBezTo>
                <a:cubicBezTo>
                  <a:pt x="36" y="12"/>
                  <a:pt x="37" y="16"/>
                  <a:pt x="37" y="20"/>
                </a:cubicBezTo>
                <a:cubicBezTo>
                  <a:pt x="37" y="24"/>
                  <a:pt x="36" y="29"/>
                  <a:pt x="32" y="32"/>
                </a:cubicBezTo>
                <a:cubicBezTo>
                  <a:pt x="29" y="35"/>
                  <a:pt x="25" y="37"/>
                  <a:pt x="20" y="37"/>
                </a:cubicBezTo>
                <a:cubicBezTo>
                  <a:pt x="16" y="37"/>
                  <a:pt x="12" y="35"/>
                  <a:pt x="9" y="32"/>
                </a:cubicBezTo>
                <a:moveTo>
                  <a:pt x="20" y="0"/>
                </a:moveTo>
                <a:cubicBezTo>
                  <a:pt x="20" y="0"/>
                  <a:pt x="20" y="0"/>
                  <a:pt x="20" y="0"/>
                </a:cubicBezTo>
                <a:cubicBezTo>
                  <a:pt x="15" y="0"/>
                  <a:pt x="10" y="2"/>
                  <a:pt x="6" y="6"/>
                </a:cubicBezTo>
                <a:cubicBezTo>
                  <a:pt x="2" y="10"/>
                  <a:pt x="0" y="15"/>
                  <a:pt x="0" y="20"/>
                </a:cubicBezTo>
                <a:cubicBezTo>
                  <a:pt x="0" y="25"/>
                  <a:pt x="2" y="31"/>
                  <a:pt x="6" y="35"/>
                </a:cubicBezTo>
                <a:cubicBezTo>
                  <a:pt x="7" y="33"/>
                  <a:pt x="7" y="33"/>
                  <a:pt x="7" y="33"/>
                </a:cubicBezTo>
                <a:cubicBezTo>
                  <a:pt x="6" y="35"/>
                  <a:pt x="6" y="35"/>
                  <a:pt x="6" y="35"/>
                </a:cubicBezTo>
                <a:cubicBezTo>
                  <a:pt x="9" y="38"/>
                  <a:pt x="14" y="40"/>
                  <a:pt x="19" y="41"/>
                </a:cubicBezTo>
                <a:cubicBezTo>
                  <a:pt x="19" y="41"/>
                  <a:pt x="20" y="41"/>
                  <a:pt x="20" y="41"/>
                </a:cubicBezTo>
                <a:cubicBezTo>
                  <a:pt x="20" y="41"/>
                  <a:pt x="20" y="41"/>
                  <a:pt x="20" y="41"/>
                </a:cubicBezTo>
                <a:cubicBezTo>
                  <a:pt x="21" y="41"/>
                  <a:pt x="22" y="41"/>
                  <a:pt x="23" y="41"/>
                </a:cubicBezTo>
                <a:cubicBezTo>
                  <a:pt x="27" y="40"/>
                  <a:pt x="32" y="38"/>
                  <a:pt x="35" y="35"/>
                </a:cubicBezTo>
                <a:cubicBezTo>
                  <a:pt x="39" y="31"/>
                  <a:pt x="41" y="25"/>
                  <a:pt x="41" y="20"/>
                </a:cubicBezTo>
                <a:cubicBezTo>
                  <a:pt x="41" y="15"/>
                  <a:pt x="39" y="10"/>
                  <a:pt x="35" y="6"/>
                </a:cubicBezTo>
                <a:cubicBezTo>
                  <a:pt x="31" y="2"/>
                  <a:pt x="26"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88" name="Freeform 1246"/>
          <p:cNvSpPr>
            <a:spLocks noEditPoints="1"/>
          </p:cNvSpPr>
          <p:nvPr/>
        </p:nvSpPr>
        <p:spPr bwMode="auto">
          <a:xfrm>
            <a:off x="1562873" y="4584700"/>
            <a:ext cx="1628775" cy="4597400"/>
          </a:xfrm>
          <a:custGeom>
            <a:avLst/>
            <a:gdLst>
              <a:gd name="T0" fmla="*/ 80 w 393"/>
              <a:gd name="T1" fmla="*/ 134 h 1109"/>
              <a:gd name="T2" fmla="*/ 78 w 393"/>
              <a:gd name="T3" fmla="*/ 136 h 1109"/>
              <a:gd name="T4" fmla="*/ 77 w 393"/>
              <a:gd name="T5" fmla="*/ 136 h 1109"/>
              <a:gd name="T6" fmla="*/ 117 w 393"/>
              <a:gd name="T7" fmla="*/ 176 h 1109"/>
              <a:gd name="T8" fmla="*/ 116 w 393"/>
              <a:gd name="T9" fmla="*/ 235 h 1109"/>
              <a:gd name="T10" fmla="*/ 203 w 393"/>
              <a:gd name="T11" fmla="*/ 321 h 1109"/>
              <a:gd name="T12" fmla="*/ 358 w 393"/>
              <a:gd name="T13" fmla="*/ 321 h 1109"/>
              <a:gd name="T14" fmla="*/ 389 w 393"/>
              <a:gd name="T15" fmla="*/ 355 h 1109"/>
              <a:gd name="T16" fmla="*/ 389 w 393"/>
              <a:gd name="T17" fmla="*/ 1109 h 1109"/>
              <a:gd name="T18" fmla="*/ 393 w 393"/>
              <a:gd name="T19" fmla="*/ 1109 h 1109"/>
              <a:gd name="T20" fmla="*/ 393 w 393"/>
              <a:gd name="T21" fmla="*/ 353 h 1109"/>
              <a:gd name="T22" fmla="*/ 359 w 393"/>
              <a:gd name="T23" fmla="*/ 317 h 1109"/>
              <a:gd name="T24" fmla="*/ 205 w 393"/>
              <a:gd name="T25" fmla="*/ 317 h 1109"/>
              <a:gd name="T26" fmla="*/ 120 w 393"/>
              <a:gd name="T27" fmla="*/ 234 h 1109"/>
              <a:gd name="T28" fmla="*/ 121 w 393"/>
              <a:gd name="T29" fmla="*/ 175 h 1109"/>
              <a:gd name="T30" fmla="*/ 80 w 393"/>
              <a:gd name="T31" fmla="*/ 134 h 1109"/>
              <a:gd name="T32" fmla="*/ 5 w 393"/>
              <a:gd name="T33" fmla="*/ 0 h 1109"/>
              <a:gd name="T34" fmla="*/ 1 w 393"/>
              <a:gd name="T35" fmla="*/ 1 h 1109"/>
              <a:gd name="T36" fmla="*/ 1 w 393"/>
              <a:gd name="T37" fmla="*/ 1 h 1109"/>
              <a:gd name="T38" fmla="*/ 1 w 393"/>
              <a:gd name="T39" fmla="*/ 1 h 1109"/>
              <a:gd name="T40" fmla="*/ 0 w 393"/>
              <a:gd name="T41" fmla="*/ 59 h 1109"/>
              <a:gd name="T42" fmla="*/ 32 w 393"/>
              <a:gd name="T43" fmla="*/ 91 h 1109"/>
              <a:gd name="T44" fmla="*/ 32 w 393"/>
              <a:gd name="T45" fmla="*/ 90 h 1109"/>
              <a:gd name="T46" fmla="*/ 35 w 393"/>
              <a:gd name="T47" fmla="*/ 88 h 1109"/>
              <a:gd name="T48" fmla="*/ 4 w 393"/>
              <a:gd name="T49" fmla="*/ 57 h 1109"/>
              <a:gd name="T50" fmla="*/ 5 w 393"/>
              <a:gd name="T51" fmla="*/ 0 h 1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93" h="1109">
                <a:moveTo>
                  <a:pt x="80" y="134"/>
                </a:moveTo>
                <a:cubicBezTo>
                  <a:pt x="79" y="134"/>
                  <a:pt x="79" y="135"/>
                  <a:pt x="78" y="136"/>
                </a:cubicBezTo>
                <a:cubicBezTo>
                  <a:pt x="78" y="136"/>
                  <a:pt x="78" y="136"/>
                  <a:pt x="77" y="136"/>
                </a:cubicBezTo>
                <a:cubicBezTo>
                  <a:pt x="117" y="176"/>
                  <a:pt x="117" y="176"/>
                  <a:pt x="117" y="176"/>
                </a:cubicBezTo>
                <a:cubicBezTo>
                  <a:pt x="116" y="235"/>
                  <a:pt x="116" y="235"/>
                  <a:pt x="116" y="235"/>
                </a:cubicBezTo>
                <a:cubicBezTo>
                  <a:pt x="203" y="321"/>
                  <a:pt x="203" y="321"/>
                  <a:pt x="203" y="321"/>
                </a:cubicBezTo>
                <a:cubicBezTo>
                  <a:pt x="358" y="321"/>
                  <a:pt x="358" y="321"/>
                  <a:pt x="358" y="321"/>
                </a:cubicBezTo>
                <a:cubicBezTo>
                  <a:pt x="389" y="355"/>
                  <a:pt x="389" y="355"/>
                  <a:pt x="389" y="355"/>
                </a:cubicBezTo>
                <a:cubicBezTo>
                  <a:pt x="389" y="1109"/>
                  <a:pt x="389" y="1109"/>
                  <a:pt x="389" y="1109"/>
                </a:cubicBezTo>
                <a:cubicBezTo>
                  <a:pt x="393" y="1109"/>
                  <a:pt x="393" y="1109"/>
                  <a:pt x="393" y="1109"/>
                </a:cubicBezTo>
                <a:cubicBezTo>
                  <a:pt x="393" y="353"/>
                  <a:pt x="393" y="353"/>
                  <a:pt x="393" y="353"/>
                </a:cubicBezTo>
                <a:cubicBezTo>
                  <a:pt x="359" y="317"/>
                  <a:pt x="359" y="317"/>
                  <a:pt x="359" y="317"/>
                </a:cubicBezTo>
                <a:cubicBezTo>
                  <a:pt x="205" y="317"/>
                  <a:pt x="205" y="317"/>
                  <a:pt x="205" y="317"/>
                </a:cubicBezTo>
                <a:cubicBezTo>
                  <a:pt x="120" y="234"/>
                  <a:pt x="120" y="234"/>
                  <a:pt x="120" y="234"/>
                </a:cubicBezTo>
                <a:cubicBezTo>
                  <a:pt x="121" y="175"/>
                  <a:pt x="121" y="175"/>
                  <a:pt x="121" y="175"/>
                </a:cubicBezTo>
                <a:cubicBezTo>
                  <a:pt x="80" y="134"/>
                  <a:pt x="80" y="134"/>
                  <a:pt x="80" y="134"/>
                </a:cubicBezTo>
                <a:moveTo>
                  <a:pt x="5" y="0"/>
                </a:moveTo>
                <a:cubicBezTo>
                  <a:pt x="3" y="1"/>
                  <a:pt x="2" y="1"/>
                  <a:pt x="1" y="1"/>
                </a:cubicBezTo>
                <a:cubicBezTo>
                  <a:pt x="1" y="1"/>
                  <a:pt x="1" y="1"/>
                  <a:pt x="1" y="1"/>
                </a:cubicBezTo>
                <a:cubicBezTo>
                  <a:pt x="1" y="1"/>
                  <a:pt x="1" y="1"/>
                  <a:pt x="1" y="1"/>
                </a:cubicBezTo>
                <a:cubicBezTo>
                  <a:pt x="0" y="59"/>
                  <a:pt x="0" y="59"/>
                  <a:pt x="0" y="59"/>
                </a:cubicBezTo>
                <a:cubicBezTo>
                  <a:pt x="32" y="91"/>
                  <a:pt x="32" y="91"/>
                  <a:pt x="32" y="91"/>
                </a:cubicBezTo>
                <a:cubicBezTo>
                  <a:pt x="32" y="91"/>
                  <a:pt x="32" y="90"/>
                  <a:pt x="32" y="90"/>
                </a:cubicBezTo>
                <a:cubicBezTo>
                  <a:pt x="33" y="89"/>
                  <a:pt x="34" y="89"/>
                  <a:pt x="35" y="88"/>
                </a:cubicBezTo>
                <a:cubicBezTo>
                  <a:pt x="4" y="57"/>
                  <a:pt x="4" y="57"/>
                  <a:pt x="4" y="57"/>
                </a:cubicBezTo>
                <a:cubicBezTo>
                  <a:pt x="5" y="0"/>
                  <a:pt x="5" y="0"/>
                  <a:pt x="5"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89" name="Freeform 1247"/>
          <p:cNvSpPr>
            <a:spLocks/>
          </p:cNvSpPr>
          <p:nvPr/>
        </p:nvSpPr>
        <p:spPr bwMode="auto">
          <a:xfrm>
            <a:off x="1500958" y="4430713"/>
            <a:ext cx="136525" cy="141288"/>
          </a:xfrm>
          <a:custGeom>
            <a:avLst/>
            <a:gdLst>
              <a:gd name="T0" fmla="*/ 16 w 33"/>
              <a:gd name="T1" fmla="*/ 0 h 34"/>
              <a:gd name="T2" fmla="*/ 5 w 33"/>
              <a:gd name="T3" fmla="*/ 5 h 34"/>
              <a:gd name="T4" fmla="*/ 0 w 33"/>
              <a:gd name="T5" fmla="*/ 17 h 34"/>
              <a:gd name="T6" fmla="*/ 5 w 33"/>
              <a:gd name="T7" fmla="*/ 29 h 34"/>
              <a:gd name="T8" fmla="*/ 3 w 33"/>
              <a:gd name="T9" fmla="*/ 30 h 34"/>
              <a:gd name="T10" fmla="*/ 3 w 33"/>
              <a:gd name="T11" fmla="*/ 30 h 34"/>
              <a:gd name="T12" fmla="*/ 5 w 33"/>
              <a:gd name="T13" fmla="*/ 29 h 34"/>
              <a:gd name="T14" fmla="*/ 16 w 33"/>
              <a:gd name="T15" fmla="*/ 34 h 34"/>
              <a:gd name="T16" fmla="*/ 28 w 33"/>
              <a:gd name="T17" fmla="*/ 29 h 34"/>
              <a:gd name="T18" fmla="*/ 33 w 33"/>
              <a:gd name="T19" fmla="*/ 17 h 34"/>
              <a:gd name="T20" fmla="*/ 28 w 33"/>
              <a:gd name="T21" fmla="*/ 5 h 34"/>
              <a:gd name="T22" fmla="*/ 16 w 33"/>
              <a:gd name="T2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4">
                <a:moveTo>
                  <a:pt x="16" y="0"/>
                </a:moveTo>
                <a:cubicBezTo>
                  <a:pt x="12" y="0"/>
                  <a:pt x="8" y="2"/>
                  <a:pt x="5" y="5"/>
                </a:cubicBezTo>
                <a:cubicBezTo>
                  <a:pt x="1" y="8"/>
                  <a:pt x="0" y="13"/>
                  <a:pt x="0" y="17"/>
                </a:cubicBezTo>
                <a:cubicBezTo>
                  <a:pt x="0" y="21"/>
                  <a:pt x="1" y="26"/>
                  <a:pt x="5" y="29"/>
                </a:cubicBezTo>
                <a:cubicBezTo>
                  <a:pt x="3" y="30"/>
                  <a:pt x="3" y="30"/>
                  <a:pt x="3" y="30"/>
                </a:cubicBezTo>
                <a:cubicBezTo>
                  <a:pt x="3" y="30"/>
                  <a:pt x="3" y="30"/>
                  <a:pt x="3" y="30"/>
                </a:cubicBezTo>
                <a:cubicBezTo>
                  <a:pt x="5" y="29"/>
                  <a:pt x="5" y="29"/>
                  <a:pt x="5" y="29"/>
                </a:cubicBezTo>
                <a:cubicBezTo>
                  <a:pt x="8" y="32"/>
                  <a:pt x="12" y="34"/>
                  <a:pt x="16" y="34"/>
                </a:cubicBezTo>
                <a:cubicBezTo>
                  <a:pt x="21" y="34"/>
                  <a:pt x="25" y="32"/>
                  <a:pt x="28" y="29"/>
                </a:cubicBezTo>
                <a:cubicBezTo>
                  <a:pt x="31" y="26"/>
                  <a:pt x="33" y="21"/>
                  <a:pt x="33" y="17"/>
                </a:cubicBezTo>
                <a:cubicBezTo>
                  <a:pt x="33" y="13"/>
                  <a:pt x="31" y="8"/>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90" name="Freeform 1248"/>
          <p:cNvSpPr>
            <a:spLocks/>
          </p:cNvSpPr>
          <p:nvPr/>
        </p:nvSpPr>
        <p:spPr bwMode="auto">
          <a:xfrm>
            <a:off x="1483495" y="4414838"/>
            <a:ext cx="169863" cy="173038"/>
          </a:xfrm>
          <a:custGeom>
            <a:avLst/>
            <a:gdLst>
              <a:gd name="T0" fmla="*/ 20 w 41"/>
              <a:gd name="T1" fmla="*/ 0 h 42"/>
              <a:gd name="T2" fmla="*/ 20 w 41"/>
              <a:gd name="T3" fmla="*/ 0 h 42"/>
              <a:gd name="T4" fmla="*/ 6 w 41"/>
              <a:gd name="T5" fmla="*/ 6 h 42"/>
              <a:gd name="T6" fmla="*/ 0 w 41"/>
              <a:gd name="T7" fmla="*/ 21 h 42"/>
              <a:gd name="T8" fmla="*/ 6 w 41"/>
              <a:gd name="T9" fmla="*/ 36 h 42"/>
              <a:gd name="T10" fmla="*/ 7 w 41"/>
              <a:gd name="T11" fmla="*/ 34 h 42"/>
              <a:gd name="T12" fmla="*/ 9 w 41"/>
              <a:gd name="T13" fmla="*/ 33 h 42"/>
              <a:gd name="T14" fmla="*/ 4 w 41"/>
              <a:gd name="T15" fmla="*/ 21 h 42"/>
              <a:gd name="T16" fmla="*/ 9 w 41"/>
              <a:gd name="T17" fmla="*/ 9 h 42"/>
              <a:gd name="T18" fmla="*/ 20 w 41"/>
              <a:gd name="T19" fmla="*/ 4 h 42"/>
              <a:gd name="T20" fmla="*/ 32 w 41"/>
              <a:gd name="T21" fmla="*/ 9 h 42"/>
              <a:gd name="T22" fmla="*/ 37 w 41"/>
              <a:gd name="T23" fmla="*/ 21 h 42"/>
              <a:gd name="T24" fmla="*/ 32 w 41"/>
              <a:gd name="T25" fmla="*/ 33 h 42"/>
              <a:gd name="T26" fmla="*/ 20 w 41"/>
              <a:gd name="T27" fmla="*/ 38 h 42"/>
              <a:gd name="T28" fmla="*/ 9 w 41"/>
              <a:gd name="T29" fmla="*/ 33 h 42"/>
              <a:gd name="T30" fmla="*/ 7 w 41"/>
              <a:gd name="T31" fmla="*/ 34 h 42"/>
              <a:gd name="T32" fmla="*/ 6 w 41"/>
              <a:gd name="T33" fmla="*/ 36 h 42"/>
              <a:gd name="T34" fmla="*/ 20 w 41"/>
              <a:gd name="T35" fmla="*/ 42 h 42"/>
              <a:gd name="T36" fmla="*/ 20 w 41"/>
              <a:gd name="T37" fmla="*/ 42 h 42"/>
              <a:gd name="T38" fmla="*/ 20 w 41"/>
              <a:gd name="T39" fmla="*/ 42 h 42"/>
              <a:gd name="T40" fmla="*/ 24 w 41"/>
              <a:gd name="T41" fmla="*/ 41 h 42"/>
              <a:gd name="T42" fmla="*/ 35 w 41"/>
              <a:gd name="T43" fmla="*/ 36 h 42"/>
              <a:gd name="T44" fmla="*/ 41 w 41"/>
              <a:gd name="T45" fmla="*/ 21 h 42"/>
              <a:gd name="T46" fmla="*/ 35 w 41"/>
              <a:gd name="T47" fmla="*/ 6 h 42"/>
              <a:gd name="T48" fmla="*/ 20 w 41"/>
              <a:gd name="T4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 h="42">
                <a:moveTo>
                  <a:pt x="20" y="0"/>
                </a:moveTo>
                <a:cubicBezTo>
                  <a:pt x="20" y="0"/>
                  <a:pt x="20" y="0"/>
                  <a:pt x="20" y="0"/>
                </a:cubicBezTo>
                <a:cubicBezTo>
                  <a:pt x="15" y="0"/>
                  <a:pt x="10" y="2"/>
                  <a:pt x="6" y="6"/>
                </a:cubicBezTo>
                <a:cubicBezTo>
                  <a:pt x="2" y="10"/>
                  <a:pt x="0" y="16"/>
                  <a:pt x="0" y="21"/>
                </a:cubicBezTo>
                <a:cubicBezTo>
                  <a:pt x="0" y="26"/>
                  <a:pt x="2" y="32"/>
                  <a:pt x="6" y="36"/>
                </a:cubicBezTo>
                <a:cubicBezTo>
                  <a:pt x="7" y="34"/>
                  <a:pt x="7" y="34"/>
                  <a:pt x="7" y="34"/>
                </a:cubicBezTo>
                <a:cubicBezTo>
                  <a:pt x="9" y="33"/>
                  <a:pt x="9" y="33"/>
                  <a:pt x="9" y="33"/>
                </a:cubicBezTo>
                <a:cubicBezTo>
                  <a:pt x="5" y="30"/>
                  <a:pt x="4" y="25"/>
                  <a:pt x="4" y="21"/>
                </a:cubicBezTo>
                <a:cubicBezTo>
                  <a:pt x="4" y="17"/>
                  <a:pt x="5" y="12"/>
                  <a:pt x="9" y="9"/>
                </a:cubicBezTo>
                <a:cubicBezTo>
                  <a:pt x="12" y="6"/>
                  <a:pt x="16" y="4"/>
                  <a:pt x="20" y="4"/>
                </a:cubicBezTo>
                <a:cubicBezTo>
                  <a:pt x="25" y="4"/>
                  <a:pt x="29" y="6"/>
                  <a:pt x="32" y="9"/>
                </a:cubicBezTo>
                <a:cubicBezTo>
                  <a:pt x="35" y="12"/>
                  <a:pt x="37" y="17"/>
                  <a:pt x="37" y="21"/>
                </a:cubicBezTo>
                <a:cubicBezTo>
                  <a:pt x="37" y="25"/>
                  <a:pt x="35" y="30"/>
                  <a:pt x="32" y="33"/>
                </a:cubicBezTo>
                <a:cubicBezTo>
                  <a:pt x="29" y="36"/>
                  <a:pt x="25" y="38"/>
                  <a:pt x="20" y="38"/>
                </a:cubicBezTo>
                <a:cubicBezTo>
                  <a:pt x="16" y="38"/>
                  <a:pt x="12" y="36"/>
                  <a:pt x="9" y="33"/>
                </a:cubicBezTo>
                <a:cubicBezTo>
                  <a:pt x="7" y="34"/>
                  <a:pt x="7" y="34"/>
                  <a:pt x="7" y="34"/>
                </a:cubicBezTo>
                <a:cubicBezTo>
                  <a:pt x="6" y="36"/>
                  <a:pt x="6" y="36"/>
                  <a:pt x="6" y="36"/>
                </a:cubicBezTo>
                <a:cubicBezTo>
                  <a:pt x="10" y="39"/>
                  <a:pt x="15" y="41"/>
                  <a:pt x="20" y="42"/>
                </a:cubicBezTo>
                <a:cubicBezTo>
                  <a:pt x="20" y="42"/>
                  <a:pt x="20" y="42"/>
                  <a:pt x="20" y="42"/>
                </a:cubicBezTo>
                <a:cubicBezTo>
                  <a:pt x="20" y="42"/>
                  <a:pt x="20" y="42"/>
                  <a:pt x="20" y="42"/>
                </a:cubicBezTo>
                <a:cubicBezTo>
                  <a:pt x="21" y="42"/>
                  <a:pt x="22" y="42"/>
                  <a:pt x="24" y="41"/>
                </a:cubicBezTo>
                <a:cubicBezTo>
                  <a:pt x="28" y="41"/>
                  <a:pt x="32" y="39"/>
                  <a:pt x="35" y="36"/>
                </a:cubicBezTo>
                <a:cubicBezTo>
                  <a:pt x="39" y="32"/>
                  <a:pt x="41" y="26"/>
                  <a:pt x="41" y="21"/>
                </a:cubicBezTo>
                <a:cubicBezTo>
                  <a:pt x="41" y="16"/>
                  <a:pt x="39" y="10"/>
                  <a:pt x="35" y="6"/>
                </a:cubicBezTo>
                <a:cubicBezTo>
                  <a:pt x="31" y="2"/>
                  <a:pt x="26"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91" name="Freeform 1249"/>
          <p:cNvSpPr>
            <a:spLocks noEditPoints="1"/>
          </p:cNvSpPr>
          <p:nvPr/>
        </p:nvSpPr>
        <p:spPr bwMode="auto">
          <a:xfrm>
            <a:off x="1673998" y="4937128"/>
            <a:ext cx="233363" cy="231775"/>
          </a:xfrm>
          <a:custGeom>
            <a:avLst/>
            <a:gdLst>
              <a:gd name="T0" fmla="*/ 28 w 56"/>
              <a:gd name="T1" fmla="*/ 47 h 56"/>
              <a:gd name="T2" fmla="*/ 15 w 56"/>
              <a:gd name="T3" fmla="*/ 41 h 56"/>
              <a:gd name="T4" fmla="*/ 15 w 56"/>
              <a:gd name="T5" fmla="*/ 15 h 56"/>
              <a:gd name="T6" fmla="*/ 28 w 56"/>
              <a:gd name="T7" fmla="*/ 9 h 56"/>
              <a:gd name="T8" fmla="*/ 41 w 56"/>
              <a:gd name="T9" fmla="*/ 15 h 56"/>
              <a:gd name="T10" fmla="*/ 41 w 56"/>
              <a:gd name="T11" fmla="*/ 41 h 56"/>
              <a:gd name="T12" fmla="*/ 28 w 56"/>
              <a:gd name="T13" fmla="*/ 47 h 56"/>
              <a:gd name="T14" fmla="*/ 28 w 56"/>
              <a:gd name="T15" fmla="*/ 0 h 56"/>
              <a:gd name="T16" fmla="*/ 8 w 56"/>
              <a:gd name="T17" fmla="*/ 8 h 56"/>
              <a:gd name="T18" fmla="*/ 0 w 56"/>
              <a:gd name="T19" fmla="*/ 28 h 56"/>
              <a:gd name="T20" fmla="*/ 8 w 56"/>
              <a:gd name="T21" fmla="*/ 48 h 56"/>
              <a:gd name="T22" fmla="*/ 7 w 56"/>
              <a:gd name="T23" fmla="*/ 49 h 56"/>
              <a:gd name="T24" fmla="*/ 7 w 56"/>
              <a:gd name="T25" fmla="*/ 49 h 56"/>
              <a:gd name="T26" fmla="*/ 8 w 56"/>
              <a:gd name="T27" fmla="*/ 48 h 56"/>
              <a:gd name="T28" fmla="*/ 28 w 56"/>
              <a:gd name="T29" fmla="*/ 56 h 56"/>
              <a:gd name="T30" fmla="*/ 48 w 56"/>
              <a:gd name="T31" fmla="*/ 48 h 56"/>
              <a:gd name="T32" fmla="*/ 56 w 56"/>
              <a:gd name="T33" fmla="*/ 28 h 56"/>
              <a:gd name="T34" fmla="*/ 48 w 56"/>
              <a:gd name="T35" fmla="*/ 8 h 56"/>
              <a:gd name="T36" fmla="*/ 28 w 56"/>
              <a:gd name="T3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6" h="56">
                <a:moveTo>
                  <a:pt x="28" y="47"/>
                </a:moveTo>
                <a:cubicBezTo>
                  <a:pt x="23" y="47"/>
                  <a:pt x="19" y="45"/>
                  <a:pt x="15" y="41"/>
                </a:cubicBezTo>
                <a:cubicBezTo>
                  <a:pt x="8" y="34"/>
                  <a:pt x="8" y="22"/>
                  <a:pt x="15" y="15"/>
                </a:cubicBezTo>
                <a:cubicBezTo>
                  <a:pt x="19" y="11"/>
                  <a:pt x="23" y="9"/>
                  <a:pt x="28" y="9"/>
                </a:cubicBezTo>
                <a:cubicBezTo>
                  <a:pt x="33" y="9"/>
                  <a:pt x="38" y="11"/>
                  <a:pt x="41" y="15"/>
                </a:cubicBezTo>
                <a:cubicBezTo>
                  <a:pt x="49" y="22"/>
                  <a:pt x="49" y="34"/>
                  <a:pt x="41" y="41"/>
                </a:cubicBezTo>
                <a:cubicBezTo>
                  <a:pt x="38" y="45"/>
                  <a:pt x="33" y="47"/>
                  <a:pt x="28" y="47"/>
                </a:cubicBezTo>
                <a:moveTo>
                  <a:pt x="28" y="0"/>
                </a:moveTo>
                <a:cubicBezTo>
                  <a:pt x="21" y="0"/>
                  <a:pt x="14" y="2"/>
                  <a:pt x="8" y="8"/>
                </a:cubicBezTo>
                <a:cubicBezTo>
                  <a:pt x="3" y="13"/>
                  <a:pt x="0" y="21"/>
                  <a:pt x="0" y="28"/>
                </a:cubicBezTo>
                <a:cubicBezTo>
                  <a:pt x="0" y="35"/>
                  <a:pt x="3" y="42"/>
                  <a:pt x="8" y="48"/>
                </a:cubicBezTo>
                <a:cubicBezTo>
                  <a:pt x="7" y="49"/>
                  <a:pt x="7" y="49"/>
                  <a:pt x="7" y="49"/>
                </a:cubicBezTo>
                <a:cubicBezTo>
                  <a:pt x="7" y="49"/>
                  <a:pt x="7" y="49"/>
                  <a:pt x="7" y="49"/>
                </a:cubicBezTo>
                <a:cubicBezTo>
                  <a:pt x="8" y="48"/>
                  <a:pt x="8" y="48"/>
                  <a:pt x="8" y="48"/>
                </a:cubicBezTo>
                <a:cubicBezTo>
                  <a:pt x="14" y="54"/>
                  <a:pt x="21" y="56"/>
                  <a:pt x="28" y="56"/>
                </a:cubicBezTo>
                <a:cubicBezTo>
                  <a:pt x="35" y="56"/>
                  <a:pt x="43" y="54"/>
                  <a:pt x="48" y="48"/>
                </a:cubicBezTo>
                <a:cubicBezTo>
                  <a:pt x="54" y="42"/>
                  <a:pt x="56" y="35"/>
                  <a:pt x="56" y="28"/>
                </a:cubicBezTo>
                <a:cubicBezTo>
                  <a:pt x="56" y="21"/>
                  <a:pt x="54" y="13"/>
                  <a:pt x="48" y="8"/>
                </a:cubicBezTo>
                <a:cubicBezTo>
                  <a:pt x="43" y="2"/>
                  <a:pt x="35"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92" name="Freeform 1250"/>
          <p:cNvSpPr>
            <a:spLocks/>
          </p:cNvSpPr>
          <p:nvPr/>
        </p:nvSpPr>
        <p:spPr bwMode="auto">
          <a:xfrm>
            <a:off x="1658123" y="4919666"/>
            <a:ext cx="265113" cy="265113"/>
          </a:xfrm>
          <a:custGeom>
            <a:avLst/>
            <a:gdLst>
              <a:gd name="T0" fmla="*/ 32 w 64"/>
              <a:gd name="T1" fmla="*/ 0 h 64"/>
              <a:gd name="T2" fmla="*/ 32 w 64"/>
              <a:gd name="T3" fmla="*/ 0 h 64"/>
              <a:gd name="T4" fmla="*/ 12 w 64"/>
              <a:gd name="T5" fmla="*/ 7 h 64"/>
              <a:gd name="T6" fmla="*/ 9 w 64"/>
              <a:gd name="T7" fmla="*/ 9 h 64"/>
              <a:gd name="T8" fmla="*/ 9 w 64"/>
              <a:gd name="T9" fmla="*/ 10 h 64"/>
              <a:gd name="T10" fmla="*/ 0 w 64"/>
              <a:gd name="T11" fmla="*/ 32 h 64"/>
              <a:gd name="T12" fmla="*/ 9 w 64"/>
              <a:gd name="T13" fmla="*/ 55 h 64"/>
              <a:gd name="T14" fmla="*/ 11 w 64"/>
              <a:gd name="T15" fmla="*/ 53 h 64"/>
              <a:gd name="T16" fmla="*/ 12 w 64"/>
              <a:gd name="T17" fmla="*/ 52 h 64"/>
              <a:gd name="T18" fmla="*/ 4 w 64"/>
              <a:gd name="T19" fmla="*/ 32 h 64"/>
              <a:gd name="T20" fmla="*/ 12 w 64"/>
              <a:gd name="T21" fmla="*/ 12 h 64"/>
              <a:gd name="T22" fmla="*/ 32 w 64"/>
              <a:gd name="T23" fmla="*/ 4 h 64"/>
              <a:gd name="T24" fmla="*/ 52 w 64"/>
              <a:gd name="T25" fmla="*/ 12 h 64"/>
              <a:gd name="T26" fmla="*/ 60 w 64"/>
              <a:gd name="T27" fmla="*/ 32 h 64"/>
              <a:gd name="T28" fmla="*/ 52 w 64"/>
              <a:gd name="T29" fmla="*/ 52 h 64"/>
              <a:gd name="T30" fmla="*/ 32 w 64"/>
              <a:gd name="T31" fmla="*/ 60 h 64"/>
              <a:gd name="T32" fmla="*/ 12 w 64"/>
              <a:gd name="T33" fmla="*/ 52 h 64"/>
              <a:gd name="T34" fmla="*/ 11 w 64"/>
              <a:gd name="T35" fmla="*/ 53 h 64"/>
              <a:gd name="T36" fmla="*/ 9 w 64"/>
              <a:gd name="T37" fmla="*/ 55 h 64"/>
              <a:gd name="T38" fmla="*/ 32 w 64"/>
              <a:gd name="T39" fmla="*/ 64 h 64"/>
              <a:gd name="T40" fmla="*/ 32 w 64"/>
              <a:gd name="T41" fmla="*/ 64 h 64"/>
              <a:gd name="T42" fmla="*/ 54 w 64"/>
              <a:gd name="T43" fmla="*/ 55 h 64"/>
              <a:gd name="T44" fmla="*/ 55 w 64"/>
              <a:gd name="T45" fmla="*/ 55 h 64"/>
              <a:gd name="T46" fmla="*/ 57 w 64"/>
              <a:gd name="T47" fmla="*/ 53 h 64"/>
              <a:gd name="T48" fmla="*/ 64 w 64"/>
              <a:gd name="T49" fmla="*/ 32 h 64"/>
              <a:gd name="T50" fmla="*/ 55 w 64"/>
              <a:gd name="T51" fmla="*/ 9 h 64"/>
              <a:gd name="T52" fmla="*/ 32 w 64"/>
              <a:gd name="T53"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4" h="64">
                <a:moveTo>
                  <a:pt x="32" y="0"/>
                </a:moveTo>
                <a:cubicBezTo>
                  <a:pt x="32" y="0"/>
                  <a:pt x="32" y="0"/>
                  <a:pt x="32" y="0"/>
                </a:cubicBezTo>
                <a:cubicBezTo>
                  <a:pt x="25" y="0"/>
                  <a:pt x="18" y="2"/>
                  <a:pt x="12" y="7"/>
                </a:cubicBezTo>
                <a:cubicBezTo>
                  <a:pt x="11" y="8"/>
                  <a:pt x="10" y="8"/>
                  <a:pt x="9" y="9"/>
                </a:cubicBezTo>
                <a:cubicBezTo>
                  <a:pt x="9" y="9"/>
                  <a:pt x="9" y="10"/>
                  <a:pt x="9" y="10"/>
                </a:cubicBezTo>
                <a:cubicBezTo>
                  <a:pt x="3" y="16"/>
                  <a:pt x="0" y="24"/>
                  <a:pt x="0" y="32"/>
                </a:cubicBezTo>
                <a:cubicBezTo>
                  <a:pt x="0" y="40"/>
                  <a:pt x="3" y="49"/>
                  <a:pt x="9" y="55"/>
                </a:cubicBezTo>
                <a:cubicBezTo>
                  <a:pt x="11" y="53"/>
                  <a:pt x="11" y="53"/>
                  <a:pt x="11" y="53"/>
                </a:cubicBezTo>
                <a:cubicBezTo>
                  <a:pt x="12" y="52"/>
                  <a:pt x="12" y="52"/>
                  <a:pt x="12" y="52"/>
                </a:cubicBezTo>
                <a:cubicBezTo>
                  <a:pt x="7" y="46"/>
                  <a:pt x="4" y="39"/>
                  <a:pt x="4" y="32"/>
                </a:cubicBezTo>
                <a:cubicBezTo>
                  <a:pt x="4" y="25"/>
                  <a:pt x="7" y="17"/>
                  <a:pt x="12" y="12"/>
                </a:cubicBezTo>
                <a:cubicBezTo>
                  <a:pt x="18" y="6"/>
                  <a:pt x="25" y="4"/>
                  <a:pt x="32" y="4"/>
                </a:cubicBezTo>
                <a:cubicBezTo>
                  <a:pt x="39" y="4"/>
                  <a:pt x="47" y="6"/>
                  <a:pt x="52" y="12"/>
                </a:cubicBezTo>
                <a:cubicBezTo>
                  <a:pt x="58" y="17"/>
                  <a:pt x="60" y="25"/>
                  <a:pt x="60" y="32"/>
                </a:cubicBezTo>
                <a:cubicBezTo>
                  <a:pt x="60" y="39"/>
                  <a:pt x="58" y="46"/>
                  <a:pt x="52" y="52"/>
                </a:cubicBezTo>
                <a:cubicBezTo>
                  <a:pt x="47" y="58"/>
                  <a:pt x="39" y="60"/>
                  <a:pt x="32" y="60"/>
                </a:cubicBezTo>
                <a:cubicBezTo>
                  <a:pt x="25" y="60"/>
                  <a:pt x="18" y="58"/>
                  <a:pt x="12" y="52"/>
                </a:cubicBezTo>
                <a:cubicBezTo>
                  <a:pt x="11" y="53"/>
                  <a:pt x="11" y="53"/>
                  <a:pt x="11" y="53"/>
                </a:cubicBezTo>
                <a:cubicBezTo>
                  <a:pt x="9" y="55"/>
                  <a:pt x="9" y="55"/>
                  <a:pt x="9" y="55"/>
                </a:cubicBezTo>
                <a:cubicBezTo>
                  <a:pt x="16" y="61"/>
                  <a:pt x="24" y="64"/>
                  <a:pt x="32" y="64"/>
                </a:cubicBezTo>
                <a:cubicBezTo>
                  <a:pt x="32" y="64"/>
                  <a:pt x="32" y="64"/>
                  <a:pt x="32" y="64"/>
                </a:cubicBezTo>
                <a:cubicBezTo>
                  <a:pt x="40" y="64"/>
                  <a:pt x="48" y="61"/>
                  <a:pt x="54" y="55"/>
                </a:cubicBezTo>
                <a:cubicBezTo>
                  <a:pt x="55" y="55"/>
                  <a:pt x="55" y="55"/>
                  <a:pt x="55" y="55"/>
                </a:cubicBezTo>
                <a:cubicBezTo>
                  <a:pt x="56" y="54"/>
                  <a:pt x="56" y="53"/>
                  <a:pt x="57" y="53"/>
                </a:cubicBezTo>
                <a:cubicBezTo>
                  <a:pt x="62" y="47"/>
                  <a:pt x="64" y="39"/>
                  <a:pt x="64" y="32"/>
                </a:cubicBezTo>
                <a:cubicBezTo>
                  <a:pt x="64" y="24"/>
                  <a:pt x="61" y="15"/>
                  <a:pt x="55" y="9"/>
                </a:cubicBezTo>
                <a:cubicBezTo>
                  <a:pt x="49" y="3"/>
                  <a:pt x="40"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93" name="Freeform 1251"/>
          <p:cNvSpPr>
            <a:spLocks/>
          </p:cNvSpPr>
          <p:nvPr/>
        </p:nvSpPr>
        <p:spPr bwMode="auto">
          <a:xfrm>
            <a:off x="1707334" y="4973638"/>
            <a:ext cx="169863" cy="158750"/>
          </a:xfrm>
          <a:custGeom>
            <a:avLst/>
            <a:gdLst>
              <a:gd name="T0" fmla="*/ 20 w 41"/>
              <a:gd name="T1" fmla="*/ 0 h 38"/>
              <a:gd name="T2" fmla="*/ 7 w 41"/>
              <a:gd name="T3" fmla="*/ 6 h 38"/>
              <a:gd name="T4" fmla="*/ 7 w 41"/>
              <a:gd name="T5" fmla="*/ 32 h 38"/>
              <a:gd name="T6" fmla="*/ 20 w 41"/>
              <a:gd name="T7" fmla="*/ 38 h 38"/>
              <a:gd name="T8" fmla="*/ 33 w 41"/>
              <a:gd name="T9" fmla="*/ 32 h 38"/>
              <a:gd name="T10" fmla="*/ 33 w 41"/>
              <a:gd name="T11" fmla="*/ 6 h 38"/>
              <a:gd name="T12" fmla="*/ 20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0" y="0"/>
                </a:moveTo>
                <a:cubicBezTo>
                  <a:pt x="15" y="0"/>
                  <a:pt x="11" y="2"/>
                  <a:pt x="7" y="6"/>
                </a:cubicBezTo>
                <a:cubicBezTo>
                  <a:pt x="0" y="13"/>
                  <a:pt x="0" y="25"/>
                  <a:pt x="7" y="32"/>
                </a:cubicBezTo>
                <a:cubicBezTo>
                  <a:pt x="11" y="36"/>
                  <a:pt x="15" y="38"/>
                  <a:pt x="20" y="38"/>
                </a:cubicBezTo>
                <a:cubicBezTo>
                  <a:pt x="25" y="38"/>
                  <a:pt x="30" y="36"/>
                  <a:pt x="33" y="32"/>
                </a:cubicBezTo>
                <a:cubicBezTo>
                  <a:pt x="41" y="25"/>
                  <a:pt x="41" y="13"/>
                  <a:pt x="33"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94" name="Freeform 1252"/>
          <p:cNvSpPr>
            <a:spLocks noEditPoints="1"/>
          </p:cNvSpPr>
          <p:nvPr/>
        </p:nvSpPr>
        <p:spPr bwMode="auto">
          <a:xfrm>
            <a:off x="-1393055" y="6164263"/>
            <a:ext cx="231775" cy="231775"/>
          </a:xfrm>
          <a:custGeom>
            <a:avLst/>
            <a:gdLst>
              <a:gd name="T0" fmla="*/ 28 w 56"/>
              <a:gd name="T1" fmla="*/ 47 h 56"/>
              <a:gd name="T2" fmla="*/ 15 w 56"/>
              <a:gd name="T3" fmla="*/ 41 h 56"/>
              <a:gd name="T4" fmla="*/ 15 w 56"/>
              <a:gd name="T5" fmla="*/ 15 h 56"/>
              <a:gd name="T6" fmla="*/ 28 w 56"/>
              <a:gd name="T7" fmla="*/ 9 h 56"/>
              <a:gd name="T8" fmla="*/ 41 w 56"/>
              <a:gd name="T9" fmla="*/ 15 h 56"/>
              <a:gd name="T10" fmla="*/ 41 w 56"/>
              <a:gd name="T11" fmla="*/ 41 h 56"/>
              <a:gd name="T12" fmla="*/ 28 w 56"/>
              <a:gd name="T13" fmla="*/ 47 h 56"/>
              <a:gd name="T14" fmla="*/ 28 w 56"/>
              <a:gd name="T15" fmla="*/ 0 h 56"/>
              <a:gd name="T16" fmla="*/ 8 w 56"/>
              <a:gd name="T17" fmla="*/ 8 h 56"/>
              <a:gd name="T18" fmla="*/ 0 w 56"/>
              <a:gd name="T19" fmla="*/ 28 h 56"/>
              <a:gd name="T20" fmla="*/ 8 w 56"/>
              <a:gd name="T21" fmla="*/ 48 h 56"/>
              <a:gd name="T22" fmla="*/ 7 w 56"/>
              <a:gd name="T23" fmla="*/ 49 h 56"/>
              <a:gd name="T24" fmla="*/ 7 w 56"/>
              <a:gd name="T25" fmla="*/ 49 h 56"/>
              <a:gd name="T26" fmla="*/ 8 w 56"/>
              <a:gd name="T27" fmla="*/ 48 h 56"/>
              <a:gd name="T28" fmla="*/ 28 w 56"/>
              <a:gd name="T29" fmla="*/ 56 h 56"/>
              <a:gd name="T30" fmla="*/ 48 w 56"/>
              <a:gd name="T31" fmla="*/ 48 h 56"/>
              <a:gd name="T32" fmla="*/ 56 w 56"/>
              <a:gd name="T33" fmla="*/ 28 h 56"/>
              <a:gd name="T34" fmla="*/ 48 w 56"/>
              <a:gd name="T35" fmla="*/ 8 h 56"/>
              <a:gd name="T36" fmla="*/ 28 w 56"/>
              <a:gd name="T3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6" h="56">
                <a:moveTo>
                  <a:pt x="28" y="47"/>
                </a:moveTo>
                <a:cubicBezTo>
                  <a:pt x="23" y="47"/>
                  <a:pt x="19" y="45"/>
                  <a:pt x="15" y="41"/>
                </a:cubicBezTo>
                <a:cubicBezTo>
                  <a:pt x="8" y="34"/>
                  <a:pt x="8" y="22"/>
                  <a:pt x="15" y="15"/>
                </a:cubicBezTo>
                <a:cubicBezTo>
                  <a:pt x="19" y="11"/>
                  <a:pt x="23" y="9"/>
                  <a:pt x="28" y="9"/>
                </a:cubicBezTo>
                <a:cubicBezTo>
                  <a:pt x="33" y="9"/>
                  <a:pt x="38" y="11"/>
                  <a:pt x="41" y="15"/>
                </a:cubicBezTo>
                <a:cubicBezTo>
                  <a:pt x="49" y="22"/>
                  <a:pt x="49" y="34"/>
                  <a:pt x="41" y="41"/>
                </a:cubicBezTo>
                <a:cubicBezTo>
                  <a:pt x="38" y="45"/>
                  <a:pt x="33" y="47"/>
                  <a:pt x="28" y="47"/>
                </a:cubicBezTo>
                <a:moveTo>
                  <a:pt x="28" y="0"/>
                </a:moveTo>
                <a:cubicBezTo>
                  <a:pt x="21" y="0"/>
                  <a:pt x="14" y="2"/>
                  <a:pt x="8" y="8"/>
                </a:cubicBezTo>
                <a:cubicBezTo>
                  <a:pt x="3" y="13"/>
                  <a:pt x="0" y="21"/>
                  <a:pt x="0" y="28"/>
                </a:cubicBezTo>
                <a:cubicBezTo>
                  <a:pt x="0" y="35"/>
                  <a:pt x="3" y="42"/>
                  <a:pt x="8" y="48"/>
                </a:cubicBezTo>
                <a:cubicBezTo>
                  <a:pt x="7" y="49"/>
                  <a:pt x="7" y="49"/>
                  <a:pt x="7" y="49"/>
                </a:cubicBezTo>
                <a:cubicBezTo>
                  <a:pt x="7" y="49"/>
                  <a:pt x="7" y="49"/>
                  <a:pt x="7" y="49"/>
                </a:cubicBezTo>
                <a:cubicBezTo>
                  <a:pt x="8" y="48"/>
                  <a:pt x="8" y="48"/>
                  <a:pt x="8" y="48"/>
                </a:cubicBezTo>
                <a:cubicBezTo>
                  <a:pt x="14" y="54"/>
                  <a:pt x="21" y="56"/>
                  <a:pt x="28" y="56"/>
                </a:cubicBezTo>
                <a:cubicBezTo>
                  <a:pt x="35" y="56"/>
                  <a:pt x="43" y="54"/>
                  <a:pt x="48" y="48"/>
                </a:cubicBezTo>
                <a:cubicBezTo>
                  <a:pt x="54" y="42"/>
                  <a:pt x="56" y="35"/>
                  <a:pt x="56" y="28"/>
                </a:cubicBezTo>
                <a:cubicBezTo>
                  <a:pt x="56" y="21"/>
                  <a:pt x="54" y="13"/>
                  <a:pt x="48" y="8"/>
                </a:cubicBezTo>
                <a:cubicBezTo>
                  <a:pt x="43" y="2"/>
                  <a:pt x="35"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95" name="Freeform 1253"/>
          <p:cNvSpPr>
            <a:spLocks/>
          </p:cNvSpPr>
          <p:nvPr/>
        </p:nvSpPr>
        <p:spPr bwMode="auto">
          <a:xfrm>
            <a:off x="-1408930" y="6146800"/>
            <a:ext cx="265113" cy="266700"/>
          </a:xfrm>
          <a:custGeom>
            <a:avLst/>
            <a:gdLst>
              <a:gd name="T0" fmla="*/ 32 w 64"/>
              <a:gd name="T1" fmla="*/ 0 h 64"/>
              <a:gd name="T2" fmla="*/ 32 w 64"/>
              <a:gd name="T3" fmla="*/ 0 h 64"/>
              <a:gd name="T4" fmla="*/ 9 w 64"/>
              <a:gd name="T5" fmla="*/ 9 h 64"/>
              <a:gd name="T6" fmla="*/ 0 w 64"/>
              <a:gd name="T7" fmla="*/ 32 h 64"/>
              <a:gd name="T8" fmla="*/ 9 w 64"/>
              <a:gd name="T9" fmla="*/ 55 h 64"/>
              <a:gd name="T10" fmla="*/ 11 w 64"/>
              <a:gd name="T11" fmla="*/ 53 h 64"/>
              <a:gd name="T12" fmla="*/ 12 w 64"/>
              <a:gd name="T13" fmla="*/ 52 h 64"/>
              <a:gd name="T14" fmla="*/ 4 w 64"/>
              <a:gd name="T15" fmla="*/ 32 h 64"/>
              <a:gd name="T16" fmla="*/ 12 w 64"/>
              <a:gd name="T17" fmla="*/ 12 h 64"/>
              <a:gd name="T18" fmla="*/ 32 w 64"/>
              <a:gd name="T19" fmla="*/ 4 h 64"/>
              <a:gd name="T20" fmla="*/ 52 w 64"/>
              <a:gd name="T21" fmla="*/ 12 h 64"/>
              <a:gd name="T22" fmla="*/ 60 w 64"/>
              <a:gd name="T23" fmla="*/ 32 h 64"/>
              <a:gd name="T24" fmla="*/ 52 w 64"/>
              <a:gd name="T25" fmla="*/ 52 h 64"/>
              <a:gd name="T26" fmla="*/ 32 w 64"/>
              <a:gd name="T27" fmla="*/ 60 h 64"/>
              <a:gd name="T28" fmla="*/ 12 w 64"/>
              <a:gd name="T29" fmla="*/ 52 h 64"/>
              <a:gd name="T30" fmla="*/ 11 w 64"/>
              <a:gd name="T31" fmla="*/ 53 h 64"/>
              <a:gd name="T32" fmla="*/ 9 w 64"/>
              <a:gd name="T33" fmla="*/ 55 h 64"/>
              <a:gd name="T34" fmla="*/ 32 w 64"/>
              <a:gd name="T35" fmla="*/ 64 h 64"/>
              <a:gd name="T36" fmla="*/ 32 w 64"/>
              <a:gd name="T37" fmla="*/ 64 h 64"/>
              <a:gd name="T38" fmla="*/ 55 w 64"/>
              <a:gd name="T39" fmla="*/ 55 h 64"/>
              <a:gd name="T40" fmla="*/ 64 w 64"/>
              <a:gd name="T41" fmla="*/ 32 h 64"/>
              <a:gd name="T42" fmla="*/ 55 w 64"/>
              <a:gd name="T43" fmla="*/ 9 h 64"/>
              <a:gd name="T44" fmla="*/ 48 w 64"/>
              <a:gd name="T45" fmla="*/ 4 h 64"/>
              <a:gd name="T46" fmla="*/ 44 w 64"/>
              <a:gd name="T47" fmla="*/ 2 h 64"/>
              <a:gd name="T48" fmla="*/ 32 w 64"/>
              <a:gd name="T4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4" h="64">
                <a:moveTo>
                  <a:pt x="32" y="0"/>
                </a:moveTo>
                <a:cubicBezTo>
                  <a:pt x="32" y="0"/>
                  <a:pt x="32" y="0"/>
                  <a:pt x="32" y="0"/>
                </a:cubicBezTo>
                <a:cubicBezTo>
                  <a:pt x="24" y="0"/>
                  <a:pt x="16" y="3"/>
                  <a:pt x="9" y="9"/>
                </a:cubicBezTo>
                <a:cubicBezTo>
                  <a:pt x="3" y="15"/>
                  <a:pt x="0" y="24"/>
                  <a:pt x="0" y="32"/>
                </a:cubicBezTo>
                <a:cubicBezTo>
                  <a:pt x="0" y="40"/>
                  <a:pt x="3" y="49"/>
                  <a:pt x="9" y="55"/>
                </a:cubicBezTo>
                <a:cubicBezTo>
                  <a:pt x="11" y="53"/>
                  <a:pt x="11" y="53"/>
                  <a:pt x="11" y="53"/>
                </a:cubicBezTo>
                <a:cubicBezTo>
                  <a:pt x="12" y="52"/>
                  <a:pt x="12" y="52"/>
                  <a:pt x="12" y="52"/>
                </a:cubicBezTo>
                <a:cubicBezTo>
                  <a:pt x="7" y="46"/>
                  <a:pt x="4" y="39"/>
                  <a:pt x="4" y="32"/>
                </a:cubicBezTo>
                <a:cubicBezTo>
                  <a:pt x="4" y="25"/>
                  <a:pt x="7" y="17"/>
                  <a:pt x="12" y="12"/>
                </a:cubicBezTo>
                <a:cubicBezTo>
                  <a:pt x="18" y="6"/>
                  <a:pt x="25" y="4"/>
                  <a:pt x="32" y="4"/>
                </a:cubicBezTo>
                <a:cubicBezTo>
                  <a:pt x="39" y="4"/>
                  <a:pt x="47" y="6"/>
                  <a:pt x="52" y="12"/>
                </a:cubicBezTo>
                <a:cubicBezTo>
                  <a:pt x="58" y="17"/>
                  <a:pt x="60" y="25"/>
                  <a:pt x="60" y="32"/>
                </a:cubicBezTo>
                <a:cubicBezTo>
                  <a:pt x="60" y="39"/>
                  <a:pt x="58" y="46"/>
                  <a:pt x="52" y="52"/>
                </a:cubicBezTo>
                <a:cubicBezTo>
                  <a:pt x="47" y="58"/>
                  <a:pt x="39" y="60"/>
                  <a:pt x="32" y="60"/>
                </a:cubicBezTo>
                <a:cubicBezTo>
                  <a:pt x="25" y="60"/>
                  <a:pt x="18" y="58"/>
                  <a:pt x="12" y="52"/>
                </a:cubicBezTo>
                <a:cubicBezTo>
                  <a:pt x="11" y="53"/>
                  <a:pt x="11" y="53"/>
                  <a:pt x="11" y="53"/>
                </a:cubicBezTo>
                <a:cubicBezTo>
                  <a:pt x="9" y="55"/>
                  <a:pt x="9" y="55"/>
                  <a:pt x="9" y="55"/>
                </a:cubicBezTo>
                <a:cubicBezTo>
                  <a:pt x="16" y="61"/>
                  <a:pt x="24" y="64"/>
                  <a:pt x="32" y="64"/>
                </a:cubicBezTo>
                <a:cubicBezTo>
                  <a:pt x="32" y="64"/>
                  <a:pt x="32" y="64"/>
                  <a:pt x="32" y="64"/>
                </a:cubicBezTo>
                <a:cubicBezTo>
                  <a:pt x="40" y="64"/>
                  <a:pt x="49" y="61"/>
                  <a:pt x="55" y="55"/>
                </a:cubicBezTo>
                <a:cubicBezTo>
                  <a:pt x="61" y="49"/>
                  <a:pt x="64" y="40"/>
                  <a:pt x="64" y="32"/>
                </a:cubicBezTo>
                <a:cubicBezTo>
                  <a:pt x="64" y="24"/>
                  <a:pt x="61" y="15"/>
                  <a:pt x="55" y="9"/>
                </a:cubicBezTo>
                <a:cubicBezTo>
                  <a:pt x="53" y="7"/>
                  <a:pt x="51" y="5"/>
                  <a:pt x="48" y="4"/>
                </a:cubicBezTo>
                <a:cubicBezTo>
                  <a:pt x="47" y="3"/>
                  <a:pt x="46" y="3"/>
                  <a:pt x="44" y="2"/>
                </a:cubicBezTo>
                <a:cubicBezTo>
                  <a:pt x="40" y="0"/>
                  <a:pt x="36"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55" name="Freeform 1255"/>
          <p:cNvSpPr>
            <a:spLocks/>
          </p:cNvSpPr>
          <p:nvPr/>
        </p:nvSpPr>
        <p:spPr bwMode="auto">
          <a:xfrm>
            <a:off x="-1359718" y="6200775"/>
            <a:ext cx="169863" cy="158750"/>
          </a:xfrm>
          <a:custGeom>
            <a:avLst/>
            <a:gdLst>
              <a:gd name="T0" fmla="*/ 20 w 41"/>
              <a:gd name="T1" fmla="*/ 0 h 38"/>
              <a:gd name="T2" fmla="*/ 7 w 41"/>
              <a:gd name="T3" fmla="*/ 6 h 38"/>
              <a:gd name="T4" fmla="*/ 7 w 41"/>
              <a:gd name="T5" fmla="*/ 32 h 38"/>
              <a:gd name="T6" fmla="*/ 20 w 41"/>
              <a:gd name="T7" fmla="*/ 38 h 38"/>
              <a:gd name="T8" fmla="*/ 33 w 41"/>
              <a:gd name="T9" fmla="*/ 32 h 38"/>
              <a:gd name="T10" fmla="*/ 33 w 41"/>
              <a:gd name="T11" fmla="*/ 6 h 38"/>
              <a:gd name="T12" fmla="*/ 20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0" y="0"/>
                </a:moveTo>
                <a:cubicBezTo>
                  <a:pt x="15" y="0"/>
                  <a:pt x="11" y="2"/>
                  <a:pt x="7" y="6"/>
                </a:cubicBezTo>
                <a:cubicBezTo>
                  <a:pt x="0" y="13"/>
                  <a:pt x="0" y="25"/>
                  <a:pt x="7" y="32"/>
                </a:cubicBezTo>
                <a:cubicBezTo>
                  <a:pt x="11" y="36"/>
                  <a:pt x="15" y="38"/>
                  <a:pt x="20" y="38"/>
                </a:cubicBezTo>
                <a:cubicBezTo>
                  <a:pt x="25" y="38"/>
                  <a:pt x="30" y="36"/>
                  <a:pt x="33" y="32"/>
                </a:cubicBezTo>
                <a:cubicBezTo>
                  <a:pt x="41" y="25"/>
                  <a:pt x="41" y="13"/>
                  <a:pt x="33"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56" name="Freeform 1256"/>
          <p:cNvSpPr>
            <a:spLocks/>
          </p:cNvSpPr>
          <p:nvPr/>
        </p:nvSpPr>
        <p:spPr bwMode="auto">
          <a:xfrm>
            <a:off x="-2504305" y="6308725"/>
            <a:ext cx="2032000" cy="3271838"/>
          </a:xfrm>
          <a:custGeom>
            <a:avLst/>
            <a:gdLst>
              <a:gd name="T0" fmla="*/ 12 w 490"/>
              <a:gd name="T1" fmla="*/ 0 h 789"/>
              <a:gd name="T2" fmla="*/ 0 w 490"/>
              <a:gd name="T3" fmla="*/ 11 h 789"/>
              <a:gd name="T4" fmla="*/ 4 w 490"/>
              <a:gd name="T5" fmla="*/ 13 h 789"/>
              <a:gd name="T6" fmla="*/ 13 w 490"/>
              <a:gd name="T7" fmla="*/ 4 h 789"/>
              <a:gd name="T8" fmla="*/ 41 w 490"/>
              <a:gd name="T9" fmla="*/ 4 h 789"/>
              <a:gd name="T10" fmla="*/ 84 w 490"/>
              <a:gd name="T11" fmla="*/ 47 h 789"/>
              <a:gd name="T12" fmla="*/ 129 w 490"/>
              <a:gd name="T13" fmla="*/ 47 h 789"/>
              <a:gd name="T14" fmla="*/ 321 w 490"/>
              <a:gd name="T15" fmla="*/ 239 h 789"/>
              <a:gd name="T16" fmla="*/ 320 w 490"/>
              <a:gd name="T17" fmla="*/ 323 h 789"/>
              <a:gd name="T18" fmla="*/ 486 w 490"/>
              <a:gd name="T19" fmla="*/ 488 h 789"/>
              <a:gd name="T20" fmla="*/ 486 w 490"/>
              <a:gd name="T21" fmla="*/ 789 h 789"/>
              <a:gd name="T22" fmla="*/ 490 w 490"/>
              <a:gd name="T23" fmla="*/ 789 h 789"/>
              <a:gd name="T24" fmla="*/ 490 w 490"/>
              <a:gd name="T25" fmla="*/ 487 h 789"/>
              <a:gd name="T26" fmla="*/ 324 w 490"/>
              <a:gd name="T27" fmla="*/ 321 h 789"/>
              <a:gd name="T28" fmla="*/ 325 w 490"/>
              <a:gd name="T29" fmla="*/ 237 h 789"/>
              <a:gd name="T30" fmla="*/ 131 w 490"/>
              <a:gd name="T31" fmla="*/ 43 h 789"/>
              <a:gd name="T32" fmla="*/ 86 w 490"/>
              <a:gd name="T33" fmla="*/ 43 h 789"/>
              <a:gd name="T34" fmla="*/ 43 w 490"/>
              <a:gd name="T35" fmla="*/ 0 h 789"/>
              <a:gd name="T36" fmla="*/ 12 w 490"/>
              <a:gd name="T37" fmla="*/ 0 h 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0" h="789">
                <a:moveTo>
                  <a:pt x="12" y="0"/>
                </a:moveTo>
                <a:cubicBezTo>
                  <a:pt x="0" y="11"/>
                  <a:pt x="0" y="11"/>
                  <a:pt x="0" y="11"/>
                </a:cubicBezTo>
                <a:cubicBezTo>
                  <a:pt x="2" y="12"/>
                  <a:pt x="3" y="12"/>
                  <a:pt x="4" y="13"/>
                </a:cubicBezTo>
                <a:cubicBezTo>
                  <a:pt x="13" y="4"/>
                  <a:pt x="13" y="4"/>
                  <a:pt x="13" y="4"/>
                </a:cubicBezTo>
                <a:cubicBezTo>
                  <a:pt x="41" y="4"/>
                  <a:pt x="41" y="4"/>
                  <a:pt x="41" y="4"/>
                </a:cubicBezTo>
                <a:cubicBezTo>
                  <a:pt x="84" y="47"/>
                  <a:pt x="84" y="47"/>
                  <a:pt x="84" y="47"/>
                </a:cubicBezTo>
                <a:cubicBezTo>
                  <a:pt x="129" y="47"/>
                  <a:pt x="129" y="47"/>
                  <a:pt x="129" y="47"/>
                </a:cubicBezTo>
                <a:cubicBezTo>
                  <a:pt x="321" y="239"/>
                  <a:pt x="321" y="239"/>
                  <a:pt x="321" y="239"/>
                </a:cubicBezTo>
                <a:cubicBezTo>
                  <a:pt x="320" y="323"/>
                  <a:pt x="320" y="323"/>
                  <a:pt x="320" y="323"/>
                </a:cubicBezTo>
                <a:cubicBezTo>
                  <a:pt x="486" y="488"/>
                  <a:pt x="486" y="488"/>
                  <a:pt x="486" y="488"/>
                </a:cubicBezTo>
                <a:cubicBezTo>
                  <a:pt x="486" y="789"/>
                  <a:pt x="486" y="789"/>
                  <a:pt x="486" y="789"/>
                </a:cubicBezTo>
                <a:cubicBezTo>
                  <a:pt x="490" y="789"/>
                  <a:pt x="490" y="789"/>
                  <a:pt x="490" y="789"/>
                </a:cubicBezTo>
                <a:cubicBezTo>
                  <a:pt x="490" y="487"/>
                  <a:pt x="490" y="487"/>
                  <a:pt x="490" y="487"/>
                </a:cubicBezTo>
                <a:cubicBezTo>
                  <a:pt x="324" y="321"/>
                  <a:pt x="324" y="321"/>
                  <a:pt x="324" y="321"/>
                </a:cubicBezTo>
                <a:cubicBezTo>
                  <a:pt x="325" y="237"/>
                  <a:pt x="325" y="237"/>
                  <a:pt x="325" y="237"/>
                </a:cubicBezTo>
                <a:cubicBezTo>
                  <a:pt x="131" y="43"/>
                  <a:pt x="131" y="43"/>
                  <a:pt x="131" y="43"/>
                </a:cubicBezTo>
                <a:cubicBezTo>
                  <a:pt x="86" y="43"/>
                  <a:pt x="86" y="43"/>
                  <a:pt x="86" y="43"/>
                </a:cubicBezTo>
                <a:cubicBezTo>
                  <a:pt x="43" y="0"/>
                  <a:pt x="43" y="0"/>
                  <a:pt x="43" y="0"/>
                </a:cubicBezTo>
                <a:cubicBezTo>
                  <a:pt x="12" y="0"/>
                  <a:pt x="12" y="0"/>
                  <a:pt x="1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57" name="Freeform 1257"/>
          <p:cNvSpPr>
            <a:spLocks/>
          </p:cNvSpPr>
          <p:nvPr/>
        </p:nvSpPr>
        <p:spPr bwMode="auto">
          <a:xfrm>
            <a:off x="-2312218" y="6624638"/>
            <a:ext cx="1773238" cy="3022600"/>
          </a:xfrm>
          <a:custGeom>
            <a:avLst/>
            <a:gdLst>
              <a:gd name="T0" fmla="*/ 7 w 428"/>
              <a:gd name="T1" fmla="*/ 0 h 729"/>
              <a:gd name="T2" fmla="*/ 0 w 428"/>
              <a:gd name="T3" fmla="*/ 7 h 729"/>
              <a:gd name="T4" fmla="*/ 2 w 428"/>
              <a:gd name="T5" fmla="*/ 9 h 729"/>
              <a:gd name="T6" fmla="*/ 3 w 428"/>
              <a:gd name="T7" fmla="*/ 10 h 729"/>
              <a:gd name="T8" fmla="*/ 9 w 428"/>
              <a:gd name="T9" fmla="*/ 4 h 729"/>
              <a:gd name="T10" fmla="*/ 84 w 428"/>
              <a:gd name="T11" fmla="*/ 6 h 729"/>
              <a:gd name="T12" fmla="*/ 173 w 428"/>
              <a:gd name="T13" fmla="*/ 95 h 729"/>
              <a:gd name="T14" fmla="*/ 170 w 428"/>
              <a:gd name="T15" fmla="*/ 199 h 729"/>
              <a:gd name="T16" fmla="*/ 191 w 428"/>
              <a:gd name="T17" fmla="*/ 220 h 729"/>
              <a:gd name="T18" fmla="*/ 218 w 428"/>
              <a:gd name="T19" fmla="*/ 220 h 729"/>
              <a:gd name="T20" fmla="*/ 424 w 428"/>
              <a:gd name="T21" fmla="*/ 426 h 729"/>
              <a:gd name="T22" fmla="*/ 424 w 428"/>
              <a:gd name="T23" fmla="*/ 729 h 729"/>
              <a:gd name="T24" fmla="*/ 428 w 428"/>
              <a:gd name="T25" fmla="*/ 729 h 729"/>
              <a:gd name="T26" fmla="*/ 428 w 428"/>
              <a:gd name="T27" fmla="*/ 425 h 729"/>
              <a:gd name="T28" fmla="*/ 220 w 428"/>
              <a:gd name="T29" fmla="*/ 216 h 729"/>
              <a:gd name="T30" fmla="*/ 192 w 428"/>
              <a:gd name="T31" fmla="*/ 216 h 729"/>
              <a:gd name="T32" fmla="*/ 174 w 428"/>
              <a:gd name="T33" fmla="*/ 198 h 729"/>
              <a:gd name="T34" fmla="*/ 177 w 428"/>
              <a:gd name="T35" fmla="*/ 94 h 729"/>
              <a:gd name="T36" fmla="*/ 86 w 428"/>
              <a:gd name="T37" fmla="*/ 2 h 729"/>
              <a:gd name="T38" fmla="*/ 7 w 428"/>
              <a:gd name="T39" fmla="*/ 0 h 7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29">
                <a:moveTo>
                  <a:pt x="7" y="0"/>
                </a:moveTo>
                <a:cubicBezTo>
                  <a:pt x="0" y="7"/>
                  <a:pt x="0" y="7"/>
                  <a:pt x="0" y="7"/>
                </a:cubicBezTo>
                <a:cubicBezTo>
                  <a:pt x="1" y="8"/>
                  <a:pt x="1" y="8"/>
                  <a:pt x="2" y="9"/>
                </a:cubicBezTo>
                <a:cubicBezTo>
                  <a:pt x="2" y="9"/>
                  <a:pt x="3" y="10"/>
                  <a:pt x="3" y="10"/>
                </a:cubicBezTo>
                <a:cubicBezTo>
                  <a:pt x="9" y="4"/>
                  <a:pt x="9" y="4"/>
                  <a:pt x="9" y="4"/>
                </a:cubicBezTo>
                <a:cubicBezTo>
                  <a:pt x="84" y="6"/>
                  <a:pt x="84" y="6"/>
                  <a:pt x="84" y="6"/>
                </a:cubicBezTo>
                <a:cubicBezTo>
                  <a:pt x="173" y="95"/>
                  <a:pt x="173" y="95"/>
                  <a:pt x="173" y="95"/>
                </a:cubicBezTo>
                <a:cubicBezTo>
                  <a:pt x="170" y="199"/>
                  <a:pt x="170" y="199"/>
                  <a:pt x="170" y="199"/>
                </a:cubicBezTo>
                <a:cubicBezTo>
                  <a:pt x="191" y="220"/>
                  <a:pt x="191" y="220"/>
                  <a:pt x="191" y="220"/>
                </a:cubicBezTo>
                <a:cubicBezTo>
                  <a:pt x="218" y="220"/>
                  <a:pt x="218" y="220"/>
                  <a:pt x="218" y="220"/>
                </a:cubicBezTo>
                <a:cubicBezTo>
                  <a:pt x="424" y="426"/>
                  <a:pt x="424" y="426"/>
                  <a:pt x="424" y="426"/>
                </a:cubicBezTo>
                <a:cubicBezTo>
                  <a:pt x="424" y="729"/>
                  <a:pt x="424" y="729"/>
                  <a:pt x="424" y="729"/>
                </a:cubicBezTo>
                <a:cubicBezTo>
                  <a:pt x="428" y="729"/>
                  <a:pt x="428" y="729"/>
                  <a:pt x="428" y="729"/>
                </a:cubicBezTo>
                <a:cubicBezTo>
                  <a:pt x="428" y="425"/>
                  <a:pt x="428" y="425"/>
                  <a:pt x="428" y="425"/>
                </a:cubicBezTo>
                <a:cubicBezTo>
                  <a:pt x="220" y="216"/>
                  <a:pt x="220" y="216"/>
                  <a:pt x="220" y="216"/>
                </a:cubicBezTo>
                <a:cubicBezTo>
                  <a:pt x="192" y="216"/>
                  <a:pt x="192" y="216"/>
                  <a:pt x="192" y="216"/>
                </a:cubicBezTo>
                <a:cubicBezTo>
                  <a:pt x="174" y="198"/>
                  <a:pt x="174" y="198"/>
                  <a:pt x="174" y="198"/>
                </a:cubicBezTo>
                <a:cubicBezTo>
                  <a:pt x="177" y="94"/>
                  <a:pt x="177" y="94"/>
                  <a:pt x="177" y="94"/>
                </a:cubicBezTo>
                <a:cubicBezTo>
                  <a:pt x="86" y="2"/>
                  <a:pt x="86" y="2"/>
                  <a:pt x="86" y="2"/>
                </a:cubicBezTo>
                <a:cubicBezTo>
                  <a:pt x="7" y="0"/>
                  <a:pt x="7" y="0"/>
                  <a:pt x="7"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58" name="Freeform 1258"/>
          <p:cNvSpPr>
            <a:spLocks/>
          </p:cNvSpPr>
          <p:nvPr/>
        </p:nvSpPr>
        <p:spPr bwMode="auto">
          <a:xfrm>
            <a:off x="-2247130" y="6946900"/>
            <a:ext cx="1641475" cy="2582863"/>
          </a:xfrm>
          <a:custGeom>
            <a:avLst/>
            <a:gdLst>
              <a:gd name="T0" fmla="*/ 3 w 396"/>
              <a:gd name="T1" fmla="*/ 0 h 623"/>
              <a:gd name="T2" fmla="*/ 2 w 396"/>
              <a:gd name="T3" fmla="*/ 1 h 623"/>
              <a:gd name="T4" fmla="*/ 0 w 396"/>
              <a:gd name="T5" fmla="*/ 3 h 623"/>
              <a:gd name="T6" fmla="*/ 157 w 396"/>
              <a:gd name="T7" fmla="*/ 159 h 623"/>
              <a:gd name="T8" fmla="*/ 188 w 396"/>
              <a:gd name="T9" fmla="*/ 157 h 623"/>
              <a:gd name="T10" fmla="*/ 392 w 396"/>
              <a:gd name="T11" fmla="*/ 362 h 623"/>
              <a:gd name="T12" fmla="*/ 392 w 396"/>
              <a:gd name="T13" fmla="*/ 623 h 623"/>
              <a:gd name="T14" fmla="*/ 396 w 396"/>
              <a:gd name="T15" fmla="*/ 623 h 623"/>
              <a:gd name="T16" fmla="*/ 396 w 396"/>
              <a:gd name="T17" fmla="*/ 361 h 623"/>
              <a:gd name="T18" fmla="*/ 190 w 396"/>
              <a:gd name="T19" fmla="*/ 153 h 623"/>
              <a:gd name="T20" fmla="*/ 158 w 396"/>
              <a:gd name="T21" fmla="*/ 155 h 623"/>
              <a:gd name="T22" fmla="*/ 3 w 396"/>
              <a:gd name="T23" fmla="*/ 0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6" h="623">
                <a:moveTo>
                  <a:pt x="3" y="0"/>
                </a:moveTo>
                <a:cubicBezTo>
                  <a:pt x="2" y="0"/>
                  <a:pt x="2" y="1"/>
                  <a:pt x="2" y="1"/>
                </a:cubicBezTo>
                <a:cubicBezTo>
                  <a:pt x="1" y="2"/>
                  <a:pt x="0" y="2"/>
                  <a:pt x="0" y="3"/>
                </a:cubicBezTo>
                <a:cubicBezTo>
                  <a:pt x="157" y="159"/>
                  <a:pt x="157" y="159"/>
                  <a:pt x="157" y="159"/>
                </a:cubicBezTo>
                <a:cubicBezTo>
                  <a:pt x="188" y="157"/>
                  <a:pt x="188" y="157"/>
                  <a:pt x="188" y="157"/>
                </a:cubicBezTo>
                <a:cubicBezTo>
                  <a:pt x="392" y="362"/>
                  <a:pt x="392" y="362"/>
                  <a:pt x="392" y="362"/>
                </a:cubicBezTo>
                <a:cubicBezTo>
                  <a:pt x="392" y="623"/>
                  <a:pt x="392" y="623"/>
                  <a:pt x="392" y="623"/>
                </a:cubicBezTo>
                <a:cubicBezTo>
                  <a:pt x="396" y="623"/>
                  <a:pt x="396" y="623"/>
                  <a:pt x="396" y="623"/>
                </a:cubicBezTo>
                <a:cubicBezTo>
                  <a:pt x="396" y="361"/>
                  <a:pt x="396" y="361"/>
                  <a:pt x="396" y="361"/>
                </a:cubicBezTo>
                <a:cubicBezTo>
                  <a:pt x="190" y="153"/>
                  <a:pt x="190" y="153"/>
                  <a:pt x="190" y="153"/>
                </a:cubicBezTo>
                <a:cubicBezTo>
                  <a:pt x="158" y="155"/>
                  <a:pt x="158" y="155"/>
                  <a:pt x="158" y="155"/>
                </a:cubicBezTo>
                <a:cubicBezTo>
                  <a:pt x="3" y="0"/>
                  <a:pt x="3" y="0"/>
                  <a:pt x="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59" name="Freeform 1259"/>
          <p:cNvSpPr>
            <a:spLocks/>
          </p:cNvSpPr>
          <p:nvPr/>
        </p:nvSpPr>
        <p:spPr bwMode="auto">
          <a:xfrm>
            <a:off x="-2790055" y="6483350"/>
            <a:ext cx="2151063" cy="3328988"/>
          </a:xfrm>
          <a:custGeom>
            <a:avLst/>
            <a:gdLst>
              <a:gd name="T0" fmla="*/ 0 w 519"/>
              <a:gd name="T1" fmla="*/ 0 h 803"/>
              <a:gd name="T2" fmla="*/ 0 w 519"/>
              <a:gd name="T3" fmla="*/ 34 h 803"/>
              <a:gd name="T4" fmla="*/ 263 w 519"/>
              <a:gd name="T5" fmla="*/ 296 h 803"/>
              <a:gd name="T6" fmla="*/ 328 w 519"/>
              <a:gd name="T7" fmla="*/ 295 h 803"/>
              <a:gd name="T8" fmla="*/ 515 w 519"/>
              <a:gd name="T9" fmla="*/ 483 h 803"/>
              <a:gd name="T10" fmla="*/ 515 w 519"/>
              <a:gd name="T11" fmla="*/ 803 h 803"/>
              <a:gd name="T12" fmla="*/ 519 w 519"/>
              <a:gd name="T13" fmla="*/ 803 h 803"/>
              <a:gd name="T14" fmla="*/ 519 w 519"/>
              <a:gd name="T15" fmla="*/ 481 h 803"/>
              <a:gd name="T16" fmla="*/ 330 w 519"/>
              <a:gd name="T17" fmla="*/ 291 h 803"/>
              <a:gd name="T18" fmla="*/ 264 w 519"/>
              <a:gd name="T19" fmla="*/ 292 h 803"/>
              <a:gd name="T20" fmla="*/ 4 w 519"/>
              <a:gd name="T21" fmla="*/ 33 h 803"/>
              <a:gd name="T22" fmla="*/ 4 w 519"/>
              <a:gd name="T23" fmla="*/ 0 h 803"/>
              <a:gd name="T24" fmla="*/ 3 w 519"/>
              <a:gd name="T25" fmla="*/ 0 h 803"/>
              <a:gd name="T26" fmla="*/ 3 w 519"/>
              <a:gd name="T27" fmla="*/ 0 h 803"/>
              <a:gd name="T28" fmla="*/ 0 w 519"/>
              <a:gd name="T29" fmla="*/ 0 h 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9" h="803">
                <a:moveTo>
                  <a:pt x="0" y="0"/>
                </a:moveTo>
                <a:cubicBezTo>
                  <a:pt x="0" y="34"/>
                  <a:pt x="0" y="34"/>
                  <a:pt x="0" y="34"/>
                </a:cubicBezTo>
                <a:cubicBezTo>
                  <a:pt x="263" y="296"/>
                  <a:pt x="263" y="296"/>
                  <a:pt x="263" y="296"/>
                </a:cubicBezTo>
                <a:cubicBezTo>
                  <a:pt x="328" y="295"/>
                  <a:pt x="328" y="295"/>
                  <a:pt x="328" y="295"/>
                </a:cubicBezTo>
                <a:cubicBezTo>
                  <a:pt x="515" y="483"/>
                  <a:pt x="515" y="483"/>
                  <a:pt x="515" y="483"/>
                </a:cubicBezTo>
                <a:cubicBezTo>
                  <a:pt x="515" y="803"/>
                  <a:pt x="515" y="803"/>
                  <a:pt x="515" y="803"/>
                </a:cubicBezTo>
                <a:cubicBezTo>
                  <a:pt x="519" y="803"/>
                  <a:pt x="519" y="803"/>
                  <a:pt x="519" y="803"/>
                </a:cubicBezTo>
                <a:cubicBezTo>
                  <a:pt x="519" y="481"/>
                  <a:pt x="519" y="481"/>
                  <a:pt x="519" y="481"/>
                </a:cubicBezTo>
                <a:cubicBezTo>
                  <a:pt x="330" y="291"/>
                  <a:pt x="330" y="291"/>
                  <a:pt x="330" y="291"/>
                </a:cubicBezTo>
                <a:cubicBezTo>
                  <a:pt x="264" y="292"/>
                  <a:pt x="264" y="292"/>
                  <a:pt x="264" y="292"/>
                </a:cubicBezTo>
                <a:cubicBezTo>
                  <a:pt x="4" y="33"/>
                  <a:pt x="4" y="33"/>
                  <a:pt x="4" y="33"/>
                </a:cubicBezTo>
                <a:cubicBezTo>
                  <a:pt x="4" y="0"/>
                  <a:pt x="4" y="0"/>
                  <a:pt x="4" y="0"/>
                </a:cubicBezTo>
                <a:cubicBezTo>
                  <a:pt x="4" y="0"/>
                  <a:pt x="3" y="0"/>
                  <a:pt x="3" y="0"/>
                </a:cubicBezTo>
                <a:cubicBezTo>
                  <a:pt x="3" y="0"/>
                  <a:pt x="3" y="0"/>
                  <a:pt x="3" y="0"/>
                </a:cubicBezTo>
                <a:cubicBezTo>
                  <a:pt x="2" y="0"/>
                  <a:pt x="1" y="0"/>
                  <a:pt x="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60" name="Freeform 1260"/>
          <p:cNvSpPr>
            <a:spLocks/>
          </p:cNvSpPr>
          <p:nvPr/>
        </p:nvSpPr>
        <p:spPr bwMode="auto">
          <a:xfrm>
            <a:off x="-5334818" y="4332288"/>
            <a:ext cx="4613275" cy="5016500"/>
          </a:xfrm>
          <a:custGeom>
            <a:avLst/>
            <a:gdLst>
              <a:gd name="T0" fmla="*/ 8 w 2906"/>
              <a:gd name="T1" fmla="*/ 0 h 3160"/>
              <a:gd name="T2" fmla="*/ 0 w 2906"/>
              <a:gd name="T3" fmla="*/ 7 h 3160"/>
              <a:gd name="T4" fmla="*/ 0 w 2906"/>
              <a:gd name="T5" fmla="*/ 7 h 3160"/>
              <a:gd name="T6" fmla="*/ 1118 w 2906"/>
              <a:gd name="T7" fmla="*/ 1120 h 3160"/>
              <a:gd name="T8" fmla="*/ 1329 w 2906"/>
              <a:gd name="T9" fmla="*/ 1122 h 3160"/>
              <a:gd name="T10" fmla="*/ 1457 w 2906"/>
              <a:gd name="T11" fmla="*/ 1250 h 3160"/>
              <a:gd name="T12" fmla="*/ 1454 w 2906"/>
              <a:gd name="T13" fmla="*/ 1425 h 3160"/>
              <a:gd name="T14" fmla="*/ 2235 w 2906"/>
              <a:gd name="T15" fmla="*/ 2206 h 3160"/>
              <a:gd name="T16" fmla="*/ 2434 w 2906"/>
              <a:gd name="T17" fmla="*/ 2201 h 3160"/>
              <a:gd name="T18" fmla="*/ 2896 w 2906"/>
              <a:gd name="T19" fmla="*/ 2669 h 3160"/>
              <a:gd name="T20" fmla="*/ 2896 w 2906"/>
              <a:gd name="T21" fmla="*/ 3160 h 3160"/>
              <a:gd name="T22" fmla="*/ 2906 w 2906"/>
              <a:gd name="T23" fmla="*/ 3160 h 3160"/>
              <a:gd name="T24" fmla="*/ 2906 w 2906"/>
              <a:gd name="T25" fmla="*/ 2663 h 3160"/>
              <a:gd name="T26" fmla="*/ 2439 w 2906"/>
              <a:gd name="T27" fmla="*/ 2191 h 3160"/>
              <a:gd name="T28" fmla="*/ 2240 w 2906"/>
              <a:gd name="T29" fmla="*/ 2196 h 3160"/>
              <a:gd name="T30" fmla="*/ 1465 w 2906"/>
              <a:gd name="T31" fmla="*/ 1423 h 3160"/>
              <a:gd name="T32" fmla="*/ 1467 w 2906"/>
              <a:gd name="T33" fmla="*/ 1248 h 3160"/>
              <a:gd name="T34" fmla="*/ 1332 w 2906"/>
              <a:gd name="T35" fmla="*/ 1112 h 3160"/>
              <a:gd name="T36" fmla="*/ 1120 w 2906"/>
              <a:gd name="T37" fmla="*/ 1109 h 3160"/>
              <a:gd name="T38" fmla="*/ 8 w 2906"/>
              <a:gd name="T39" fmla="*/ 0 h 3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06" h="3160">
                <a:moveTo>
                  <a:pt x="8" y="0"/>
                </a:moveTo>
                <a:lnTo>
                  <a:pt x="0" y="7"/>
                </a:lnTo>
                <a:lnTo>
                  <a:pt x="0" y="7"/>
                </a:lnTo>
                <a:lnTo>
                  <a:pt x="1118" y="1120"/>
                </a:lnTo>
                <a:lnTo>
                  <a:pt x="1329" y="1122"/>
                </a:lnTo>
                <a:lnTo>
                  <a:pt x="1457" y="1250"/>
                </a:lnTo>
                <a:lnTo>
                  <a:pt x="1454" y="1425"/>
                </a:lnTo>
                <a:lnTo>
                  <a:pt x="2235" y="2206"/>
                </a:lnTo>
                <a:lnTo>
                  <a:pt x="2434" y="2201"/>
                </a:lnTo>
                <a:lnTo>
                  <a:pt x="2896" y="2669"/>
                </a:lnTo>
                <a:lnTo>
                  <a:pt x="2896" y="3160"/>
                </a:lnTo>
                <a:lnTo>
                  <a:pt x="2906" y="3160"/>
                </a:lnTo>
                <a:lnTo>
                  <a:pt x="2906" y="2663"/>
                </a:lnTo>
                <a:lnTo>
                  <a:pt x="2439" y="2191"/>
                </a:lnTo>
                <a:lnTo>
                  <a:pt x="2240" y="2196"/>
                </a:lnTo>
                <a:lnTo>
                  <a:pt x="1465" y="1423"/>
                </a:lnTo>
                <a:lnTo>
                  <a:pt x="1467" y="1248"/>
                </a:lnTo>
                <a:lnTo>
                  <a:pt x="1332" y="1112"/>
                </a:lnTo>
                <a:lnTo>
                  <a:pt x="1120" y="1109"/>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61" name="Freeform 1261"/>
          <p:cNvSpPr>
            <a:spLocks/>
          </p:cNvSpPr>
          <p:nvPr/>
        </p:nvSpPr>
        <p:spPr bwMode="auto">
          <a:xfrm>
            <a:off x="-5334818" y="4332288"/>
            <a:ext cx="4613275" cy="5016500"/>
          </a:xfrm>
          <a:custGeom>
            <a:avLst/>
            <a:gdLst>
              <a:gd name="T0" fmla="*/ 8 w 2906"/>
              <a:gd name="T1" fmla="*/ 0 h 3160"/>
              <a:gd name="T2" fmla="*/ 0 w 2906"/>
              <a:gd name="T3" fmla="*/ 7 h 3160"/>
              <a:gd name="T4" fmla="*/ 0 w 2906"/>
              <a:gd name="T5" fmla="*/ 7 h 3160"/>
              <a:gd name="T6" fmla="*/ 1118 w 2906"/>
              <a:gd name="T7" fmla="*/ 1120 h 3160"/>
              <a:gd name="T8" fmla="*/ 1329 w 2906"/>
              <a:gd name="T9" fmla="*/ 1122 h 3160"/>
              <a:gd name="T10" fmla="*/ 1457 w 2906"/>
              <a:gd name="T11" fmla="*/ 1250 h 3160"/>
              <a:gd name="T12" fmla="*/ 1454 w 2906"/>
              <a:gd name="T13" fmla="*/ 1425 h 3160"/>
              <a:gd name="T14" fmla="*/ 2235 w 2906"/>
              <a:gd name="T15" fmla="*/ 2206 h 3160"/>
              <a:gd name="T16" fmla="*/ 2434 w 2906"/>
              <a:gd name="T17" fmla="*/ 2201 h 3160"/>
              <a:gd name="T18" fmla="*/ 2896 w 2906"/>
              <a:gd name="T19" fmla="*/ 2669 h 3160"/>
              <a:gd name="T20" fmla="*/ 2896 w 2906"/>
              <a:gd name="T21" fmla="*/ 3160 h 3160"/>
              <a:gd name="T22" fmla="*/ 2906 w 2906"/>
              <a:gd name="T23" fmla="*/ 3160 h 3160"/>
              <a:gd name="T24" fmla="*/ 2906 w 2906"/>
              <a:gd name="T25" fmla="*/ 2663 h 3160"/>
              <a:gd name="T26" fmla="*/ 2439 w 2906"/>
              <a:gd name="T27" fmla="*/ 2191 h 3160"/>
              <a:gd name="T28" fmla="*/ 2240 w 2906"/>
              <a:gd name="T29" fmla="*/ 2196 h 3160"/>
              <a:gd name="T30" fmla="*/ 1465 w 2906"/>
              <a:gd name="T31" fmla="*/ 1423 h 3160"/>
              <a:gd name="T32" fmla="*/ 1467 w 2906"/>
              <a:gd name="T33" fmla="*/ 1248 h 3160"/>
              <a:gd name="T34" fmla="*/ 1332 w 2906"/>
              <a:gd name="T35" fmla="*/ 1112 h 3160"/>
              <a:gd name="T36" fmla="*/ 1120 w 2906"/>
              <a:gd name="T37" fmla="*/ 1109 h 3160"/>
              <a:gd name="T38" fmla="*/ 8 w 2906"/>
              <a:gd name="T39" fmla="*/ 0 h 3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06" h="3160">
                <a:moveTo>
                  <a:pt x="8" y="0"/>
                </a:moveTo>
                <a:lnTo>
                  <a:pt x="0" y="7"/>
                </a:lnTo>
                <a:lnTo>
                  <a:pt x="0" y="7"/>
                </a:lnTo>
                <a:lnTo>
                  <a:pt x="1118" y="1120"/>
                </a:lnTo>
                <a:lnTo>
                  <a:pt x="1329" y="1122"/>
                </a:lnTo>
                <a:lnTo>
                  <a:pt x="1457" y="1250"/>
                </a:lnTo>
                <a:lnTo>
                  <a:pt x="1454" y="1425"/>
                </a:lnTo>
                <a:lnTo>
                  <a:pt x="2235" y="2206"/>
                </a:lnTo>
                <a:lnTo>
                  <a:pt x="2434" y="2201"/>
                </a:lnTo>
                <a:lnTo>
                  <a:pt x="2896" y="2669"/>
                </a:lnTo>
                <a:lnTo>
                  <a:pt x="2896" y="3160"/>
                </a:lnTo>
                <a:lnTo>
                  <a:pt x="2906" y="3160"/>
                </a:lnTo>
                <a:lnTo>
                  <a:pt x="2906" y="2663"/>
                </a:lnTo>
                <a:lnTo>
                  <a:pt x="2439" y="2191"/>
                </a:lnTo>
                <a:lnTo>
                  <a:pt x="2240" y="2196"/>
                </a:lnTo>
                <a:lnTo>
                  <a:pt x="1465" y="1423"/>
                </a:lnTo>
                <a:lnTo>
                  <a:pt x="1467" y="1248"/>
                </a:lnTo>
                <a:lnTo>
                  <a:pt x="1332" y="1112"/>
                </a:lnTo>
                <a:lnTo>
                  <a:pt x="1120" y="1109"/>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62" name="Freeform 1262"/>
          <p:cNvSpPr>
            <a:spLocks noEditPoints="1"/>
          </p:cNvSpPr>
          <p:nvPr/>
        </p:nvSpPr>
        <p:spPr bwMode="auto">
          <a:xfrm>
            <a:off x="-4817293" y="4937125"/>
            <a:ext cx="4046538" cy="4443413"/>
          </a:xfrm>
          <a:custGeom>
            <a:avLst/>
            <a:gdLst>
              <a:gd name="T0" fmla="*/ 0 w 2549"/>
              <a:gd name="T1" fmla="*/ 8 h 2799"/>
              <a:gd name="T2" fmla="*/ 0 w 2549"/>
              <a:gd name="T3" fmla="*/ 8 h 2799"/>
              <a:gd name="T4" fmla="*/ 0 w 2549"/>
              <a:gd name="T5" fmla="*/ 8 h 2799"/>
              <a:gd name="T6" fmla="*/ 0 w 2549"/>
              <a:gd name="T7" fmla="*/ 8 h 2799"/>
              <a:gd name="T8" fmla="*/ 8 w 2549"/>
              <a:gd name="T9" fmla="*/ 0 h 2799"/>
              <a:gd name="T10" fmla="*/ 0 w 2549"/>
              <a:gd name="T11" fmla="*/ 8 h 2799"/>
              <a:gd name="T12" fmla="*/ 763 w 2549"/>
              <a:gd name="T13" fmla="*/ 768 h 2799"/>
              <a:gd name="T14" fmla="*/ 974 w 2549"/>
              <a:gd name="T15" fmla="*/ 773 h 2799"/>
              <a:gd name="T16" fmla="*/ 1102 w 2549"/>
              <a:gd name="T17" fmla="*/ 901 h 2799"/>
              <a:gd name="T18" fmla="*/ 1092 w 2549"/>
              <a:gd name="T19" fmla="*/ 1081 h 2799"/>
              <a:gd name="T20" fmla="*/ 1873 w 2549"/>
              <a:gd name="T21" fmla="*/ 1862 h 2799"/>
              <a:gd name="T22" fmla="*/ 2074 w 2549"/>
              <a:gd name="T23" fmla="*/ 1859 h 2799"/>
              <a:gd name="T24" fmla="*/ 2538 w 2549"/>
              <a:gd name="T25" fmla="*/ 2324 h 2799"/>
              <a:gd name="T26" fmla="*/ 2538 w 2549"/>
              <a:gd name="T27" fmla="*/ 2799 h 2799"/>
              <a:gd name="T28" fmla="*/ 2549 w 2549"/>
              <a:gd name="T29" fmla="*/ 2799 h 2799"/>
              <a:gd name="T30" fmla="*/ 2549 w 2549"/>
              <a:gd name="T31" fmla="*/ 2319 h 2799"/>
              <a:gd name="T32" fmla="*/ 2079 w 2549"/>
              <a:gd name="T33" fmla="*/ 1849 h 2799"/>
              <a:gd name="T34" fmla="*/ 1875 w 2549"/>
              <a:gd name="T35" fmla="*/ 1851 h 2799"/>
              <a:gd name="T36" fmla="*/ 1102 w 2549"/>
              <a:gd name="T37" fmla="*/ 1078 h 2799"/>
              <a:gd name="T38" fmla="*/ 1113 w 2549"/>
              <a:gd name="T39" fmla="*/ 896 h 2799"/>
              <a:gd name="T40" fmla="*/ 977 w 2549"/>
              <a:gd name="T41" fmla="*/ 762 h 2799"/>
              <a:gd name="T42" fmla="*/ 768 w 2549"/>
              <a:gd name="T43" fmla="*/ 760 h 2799"/>
              <a:gd name="T44" fmla="*/ 8 w 2549"/>
              <a:gd name="T45" fmla="*/ 0 h 2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49" h="2799">
                <a:moveTo>
                  <a:pt x="0" y="8"/>
                </a:moveTo>
                <a:lnTo>
                  <a:pt x="0" y="8"/>
                </a:lnTo>
                <a:lnTo>
                  <a:pt x="0" y="8"/>
                </a:lnTo>
                <a:lnTo>
                  <a:pt x="0" y="8"/>
                </a:lnTo>
                <a:close/>
                <a:moveTo>
                  <a:pt x="8" y="0"/>
                </a:moveTo>
                <a:lnTo>
                  <a:pt x="0" y="8"/>
                </a:lnTo>
                <a:lnTo>
                  <a:pt x="763" y="768"/>
                </a:lnTo>
                <a:lnTo>
                  <a:pt x="974" y="773"/>
                </a:lnTo>
                <a:lnTo>
                  <a:pt x="1102" y="901"/>
                </a:lnTo>
                <a:lnTo>
                  <a:pt x="1092" y="1081"/>
                </a:lnTo>
                <a:lnTo>
                  <a:pt x="1873" y="1862"/>
                </a:lnTo>
                <a:lnTo>
                  <a:pt x="2074" y="1859"/>
                </a:lnTo>
                <a:lnTo>
                  <a:pt x="2538" y="2324"/>
                </a:lnTo>
                <a:lnTo>
                  <a:pt x="2538" y="2799"/>
                </a:lnTo>
                <a:lnTo>
                  <a:pt x="2549" y="2799"/>
                </a:lnTo>
                <a:lnTo>
                  <a:pt x="2549" y="2319"/>
                </a:lnTo>
                <a:lnTo>
                  <a:pt x="2079" y="1849"/>
                </a:lnTo>
                <a:lnTo>
                  <a:pt x="1875" y="1851"/>
                </a:lnTo>
                <a:lnTo>
                  <a:pt x="1102" y="1078"/>
                </a:lnTo>
                <a:lnTo>
                  <a:pt x="1113" y="896"/>
                </a:lnTo>
                <a:lnTo>
                  <a:pt x="977" y="762"/>
                </a:lnTo>
                <a:lnTo>
                  <a:pt x="768" y="760"/>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63" name="Freeform 1263"/>
          <p:cNvSpPr>
            <a:spLocks noEditPoints="1"/>
          </p:cNvSpPr>
          <p:nvPr/>
        </p:nvSpPr>
        <p:spPr bwMode="auto">
          <a:xfrm>
            <a:off x="-4817293" y="4937125"/>
            <a:ext cx="4046538" cy="4443413"/>
          </a:xfrm>
          <a:custGeom>
            <a:avLst/>
            <a:gdLst>
              <a:gd name="T0" fmla="*/ 0 w 2549"/>
              <a:gd name="T1" fmla="*/ 8 h 2799"/>
              <a:gd name="T2" fmla="*/ 0 w 2549"/>
              <a:gd name="T3" fmla="*/ 8 h 2799"/>
              <a:gd name="T4" fmla="*/ 0 w 2549"/>
              <a:gd name="T5" fmla="*/ 8 h 2799"/>
              <a:gd name="T6" fmla="*/ 0 w 2549"/>
              <a:gd name="T7" fmla="*/ 8 h 2799"/>
              <a:gd name="T8" fmla="*/ 8 w 2549"/>
              <a:gd name="T9" fmla="*/ 0 h 2799"/>
              <a:gd name="T10" fmla="*/ 0 w 2549"/>
              <a:gd name="T11" fmla="*/ 8 h 2799"/>
              <a:gd name="T12" fmla="*/ 763 w 2549"/>
              <a:gd name="T13" fmla="*/ 768 h 2799"/>
              <a:gd name="T14" fmla="*/ 974 w 2549"/>
              <a:gd name="T15" fmla="*/ 773 h 2799"/>
              <a:gd name="T16" fmla="*/ 1102 w 2549"/>
              <a:gd name="T17" fmla="*/ 901 h 2799"/>
              <a:gd name="T18" fmla="*/ 1092 w 2549"/>
              <a:gd name="T19" fmla="*/ 1081 h 2799"/>
              <a:gd name="T20" fmla="*/ 1873 w 2549"/>
              <a:gd name="T21" fmla="*/ 1862 h 2799"/>
              <a:gd name="T22" fmla="*/ 2074 w 2549"/>
              <a:gd name="T23" fmla="*/ 1859 h 2799"/>
              <a:gd name="T24" fmla="*/ 2538 w 2549"/>
              <a:gd name="T25" fmla="*/ 2324 h 2799"/>
              <a:gd name="T26" fmla="*/ 2538 w 2549"/>
              <a:gd name="T27" fmla="*/ 2799 h 2799"/>
              <a:gd name="T28" fmla="*/ 2549 w 2549"/>
              <a:gd name="T29" fmla="*/ 2799 h 2799"/>
              <a:gd name="T30" fmla="*/ 2549 w 2549"/>
              <a:gd name="T31" fmla="*/ 2319 h 2799"/>
              <a:gd name="T32" fmla="*/ 2079 w 2549"/>
              <a:gd name="T33" fmla="*/ 1849 h 2799"/>
              <a:gd name="T34" fmla="*/ 1875 w 2549"/>
              <a:gd name="T35" fmla="*/ 1851 h 2799"/>
              <a:gd name="T36" fmla="*/ 1102 w 2549"/>
              <a:gd name="T37" fmla="*/ 1078 h 2799"/>
              <a:gd name="T38" fmla="*/ 1113 w 2549"/>
              <a:gd name="T39" fmla="*/ 896 h 2799"/>
              <a:gd name="T40" fmla="*/ 977 w 2549"/>
              <a:gd name="T41" fmla="*/ 762 h 2799"/>
              <a:gd name="T42" fmla="*/ 768 w 2549"/>
              <a:gd name="T43" fmla="*/ 760 h 2799"/>
              <a:gd name="T44" fmla="*/ 8 w 2549"/>
              <a:gd name="T45" fmla="*/ 0 h 2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49" h="2799">
                <a:moveTo>
                  <a:pt x="0" y="8"/>
                </a:moveTo>
                <a:lnTo>
                  <a:pt x="0" y="8"/>
                </a:lnTo>
                <a:lnTo>
                  <a:pt x="0" y="8"/>
                </a:lnTo>
                <a:lnTo>
                  <a:pt x="0" y="8"/>
                </a:lnTo>
                <a:moveTo>
                  <a:pt x="8" y="0"/>
                </a:moveTo>
                <a:lnTo>
                  <a:pt x="0" y="8"/>
                </a:lnTo>
                <a:lnTo>
                  <a:pt x="763" y="768"/>
                </a:lnTo>
                <a:lnTo>
                  <a:pt x="974" y="773"/>
                </a:lnTo>
                <a:lnTo>
                  <a:pt x="1102" y="901"/>
                </a:lnTo>
                <a:lnTo>
                  <a:pt x="1092" y="1081"/>
                </a:lnTo>
                <a:lnTo>
                  <a:pt x="1873" y="1862"/>
                </a:lnTo>
                <a:lnTo>
                  <a:pt x="2074" y="1859"/>
                </a:lnTo>
                <a:lnTo>
                  <a:pt x="2538" y="2324"/>
                </a:lnTo>
                <a:lnTo>
                  <a:pt x="2538" y="2799"/>
                </a:lnTo>
                <a:lnTo>
                  <a:pt x="2549" y="2799"/>
                </a:lnTo>
                <a:lnTo>
                  <a:pt x="2549" y="2319"/>
                </a:lnTo>
                <a:lnTo>
                  <a:pt x="2079" y="1849"/>
                </a:lnTo>
                <a:lnTo>
                  <a:pt x="1875" y="1851"/>
                </a:lnTo>
                <a:lnTo>
                  <a:pt x="1102" y="1078"/>
                </a:lnTo>
                <a:lnTo>
                  <a:pt x="1113" y="896"/>
                </a:lnTo>
                <a:lnTo>
                  <a:pt x="977" y="762"/>
                </a:lnTo>
                <a:lnTo>
                  <a:pt x="768" y="760"/>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64" name="Freeform 1264"/>
          <p:cNvSpPr>
            <a:spLocks/>
          </p:cNvSpPr>
          <p:nvPr/>
        </p:nvSpPr>
        <p:spPr bwMode="auto">
          <a:xfrm>
            <a:off x="-3345680" y="6424613"/>
            <a:ext cx="2508250" cy="3155950"/>
          </a:xfrm>
          <a:custGeom>
            <a:avLst/>
            <a:gdLst>
              <a:gd name="T0" fmla="*/ 4 w 605"/>
              <a:gd name="T1" fmla="*/ 0 h 761"/>
              <a:gd name="T2" fmla="*/ 1 w 605"/>
              <a:gd name="T3" fmla="*/ 0 h 761"/>
              <a:gd name="T4" fmla="*/ 0 w 605"/>
              <a:gd name="T5" fmla="*/ 0 h 761"/>
              <a:gd name="T6" fmla="*/ 1 w 605"/>
              <a:gd name="T7" fmla="*/ 16 h 761"/>
              <a:gd name="T8" fmla="*/ 350 w 605"/>
              <a:gd name="T9" fmla="*/ 365 h 761"/>
              <a:gd name="T10" fmla="*/ 424 w 605"/>
              <a:gd name="T11" fmla="*/ 367 h 761"/>
              <a:gd name="T12" fmla="*/ 601 w 605"/>
              <a:gd name="T13" fmla="*/ 545 h 761"/>
              <a:gd name="T14" fmla="*/ 601 w 605"/>
              <a:gd name="T15" fmla="*/ 761 h 761"/>
              <a:gd name="T16" fmla="*/ 605 w 605"/>
              <a:gd name="T17" fmla="*/ 761 h 761"/>
              <a:gd name="T18" fmla="*/ 605 w 605"/>
              <a:gd name="T19" fmla="*/ 543 h 761"/>
              <a:gd name="T20" fmla="*/ 426 w 605"/>
              <a:gd name="T21" fmla="*/ 363 h 761"/>
              <a:gd name="T22" fmla="*/ 352 w 605"/>
              <a:gd name="T23" fmla="*/ 361 h 761"/>
              <a:gd name="T24" fmla="*/ 5 w 605"/>
              <a:gd name="T25" fmla="*/ 15 h 761"/>
              <a:gd name="T26" fmla="*/ 4 w 605"/>
              <a:gd name="T27" fmla="*/ 0 h 7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5" h="761">
                <a:moveTo>
                  <a:pt x="4" y="0"/>
                </a:moveTo>
                <a:cubicBezTo>
                  <a:pt x="3" y="0"/>
                  <a:pt x="2" y="0"/>
                  <a:pt x="1" y="0"/>
                </a:cubicBezTo>
                <a:cubicBezTo>
                  <a:pt x="1" y="0"/>
                  <a:pt x="0" y="0"/>
                  <a:pt x="0" y="0"/>
                </a:cubicBezTo>
                <a:cubicBezTo>
                  <a:pt x="1" y="16"/>
                  <a:pt x="1" y="16"/>
                  <a:pt x="1" y="16"/>
                </a:cubicBezTo>
                <a:cubicBezTo>
                  <a:pt x="350" y="365"/>
                  <a:pt x="350" y="365"/>
                  <a:pt x="350" y="365"/>
                </a:cubicBezTo>
                <a:cubicBezTo>
                  <a:pt x="424" y="367"/>
                  <a:pt x="424" y="367"/>
                  <a:pt x="424" y="367"/>
                </a:cubicBezTo>
                <a:cubicBezTo>
                  <a:pt x="601" y="545"/>
                  <a:pt x="601" y="545"/>
                  <a:pt x="601" y="545"/>
                </a:cubicBezTo>
                <a:cubicBezTo>
                  <a:pt x="601" y="761"/>
                  <a:pt x="601" y="761"/>
                  <a:pt x="601" y="761"/>
                </a:cubicBezTo>
                <a:cubicBezTo>
                  <a:pt x="605" y="761"/>
                  <a:pt x="605" y="761"/>
                  <a:pt x="605" y="761"/>
                </a:cubicBezTo>
                <a:cubicBezTo>
                  <a:pt x="605" y="543"/>
                  <a:pt x="605" y="543"/>
                  <a:pt x="605" y="543"/>
                </a:cubicBezTo>
                <a:cubicBezTo>
                  <a:pt x="426" y="363"/>
                  <a:pt x="426" y="363"/>
                  <a:pt x="426" y="363"/>
                </a:cubicBezTo>
                <a:cubicBezTo>
                  <a:pt x="352" y="361"/>
                  <a:pt x="352" y="361"/>
                  <a:pt x="352" y="361"/>
                </a:cubicBezTo>
                <a:cubicBezTo>
                  <a:pt x="5" y="15"/>
                  <a:pt x="5" y="15"/>
                  <a:pt x="5" y="15"/>
                </a:cubicBezTo>
                <a:cubicBezTo>
                  <a:pt x="4" y="0"/>
                  <a:pt x="4" y="0"/>
                  <a:pt x="4"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65" name="Freeform 1265"/>
          <p:cNvSpPr>
            <a:spLocks/>
          </p:cNvSpPr>
          <p:nvPr/>
        </p:nvSpPr>
        <p:spPr bwMode="auto">
          <a:xfrm>
            <a:off x="-2844030" y="6329363"/>
            <a:ext cx="136525" cy="136525"/>
          </a:xfrm>
          <a:custGeom>
            <a:avLst/>
            <a:gdLst>
              <a:gd name="T0" fmla="*/ 16 w 33"/>
              <a:gd name="T1" fmla="*/ 0 h 33"/>
              <a:gd name="T2" fmla="*/ 5 w 33"/>
              <a:gd name="T3" fmla="*/ 5 h 33"/>
              <a:gd name="T4" fmla="*/ 0 w 33"/>
              <a:gd name="T5" fmla="*/ 17 h 33"/>
              <a:gd name="T6" fmla="*/ 5 w 33"/>
              <a:gd name="T7" fmla="*/ 29 h 33"/>
              <a:gd name="T8" fmla="*/ 16 w 33"/>
              <a:gd name="T9" fmla="*/ 33 h 33"/>
              <a:gd name="T10" fmla="*/ 28 w 33"/>
              <a:gd name="T11" fmla="*/ 29 h 33"/>
              <a:gd name="T12" fmla="*/ 33 w 33"/>
              <a:gd name="T13" fmla="*/ 17 h 33"/>
              <a:gd name="T14" fmla="*/ 28 w 33"/>
              <a:gd name="T15" fmla="*/ 5 h 33"/>
              <a:gd name="T16" fmla="*/ 30 w 33"/>
              <a:gd name="T17" fmla="*/ 4 h 33"/>
              <a:gd name="T18" fmla="*/ 30 w 33"/>
              <a:gd name="T19" fmla="*/ 4 h 33"/>
              <a:gd name="T20" fmla="*/ 28 w 33"/>
              <a:gd name="T21" fmla="*/ 5 h 33"/>
              <a:gd name="T22" fmla="*/ 16 w 33"/>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3">
                <a:moveTo>
                  <a:pt x="16" y="0"/>
                </a:moveTo>
                <a:cubicBezTo>
                  <a:pt x="12" y="0"/>
                  <a:pt x="8" y="2"/>
                  <a:pt x="5" y="5"/>
                </a:cubicBezTo>
                <a:cubicBezTo>
                  <a:pt x="1" y="8"/>
                  <a:pt x="0" y="13"/>
                  <a:pt x="0" y="17"/>
                </a:cubicBezTo>
                <a:cubicBezTo>
                  <a:pt x="0" y="21"/>
                  <a:pt x="1" y="25"/>
                  <a:pt x="5" y="29"/>
                </a:cubicBezTo>
                <a:cubicBezTo>
                  <a:pt x="8" y="32"/>
                  <a:pt x="12" y="33"/>
                  <a:pt x="16" y="33"/>
                </a:cubicBezTo>
                <a:cubicBezTo>
                  <a:pt x="21" y="33"/>
                  <a:pt x="25" y="32"/>
                  <a:pt x="28" y="29"/>
                </a:cubicBezTo>
                <a:cubicBezTo>
                  <a:pt x="31" y="25"/>
                  <a:pt x="33" y="21"/>
                  <a:pt x="33" y="17"/>
                </a:cubicBezTo>
                <a:cubicBezTo>
                  <a:pt x="33" y="13"/>
                  <a:pt x="31" y="8"/>
                  <a:pt x="28" y="5"/>
                </a:cubicBezTo>
                <a:cubicBezTo>
                  <a:pt x="30" y="4"/>
                  <a:pt x="30" y="4"/>
                  <a:pt x="30" y="4"/>
                </a:cubicBezTo>
                <a:cubicBezTo>
                  <a:pt x="30" y="4"/>
                  <a:pt x="30" y="4"/>
                  <a:pt x="30" y="4"/>
                </a:cubicBezTo>
                <a:cubicBezTo>
                  <a:pt x="28" y="5"/>
                  <a:pt x="28" y="5"/>
                  <a:pt x="28" y="5"/>
                </a:cubicBezTo>
                <a:cubicBezTo>
                  <a:pt x="25" y="2"/>
                  <a:pt x="21"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66" name="Freeform 1266"/>
          <p:cNvSpPr>
            <a:spLocks noEditPoints="1"/>
          </p:cNvSpPr>
          <p:nvPr/>
        </p:nvSpPr>
        <p:spPr bwMode="auto">
          <a:xfrm>
            <a:off x="-2859905" y="6313488"/>
            <a:ext cx="169863" cy="169863"/>
          </a:xfrm>
          <a:custGeom>
            <a:avLst/>
            <a:gdLst>
              <a:gd name="T0" fmla="*/ 20 w 41"/>
              <a:gd name="T1" fmla="*/ 37 h 41"/>
              <a:gd name="T2" fmla="*/ 9 w 41"/>
              <a:gd name="T3" fmla="*/ 33 h 41"/>
              <a:gd name="T4" fmla="*/ 4 w 41"/>
              <a:gd name="T5" fmla="*/ 21 h 41"/>
              <a:gd name="T6" fmla="*/ 9 w 41"/>
              <a:gd name="T7" fmla="*/ 9 h 41"/>
              <a:gd name="T8" fmla="*/ 20 w 41"/>
              <a:gd name="T9" fmla="*/ 4 h 41"/>
              <a:gd name="T10" fmla="*/ 32 w 41"/>
              <a:gd name="T11" fmla="*/ 9 h 41"/>
              <a:gd name="T12" fmla="*/ 34 w 41"/>
              <a:gd name="T13" fmla="*/ 8 h 41"/>
              <a:gd name="T14" fmla="*/ 35 w 41"/>
              <a:gd name="T15" fmla="*/ 6 h 41"/>
              <a:gd name="T16" fmla="*/ 34 w 41"/>
              <a:gd name="T17" fmla="*/ 8 h 41"/>
              <a:gd name="T18" fmla="*/ 32 w 41"/>
              <a:gd name="T19" fmla="*/ 9 h 41"/>
              <a:gd name="T20" fmla="*/ 37 w 41"/>
              <a:gd name="T21" fmla="*/ 21 h 41"/>
              <a:gd name="T22" fmla="*/ 32 w 41"/>
              <a:gd name="T23" fmla="*/ 33 h 41"/>
              <a:gd name="T24" fmla="*/ 20 w 41"/>
              <a:gd name="T25" fmla="*/ 37 h 41"/>
              <a:gd name="T26" fmla="*/ 20 w 41"/>
              <a:gd name="T27" fmla="*/ 0 h 41"/>
              <a:gd name="T28" fmla="*/ 20 w 41"/>
              <a:gd name="T29" fmla="*/ 0 h 41"/>
              <a:gd name="T30" fmla="*/ 6 w 41"/>
              <a:gd name="T31" fmla="*/ 6 h 41"/>
              <a:gd name="T32" fmla="*/ 0 w 41"/>
              <a:gd name="T33" fmla="*/ 21 h 41"/>
              <a:gd name="T34" fmla="*/ 6 w 41"/>
              <a:gd name="T35" fmla="*/ 35 h 41"/>
              <a:gd name="T36" fmla="*/ 17 w 41"/>
              <a:gd name="T37" fmla="*/ 41 h 41"/>
              <a:gd name="T38" fmla="*/ 20 w 41"/>
              <a:gd name="T39" fmla="*/ 41 h 41"/>
              <a:gd name="T40" fmla="*/ 20 w 41"/>
              <a:gd name="T41" fmla="*/ 41 h 41"/>
              <a:gd name="T42" fmla="*/ 21 w 41"/>
              <a:gd name="T43" fmla="*/ 41 h 41"/>
              <a:gd name="T44" fmla="*/ 35 w 41"/>
              <a:gd name="T45" fmla="*/ 35 h 41"/>
              <a:gd name="T46" fmla="*/ 41 w 41"/>
              <a:gd name="T47" fmla="*/ 21 h 41"/>
              <a:gd name="T48" fmla="*/ 35 w 41"/>
              <a:gd name="T49" fmla="*/ 6 h 41"/>
              <a:gd name="T50" fmla="*/ 35 w 41"/>
              <a:gd name="T51" fmla="*/ 6 h 41"/>
              <a:gd name="T52" fmla="*/ 20 w 41"/>
              <a:gd name="T5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41">
                <a:moveTo>
                  <a:pt x="20" y="37"/>
                </a:moveTo>
                <a:cubicBezTo>
                  <a:pt x="16" y="37"/>
                  <a:pt x="12" y="36"/>
                  <a:pt x="9" y="33"/>
                </a:cubicBezTo>
                <a:cubicBezTo>
                  <a:pt x="5" y="29"/>
                  <a:pt x="4" y="25"/>
                  <a:pt x="4" y="21"/>
                </a:cubicBezTo>
                <a:cubicBezTo>
                  <a:pt x="4" y="17"/>
                  <a:pt x="5" y="12"/>
                  <a:pt x="9" y="9"/>
                </a:cubicBezTo>
                <a:cubicBezTo>
                  <a:pt x="12" y="6"/>
                  <a:pt x="16" y="4"/>
                  <a:pt x="20" y="4"/>
                </a:cubicBezTo>
                <a:cubicBezTo>
                  <a:pt x="25" y="4"/>
                  <a:pt x="29" y="6"/>
                  <a:pt x="32" y="9"/>
                </a:cubicBezTo>
                <a:cubicBezTo>
                  <a:pt x="34" y="8"/>
                  <a:pt x="34" y="8"/>
                  <a:pt x="34" y="8"/>
                </a:cubicBezTo>
                <a:cubicBezTo>
                  <a:pt x="35" y="6"/>
                  <a:pt x="35" y="6"/>
                  <a:pt x="35" y="6"/>
                </a:cubicBezTo>
                <a:cubicBezTo>
                  <a:pt x="34" y="8"/>
                  <a:pt x="34" y="8"/>
                  <a:pt x="34" y="8"/>
                </a:cubicBezTo>
                <a:cubicBezTo>
                  <a:pt x="32" y="9"/>
                  <a:pt x="32" y="9"/>
                  <a:pt x="32" y="9"/>
                </a:cubicBezTo>
                <a:cubicBezTo>
                  <a:pt x="35" y="12"/>
                  <a:pt x="37" y="17"/>
                  <a:pt x="37" y="21"/>
                </a:cubicBezTo>
                <a:cubicBezTo>
                  <a:pt x="37" y="25"/>
                  <a:pt x="35" y="29"/>
                  <a:pt x="32" y="33"/>
                </a:cubicBezTo>
                <a:cubicBezTo>
                  <a:pt x="29" y="36"/>
                  <a:pt x="25" y="37"/>
                  <a:pt x="20" y="37"/>
                </a:cubicBezTo>
                <a:moveTo>
                  <a:pt x="20" y="0"/>
                </a:moveTo>
                <a:cubicBezTo>
                  <a:pt x="20" y="0"/>
                  <a:pt x="20" y="0"/>
                  <a:pt x="20" y="0"/>
                </a:cubicBezTo>
                <a:cubicBezTo>
                  <a:pt x="15" y="0"/>
                  <a:pt x="10" y="2"/>
                  <a:pt x="6" y="6"/>
                </a:cubicBezTo>
                <a:cubicBezTo>
                  <a:pt x="2" y="10"/>
                  <a:pt x="0" y="16"/>
                  <a:pt x="0" y="21"/>
                </a:cubicBezTo>
                <a:cubicBezTo>
                  <a:pt x="0" y="26"/>
                  <a:pt x="2" y="31"/>
                  <a:pt x="6" y="35"/>
                </a:cubicBezTo>
                <a:cubicBezTo>
                  <a:pt x="9" y="38"/>
                  <a:pt x="13" y="40"/>
                  <a:pt x="17" y="41"/>
                </a:cubicBezTo>
                <a:cubicBezTo>
                  <a:pt x="18" y="41"/>
                  <a:pt x="19" y="41"/>
                  <a:pt x="20" y="41"/>
                </a:cubicBezTo>
                <a:cubicBezTo>
                  <a:pt x="20" y="41"/>
                  <a:pt x="20" y="41"/>
                  <a:pt x="20" y="41"/>
                </a:cubicBezTo>
                <a:cubicBezTo>
                  <a:pt x="20" y="41"/>
                  <a:pt x="21" y="41"/>
                  <a:pt x="21" y="41"/>
                </a:cubicBezTo>
                <a:cubicBezTo>
                  <a:pt x="26" y="41"/>
                  <a:pt x="31" y="39"/>
                  <a:pt x="35" y="35"/>
                </a:cubicBezTo>
                <a:cubicBezTo>
                  <a:pt x="39" y="31"/>
                  <a:pt x="41" y="26"/>
                  <a:pt x="41" y="21"/>
                </a:cubicBezTo>
                <a:cubicBezTo>
                  <a:pt x="41" y="16"/>
                  <a:pt x="39" y="10"/>
                  <a:pt x="35" y="6"/>
                </a:cubicBezTo>
                <a:cubicBezTo>
                  <a:pt x="35" y="6"/>
                  <a:pt x="35" y="6"/>
                  <a:pt x="35" y="6"/>
                </a:cubicBezTo>
                <a:cubicBezTo>
                  <a:pt x="31" y="2"/>
                  <a:pt x="26"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67" name="Freeform 1267"/>
          <p:cNvSpPr>
            <a:spLocks/>
          </p:cNvSpPr>
          <p:nvPr/>
        </p:nvSpPr>
        <p:spPr bwMode="auto">
          <a:xfrm>
            <a:off x="-2445568" y="6637338"/>
            <a:ext cx="169863" cy="152400"/>
          </a:xfrm>
          <a:custGeom>
            <a:avLst/>
            <a:gdLst>
              <a:gd name="T0" fmla="*/ 20 w 41"/>
              <a:gd name="T1" fmla="*/ 0 h 37"/>
              <a:gd name="T2" fmla="*/ 7 w 41"/>
              <a:gd name="T3" fmla="*/ 6 h 37"/>
              <a:gd name="T4" fmla="*/ 7 w 41"/>
              <a:gd name="T5" fmla="*/ 32 h 37"/>
              <a:gd name="T6" fmla="*/ 20 w 41"/>
              <a:gd name="T7" fmla="*/ 37 h 37"/>
              <a:gd name="T8" fmla="*/ 34 w 41"/>
              <a:gd name="T9" fmla="*/ 32 h 37"/>
              <a:gd name="T10" fmla="*/ 35 w 41"/>
              <a:gd name="T11" fmla="*/ 7 h 37"/>
              <a:gd name="T12" fmla="*/ 34 w 41"/>
              <a:gd name="T13" fmla="*/ 6 h 37"/>
              <a:gd name="T14" fmla="*/ 32 w 41"/>
              <a:gd name="T15" fmla="*/ 4 h 37"/>
              <a:gd name="T16" fmla="*/ 20 w 41"/>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7">
                <a:moveTo>
                  <a:pt x="20" y="0"/>
                </a:moveTo>
                <a:cubicBezTo>
                  <a:pt x="16" y="0"/>
                  <a:pt x="11" y="2"/>
                  <a:pt x="7" y="6"/>
                </a:cubicBezTo>
                <a:cubicBezTo>
                  <a:pt x="0" y="13"/>
                  <a:pt x="0" y="25"/>
                  <a:pt x="7" y="32"/>
                </a:cubicBezTo>
                <a:cubicBezTo>
                  <a:pt x="11" y="36"/>
                  <a:pt x="16" y="37"/>
                  <a:pt x="20" y="37"/>
                </a:cubicBezTo>
                <a:cubicBezTo>
                  <a:pt x="25" y="37"/>
                  <a:pt x="30" y="36"/>
                  <a:pt x="34" y="32"/>
                </a:cubicBezTo>
                <a:cubicBezTo>
                  <a:pt x="40" y="25"/>
                  <a:pt x="41" y="14"/>
                  <a:pt x="35" y="7"/>
                </a:cubicBezTo>
                <a:cubicBezTo>
                  <a:pt x="35" y="7"/>
                  <a:pt x="34" y="6"/>
                  <a:pt x="34" y="6"/>
                </a:cubicBezTo>
                <a:cubicBezTo>
                  <a:pt x="33" y="5"/>
                  <a:pt x="33" y="5"/>
                  <a:pt x="32" y="4"/>
                </a:cubicBezTo>
                <a:cubicBezTo>
                  <a:pt x="29"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68" name="Freeform 1268"/>
          <p:cNvSpPr>
            <a:spLocks/>
          </p:cNvSpPr>
          <p:nvPr/>
        </p:nvSpPr>
        <p:spPr bwMode="auto">
          <a:xfrm>
            <a:off x="-3423468" y="6272213"/>
            <a:ext cx="169863" cy="152400"/>
          </a:xfrm>
          <a:custGeom>
            <a:avLst/>
            <a:gdLst>
              <a:gd name="T0" fmla="*/ 20 w 41"/>
              <a:gd name="T1" fmla="*/ 0 h 37"/>
              <a:gd name="T2" fmla="*/ 7 w 41"/>
              <a:gd name="T3" fmla="*/ 6 h 37"/>
              <a:gd name="T4" fmla="*/ 7 w 41"/>
              <a:gd name="T5" fmla="*/ 32 h 37"/>
              <a:gd name="T6" fmla="*/ 19 w 41"/>
              <a:gd name="T7" fmla="*/ 37 h 37"/>
              <a:gd name="T8" fmla="*/ 20 w 41"/>
              <a:gd name="T9" fmla="*/ 37 h 37"/>
              <a:gd name="T10" fmla="*/ 23 w 41"/>
              <a:gd name="T11" fmla="*/ 37 h 37"/>
              <a:gd name="T12" fmla="*/ 34 w 41"/>
              <a:gd name="T13" fmla="*/ 32 h 37"/>
              <a:gd name="T14" fmla="*/ 34 w 41"/>
              <a:gd name="T15" fmla="*/ 6 h 37"/>
              <a:gd name="T16" fmla="*/ 20 w 41"/>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7">
                <a:moveTo>
                  <a:pt x="20" y="0"/>
                </a:moveTo>
                <a:cubicBezTo>
                  <a:pt x="16" y="0"/>
                  <a:pt x="11" y="2"/>
                  <a:pt x="7" y="6"/>
                </a:cubicBezTo>
                <a:cubicBezTo>
                  <a:pt x="0" y="13"/>
                  <a:pt x="0" y="25"/>
                  <a:pt x="7" y="32"/>
                </a:cubicBezTo>
                <a:cubicBezTo>
                  <a:pt x="11" y="35"/>
                  <a:pt x="15" y="37"/>
                  <a:pt x="19" y="37"/>
                </a:cubicBezTo>
                <a:cubicBezTo>
                  <a:pt x="19" y="37"/>
                  <a:pt x="20" y="37"/>
                  <a:pt x="20" y="37"/>
                </a:cubicBezTo>
                <a:cubicBezTo>
                  <a:pt x="21" y="37"/>
                  <a:pt x="22" y="37"/>
                  <a:pt x="23" y="37"/>
                </a:cubicBezTo>
                <a:cubicBezTo>
                  <a:pt x="27" y="37"/>
                  <a:pt x="31" y="35"/>
                  <a:pt x="34" y="32"/>
                </a:cubicBezTo>
                <a:cubicBezTo>
                  <a:pt x="41" y="25"/>
                  <a:pt x="41" y="13"/>
                  <a:pt x="34"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69" name="Freeform 1269"/>
          <p:cNvSpPr>
            <a:spLocks/>
          </p:cNvSpPr>
          <p:nvPr/>
        </p:nvSpPr>
        <p:spPr bwMode="auto">
          <a:xfrm>
            <a:off x="-2378893" y="6818313"/>
            <a:ext cx="169863" cy="153988"/>
          </a:xfrm>
          <a:custGeom>
            <a:avLst/>
            <a:gdLst>
              <a:gd name="T0" fmla="*/ 20 w 41"/>
              <a:gd name="T1" fmla="*/ 0 h 37"/>
              <a:gd name="T2" fmla="*/ 7 w 41"/>
              <a:gd name="T3" fmla="*/ 6 h 37"/>
              <a:gd name="T4" fmla="*/ 7 w 41"/>
              <a:gd name="T5" fmla="*/ 32 h 37"/>
              <a:gd name="T6" fmla="*/ 20 w 41"/>
              <a:gd name="T7" fmla="*/ 37 h 37"/>
              <a:gd name="T8" fmla="*/ 32 w 41"/>
              <a:gd name="T9" fmla="*/ 34 h 37"/>
              <a:gd name="T10" fmla="*/ 34 w 41"/>
              <a:gd name="T11" fmla="*/ 32 h 37"/>
              <a:gd name="T12" fmla="*/ 35 w 41"/>
              <a:gd name="T13" fmla="*/ 31 h 37"/>
              <a:gd name="T14" fmla="*/ 34 w 41"/>
              <a:gd name="T15" fmla="*/ 6 h 37"/>
              <a:gd name="T16" fmla="*/ 20 w 41"/>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7">
                <a:moveTo>
                  <a:pt x="20" y="0"/>
                </a:moveTo>
                <a:cubicBezTo>
                  <a:pt x="16" y="0"/>
                  <a:pt x="11" y="2"/>
                  <a:pt x="7" y="6"/>
                </a:cubicBezTo>
                <a:cubicBezTo>
                  <a:pt x="0" y="13"/>
                  <a:pt x="0" y="25"/>
                  <a:pt x="7" y="32"/>
                </a:cubicBezTo>
                <a:cubicBezTo>
                  <a:pt x="11" y="36"/>
                  <a:pt x="16" y="37"/>
                  <a:pt x="20" y="37"/>
                </a:cubicBezTo>
                <a:cubicBezTo>
                  <a:pt x="24" y="37"/>
                  <a:pt x="29" y="36"/>
                  <a:pt x="32" y="34"/>
                </a:cubicBezTo>
                <a:cubicBezTo>
                  <a:pt x="32" y="33"/>
                  <a:pt x="33" y="33"/>
                  <a:pt x="34" y="32"/>
                </a:cubicBezTo>
                <a:cubicBezTo>
                  <a:pt x="34" y="32"/>
                  <a:pt x="34" y="31"/>
                  <a:pt x="35" y="31"/>
                </a:cubicBezTo>
                <a:cubicBezTo>
                  <a:pt x="41" y="23"/>
                  <a:pt x="41" y="13"/>
                  <a:pt x="34"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70" name="Freeform 1270"/>
          <p:cNvSpPr>
            <a:spLocks noEditPoints="1"/>
          </p:cNvSpPr>
          <p:nvPr/>
        </p:nvSpPr>
        <p:spPr bwMode="auto">
          <a:xfrm>
            <a:off x="-2669405" y="6362700"/>
            <a:ext cx="231775" cy="231775"/>
          </a:xfrm>
          <a:custGeom>
            <a:avLst/>
            <a:gdLst>
              <a:gd name="T0" fmla="*/ 28 w 56"/>
              <a:gd name="T1" fmla="*/ 47 h 56"/>
              <a:gd name="T2" fmla="*/ 15 w 56"/>
              <a:gd name="T3" fmla="*/ 41 h 56"/>
              <a:gd name="T4" fmla="*/ 15 w 56"/>
              <a:gd name="T5" fmla="*/ 15 h 56"/>
              <a:gd name="T6" fmla="*/ 28 w 56"/>
              <a:gd name="T7" fmla="*/ 9 h 56"/>
              <a:gd name="T8" fmla="*/ 41 w 56"/>
              <a:gd name="T9" fmla="*/ 15 h 56"/>
              <a:gd name="T10" fmla="*/ 41 w 56"/>
              <a:gd name="T11" fmla="*/ 41 h 56"/>
              <a:gd name="T12" fmla="*/ 28 w 56"/>
              <a:gd name="T13" fmla="*/ 47 h 56"/>
              <a:gd name="T14" fmla="*/ 28 w 56"/>
              <a:gd name="T15" fmla="*/ 0 h 56"/>
              <a:gd name="T16" fmla="*/ 8 w 56"/>
              <a:gd name="T17" fmla="*/ 8 h 56"/>
              <a:gd name="T18" fmla="*/ 0 w 56"/>
              <a:gd name="T19" fmla="*/ 28 h 56"/>
              <a:gd name="T20" fmla="*/ 8 w 56"/>
              <a:gd name="T21" fmla="*/ 48 h 56"/>
              <a:gd name="T22" fmla="*/ 7 w 56"/>
              <a:gd name="T23" fmla="*/ 49 h 56"/>
              <a:gd name="T24" fmla="*/ 7 w 56"/>
              <a:gd name="T25" fmla="*/ 49 h 56"/>
              <a:gd name="T26" fmla="*/ 8 w 56"/>
              <a:gd name="T27" fmla="*/ 48 h 56"/>
              <a:gd name="T28" fmla="*/ 28 w 56"/>
              <a:gd name="T29" fmla="*/ 56 h 56"/>
              <a:gd name="T30" fmla="*/ 48 w 56"/>
              <a:gd name="T31" fmla="*/ 48 h 56"/>
              <a:gd name="T32" fmla="*/ 56 w 56"/>
              <a:gd name="T33" fmla="*/ 28 h 56"/>
              <a:gd name="T34" fmla="*/ 48 w 56"/>
              <a:gd name="T35" fmla="*/ 8 h 56"/>
              <a:gd name="T36" fmla="*/ 28 w 56"/>
              <a:gd name="T3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6" h="56">
                <a:moveTo>
                  <a:pt x="28" y="47"/>
                </a:moveTo>
                <a:cubicBezTo>
                  <a:pt x="23" y="47"/>
                  <a:pt x="19" y="45"/>
                  <a:pt x="15" y="41"/>
                </a:cubicBezTo>
                <a:cubicBezTo>
                  <a:pt x="8" y="34"/>
                  <a:pt x="8" y="22"/>
                  <a:pt x="15" y="15"/>
                </a:cubicBezTo>
                <a:cubicBezTo>
                  <a:pt x="19" y="11"/>
                  <a:pt x="23" y="9"/>
                  <a:pt x="28" y="9"/>
                </a:cubicBezTo>
                <a:cubicBezTo>
                  <a:pt x="33" y="9"/>
                  <a:pt x="38" y="11"/>
                  <a:pt x="41" y="15"/>
                </a:cubicBezTo>
                <a:cubicBezTo>
                  <a:pt x="49" y="22"/>
                  <a:pt x="49" y="34"/>
                  <a:pt x="41" y="41"/>
                </a:cubicBezTo>
                <a:cubicBezTo>
                  <a:pt x="38" y="45"/>
                  <a:pt x="33" y="47"/>
                  <a:pt x="28" y="47"/>
                </a:cubicBezTo>
                <a:moveTo>
                  <a:pt x="28" y="0"/>
                </a:moveTo>
                <a:cubicBezTo>
                  <a:pt x="21" y="0"/>
                  <a:pt x="14" y="2"/>
                  <a:pt x="8" y="8"/>
                </a:cubicBezTo>
                <a:cubicBezTo>
                  <a:pt x="3" y="13"/>
                  <a:pt x="0" y="21"/>
                  <a:pt x="0" y="28"/>
                </a:cubicBezTo>
                <a:cubicBezTo>
                  <a:pt x="0" y="35"/>
                  <a:pt x="3" y="42"/>
                  <a:pt x="8" y="48"/>
                </a:cubicBezTo>
                <a:cubicBezTo>
                  <a:pt x="7" y="49"/>
                  <a:pt x="7" y="49"/>
                  <a:pt x="7" y="49"/>
                </a:cubicBezTo>
                <a:cubicBezTo>
                  <a:pt x="7" y="49"/>
                  <a:pt x="7" y="49"/>
                  <a:pt x="7" y="49"/>
                </a:cubicBezTo>
                <a:cubicBezTo>
                  <a:pt x="8" y="48"/>
                  <a:pt x="8" y="48"/>
                  <a:pt x="8" y="48"/>
                </a:cubicBezTo>
                <a:cubicBezTo>
                  <a:pt x="14" y="54"/>
                  <a:pt x="21" y="56"/>
                  <a:pt x="28" y="56"/>
                </a:cubicBezTo>
                <a:cubicBezTo>
                  <a:pt x="35" y="56"/>
                  <a:pt x="43" y="54"/>
                  <a:pt x="48" y="48"/>
                </a:cubicBezTo>
                <a:cubicBezTo>
                  <a:pt x="54" y="42"/>
                  <a:pt x="56" y="35"/>
                  <a:pt x="56" y="28"/>
                </a:cubicBezTo>
                <a:cubicBezTo>
                  <a:pt x="56" y="21"/>
                  <a:pt x="54" y="13"/>
                  <a:pt x="48" y="8"/>
                </a:cubicBezTo>
                <a:cubicBezTo>
                  <a:pt x="43" y="2"/>
                  <a:pt x="35"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71" name="Freeform 1271"/>
          <p:cNvSpPr>
            <a:spLocks/>
          </p:cNvSpPr>
          <p:nvPr/>
        </p:nvSpPr>
        <p:spPr bwMode="auto">
          <a:xfrm>
            <a:off x="-2685280" y="6346825"/>
            <a:ext cx="265113" cy="265113"/>
          </a:xfrm>
          <a:custGeom>
            <a:avLst/>
            <a:gdLst>
              <a:gd name="T0" fmla="*/ 32 w 64"/>
              <a:gd name="T1" fmla="*/ 0 h 64"/>
              <a:gd name="T2" fmla="*/ 32 w 64"/>
              <a:gd name="T3" fmla="*/ 0 h 64"/>
              <a:gd name="T4" fmla="*/ 9 w 64"/>
              <a:gd name="T5" fmla="*/ 9 h 64"/>
              <a:gd name="T6" fmla="*/ 0 w 64"/>
              <a:gd name="T7" fmla="*/ 32 h 64"/>
              <a:gd name="T8" fmla="*/ 9 w 64"/>
              <a:gd name="T9" fmla="*/ 55 h 64"/>
              <a:gd name="T10" fmla="*/ 11 w 64"/>
              <a:gd name="T11" fmla="*/ 53 h 64"/>
              <a:gd name="T12" fmla="*/ 12 w 64"/>
              <a:gd name="T13" fmla="*/ 52 h 64"/>
              <a:gd name="T14" fmla="*/ 4 w 64"/>
              <a:gd name="T15" fmla="*/ 32 h 64"/>
              <a:gd name="T16" fmla="*/ 12 w 64"/>
              <a:gd name="T17" fmla="*/ 12 h 64"/>
              <a:gd name="T18" fmla="*/ 32 w 64"/>
              <a:gd name="T19" fmla="*/ 4 h 64"/>
              <a:gd name="T20" fmla="*/ 52 w 64"/>
              <a:gd name="T21" fmla="*/ 12 h 64"/>
              <a:gd name="T22" fmla="*/ 60 w 64"/>
              <a:gd name="T23" fmla="*/ 32 h 64"/>
              <a:gd name="T24" fmla="*/ 52 w 64"/>
              <a:gd name="T25" fmla="*/ 52 h 64"/>
              <a:gd name="T26" fmla="*/ 32 w 64"/>
              <a:gd name="T27" fmla="*/ 60 h 64"/>
              <a:gd name="T28" fmla="*/ 12 w 64"/>
              <a:gd name="T29" fmla="*/ 52 h 64"/>
              <a:gd name="T30" fmla="*/ 11 w 64"/>
              <a:gd name="T31" fmla="*/ 53 h 64"/>
              <a:gd name="T32" fmla="*/ 9 w 64"/>
              <a:gd name="T33" fmla="*/ 55 h 64"/>
              <a:gd name="T34" fmla="*/ 32 w 64"/>
              <a:gd name="T35" fmla="*/ 64 h 64"/>
              <a:gd name="T36" fmla="*/ 32 w 64"/>
              <a:gd name="T37" fmla="*/ 64 h 64"/>
              <a:gd name="T38" fmla="*/ 55 w 64"/>
              <a:gd name="T39" fmla="*/ 55 h 64"/>
              <a:gd name="T40" fmla="*/ 64 w 64"/>
              <a:gd name="T41" fmla="*/ 32 h 64"/>
              <a:gd name="T42" fmla="*/ 55 w 64"/>
              <a:gd name="T43" fmla="*/ 9 h 64"/>
              <a:gd name="T44" fmla="*/ 48 w 64"/>
              <a:gd name="T45" fmla="*/ 4 h 64"/>
              <a:gd name="T46" fmla="*/ 44 w 64"/>
              <a:gd name="T47" fmla="*/ 2 h 64"/>
              <a:gd name="T48" fmla="*/ 32 w 64"/>
              <a:gd name="T4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4" h="64">
                <a:moveTo>
                  <a:pt x="32" y="0"/>
                </a:moveTo>
                <a:cubicBezTo>
                  <a:pt x="32" y="0"/>
                  <a:pt x="32" y="0"/>
                  <a:pt x="32" y="0"/>
                </a:cubicBezTo>
                <a:cubicBezTo>
                  <a:pt x="24" y="0"/>
                  <a:pt x="16" y="3"/>
                  <a:pt x="9" y="9"/>
                </a:cubicBezTo>
                <a:cubicBezTo>
                  <a:pt x="3" y="15"/>
                  <a:pt x="0" y="24"/>
                  <a:pt x="0" y="32"/>
                </a:cubicBezTo>
                <a:cubicBezTo>
                  <a:pt x="0" y="40"/>
                  <a:pt x="3" y="49"/>
                  <a:pt x="9" y="55"/>
                </a:cubicBezTo>
                <a:cubicBezTo>
                  <a:pt x="11" y="53"/>
                  <a:pt x="11" y="53"/>
                  <a:pt x="11" y="53"/>
                </a:cubicBezTo>
                <a:cubicBezTo>
                  <a:pt x="12" y="52"/>
                  <a:pt x="12" y="52"/>
                  <a:pt x="12" y="52"/>
                </a:cubicBezTo>
                <a:cubicBezTo>
                  <a:pt x="7" y="46"/>
                  <a:pt x="4" y="39"/>
                  <a:pt x="4" y="32"/>
                </a:cubicBezTo>
                <a:cubicBezTo>
                  <a:pt x="4" y="25"/>
                  <a:pt x="7" y="17"/>
                  <a:pt x="12" y="12"/>
                </a:cubicBezTo>
                <a:cubicBezTo>
                  <a:pt x="18" y="6"/>
                  <a:pt x="25" y="4"/>
                  <a:pt x="32" y="4"/>
                </a:cubicBezTo>
                <a:cubicBezTo>
                  <a:pt x="39" y="4"/>
                  <a:pt x="47" y="6"/>
                  <a:pt x="52" y="12"/>
                </a:cubicBezTo>
                <a:cubicBezTo>
                  <a:pt x="58" y="17"/>
                  <a:pt x="60" y="25"/>
                  <a:pt x="60" y="32"/>
                </a:cubicBezTo>
                <a:cubicBezTo>
                  <a:pt x="60" y="39"/>
                  <a:pt x="58" y="46"/>
                  <a:pt x="52" y="52"/>
                </a:cubicBezTo>
                <a:cubicBezTo>
                  <a:pt x="47" y="58"/>
                  <a:pt x="39" y="60"/>
                  <a:pt x="32" y="60"/>
                </a:cubicBezTo>
                <a:cubicBezTo>
                  <a:pt x="25" y="60"/>
                  <a:pt x="18" y="58"/>
                  <a:pt x="12" y="52"/>
                </a:cubicBezTo>
                <a:cubicBezTo>
                  <a:pt x="11" y="53"/>
                  <a:pt x="11" y="53"/>
                  <a:pt x="11" y="53"/>
                </a:cubicBezTo>
                <a:cubicBezTo>
                  <a:pt x="9" y="55"/>
                  <a:pt x="9" y="55"/>
                  <a:pt x="9" y="55"/>
                </a:cubicBezTo>
                <a:cubicBezTo>
                  <a:pt x="16" y="61"/>
                  <a:pt x="24" y="64"/>
                  <a:pt x="32" y="64"/>
                </a:cubicBezTo>
                <a:cubicBezTo>
                  <a:pt x="32" y="64"/>
                  <a:pt x="32" y="64"/>
                  <a:pt x="32" y="64"/>
                </a:cubicBezTo>
                <a:cubicBezTo>
                  <a:pt x="40" y="64"/>
                  <a:pt x="49" y="61"/>
                  <a:pt x="55" y="55"/>
                </a:cubicBezTo>
                <a:cubicBezTo>
                  <a:pt x="61" y="49"/>
                  <a:pt x="64" y="40"/>
                  <a:pt x="64" y="32"/>
                </a:cubicBezTo>
                <a:cubicBezTo>
                  <a:pt x="64" y="24"/>
                  <a:pt x="61" y="15"/>
                  <a:pt x="55" y="9"/>
                </a:cubicBezTo>
                <a:cubicBezTo>
                  <a:pt x="53" y="7"/>
                  <a:pt x="51" y="5"/>
                  <a:pt x="48" y="4"/>
                </a:cubicBezTo>
                <a:cubicBezTo>
                  <a:pt x="47" y="3"/>
                  <a:pt x="46" y="3"/>
                  <a:pt x="44" y="2"/>
                </a:cubicBezTo>
                <a:cubicBezTo>
                  <a:pt x="40" y="0"/>
                  <a:pt x="36"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72" name="Freeform 1272"/>
          <p:cNvSpPr>
            <a:spLocks/>
          </p:cNvSpPr>
          <p:nvPr/>
        </p:nvSpPr>
        <p:spPr bwMode="auto">
          <a:xfrm>
            <a:off x="-2636068" y="6400800"/>
            <a:ext cx="169863" cy="157163"/>
          </a:xfrm>
          <a:custGeom>
            <a:avLst/>
            <a:gdLst>
              <a:gd name="T0" fmla="*/ 20 w 41"/>
              <a:gd name="T1" fmla="*/ 0 h 38"/>
              <a:gd name="T2" fmla="*/ 7 w 41"/>
              <a:gd name="T3" fmla="*/ 6 h 38"/>
              <a:gd name="T4" fmla="*/ 7 w 41"/>
              <a:gd name="T5" fmla="*/ 32 h 38"/>
              <a:gd name="T6" fmla="*/ 20 w 41"/>
              <a:gd name="T7" fmla="*/ 38 h 38"/>
              <a:gd name="T8" fmla="*/ 33 w 41"/>
              <a:gd name="T9" fmla="*/ 32 h 38"/>
              <a:gd name="T10" fmla="*/ 33 w 41"/>
              <a:gd name="T11" fmla="*/ 6 h 38"/>
              <a:gd name="T12" fmla="*/ 20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0" y="0"/>
                </a:moveTo>
                <a:cubicBezTo>
                  <a:pt x="15" y="0"/>
                  <a:pt x="11" y="2"/>
                  <a:pt x="7" y="6"/>
                </a:cubicBezTo>
                <a:cubicBezTo>
                  <a:pt x="0" y="13"/>
                  <a:pt x="0" y="25"/>
                  <a:pt x="7" y="32"/>
                </a:cubicBezTo>
                <a:cubicBezTo>
                  <a:pt x="11" y="36"/>
                  <a:pt x="15" y="38"/>
                  <a:pt x="20" y="38"/>
                </a:cubicBezTo>
                <a:cubicBezTo>
                  <a:pt x="25" y="38"/>
                  <a:pt x="30" y="36"/>
                  <a:pt x="33" y="32"/>
                </a:cubicBezTo>
                <a:cubicBezTo>
                  <a:pt x="41" y="25"/>
                  <a:pt x="41" y="13"/>
                  <a:pt x="33"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73" name="Freeform 1273"/>
          <p:cNvSpPr>
            <a:spLocks noEditPoints="1"/>
          </p:cNvSpPr>
          <p:nvPr/>
        </p:nvSpPr>
        <p:spPr bwMode="auto">
          <a:xfrm>
            <a:off x="1354907" y="6167439"/>
            <a:ext cx="236538" cy="233363"/>
          </a:xfrm>
          <a:custGeom>
            <a:avLst/>
            <a:gdLst>
              <a:gd name="T0" fmla="*/ 29 w 57"/>
              <a:gd name="T1" fmla="*/ 47 h 56"/>
              <a:gd name="T2" fmla="*/ 16 w 57"/>
              <a:gd name="T3" fmla="*/ 41 h 56"/>
              <a:gd name="T4" fmla="*/ 16 w 57"/>
              <a:gd name="T5" fmla="*/ 15 h 56"/>
              <a:gd name="T6" fmla="*/ 29 w 57"/>
              <a:gd name="T7" fmla="*/ 9 h 56"/>
              <a:gd name="T8" fmla="*/ 42 w 57"/>
              <a:gd name="T9" fmla="*/ 15 h 56"/>
              <a:gd name="T10" fmla="*/ 42 w 57"/>
              <a:gd name="T11" fmla="*/ 41 h 56"/>
              <a:gd name="T12" fmla="*/ 29 w 57"/>
              <a:gd name="T13" fmla="*/ 47 h 56"/>
              <a:gd name="T14" fmla="*/ 29 w 57"/>
              <a:gd name="T15" fmla="*/ 0 h 56"/>
              <a:gd name="T16" fmla="*/ 9 w 57"/>
              <a:gd name="T17" fmla="*/ 8 h 56"/>
              <a:gd name="T18" fmla="*/ 0 w 57"/>
              <a:gd name="T19" fmla="*/ 28 h 56"/>
              <a:gd name="T20" fmla="*/ 9 w 57"/>
              <a:gd name="T21" fmla="*/ 48 h 56"/>
              <a:gd name="T22" fmla="*/ 7 w 57"/>
              <a:gd name="T23" fmla="*/ 49 h 56"/>
              <a:gd name="T24" fmla="*/ 7 w 57"/>
              <a:gd name="T25" fmla="*/ 49 h 56"/>
              <a:gd name="T26" fmla="*/ 9 w 57"/>
              <a:gd name="T27" fmla="*/ 48 h 56"/>
              <a:gd name="T28" fmla="*/ 29 w 57"/>
              <a:gd name="T29" fmla="*/ 56 h 56"/>
              <a:gd name="T30" fmla="*/ 49 w 57"/>
              <a:gd name="T31" fmla="*/ 48 h 56"/>
              <a:gd name="T32" fmla="*/ 57 w 57"/>
              <a:gd name="T33" fmla="*/ 28 h 56"/>
              <a:gd name="T34" fmla="*/ 49 w 57"/>
              <a:gd name="T35" fmla="*/ 8 h 56"/>
              <a:gd name="T36" fmla="*/ 29 w 57"/>
              <a:gd name="T3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56">
                <a:moveTo>
                  <a:pt x="29" y="47"/>
                </a:moveTo>
                <a:cubicBezTo>
                  <a:pt x="24" y="47"/>
                  <a:pt x="19" y="45"/>
                  <a:pt x="16" y="41"/>
                </a:cubicBezTo>
                <a:cubicBezTo>
                  <a:pt x="8" y="34"/>
                  <a:pt x="8" y="22"/>
                  <a:pt x="16" y="15"/>
                </a:cubicBezTo>
                <a:cubicBezTo>
                  <a:pt x="19" y="11"/>
                  <a:pt x="24" y="9"/>
                  <a:pt x="29" y="9"/>
                </a:cubicBezTo>
                <a:cubicBezTo>
                  <a:pt x="34" y="9"/>
                  <a:pt x="38" y="11"/>
                  <a:pt x="42" y="15"/>
                </a:cubicBezTo>
                <a:cubicBezTo>
                  <a:pt x="49" y="22"/>
                  <a:pt x="49" y="34"/>
                  <a:pt x="42" y="41"/>
                </a:cubicBezTo>
                <a:cubicBezTo>
                  <a:pt x="38" y="45"/>
                  <a:pt x="34" y="47"/>
                  <a:pt x="29" y="47"/>
                </a:cubicBezTo>
                <a:moveTo>
                  <a:pt x="29" y="0"/>
                </a:moveTo>
                <a:cubicBezTo>
                  <a:pt x="21" y="0"/>
                  <a:pt x="14" y="2"/>
                  <a:pt x="9" y="8"/>
                </a:cubicBezTo>
                <a:cubicBezTo>
                  <a:pt x="3" y="13"/>
                  <a:pt x="0" y="21"/>
                  <a:pt x="0" y="28"/>
                </a:cubicBezTo>
                <a:cubicBezTo>
                  <a:pt x="0" y="35"/>
                  <a:pt x="3" y="42"/>
                  <a:pt x="9" y="48"/>
                </a:cubicBezTo>
                <a:cubicBezTo>
                  <a:pt x="7" y="49"/>
                  <a:pt x="7" y="49"/>
                  <a:pt x="7" y="49"/>
                </a:cubicBezTo>
                <a:cubicBezTo>
                  <a:pt x="7" y="49"/>
                  <a:pt x="7" y="49"/>
                  <a:pt x="7" y="49"/>
                </a:cubicBezTo>
                <a:cubicBezTo>
                  <a:pt x="9" y="48"/>
                  <a:pt x="9" y="48"/>
                  <a:pt x="9" y="48"/>
                </a:cubicBezTo>
                <a:cubicBezTo>
                  <a:pt x="14" y="54"/>
                  <a:pt x="21" y="56"/>
                  <a:pt x="29" y="56"/>
                </a:cubicBezTo>
                <a:cubicBezTo>
                  <a:pt x="36" y="56"/>
                  <a:pt x="43" y="54"/>
                  <a:pt x="49" y="48"/>
                </a:cubicBezTo>
                <a:cubicBezTo>
                  <a:pt x="54" y="42"/>
                  <a:pt x="57" y="35"/>
                  <a:pt x="57" y="28"/>
                </a:cubicBezTo>
                <a:cubicBezTo>
                  <a:pt x="57" y="21"/>
                  <a:pt x="54" y="13"/>
                  <a:pt x="49" y="8"/>
                </a:cubicBezTo>
                <a:cubicBezTo>
                  <a:pt x="43" y="2"/>
                  <a:pt x="36" y="0"/>
                  <a:pt x="29"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74" name="Freeform 1274"/>
          <p:cNvSpPr>
            <a:spLocks/>
          </p:cNvSpPr>
          <p:nvPr/>
        </p:nvSpPr>
        <p:spPr bwMode="auto">
          <a:xfrm>
            <a:off x="1339033" y="6151564"/>
            <a:ext cx="269875" cy="265113"/>
          </a:xfrm>
          <a:custGeom>
            <a:avLst/>
            <a:gdLst>
              <a:gd name="T0" fmla="*/ 33 w 65"/>
              <a:gd name="T1" fmla="*/ 0 h 64"/>
              <a:gd name="T2" fmla="*/ 33 w 65"/>
              <a:gd name="T3" fmla="*/ 0 h 64"/>
              <a:gd name="T4" fmla="*/ 12 w 65"/>
              <a:gd name="T5" fmla="*/ 7 h 64"/>
              <a:gd name="T6" fmla="*/ 10 w 65"/>
              <a:gd name="T7" fmla="*/ 9 h 64"/>
              <a:gd name="T8" fmla="*/ 9 w 65"/>
              <a:gd name="T9" fmla="*/ 10 h 64"/>
              <a:gd name="T10" fmla="*/ 0 w 65"/>
              <a:gd name="T11" fmla="*/ 32 h 64"/>
              <a:gd name="T12" fmla="*/ 10 w 65"/>
              <a:gd name="T13" fmla="*/ 55 h 64"/>
              <a:gd name="T14" fmla="*/ 11 w 65"/>
              <a:gd name="T15" fmla="*/ 53 h 64"/>
              <a:gd name="T16" fmla="*/ 13 w 65"/>
              <a:gd name="T17" fmla="*/ 52 h 64"/>
              <a:gd name="T18" fmla="*/ 4 w 65"/>
              <a:gd name="T19" fmla="*/ 32 h 64"/>
              <a:gd name="T20" fmla="*/ 13 w 65"/>
              <a:gd name="T21" fmla="*/ 12 h 64"/>
              <a:gd name="T22" fmla="*/ 33 w 65"/>
              <a:gd name="T23" fmla="*/ 4 h 64"/>
              <a:gd name="T24" fmla="*/ 53 w 65"/>
              <a:gd name="T25" fmla="*/ 12 h 64"/>
              <a:gd name="T26" fmla="*/ 61 w 65"/>
              <a:gd name="T27" fmla="*/ 32 h 64"/>
              <a:gd name="T28" fmla="*/ 53 w 65"/>
              <a:gd name="T29" fmla="*/ 52 h 64"/>
              <a:gd name="T30" fmla="*/ 33 w 65"/>
              <a:gd name="T31" fmla="*/ 60 h 64"/>
              <a:gd name="T32" fmla="*/ 13 w 65"/>
              <a:gd name="T33" fmla="*/ 52 h 64"/>
              <a:gd name="T34" fmla="*/ 11 w 65"/>
              <a:gd name="T35" fmla="*/ 53 h 64"/>
              <a:gd name="T36" fmla="*/ 10 w 65"/>
              <a:gd name="T37" fmla="*/ 55 h 64"/>
              <a:gd name="T38" fmla="*/ 33 w 65"/>
              <a:gd name="T39" fmla="*/ 64 h 64"/>
              <a:gd name="T40" fmla="*/ 33 w 65"/>
              <a:gd name="T41" fmla="*/ 64 h 64"/>
              <a:gd name="T42" fmla="*/ 56 w 65"/>
              <a:gd name="T43" fmla="*/ 55 h 64"/>
              <a:gd name="T44" fmla="*/ 65 w 65"/>
              <a:gd name="T45" fmla="*/ 32 h 64"/>
              <a:gd name="T46" fmla="*/ 56 w 65"/>
              <a:gd name="T47" fmla="*/ 9 h 64"/>
              <a:gd name="T48" fmla="*/ 33 w 65"/>
              <a:gd name="T4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5" h="64">
                <a:moveTo>
                  <a:pt x="33" y="0"/>
                </a:moveTo>
                <a:cubicBezTo>
                  <a:pt x="33" y="0"/>
                  <a:pt x="33" y="0"/>
                  <a:pt x="33" y="0"/>
                </a:cubicBezTo>
                <a:cubicBezTo>
                  <a:pt x="25" y="0"/>
                  <a:pt x="18" y="2"/>
                  <a:pt x="12" y="7"/>
                </a:cubicBezTo>
                <a:cubicBezTo>
                  <a:pt x="11" y="8"/>
                  <a:pt x="11" y="8"/>
                  <a:pt x="10" y="9"/>
                </a:cubicBezTo>
                <a:cubicBezTo>
                  <a:pt x="10" y="9"/>
                  <a:pt x="9" y="10"/>
                  <a:pt x="9" y="10"/>
                </a:cubicBezTo>
                <a:cubicBezTo>
                  <a:pt x="3" y="16"/>
                  <a:pt x="0" y="24"/>
                  <a:pt x="0" y="32"/>
                </a:cubicBezTo>
                <a:cubicBezTo>
                  <a:pt x="0" y="40"/>
                  <a:pt x="4" y="48"/>
                  <a:pt x="10" y="55"/>
                </a:cubicBezTo>
                <a:cubicBezTo>
                  <a:pt x="11" y="53"/>
                  <a:pt x="11" y="53"/>
                  <a:pt x="11" y="53"/>
                </a:cubicBezTo>
                <a:cubicBezTo>
                  <a:pt x="13" y="52"/>
                  <a:pt x="13" y="52"/>
                  <a:pt x="13" y="52"/>
                </a:cubicBezTo>
                <a:cubicBezTo>
                  <a:pt x="7" y="46"/>
                  <a:pt x="4" y="39"/>
                  <a:pt x="4" y="32"/>
                </a:cubicBezTo>
                <a:cubicBezTo>
                  <a:pt x="4" y="25"/>
                  <a:pt x="7" y="17"/>
                  <a:pt x="13" y="12"/>
                </a:cubicBezTo>
                <a:cubicBezTo>
                  <a:pt x="18" y="6"/>
                  <a:pt x="25" y="4"/>
                  <a:pt x="33" y="4"/>
                </a:cubicBezTo>
                <a:cubicBezTo>
                  <a:pt x="40" y="4"/>
                  <a:pt x="47" y="6"/>
                  <a:pt x="53" y="12"/>
                </a:cubicBezTo>
                <a:cubicBezTo>
                  <a:pt x="58" y="17"/>
                  <a:pt x="61" y="25"/>
                  <a:pt x="61" y="32"/>
                </a:cubicBezTo>
                <a:cubicBezTo>
                  <a:pt x="61" y="39"/>
                  <a:pt x="58" y="46"/>
                  <a:pt x="53" y="52"/>
                </a:cubicBezTo>
                <a:cubicBezTo>
                  <a:pt x="47" y="58"/>
                  <a:pt x="40" y="60"/>
                  <a:pt x="33" y="60"/>
                </a:cubicBezTo>
                <a:cubicBezTo>
                  <a:pt x="25" y="60"/>
                  <a:pt x="18" y="58"/>
                  <a:pt x="13" y="52"/>
                </a:cubicBezTo>
                <a:cubicBezTo>
                  <a:pt x="11" y="53"/>
                  <a:pt x="11" y="53"/>
                  <a:pt x="11" y="53"/>
                </a:cubicBezTo>
                <a:cubicBezTo>
                  <a:pt x="10" y="55"/>
                  <a:pt x="10" y="55"/>
                  <a:pt x="10" y="55"/>
                </a:cubicBezTo>
                <a:cubicBezTo>
                  <a:pt x="16" y="61"/>
                  <a:pt x="24" y="64"/>
                  <a:pt x="33" y="64"/>
                </a:cubicBezTo>
                <a:cubicBezTo>
                  <a:pt x="33" y="64"/>
                  <a:pt x="33" y="64"/>
                  <a:pt x="33" y="64"/>
                </a:cubicBezTo>
                <a:cubicBezTo>
                  <a:pt x="41" y="64"/>
                  <a:pt x="49" y="61"/>
                  <a:pt x="56" y="55"/>
                </a:cubicBezTo>
                <a:cubicBezTo>
                  <a:pt x="62" y="48"/>
                  <a:pt x="65" y="40"/>
                  <a:pt x="65" y="32"/>
                </a:cubicBezTo>
                <a:cubicBezTo>
                  <a:pt x="65" y="24"/>
                  <a:pt x="62" y="15"/>
                  <a:pt x="56" y="9"/>
                </a:cubicBezTo>
                <a:cubicBezTo>
                  <a:pt x="49" y="3"/>
                  <a:pt x="41" y="0"/>
                  <a:pt x="3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75" name="Freeform 1275"/>
          <p:cNvSpPr>
            <a:spLocks/>
          </p:cNvSpPr>
          <p:nvPr/>
        </p:nvSpPr>
        <p:spPr bwMode="auto">
          <a:xfrm>
            <a:off x="1388246" y="6205539"/>
            <a:ext cx="169863" cy="157163"/>
          </a:xfrm>
          <a:custGeom>
            <a:avLst/>
            <a:gdLst>
              <a:gd name="T0" fmla="*/ 21 w 41"/>
              <a:gd name="T1" fmla="*/ 0 h 38"/>
              <a:gd name="T2" fmla="*/ 8 w 41"/>
              <a:gd name="T3" fmla="*/ 6 h 38"/>
              <a:gd name="T4" fmla="*/ 8 w 41"/>
              <a:gd name="T5" fmla="*/ 32 h 38"/>
              <a:gd name="T6" fmla="*/ 21 w 41"/>
              <a:gd name="T7" fmla="*/ 38 h 38"/>
              <a:gd name="T8" fmla="*/ 34 w 41"/>
              <a:gd name="T9" fmla="*/ 32 h 38"/>
              <a:gd name="T10" fmla="*/ 34 w 41"/>
              <a:gd name="T11" fmla="*/ 6 h 38"/>
              <a:gd name="T12" fmla="*/ 21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1" y="0"/>
                </a:moveTo>
                <a:cubicBezTo>
                  <a:pt x="16" y="0"/>
                  <a:pt x="11" y="2"/>
                  <a:pt x="8" y="6"/>
                </a:cubicBezTo>
                <a:cubicBezTo>
                  <a:pt x="0" y="13"/>
                  <a:pt x="0" y="25"/>
                  <a:pt x="8" y="32"/>
                </a:cubicBezTo>
                <a:cubicBezTo>
                  <a:pt x="11" y="36"/>
                  <a:pt x="16" y="38"/>
                  <a:pt x="21" y="38"/>
                </a:cubicBezTo>
                <a:cubicBezTo>
                  <a:pt x="26" y="38"/>
                  <a:pt x="30" y="36"/>
                  <a:pt x="34" y="32"/>
                </a:cubicBezTo>
                <a:cubicBezTo>
                  <a:pt x="41" y="25"/>
                  <a:pt x="41" y="13"/>
                  <a:pt x="34" y="6"/>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76" name="Freeform 1276"/>
          <p:cNvSpPr>
            <a:spLocks noEditPoints="1"/>
          </p:cNvSpPr>
          <p:nvPr/>
        </p:nvSpPr>
        <p:spPr bwMode="auto">
          <a:xfrm>
            <a:off x="2035945" y="6565903"/>
            <a:ext cx="234950" cy="231775"/>
          </a:xfrm>
          <a:custGeom>
            <a:avLst/>
            <a:gdLst>
              <a:gd name="T0" fmla="*/ 29 w 57"/>
              <a:gd name="T1" fmla="*/ 47 h 56"/>
              <a:gd name="T2" fmla="*/ 16 w 57"/>
              <a:gd name="T3" fmla="*/ 41 h 56"/>
              <a:gd name="T4" fmla="*/ 16 w 57"/>
              <a:gd name="T5" fmla="*/ 15 h 56"/>
              <a:gd name="T6" fmla="*/ 29 w 57"/>
              <a:gd name="T7" fmla="*/ 9 h 56"/>
              <a:gd name="T8" fmla="*/ 42 w 57"/>
              <a:gd name="T9" fmla="*/ 15 h 56"/>
              <a:gd name="T10" fmla="*/ 42 w 57"/>
              <a:gd name="T11" fmla="*/ 41 h 56"/>
              <a:gd name="T12" fmla="*/ 29 w 57"/>
              <a:gd name="T13" fmla="*/ 47 h 56"/>
              <a:gd name="T14" fmla="*/ 29 w 57"/>
              <a:gd name="T15" fmla="*/ 0 h 56"/>
              <a:gd name="T16" fmla="*/ 9 w 57"/>
              <a:gd name="T17" fmla="*/ 8 h 56"/>
              <a:gd name="T18" fmla="*/ 0 w 57"/>
              <a:gd name="T19" fmla="*/ 28 h 56"/>
              <a:gd name="T20" fmla="*/ 9 w 57"/>
              <a:gd name="T21" fmla="*/ 48 h 56"/>
              <a:gd name="T22" fmla="*/ 7 w 57"/>
              <a:gd name="T23" fmla="*/ 49 h 56"/>
              <a:gd name="T24" fmla="*/ 7 w 57"/>
              <a:gd name="T25" fmla="*/ 49 h 56"/>
              <a:gd name="T26" fmla="*/ 9 w 57"/>
              <a:gd name="T27" fmla="*/ 48 h 56"/>
              <a:gd name="T28" fmla="*/ 29 w 57"/>
              <a:gd name="T29" fmla="*/ 56 h 56"/>
              <a:gd name="T30" fmla="*/ 49 w 57"/>
              <a:gd name="T31" fmla="*/ 48 h 56"/>
              <a:gd name="T32" fmla="*/ 57 w 57"/>
              <a:gd name="T33" fmla="*/ 28 h 56"/>
              <a:gd name="T34" fmla="*/ 49 w 57"/>
              <a:gd name="T35" fmla="*/ 8 h 56"/>
              <a:gd name="T36" fmla="*/ 29 w 57"/>
              <a:gd name="T3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56">
                <a:moveTo>
                  <a:pt x="29" y="47"/>
                </a:moveTo>
                <a:cubicBezTo>
                  <a:pt x="24" y="47"/>
                  <a:pt x="19" y="45"/>
                  <a:pt x="16" y="41"/>
                </a:cubicBezTo>
                <a:cubicBezTo>
                  <a:pt x="8" y="34"/>
                  <a:pt x="8" y="22"/>
                  <a:pt x="16" y="15"/>
                </a:cubicBezTo>
                <a:cubicBezTo>
                  <a:pt x="19" y="11"/>
                  <a:pt x="24" y="9"/>
                  <a:pt x="29" y="9"/>
                </a:cubicBezTo>
                <a:cubicBezTo>
                  <a:pt x="34" y="9"/>
                  <a:pt x="38" y="11"/>
                  <a:pt x="42" y="15"/>
                </a:cubicBezTo>
                <a:cubicBezTo>
                  <a:pt x="49" y="22"/>
                  <a:pt x="49" y="34"/>
                  <a:pt x="42" y="41"/>
                </a:cubicBezTo>
                <a:cubicBezTo>
                  <a:pt x="38" y="45"/>
                  <a:pt x="34" y="47"/>
                  <a:pt x="29" y="47"/>
                </a:cubicBezTo>
                <a:moveTo>
                  <a:pt x="29" y="0"/>
                </a:moveTo>
                <a:cubicBezTo>
                  <a:pt x="21" y="0"/>
                  <a:pt x="14" y="2"/>
                  <a:pt x="9" y="8"/>
                </a:cubicBezTo>
                <a:cubicBezTo>
                  <a:pt x="3" y="13"/>
                  <a:pt x="0" y="21"/>
                  <a:pt x="0" y="28"/>
                </a:cubicBezTo>
                <a:cubicBezTo>
                  <a:pt x="0" y="35"/>
                  <a:pt x="3" y="42"/>
                  <a:pt x="9" y="48"/>
                </a:cubicBezTo>
                <a:cubicBezTo>
                  <a:pt x="7" y="49"/>
                  <a:pt x="7" y="49"/>
                  <a:pt x="7" y="49"/>
                </a:cubicBezTo>
                <a:cubicBezTo>
                  <a:pt x="7" y="49"/>
                  <a:pt x="7" y="49"/>
                  <a:pt x="7" y="49"/>
                </a:cubicBezTo>
                <a:cubicBezTo>
                  <a:pt x="9" y="48"/>
                  <a:pt x="9" y="48"/>
                  <a:pt x="9" y="48"/>
                </a:cubicBezTo>
                <a:cubicBezTo>
                  <a:pt x="14" y="54"/>
                  <a:pt x="21" y="56"/>
                  <a:pt x="29" y="56"/>
                </a:cubicBezTo>
                <a:cubicBezTo>
                  <a:pt x="36" y="56"/>
                  <a:pt x="43" y="54"/>
                  <a:pt x="49" y="48"/>
                </a:cubicBezTo>
                <a:cubicBezTo>
                  <a:pt x="54" y="42"/>
                  <a:pt x="57" y="35"/>
                  <a:pt x="57" y="28"/>
                </a:cubicBezTo>
                <a:cubicBezTo>
                  <a:pt x="57" y="21"/>
                  <a:pt x="54" y="13"/>
                  <a:pt x="49" y="8"/>
                </a:cubicBezTo>
                <a:cubicBezTo>
                  <a:pt x="43" y="2"/>
                  <a:pt x="36" y="0"/>
                  <a:pt x="29"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77" name="Freeform 1277"/>
          <p:cNvSpPr>
            <a:spLocks/>
          </p:cNvSpPr>
          <p:nvPr/>
        </p:nvSpPr>
        <p:spPr bwMode="auto">
          <a:xfrm>
            <a:off x="2018485" y="6550028"/>
            <a:ext cx="269875" cy="265113"/>
          </a:xfrm>
          <a:custGeom>
            <a:avLst/>
            <a:gdLst>
              <a:gd name="T0" fmla="*/ 33 w 65"/>
              <a:gd name="T1" fmla="*/ 0 h 64"/>
              <a:gd name="T2" fmla="*/ 33 w 65"/>
              <a:gd name="T3" fmla="*/ 0 h 64"/>
              <a:gd name="T4" fmla="*/ 12 w 65"/>
              <a:gd name="T5" fmla="*/ 7 h 64"/>
              <a:gd name="T6" fmla="*/ 10 w 65"/>
              <a:gd name="T7" fmla="*/ 9 h 64"/>
              <a:gd name="T8" fmla="*/ 9 w 65"/>
              <a:gd name="T9" fmla="*/ 10 h 64"/>
              <a:gd name="T10" fmla="*/ 0 w 65"/>
              <a:gd name="T11" fmla="*/ 32 h 64"/>
              <a:gd name="T12" fmla="*/ 10 w 65"/>
              <a:gd name="T13" fmla="*/ 55 h 64"/>
              <a:gd name="T14" fmla="*/ 11 w 65"/>
              <a:gd name="T15" fmla="*/ 53 h 64"/>
              <a:gd name="T16" fmla="*/ 13 w 65"/>
              <a:gd name="T17" fmla="*/ 52 h 64"/>
              <a:gd name="T18" fmla="*/ 4 w 65"/>
              <a:gd name="T19" fmla="*/ 32 h 64"/>
              <a:gd name="T20" fmla="*/ 13 w 65"/>
              <a:gd name="T21" fmla="*/ 12 h 64"/>
              <a:gd name="T22" fmla="*/ 33 w 65"/>
              <a:gd name="T23" fmla="*/ 4 h 64"/>
              <a:gd name="T24" fmla="*/ 53 w 65"/>
              <a:gd name="T25" fmla="*/ 12 h 64"/>
              <a:gd name="T26" fmla="*/ 61 w 65"/>
              <a:gd name="T27" fmla="*/ 32 h 64"/>
              <a:gd name="T28" fmla="*/ 53 w 65"/>
              <a:gd name="T29" fmla="*/ 52 h 64"/>
              <a:gd name="T30" fmla="*/ 33 w 65"/>
              <a:gd name="T31" fmla="*/ 60 h 64"/>
              <a:gd name="T32" fmla="*/ 13 w 65"/>
              <a:gd name="T33" fmla="*/ 52 h 64"/>
              <a:gd name="T34" fmla="*/ 11 w 65"/>
              <a:gd name="T35" fmla="*/ 53 h 64"/>
              <a:gd name="T36" fmla="*/ 10 w 65"/>
              <a:gd name="T37" fmla="*/ 55 h 64"/>
              <a:gd name="T38" fmla="*/ 33 w 65"/>
              <a:gd name="T39" fmla="*/ 64 h 64"/>
              <a:gd name="T40" fmla="*/ 33 w 65"/>
              <a:gd name="T41" fmla="*/ 64 h 64"/>
              <a:gd name="T42" fmla="*/ 56 w 65"/>
              <a:gd name="T43" fmla="*/ 55 h 64"/>
              <a:gd name="T44" fmla="*/ 65 w 65"/>
              <a:gd name="T45" fmla="*/ 32 h 64"/>
              <a:gd name="T46" fmla="*/ 56 w 65"/>
              <a:gd name="T47" fmla="*/ 9 h 64"/>
              <a:gd name="T48" fmla="*/ 33 w 65"/>
              <a:gd name="T4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5" h="64">
                <a:moveTo>
                  <a:pt x="33" y="0"/>
                </a:moveTo>
                <a:cubicBezTo>
                  <a:pt x="33" y="0"/>
                  <a:pt x="33" y="0"/>
                  <a:pt x="33" y="0"/>
                </a:cubicBezTo>
                <a:cubicBezTo>
                  <a:pt x="25" y="0"/>
                  <a:pt x="18" y="2"/>
                  <a:pt x="12" y="7"/>
                </a:cubicBezTo>
                <a:cubicBezTo>
                  <a:pt x="11" y="8"/>
                  <a:pt x="11" y="8"/>
                  <a:pt x="10" y="9"/>
                </a:cubicBezTo>
                <a:cubicBezTo>
                  <a:pt x="10" y="9"/>
                  <a:pt x="9" y="10"/>
                  <a:pt x="9" y="10"/>
                </a:cubicBezTo>
                <a:cubicBezTo>
                  <a:pt x="3" y="16"/>
                  <a:pt x="0" y="24"/>
                  <a:pt x="0" y="32"/>
                </a:cubicBezTo>
                <a:cubicBezTo>
                  <a:pt x="0" y="40"/>
                  <a:pt x="4" y="48"/>
                  <a:pt x="10" y="55"/>
                </a:cubicBezTo>
                <a:cubicBezTo>
                  <a:pt x="11" y="53"/>
                  <a:pt x="11" y="53"/>
                  <a:pt x="11" y="53"/>
                </a:cubicBezTo>
                <a:cubicBezTo>
                  <a:pt x="13" y="52"/>
                  <a:pt x="13" y="52"/>
                  <a:pt x="13" y="52"/>
                </a:cubicBezTo>
                <a:cubicBezTo>
                  <a:pt x="7" y="46"/>
                  <a:pt x="4" y="39"/>
                  <a:pt x="4" y="32"/>
                </a:cubicBezTo>
                <a:cubicBezTo>
                  <a:pt x="4" y="25"/>
                  <a:pt x="7" y="17"/>
                  <a:pt x="13" y="12"/>
                </a:cubicBezTo>
                <a:cubicBezTo>
                  <a:pt x="18" y="6"/>
                  <a:pt x="25" y="4"/>
                  <a:pt x="33" y="4"/>
                </a:cubicBezTo>
                <a:cubicBezTo>
                  <a:pt x="40" y="4"/>
                  <a:pt x="47" y="6"/>
                  <a:pt x="53" y="12"/>
                </a:cubicBezTo>
                <a:cubicBezTo>
                  <a:pt x="58" y="17"/>
                  <a:pt x="61" y="25"/>
                  <a:pt x="61" y="32"/>
                </a:cubicBezTo>
                <a:cubicBezTo>
                  <a:pt x="61" y="39"/>
                  <a:pt x="58" y="46"/>
                  <a:pt x="53" y="52"/>
                </a:cubicBezTo>
                <a:cubicBezTo>
                  <a:pt x="47" y="58"/>
                  <a:pt x="40" y="60"/>
                  <a:pt x="33" y="60"/>
                </a:cubicBezTo>
                <a:cubicBezTo>
                  <a:pt x="25" y="60"/>
                  <a:pt x="18" y="58"/>
                  <a:pt x="13" y="52"/>
                </a:cubicBezTo>
                <a:cubicBezTo>
                  <a:pt x="11" y="53"/>
                  <a:pt x="11" y="53"/>
                  <a:pt x="11" y="53"/>
                </a:cubicBezTo>
                <a:cubicBezTo>
                  <a:pt x="10" y="55"/>
                  <a:pt x="10" y="55"/>
                  <a:pt x="10" y="55"/>
                </a:cubicBezTo>
                <a:cubicBezTo>
                  <a:pt x="16" y="61"/>
                  <a:pt x="24" y="64"/>
                  <a:pt x="33" y="64"/>
                </a:cubicBezTo>
                <a:cubicBezTo>
                  <a:pt x="33" y="64"/>
                  <a:pt x="33" y="64"/>
                  <a:pt x="33" y="64"/>
                </a:cubicBezTo>
                <a:cubicBezTo>
                  <a:pt x="41" y="64"/>
                  <a:pt x="49" y="61"/>
                  <a:pt x="56" y="55"/>
                </a:cubicBezTo>
                <a:cubicBezTo>
                  <a:pt x="62" y="48"/>
                  <a:pt x="65" y="40"/>
                  <a:pt x="65" y="32"/>
                </a:cubicBezTo>
                <a:cubicBezTo>
                  <a:pt x="65" y="24"/>
                  <a:pt x="62" y="15"/>
                  <a:pt x="56" y="9"/>
                </a:cubicBezTo>
                <a:cubicBezTo>
                  <a:pt x="49" y="3"/>
                  <a:pt x="41" y="0"/>
                  <a:pt x="3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78" name="Freeform 1278"/>
          <p:cNvSpPr>
            <a:spLocks/>
          </p:cNvSpPr>
          <p:nvPr/>
        </p:nvSpPr>
        <p:spPr bwMode="auto">
          <a:xfrm>
            <a:off x="2067697" y="6604003"/>
            <a:ext cx="169863" cy="157163"/>
          </a:xfrm>
          <a:custGeom>
            <a:avLst/>
            <a:gdLst>
              <a:gd name="T0" fmla="*/ 21 w 41"/>
              <a:gd name="T1" fmla="*/ 0 h 38"/>
              <a:gd name="T2" fmla="*/ 8 w 41"/>
              <a:gd name="T3" fmla="*/ 6 h 38"/>
              <a:gd name="T4" fmla="*/ 8 w 41"/>
              <a:gd name="T5" fmla="*/ 32 h 38"/>
              <a:gd name="T6" fmla="*/ 21 w 41"/>
              <a:gd name="T7" fmla="*/ 38 h 38"/>
              <a:gd name="T8" fmla="*/ 34 w 41"/>
              <a:gd name="T9" fmla="*/ 32 h 38"/>
              <a:gd name="T10" fmla="*/ 34 w 41"/>
              <a:gd name="T11" fmla="*/ 6 h 38"/>
              <a:gd name="T12" fmla="*/ 21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1" y="0"/>
                </a:moveTo>
                <a:cubicBezTo>
                  <a:pt x="16" y="0"/>
                  <a:pt x="11" y="2"/>
                  <a:pt x="8" y="6"/>
                </a:cubicBezTo>
                <a:cubicBezTo>
                  <a:pt x="0" y="13"/>
                  <a:pt x="0" y="25"/>
                  <a:pt x="8" y="32"/>
                </a:cubicBezTo>
                <a:cubicBezTo>
                  <a:pt x="11" y="36"/>
                  <a:pt x="16" y="38"/>
                  <a:pt x="21" y="38"/>
                </a:cubicBezTo>
                <a:cubicBezTo>
                  <a:pt x="26" y="38"/>
                  <a:pt x="30" y="36"/>
                  <a:pt x="34" y="32"/>
                </a:cubicBezTo>
                <a:cubicBezTo>
                  <a:pt x="41" y="25"/>
                  <a:pt x="41" y="13"/>
                  <a:pt x="34" y="6"/>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79" name="Freeform 1279"/>
          <p:cNvSpPr>
            <a:spLocks noEditPoints="1"/>
          </p:cNvSpPr>
          <p:nvPr/>
        </p:nvSpPr>
        <p:spPr bwMode="auto">
          <a:xfrm>
            <a:off x="-73843" y="4618038"/>
            <a:ext cx="234950" cy="236538"/>
          </a:xfrm>
          <a:custGeom>
            <a:avLst/>
            <a:gdLst>
              <a:gd name="T0" fmla="*/ 29 w 57"/>
              <a:gd name="T1" fmla="*/ 47 h 57"/>
              <a:gd name="T2" fmla="*/ 15 w 57"/>
              <a:gd name="T3" fmla="*/ 42 h 57"/>
              <a:gd name="T4" fmla="*/ 15 w 57"/>
              <a:gd name="T5" fmla="*/ 15 h 57"/>
              <a:gd name="T6" fmla="*/ 29 w 57"/>
              <a:gd name="T7" fmla="*/ 10 h 57"/>
              <a:gd name="T8" fmla="*/ 42 w 57"/>
              <a:gd name="T9" fmla="*/ 15 h 57"/>
              <a:gd name="T10" fmla="*/ 42 w 57"/>
              <a:gd name="T11" fmla="*/ 42 h 57"/>
              <a:gd name="T12" fmla="*/ 29 w 57"/>
              <a:gd name="T13" fmla="*/ 47 h 57"/>
              <a:gd name="T14" fmla="*/ 29 w 57"/>
              <a:gd name="T15" fmla="*/ 0 h 57"/>
              <a:gd name="T16" fmla="*/ 9 w 57"/>
              <a:gd name="T17" fmla="*/ 9 h 57"/>
              <a:gd name="T18" fmla="*/ 0 w 57"/>
              <a:gd name="T19" fmla="*/ 29 h 57"/>
              <a:gd name="T20" fmla="*/ 9 w 57"/>
              <a:gd name="T21" fmla="*/ 49 h 57"/>
              <a:gd name="T22" fmla="*/ 29 w 57"/>
              <a:gd name="T23" fmla="*/ 57 h 57"/>
              <a:gd name="T24" fmla="*/ 49 w 57"/>
              <a:gd name="T25" fmla="*/ 49 h 57"/>
              <a:gd name="T26" fmla="*/ 57 w 57"/>
              <a:gd name="T27" fmla="*/ 29 h 57"/>
              <a:gd name="T28" fmla="*/ 49 w 57"/>
              <a:gd name="T29" fmla="*/ 9 h 57"/>
              <a:gd name="T30" fmla="*/ 29 w 57"/>
              <a:gd name="T31"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57">
                <a:moveTo>
                  <a:pt x="29" y="47"/>
                </a:moveTo>
                <a:cubicBezTo>
                  <a:pt x="24" y="47"/>
                  <a:pt x="19" y="45"/>
                  <a:pt x="15" y="42"/>
                </a:cubicBezTo>
                <a:cubicBezTo>
                  <a:pt x="8" y="35"/>
                  <a:pt x="8" y="23"/>
                  <a:pt x="15" y="15"/>
                </a:cubicBezTo>
                <a:cubicBezTo>
                  <a:pt x="19" y="12"/>
                  <a:pt x="24" y="10"/>
                  <a:pt x="29" y="10"/>
                </a:cubicBezTo>
                <a:cubicBezTo>
                  <a:pt x="33" y="10"/>
                  <a:pt x="38" y="12"/>
                  <a:pt x="42" y="15"/>
                </a:cubicBezTo>
                <a:cubicBezTo>
                  <a:pt x="49" y="23"/>
                  <a:pt x="49" y="35"/>
                  <a:pt x="42" y="42"/>
                </a:cubicBezTo>
                <a:cubicBezTo>
                  <a:pt x="38" y="45"/>
                  <a:pt x="33" y="47"/>
                  <a:pt x="29" y="47"/>
                </a:cubicBezTo>
                <a:moveTo>
                  <a:pt x="29" y="0"/>
                </a:moveTo>
                <a:cubicBezTo>
                  <a:pt x="21" y="0"/>
                  <a:pt x="14" y="3"/>
                  <a:pt x="9" y="9"/>
                </a:cubicBezTo>
                <a:cubicBezTo>
                  <a:pt x="3" y="14"/>
                  <a:pt x="0" y="21"/>
                  <a:pt x="0" y="29"/>
                </a:cubicBezTo>
                <a:cubicBezTo>
                  <a:pt x="0" y="36"/>
                  <a:pt x="3" y="43"/>
                  <a:pt x="9" y="49"/>
                </a:cubicBezTo>
                <a:cubicBezTo>
                  <a:pt x="14" y="54"/>
                  <a:pt x="21" y="57"/>
                  <a:pt x="29" y="57"/>
                </a:cubicBezTo>
                <a:cubicBezTo>
                  <a:pt x="36" y="57"/>
                  <a:pt x="43" y="54"/>
                  <a:pt x="49" y="49"/>
                </a:cubicBezTo>
                <a:cubicBezTo>
                  <a:pt x="54" y="43"/>
                  <a:pt x="57" y="36"/>
                  <a:pt x="57" y="29"/>
                </a:cubicBezTo>
                <a:cubicBezTo>
                  <a:pt x="57" y="21"/>
                  <a:pt x="54" y="14"/>
                  <a:pt x="49" y="9"/>
                </a:cubicBezTo>
                <a:cubicBezTo>
                  <a:pt x="43" y="3"/>
                  <a:pt x="36" y="0"/>
                  <a:pt x="29"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80" name="Freeform 1280"/>
          <p:cNvSpPr>
            <a:spLocks noEditPoints="1"/>
          </p:cNvSpPr>
          <p:nvPr/>
        </p:nvSpPr>
        <p:spPr bwMode="auto">
          <a:xfrm>
            <a:off x="-91305" y="4600575"/>
            <a:ext cx="269875" cy="269875"/>
          </a:xfrm>
          <a:custGeom>
            <a:avLst/>
            <a:gdLst>
              <a:gd name="T0" fmla="*/ 13 w 65"/>
              <a:gd name="T1" fmla="*/ 53 h 65"/>
              <a:gd name="T2" fmla="*/ 4 w 65"/>
              <a:gd name="T3" fmla="*/ 33 h 65"/>
              <a:gd name="T4" fmla="*/ 13 w 65"/>
              <a:gd name="T5" fmla="*/ 13 h 65"/>
              <a:gd name="T6" fmla="*/ 33 w 65"/>
              <a:gd name="T7" fmla="*/ 4 h 65"/>
              <a:gd name="T8" fmla="*/ 53 w 65"/>
              <a:gd name="T9" fmla="*/ 13 h 65"/>
              <a:gd name="T10" fmla="*/ 61 w 65"/>
              <a:gd name="T11" fmla="*/ 33 h 65"/>
              <a:gd name="T12" fmla="*/ 53 w 65"/>
              <a:gd name="T13" fmla="*/ 53 h 65"/>
              <a:gd name="T14" fmla="*/ 33 w 65"/>
              <a:gd name="T15" fmla="*/ 61 h 65"/>
              <a:gd name="T16" fmla="*/ 13 w 65"/>
              <a:gd name="T17" fmla="*/ 53 h 65"/>
              <a:gd name="T18" fmla="*/ 33 w 65"/>
              <a:gd name="T19" fmla="*/ 0 h 65"/>
              <a:gd name="T20" fmla="*/ 33 w 65"/>
              <a:gd name="T21" fmla="*/ 0 h 65"/>
              <a:gd name="T22" fmla="*/ 19 w 65"/>
              <a:gd name="T23" fmla="*/ 3 h 65"/>
              <a:gd name="T24" fmla="*/ 15 w 65"/>
              <a:gd name="T25" fmla="*/ 5 h 65"/>
              <a:gd name="T26" fmla="*/ 10 w 65"/>
              <a:gd name="T27" fmla="*/ 10 h 65"/>
              <a:gd name="T28" fmla="*/ 4 w 65"/>
              <a:gd name="T29" fmla="*/ 17 h 65"/>
              <a:gd name="T30" fmla="*/ 3 w 65"/>
              <a:gd name="T31" fmla="*/ 21 h 65"/>
              <a:gd name="T32" fmla="*/ 0 w 65"/>
              <a:gd name="T33" fmla="*/ 33 h 65"/>
              <a:gd name="T34" fmla="*/ 10 w 65"/>
              <a:gd name="T35" fmla="*/ 55 h 65"/>
              <a:gd name="T36" fmla="*/ 11 w 65"/>
              <a:gd name="T37" fmla="*/ 54 h 65"/>
              <a:gd name="T38" fmla="*/ 10 w 65"/>
              <a:gd name="T39" fmla="*/ 55 h 65"/>
              <a:gd name="T40" fmla="*/ 33 w 65"/>
              <a:gd name="T41" fmla="*/ 65 h 65"/>
              <a:gd name="T42" fmla="*/ 33 w 65"/>
              <a:gd name="T43" fmla="*/ 65 h 65"/>
              <a:gd name="T44" fmla="*/ 56 w 65"/>
              <a:gd name="T45" fmla="*/ 55 h 65"/>
              <a:gd name="T46" fmla="*/ 65 w 65"/>
              <a:gd name="T47" fmla="*/ 33 h 65"/>
              <a:gd name="T48" fmla="*/ 56 w 65"/>
              <a:gd name="T49" fmla="*/ 10 h 65"/>
              <a:gd name="T50" fmla="*/ 33 w 65"/>
              <a:gd name="T51"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5" h="65">
                <a:moveTo>
                  <a:pt x="13" y="53"/>
                </a:moveTo>
                <a:cubicBezTo>
                  <a:pt x="7" y="47"/>
                  <a:pt x="4" y="40"/>
                  <a:pt x="4" y="33"/>
                </a:cubicBezTo>
                <a:cubicBezTo>
                  <a:pt x="4" y="25"/>
                  <a:pt x="7" y="18"/>
                  <a:pt x="13" y="13"/>
                </a:cubicBezTo>
                <a:cubicBezTo>
                  <a:pt x="18" y="7"/>
                  <a:pt x="25" y="4"/>
                  <a:pt x="33" y="4"/>
                </a:cubicBezTo>
                <a:cubicBezTo>
                  <a:pt x="40" y="4"/>
                  <a:pt x="47" y="7"/>
                  <a:pt x="53" y="13"/>
                </a:cubicBezTo>
                <a:cubicBezTo>
                  <a:pt x="58" y="18"/>
                  <a:pt x="61" y="25"/>
                  <a:pt x="61" y="33"/>
                </a:cubicBezTo>
                <a:cubicBezTo>
                  <a:pt x="61" y="40"/>
                  <a:pt x="58" y="47"/>
                  <a:pt x="53" y="53"/>
                </a:cubicBezTo>
                <a:cubicBezTo>
                  <a:pt x="47" y="58"/>
                  <a:pt x="40" y="61"/>
                  <a:pt x="33" y="61"/>
                </a:cubicBezTo>
                <a:cubicBezTo>
                  <a:pt x="25" y="61"/>
                  <a:pt x="18" y="58"/>
                  <a:pt x="13" y="53"/>
                </a:cubicBezTo>
                <a:moveTo>
                  <a:pt x="33" y="0"/>
                </a:moveTo>
                <a:cubicBezTo>
                  <a:pt x="33" y="0"/>
                  <a:pt x="33" y="0"/>
                  <a:pt x="33" y="0"/>
                </a:cubicBezTo>
                <a:cubicBezTo>
                  <a:pt x="28" y="0"/>
                  <a:pt x="23" y="1"/>
                  <a:pt x="19" y="3"/>
                </a:cubicBezTo>
                <a:cubicBezTo>
                  <a:pt x="18" y="4"/>
                  <a:pt x="16" y="5"/>
                  <a:pt x="15" y="5"/>
                </a:cubicBezTo>
                <a:cubicBezTo>
                  <a:pt x="13" y="7"/>
                  <a:pt x="12" y="8"/>
                  <a:pt x="10" y="10"/>
                </a:cubicBezTo>
                <a:cubicBezTo>
                  <a:pt x="8" y="12"/>
                  <a:pt x="6" y="14"/>
                  <a:pt x="4" y="17"/>
                </a:cubicBezTo>
                <a:cubicBezTo>
                  <a:pt x="4" y="18"/>
                  <a:pt x="3" y="20"/>
                  <a:pt x="3" y="21"/>
                </a:cubicBezTo>
                <a:cubicBezTo>
                  <a:pt x="1" y="25"/>
                  <a:pt x="0" y="29"/>
                  <a:pt x="0" y="33"/>
                </a:cubicBezTo>
                <a:cubicBezTo>
                  <a:pt x="0" y="41"/>
                  <a:pt x="4" y="49"/>
                  <a:pt x="10" y="55"/>
                </a:cubicBezTo>
                <a:cubicBezTo>
                  <a:pt x="11" y="54"/>
                  <a:pt x="11" y="54"/>
                  <a:pt x="11" y="54"/>
                </a:cubicBezTo>
                <a:cubicBezTo>
                  <a:pt x="10" y="55"/>
                  <a:pt x="10" y="55"/>
                  <a:pt x="10" y="55"/>
                </a:cubicBezTo>
                <a:cubicBezTo>
                  <a:pt x="16" y="62"/>
                  <a:pt x="24" y="65"/>
                  <a:pt x="33" y="65"/>
                </a:cubicBezTo>
                <a:cubicBezTo>
                  <a:pt x="33" y="65"/>
                  <a:pt x="33" y="65"/>
                  <a:pt x="33" y="65"/>
                </a:cubicBezTo>
                <a:cubicBezTo>
                  <a:pt x="41" y="65"/>
                  <a:pt x="49" y="62"/>
                  <a:pt x="56" y="55"/>
                </a:cubicBezTo>
                <a:cubicBezTo>
                  <a:pt x="62" y="49"/>
                  <a:pt x="65" y="41"/>
                  <a:pt x="65" y="33"/>
                </a:cubicBezTo>
                <a:cubicBezTo>
                  <a:pt x="65" y="24"/>
                  <a:pt x="62" y="16"/>
                  <a:pt x="56" y="10"/>
                </a:cubicBezTo>
                <a:cubicBezTo>
                  <a:pt x="49" y="3"/>
                  <a:pt x="41" y="0"/>
                  <a:pt x="3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81" name="Freeform 1281"/>
          <p:cNvSpPr>
            <a:spLocks/>
          </p:cNvSpPr>
          <p:nvPr/>
        </p:nvSpPr>
        <p:spPr bwMode="auto">
          <a:xfrm>
            <a:off x="-42093" y="4659313"/>
            <a:ext cx="169863" cy="152400"/>
          </a:xfrm>
          <a:custGeom>
            <a:avLst/>
            <a:gdLst>
              <a:gd name="T0" fmla="*/ 21 w 41"/>
              <a:gd name="T1" fmla="*/ 0 h 37"/>
              <a:gd name="T2" fmla="*/ 7 w 41"/>
              <a:gd name="T3" fmla="*/ 5 h 37"/>
              <a:gd name="T4" fmla="*/ 7 w 41"/>
              <a:gd name="T5" fmla="*/ 32 h 37"/>
              <a:gd name="T6" fmla="*/ 21 w 41"/>
              <a:gd name="T7" fmla="*/ 37 h 37"/>
              <a:gd name="T8" fmla="*/ 34 w 41"/>
              <a:gd name="T9" fmla="*/ 32 h 37"/>
              <a:gd name="T10" fmla="*/ 34 w 41"/>
              <a:gd name="T11" fmla="*/ 5 h 37"/>
              <a:gd name="T12" fmla="*/ 21 w 41"/>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41" h="37">
                <a:moveTo>
                  <a:pt x="21" y="0"/>
                </a:moveTo>
                <a:cubicBezTo>
                  <a:pt x="16" y="0"/>
                  <a:pt x="11" y="2"/>
                  <a:pt x="7" y="5"/>
                </a:cubicBezTo>
                <a:cubicBezTo>
                  <a:pt x="0" y="13"/>
                  <a:pt x="0" y="25"/>
                  <a:pt x="7" y="32"/>
                </a:cubicBezTo>
                <a:cubicBezTo>
                  <a:pt x="11" y="35"/>
                  <a:pt x="16" y="37"/>
                  <a:pt x="21" y="37"/>
                </a:cubicBezTo>
                <a:cubicBezTo>
                  <a:pt x="25" y="37"/>
                  <a:pt x="30" y="35"/>
                  <a:pt x="34" y="32"/>
                </a:cubicBezTo>
                <a:cubicBezTo>
                  <a:pt x="41" y="25"/>
                  <a:pt x="41" y="13"/>
                  <a:pt x="34" y="5"/>
                </a:cubicBezTo>
                <a:cubicBezTo>
                  <a:pt x="30" y="2"/>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82" name="Freeform 1282"/>
          <p:cNvSpPr>
            <a:spLocks noEditPoints="1"/>
          </p:cNvSpPr>
          <p:nvPr/>
        </p:nvSpPr>
        <p:spPr bwMode="auto">
          <a:xfrm>
            <a:off x="-207193" y="1665287"/>
            <a:ext cx="231775" cy="236538"/>
          </a:xfrm>
          <a:custGeom>
            <a:avLst/>
            <a:gdLst>
              <a:gd name="T0" fmla="*/ 28 w 56"/>
              <a:gd name="T1" fmla="*/ 47 h 57"/>
              <a:gd name="T2" fmla="*/ 15 w 56"/>
              <a:gd name="T3" fmla="*/ 42 h 57"/>
              <a:gd name="T4" fmla="*/ 15 w 56"/>
              <a:gd name="T5" fmla="*/ 15 h 57"/>
              <a:gd name="T6" fmla="*/ 28 w 56"/>
              <a:gd name="T7" fmla="*/ 10 h 57"/>
              <a:gd name="T8" fmla="*/ 41 w 56"/>
              <a:gd name="T9" fmla="*/ 15 h 57"/>
              <a:gd name="T10" fmla="*/ 41 w 56"/>
              <a:gd name="T11" fmla="*/ 42 h 57"/>
              <a:gd name="T12" fmla="*/ 28 w 56"/>
              <a:gd name="T13" fmla="*/ 47 h 57"/>
              <a:gd name="T14" fmla="*/ 28 w 56"/>
              <a:gd name="T15" fmla="*/ 0 h 57"/>
              <a:gd name="T16" fmla="*/ 8 w 56"/>
              <a:gd name="T17" fmla="*/ 8 h 57"/>
              <a:gd name="T18" fmla="*/ 0 w 56"/>
              <a:gd name="T19" fmla="*/ 29 h 57"/>
              <a:gd name="T20" fmla="*/ 8 w 56"/>
              <a:gd name="T21" fmla="*/ 49 h 57"/>
              <a:gd name="T22" fmla="*/ 28 w 56"/>
              <a:gd name="T23" fmla="*/ 57 h 57"/>
              <a:gd name="T24" fmla="*/ 48 w 56"/>
              <a:gd name="T25" fmla="*/ 49 h 57"/>
              <a:gd name="T26" fmla="*/ 56 w 56"/>
              <a:gd name="T27" fmla="*/ 28 h 57"/>
              <a:gd name="T28" fmla="*/ 48 w 56"/>
              <a:gd name="T29" fmla="*/ 8 h 57"/>
              <a:gd name="T30" fmla="*/ 49 w 56"/>
              <a:gd name="T31" fmla="*/ 7 h 57"/>
              <a:gd name="T32" fmla="*/ 49 w 56"/>
              <a:gd name="T33" fmla="*/ 7 h 57"/>
              <a:gd name="T34" fmla="*/ 48 w 56"/>
              <a:gd name="T35" fmla="*/ 8 h 57"/>
              <a:gd name="T36" fmla="*/ 28 w 56"/>
              <a:gd name="T3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6" h="57">
                <a:moveTo>
                  <a:pt x="28" y="47"/>
                </a:moveTo>
                <a:cubicBezTo>
                  <a:pt x="23" y="47"/>
                  <a:pt x="18" y="45"/>
                  <a:pt x="15" y="42"/>
                </a:cubicBezTo>
                <a:cubicBezTo>
                  <a:pt x="7" y="34"/>
                  <a:pt x="7" y="23"/>
                  <a:pt x="15" y="15"/>
                </a:cubicBezTo>
                <a:cubicBezTo>
                  <a:pt x="18" y="12"/>
                  <a:pt x="23" y="10"/>
                  <a:pt x="28" y="10"/>
                </a:cubicBezTo>
                <a:cubicBezTo>
                  <a:pt x="33" y="10"/>
                  <a:pt x="37" y="12"/>
                  <a:pt x="41" y="15"/>
                </a:cubicBezTo>
                <a:cubicBezTo>
                  <a:pt x="48" y="23"/>
                  <a:pt x="48" y="34"/>
                  <a:pt x="41" y="42"/>
                </a:cubicBezTo>
                <a:cubicBezTo>
                  <a:pt x="37" y="45"/>
                  <a:pt x="33" y="47"/>
                  <a:pt x="28" y="47"/>
                </a:cubicBezTo>
                <a:moveTo>
                  <a:pt x="28" y="0"/>
                </a:moveTo>
                <a:cubicBezTo>
                  <a:pt x="21" y="0"/>
                  <a:pt x="13" y="3"/>
                  <a:pt x="8" y="8"/>
                </a:cubicBezTo>
                <a:cubicBezTo>
                  <a:pt x="2" y="14"/>
                  <a:pt x="0" y="21"/>
                  <a:pt x="0" y="29"/>
                </a:cubicBezTo>
                <a:cubicBezTo>
                  <a:pt x="0" y="36"/>
                  <a:pt x="2" y="43"/>
                  <a:pt x="8" y="49"/>
                </a:cubicBezTo>
                <a:cubicBezTo>
                  <a:pt x="13" y="54"/>
                  <a:pt x="21" y="57"/>
                  <a:pt x="28" y="57"/>
                </a:cubicBezTo>
                <a:cubicBezTo>
                  <a:pt x="35" y="57"/>
                  <a:pt x="42" y="54"/>
                  <a:pt x="48" y="49"/>
                </a:cubicBezTo>
                <a:cubicBezTo>
                  <a:pt x="53" y="43"/>
                  <a:pt x="56" y="36"/>
                  <a:pt x="56" y="28"/>
                </a:cubicBezTo>
                <a:cubicBezTo>
                  <a:pt x="56" y="21"/>
                  <a:pt x="53" y="14"/>
                  <a:pt x="48" y="8"/>
                </a:cubicBezTo>
                <a:cubicBezTo>
                  <a:pt x="49" y="7"/>
                  <a:pt x="49" y="7"/>
                  <a:pt x="49" y="7"/>
                </a:cubicBezTo>
                <a:cubicBezTo>
                  <a:pt x="49" y="7"/>
                  <a:pt x="49" y="7"/>
                  <a:pt x="49" y="7"/>
                </a:cubicBezTo>
                <a:cubicBezTo>
                  <a:pt x="48" y="8"/>
                  <a:pt x="48" y="8"/>
                  <a:pt x="48" y="8"/>
                </a:cubicBezTo>
                <a:cubicBezTo>
                  <a:pt x="42" y="3"/>
                  <a:pt x="35"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83" name="Freeform 1283"/>
          <p:cNvSpPr>
            <a:spLocks/>
          </p:cNvSpPr>
          <p:nvPr/>
        </p:nvSpPr>
        <p:spPr bwMode="auto">
          <a:xfrm>
            <a:off x="-223068" y="1649412"/>
            <a:ext cx="265113" cy="269875"/>
          </a:xfrm>
          <a:custGeom>
            <a:avLst/>
            <a:gdLst>
              <a:gd name="T0" fmla="*/ 32 w 64"/>
              <a:gd name="T1" fmla="*/ 0 h 65"/>
              <a:gd name="T2" fmla="*/ 32 w 64"/>
              <a:gd name="T3" fmla="*/ 0 h 65"/>
              <a:gd name="T4" fmla="*/ 29 w 64"/>
              <a:gd name="T5" fmla="*/ 0 h 65"/>
              <a:gd name="T6" fmla="*/ 9 w 64"/>
              <a:gd name="T7" fmla="*/ 10 h 65"/>
              <a:gd name="T8" fmla="*/ 0 w 64"/>
              <a:gd name="T9" fmla="*/ 33 h 65"/>
              <a:gd name="T10" fmla="*/ 9 w 64"/>
              <a:gd name="T11" fmla="*/ 55 h 65"/>
              <a:gd name="T12" fmla="*/ 32 w 64"/>
              <a:gd name="T13" fmla="*/ 65 h 65"/>
              <a:gd name="T14" fmla="*/ 32 w 64"/>
              <a:gd name="T15" fmla="*/ 65 h 65"/>
              <a:gd name="T16" fmla="*/ 55 w 64"/>
              <a:gd name="T17" fmla="*/ 55 h 65"/>
              <a:gd name="T18" fmla="*/ 64 w 64"/>
              <a:gd name="T19" fmla="*/ 32 h 65"/>
              <a:gd name="T20" fmla="*/ 55 w 64"/>
              <a:gd name="T21" fmla="*/ 10 h 65"/>
              <a:gd name="T22" fmla="*/ 53 w 64"/>
              <a:gd name="T23" fmla="*/ 11 h 65"/>
              <a:gd name="T24" fmla="*/ 52 w 64"/>
              <a:gd name="T25" fmla="*/ 12 h 65"/>
              <a:gd name="T26" fmla="*/ 60 w 64"/>
              <a:gd name="T27" fmla="*/ 32 h 65"/>
              <a:gd name="T28" fmla="*/ 52 w 64"/>
              <a:gd name="T29" fmla="*/ 53 h 65"/>
              <a:gd name="T30" fmla="*/ 32 w 64"/>
              <a:gd name="T31" fmla="*/ 61 h 65"/>
              <a:gd name="T32" fmla="*/ 12 w 64"/>
              <a:gd name="T33" fmla="*/ 53 h 65"/>
              <a:gd name="T34" fmla="*/ 4 w 64"/>
              <a:gd name="T35" fmla="*/ 33 h 65"/>
              <a:gd name="T36" fmla="*/ 12 w 64"/>
              <a:gd name="T37" fmla="*/ 12 h 65"/>
              <a:gd name="T38" fmla="*/ 32 w 64"/>
              <a:gd name="T39" fmla="*/ 4 h 65"/>
              <a:gd name="T40" fmla="*/ 52 w 64"/>
              <a:gd name="T41" fmla="*/ 12 h 65"/>
              <a:gd name="T42" fmla="*/ 53 w 64"/>
              <a:gd name="T43" fmla="*/ 11 h 65"/>
              <a:gd name="T44" fmla="*/ 55 w 64"/>
              <a:gd name="T45" fmla="*/ 10 h 65"/>
              <a:gd name="T46" fmla="*/ 45 w 64"/>
              <a:gd name="T47" fmla="*/ 3 h 65"/>
              <a:gd name="T48" fmla="*/ 41 w 64"/>
              <a:gd name="T49" fmla="*/ 1 h 65"/>
              <a:gd name="T50" fmla="*/ 33 w 64"/>
              <a:gd name="T51" fmla="*/ 0 h 65"/>
              <a:gd name="T52" fmla="*/ 32 w 64"/>
              <a:gd name="T5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4" h="65">
                <a:moveTo>
                  <a:pt x="32" y="0"/>
                </a:moveTo>
                <a:cubicBezTo>
                  <a:pt x="32" y="0"/>
                  <a:pt x="32" y="0"/>
                  <a:pt x="32" y="0"/>
                </a:cubicBezTo>
                <a:cubicBezTo>
                  <a:pt x="31" y="0"/>
                  <a:pt x="30" y="0"/>
                  <a:pt x="29" y="0"/>
                </a:cubicBezTo>
                <a:cubicBezTo>
                  <a:pt x="22" y="1"/>
                  <a:pt x="15" y="4"/>
                  <a:pt x="9" y="10"/>
                </a:cubicBezTo>
                <a:cubicBezTo>
                  <a:pt x="3" y="16"/>
                  <a:pt x="0" y="24"/>
                  <a:pt x="0" y="33"/>
                </a:cubicBezTo>
                <a:cubicBezTo>
                  <a:pt x="0" y="41"/>
                  <a:pt x="3" y="49"/>
                  <a:pt x="9" y="55"/>
                </a:cubicBezTo>
                <a:cubicBezTo>
                  <a:pt x="15" y="62"/>
                  <a:pt x="24" y="65"/>
                  <a:pt x="32" y="65"/>
                </a:cubicBezTo>
                <a:cubicBezTo>
                  <a:pt x="32" y="65"/>
                  <a:pt x="32" y="65"/>
                  <a:pt x="32" y="65"/>
                </a:cubicBezTo>
                <a:cubicBezTo>
                  <a:pt x="40" y="65"/>
                  <a:pt x="48" y="62"/>
                  <a:pt x="55" y="55"/>
                </a:cubicBezTo>
                <a:cubicBezTo>
                  <a:pt x="61" y="49"/>
                  <a:pt x="64" y="41"/>
                  <a:pt x="64" y="32"/>
                </a:cubicBezTo>
                <a:cubicBezTo>
                  <a:pt x="64" y="24"/>
                  <a:pt x="61" y="16"/>
                  <a:pt x="55" y="10"/>
                </a:cubicBezTo>
                <a:cubicBezTo>
                  <a:pt x="53" y="11"/>
                  <a:pt x="53" y="11"/>
                  <a:pt x="53" y="11"/>
                </a:cubicBezTo>
                <a:cubicBezTo>
                  <a:pt x="52" y="12"/>
                  <a:pt x="52" y="12"/>
                  <a:pt x="52" y="12"/>
                </a:cubicBezTo>
                <a:cubicBezTo>
                  <a:pt x="57" y="18"/>
                  <a:pt x="60" y="25"/>
                  <a:pt x="60" y="32"/>
                </a:cubicBezTo>
                <a:cubicBezTo>
                  <a:pt x="60" y="40"/>
                  <a:pt x="57" y="47"/>
                  <a:pt x="52" y="53"/>
                </a:cubicBezTo>
                <a:cubicBezTo>
                  <a:pt x="46" y="58"/>
                  <a:pt x="39" y="61"/>
                  <a:pt x="32" y="61"/>
                </a:cubicBezTo>
                <a:cubicBezTo>
                  <a:pt x="25" y="61"/>
                  <a:pt x="17" y="58"/>
                  <a:pt x="12" y="53"/>
                </a:cubicBezTo>
                <a:cubicBezTo>
                  <a:pt x="6" y="47"/>
                  <a:pt x="4" y="40"/>
                  <a:pt x="4" y="33"/>
                </a:cubicBezTo>
                <a:cubicBezTo>
                  <a:pt x="4" y="25"/>
                  <a:pt x="6" y="18"/>
                  <a:pt x="12" y="12"/>
                </a:cubicBezTo>
                <a:cubicBezTo>
                  <a:pt x="17" y="7"/>
                  <a:pt x="25" y="4"/>
                  <a:pt x="32" y="4"/>
                </a:cubicBezTo>
                <a:cubicBezTo>
                  <a:pt x="39" y="4"/>
                  <a:pt x="46" y="7"/>
                  <a:pt x="52" y="12"/>
                </a:cubicBezTo>
                <a:cubicBezTo>
                  <a:pt x="53" y="11"/>
                  <a:pt x="53" y="11"/>
                  <a:pt x="53" y="11"/>
                </a:cubicBezTo>
                <a:cubicBezTo>
                  <a:pt x="55" y="10"/>
                  <a:pt x="55" y="10"/>
                  <a:pt x="55" y="10"/>
                </a:cubicBezTo>
                <a:cubicBezTo>
                  <a:pt x="52" y="7"/>
                  <a:pt x="48" y="4"/>
                  <a:pt x="45" y="3"/>
                </a:cubicBezTo>
                <a:cubicBezTo>
                  <a:pt x="43" y="2"/>
                  <a:pt x="42" y="2"/>
                  <a:pt x="41" y="1"/>
                </a:cubicBezTo>
                <a:cubicBezTo>
                  <a:pt x="38" y="1"/>
                  <a:pt x="36" y="0"/>
                  <a:pt x="33" y="0"/>
                </a:cubicBezTo>
                <a:cubicBezTo>
                  <a:pt x="33" y="0"/>
                  <a:pt x="32"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84" name="Freeform 1284"/>
          <p:cNvSpPr>
            <a:spLocks/>
          </p:cNvSpPr>
          <p:nvPr/>
        </p:nvSpPr>
        <p:spPr bwMode="auto">
          <a:xfrm>
            <a:off x="-178618" y="1706562"/>
            <a:ext cx="169863" cy="153988"/>
          </a:xfrm>
          <a:custGeom>
            <a:avLst/>
            <a:gdLst>
              <a:gd name="T0" fmla="*/ 21 w 41"/>
              <a:gd name="T1" fmla="*/ 0 h 37"/>
              <a:gd name="T2" fmla="*/ 8 w 41"/>
              <a:gd name="T3" fmla="*/ 5 h 37"/>
              <a:gd name="T4" fmla="*/ 8 w 41"/>
              <a:gd name="T5" fmla="*/ 32 h 37"/>
              <a:gd name="T6" fmla="*/ 21 w 41"/>
              <a:gd name="T7" fmla="*/ 37 h 37"/>
              <a:gd name="T8" fmla="*/ 34 w 41"/>
              <a:gd name="T9" fmla="*/ 32 h 37"/>
              <a:gd name="T10" fmla="*/ 34 w 41"/>
              <a:gd name="T11" fmla="*/ 5 h 37"/>
              <a:gd name="T12" fmla="*/ 21 w 41"/>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41" h="37">
                <a:moveTo>
                  <a:pt x="21" y="0"/>
                </a:moveTo>
                <a:cubicBezTo>
                  <a:pt x="16" y="0"/>
                  <a:pt x="11" y="2"/>
                  <a:pt x="8" y="5"/>
                </a:cubicBezTo>
                <a:cubicBezTo>
                  <a:pt x="0" y="13"/>
                  <a:pt x="0" y="24"/>
                  <a:pt x="8" y="32"/>
                </a:cubicBezTo>
                <a:cubicBezTo>
                  <a:pt x="11" y="35"/>
                  <a:pt x="16" y="37"/>
                  <a:pt x="21" y="37"/>
                </a:cubicBezTo>
                <a:cubicBezTo>
                  <a:pt x="26" y="37"/>
                  <a:pt x="30" y="35"/>
                  <a:pt x="34" y="32"/>
                </a:cubicBezTo>
                <a:cubicBezTo>
                  <a:pt x="41" y="24"/>
                  <a:pt x="41" y="13"/>
                  <a:pt x="34" y="5"/>
                </a:cubicBezTo>
                <a:cubicBezTo>
                  <a:pt x="30" y="2"/>
                  <a:pt x="26"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85" name="Freeform 1285"/>
          <p:cNvSpPr>
            <a:spLocks noEditPoints="1"/>
          </p:cNvSpPr>
          <p:nvPr/>
        </p:nvSpPr>
        <p:spPr bwMode="auto">
          <a:xfrm>
            <a:off x="-2718618" y="93662"/>
            <a:ext cx="234950" cy="236538"/>
          </a:xfrm>
          <a:custGeom>
            <a:avLst/>
            <a:gdLst>
              <a:gd name="T0" fmla="*/ 29 w 57"/>
              <a:gd name="T1" fmla="*/ 47 h 57"/>
              <a:gd name="T2" fmla="*/ 15 w 57"/>
              <a:gd name="T3" fmla="*/ 42 h 57"/>
              <a:gd name="T4" fmla="*/ 15 w 57"/>
              <a:gd name="T5" fmla="*/ 15 h 57"/>
              <a:gd name="T6" fmla="*/ 29 w 57"/>
              <a:gd name="T7" fmla="*/ 10 h 57"/>
              <a:gd name="T8" fmla="*/ 42 w 57"/>
              <a:gd name="T9" fmla="*/ 15 h 57"/>
              <a:gd name="T10" fmla="*/ 42 w 57"/>
              <a:gd name="T11" fmla="*/ 42 h 57"/>
              <a:gd name="T12" fmla="*/ 29 w 57"/>
              <a:gd name="T13" fmla="*/ 47 h 57"/>
              <a:gd name="T14" fmla="*/ 29 w 57"/>
              <a:gd name="T15" fmla="*/ 0 h 57"/>
              <a:gd name="T16" fmla="*/ 9 w 57"/>
              <a:gd name="T17" fmla="*/ 8 h 57"/>
              <a:gd name="T18" fmla="*/ 0 w 57"/>
              <a:gd name="T19" fmla="*/ 28 h 57"/>
              <a:gd name="T20" fmla="*/ 9 w 57"/>
              <a:gd name="T21" fmla="*/ 49 h 57"/>
              <a:gd name="T22" fmla="*/ 29 w 57"/>
              <a:gd name="T23" fmla="*/ 57 h 57"/>
              <a:gd name="T24" fmla="*/ 49 w 57"/>
              <a:gd name="T25" fmla="*/ 49 h 57"/>
              <a:gd name="T26" fmla="*/ 57 w 57"/>
              <a:gd name="T27" fmla="*/ 28 h 57"/>
              <a:gd name="T28" fmla="*/ 49 w 57"/>
              <a:gd name="T29" fmla="*/ 8 h 57"/>
              <a:gd name="T30" fmla="*/ 50 w 57"/>
              <a:gd name="T31" fmla="*/ 7 h 57"/>
              <a:gd name="T32" fmla="*/ 50 w 57"/>
              <a:gd name="T33" fmla="*/ 7 h 57"/>
              <a:gd name="T34" fmla="*/ 49 w 57"/>
              <a:gd name="T35" fmla="*/ 8 h 57"/>
              <a:gd name="T36" fmla="*/ 29 w 57"/>
              <a:gd name="T3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57">
                <a:moveTo>
                  <a:pt x="29" y="47"/>
                </a:moveTo>
                <a:cubicBezTo>
                  <a:pt x="24" y="47"/>
                  <a:pt x="19" y="45"/>
                  <a:pt x="15" y="42"/>
                </a:cubicBezTo>
                <a:cubicBezTo>
                  <a:pt x="8" y="34"/>
                  <a:pt x="8" y="23"/>
                  <a:pt x="15" y="15"/>
                </a:cubicBezTo>
                <a:cubicBezTo>
                  <a:pt x="19" y="12"/>
                  <a:pt x="24" y="10"/>
                  <a:pt x="29" y="10"/>
                </a:cubicBezTo>
                <a:cubicBezTo>
                  <a:pt x="33" y="10"/>
                  <a:pt x="38" y="12"/>
                  <a:pt x="42" y="15"/>
                </a:cubicBezTo>
                <a:cubicBezTo>
                  <a:pt x="49" y="23"/>
                  <a:pt x="49" y="34"/>
                  <a:pt x="42" y="42"/>
                </a:cubicBezTo>
                <a:cubicBezTo>
                  <a:pt x="38" y="45"/>
                  <a:pt x="33" y="47"/>
                  <a:pt x="29" y="47"/>
                </a:cubicBezTo>
                <a:moveTo>
                  <a:pt x="29" y="0"/>
                </a:moveTo>
                <a:cubicBezTo>
                  <a:pt x="21" y="0"/>
                  <a:pt x="14" y="3"/>
                  <a:pt x="9" y="8"/>
                </a:cubicBezTo>
                <a:cubicBezTo>
                  <a:pt x="3" y="14"/>
                  <a:pt x="0" y="21"/>
                  <a:pt x="0" y="28"/>
                </a:cubicBezTo>
                <a:cubicBezTo>
                  <a:pt x="0" y="36"/>
                  <a:pt x="3" y="43"/>
                  <a:pt x="9" y="49"/>
                </a:cubicBezTo>
                <a:cubicBezTo>
                  <a:pt x="14" y="54"/>
                  <a:pt x="21" y="57"/>
                  <a:pt x="29" y="57"/>
                </a:cubicBezTo>
                <a:cubicBezTo>
                  <a:pt x="36" y="57"/>
                  <a:pt x="43" y="54"/>
                  <a:pt x="49" y="49"/>
                </a:cubicBezTo>
                <a:cubicBezTo>
                  <a:pt x="54" y="43"/>
                  <a:pt x="57" y="36"/>
                  <a:pt x="57" y="28"/>
                </a:cubicBezTo>
                <a:cubicBezTo>
                  <a:pt x="57" y="21"/>
                  <a:pt x="54" y="14"/>
                  <a:pt x="49" y="8"/>
                </a:cubicBezTo>
                <a:cubicBezTo>
                  <a:pt x="50" y="7"/>
                  <a:pt x="50" y="7"/>
                  <a:pt x="50" y="7"/>
                </a:cubicBezTo>
                <a:cubicBezTo>
                  <a:pt x="50" y="7"/>
                  <a:pt x="50" y="7"/>
                  <a:pt x="50" y="7"/>
                </a:cubicBezTo>
                <a:cubicBezTo>
                  <a:pt x="49" y="8"/>
                  <a:pt x="49" y="8"/>
                  <a:pt x="49" y="8"/>
                </a:cubicBezTo>
                <a:cubicBezTo>
                  <a:pt x="43" y="3"/>
                  <a:pt x="36" y="0"/>
                  <a:pt x="29"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86" name="Freeform 1286"/>
          <p:cNvSpPr>
            <a:spLocks noEditPoints="1"/>
          </p:cNvSpPr>
          <p:nvPr/>
        </p:nvSpPr>
        <p:spPr bwMode="auto">
          <a:xfrm>
            <a:off x="-2736080" y="77787"/>
            <a:ext cx="269875" cy="269875"/>
          </a:xfrm>
          <a:custGeom>
            <a:avLst/>
            <a:gdLst>
              <a:gd name="T0" fmla="*/ 33 w 65"/>
              <a:gd name="T1" fmla="*/ 61 h 65"/>
              <a:gd name="T2" fmla="*/ 13 w 65"/>
              <a:gd name="T3" fmla="*/ 53 h 65"/>
              <a:gd name="T4" fmla="*/ 4 w 65"/>
              <a:gd name="T5" fmla="*/ 32 h 65"/>
              <a:gd name="T6" fmla="*/ 13 w 65"/>
              <a:gd name="T7" fmla="*/ 12 h 65"/>
              <a:gd name="T8" fmla="*/ 33 w 65"/>
              <a:gd name="T9" fmla="*/ 4 h 65"/>
              <a:gd name="T10" fmla="*/ 53 w 65"/>
              <a:gd name="T11" fmla="*/ 12 h 65"/>
              <a:gd name="T12" fmla="*/ 54 w 65"/>
              <a:gd name="T13" fmla="*/ 11 h 65"/>
              <a:gd name="T14" fmla="*/ 55 w 65"/>
              <a:gd name="T15" fmla="*/ 10 h 65"/>
              <a:gd name="T16" fmla="*/ 54 w 65"/>
              <a:gd name="T17" fmla="*/ 11 h 65"/>
              <a:gd name="T18" fmla="*/ 53 w 65"/>
              <a:gd name="T19" fmla="*/ 12 h 65"/>
              <a:gd name="T20" fmla="*/ 61 w 65"/>
              <a:gd name="T21" fmla="*/ 32 h 65"/>
              <a:gd name="T22" fmla="*/ 53 w 65"/>
              <a:gd name="T23" fmla="*/ 53 h 65"/>
              <a:gd name="T24" fmla="*/ 33 w 65"/>
              <a:gd name="T25" fmla="*/ 61 h 65"/>
              <a:gd name="T26" fmla="*/ 33 w 65"/>
              <a:gd name="T27" fmla="*/ 0 h 65"/>
              <a:gd name="T28" fmla="*/ 33 w 65"/>
              <a:gd name="T29" fmla="*/ 0 h 65"/>
              <a:gd name="T30" fmla="*/ 10 w 65"/>
              <a:gd name="T31" fmla="*/ 10 h 65"/>
              <a:gd name="T32" fmla="*/ 0 w 65"/>
              <a:gd name="T33" fmla="*/ 32 h 65"/>
              <a:gd name="T34" fmla="*/ 10 w 65"/>
              <a:gd name="T35" fmla="*/ 55 h 65"/>
              <a:gd name="T36" fmla="*/ 33 w 65"/>
              <a:gd name="T37" fmla="*/ 65 h 65"/>
              <a:gd name="T38" fmla="*/ 33 w 65"/>
              <a:gd name="T39" fmla="*/ 65 h 65"/>
              <a:gd name="T40" fmla="*/ 55 w 65"/>
              <a:gd name="T41" fmla="*/ 55 h 65"/>
              <a:gd name="T42" fmla="*/ 65 w 65"/>
              <a:gd name="T43" fmla="*/ 32 h 65"/>
              <a:gd name="T44" fmla="*/ 65 w 65"/>
              <a:gd name="T45" fmla="*/ 28 h 65"/>
              <a:gd name="T46" fmla="*/ 64 w 65"/>
              <a:gd name="T47" fmla="*/ 24 h 65"/>
              <a:gd name="T48" fmla="*/ 55 w 65"/>
              <a:gd name="T49" fmla="*/ 10 h 65"/>
              <a:gd name="T50" fmla="*/ 55 w 65"/>
              <a:gd name="T51" fmla="*/ 10 h 65"/>
              <a:gd name="T52" fmla="*/ 33 w 65"/>
              <a:gd name="T5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65">
                <a:moveTo>
                  <a:pt x="33" y="61"/>
                </a:moveTo>
                <a:cubicBezTo>
                  <a:pt x="25" y="61"/>
                  <a:pt x="18" y="58"/>
                  <a:pt x="13" y="53"/>
                </a:cubicBezTo>
                <a:cubicBezTo>
                  <a:pt x="7" y="47"/>
                  <a:pt x="4" y="40"/>
                  <a:pt x="4" y="32"/>
                </a:cubicBezTo>
                <a:cubicBezTo>
                  <a:pt x="4" y="25"/>
                  <a:pt x="7" y="18"/>
                  <a:pt x="13" y="12"/>
                </a:cubicBezTo>
                <a:cubicBezTo>
                  <a:pt x="18" y="7"/>
                  <a:pt x="25" y="4"/>
                  <a:pt x="33" y="4"/>
                </a:cubicBezTo>
                <a:cubicBezTo>
                  <a:pt x="40" y="4"/>
                  <a:pt x="47" y="7"/>
                  <a:pt x="53" y="12"/>
                </a:cubicBezTo>
                <a:cubicBezTo>
                  <a:pt x="54" y="11"/>
                  <a:pt x="54" y="11"/>
                  <a:pt x="54" y="11"/>
                </a:cubicBezTo>
                <a:cubicBezTo>
                  <a:pt x="55" y="10"/>
                  <a:pt x="55" y="10"/>
                  <a:pt x="55" y="10"/>
                </a:cubicBezTo>
                <a:cubicBezTo>
                  <a:pt x="54" y="11"/>
                  <a:pt x="54" y="11"/>
                  <a:pt x="54" y="11"/>
                </a:cubicBezTo>
                <a:cubicBezTo>
                  <a:pt x="53" y="12"/>
                  <a:pt x="53" y="12"/>
                  <a:pt x="53" y="12"/>
                </a:cubicBezTo>
                <a:cubicBezTo>
                  <a:pt x="58" y="18"/>
                  <a:pt x="61" y="25"/>
                  <a:pt x="61" y="32"/>
                </a:cubicBezTo>
                <a:cubicBezTo>
                  <a:pt x="61" y="40"/>
                  <a:pt x="58" y="47"/>
                  <a:pt x="53" y="53"/>
                </a:cubicBezTo>
                <a:cubicBezTo>
                  <a:pt x="47" y="58"/>
                  <a:pt x="40" y="61"/>
                  <a:pt x="33" y="61"/>
                </a:cubicBezTo>
                <a:moveTo>
                  <a:pt x="33" y="0"/>
                </a:moveTo>
                <a:cubicBezTo>
                  <a:pt x="33" y="0"/>
                  <a:pt x="33" y="0"/>
                  <a:pt x="33" y="0"/>
                </a:cubicBezTo>
                <a:cubicBezTo>
                  <a:pt x="24" y="0"/>
                  <a:pt x="16" y="3"/>
                  <a:pt x="10" y="10"/>
                </a:cubicBezTo>
                <a:cubicBezTo>
                  <a:pt x="3" y="16"/>
                  <a:pt x="0" y="24"/>
                  <a:pt x="0" y="32"/>
                </a:cubicBezTo>
                <a:cubicBezTo>
                  <a:pt x="0" y="41"/>
                  <a:pt x="3" y="49"/>
                  <a:pt x="10" y="55"/>
                </a:cubicBezTo>
                <a:cubicBezTo>
                  <a:pt x="16" y="62"/>
                  <a:pt x="24" y="65"/>
                  <a:pt x="33" y="65"/>
                </a:cubicBezTo>
                <a:cubicBezTo>
                  <a:pt x="33" y="65"/>
                  <a:pt x="33" y="65"/>
                  <a:pt x="33" y="65"/>
                </a:cubicBezTo>
                <a:cubicBezTo>
                  <a:pt x="41" y="65"/>
                  <a:pt x="49" y="62"/>
                  <a:pt x="55" y="55"/>
                </a:cubicBezTo>
                <a:cubicBezTo>
                  <a:pt x="62" y="49"/>
                  <a:pt x="65" y="41"/>
                  <a:pt x="65" y="32"/>
                </a:cubicBezTo>
                <a:cubicBezTo>
                  <a:pt x="65" y="31"/>
                  <a:pt x="65" y="29"/>
                  <a:pt x="65" y="28"/>
                </a:cubicBezTo>
                <a:cubicBezTo>
                  <a:pt x="64" y="27"/>
                  <a:pt x="64" y="25"/>
                  <a:pt x="64" y="24"/>
                </a:cubicBezTo>
                <a:cubicBezTo>
                  <a:pt x="62" y="19"/>
                  <a:pt x="60" y="14"/>
                  <a:pt x="55" y="10"/>
                </a:cubicBezTo>
                <a:cubicBezTo>
                  <a:pt x="55" y="10"/>
                  <a:pt x="55" y="10"/>
                  <a:pt x="55" y="10"/>
                </a:cubicBezTo>
                <a:cubicBezTo>
                  <a:pt x="49" y="3"/>
                  <a:pt x="41" y="0"/>
                  <a:pt x="33"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87" name="Freeform 1287"/>
          <p:cNvSpPr>
            <a:spLocks/>
          </p:cNvSpPr>
          <p:nvPr/>
        </p:nvSpPr>
        <p:spPr bwMode="auto">
          <a:xfrm>
            <a:off x="-2685280" y="136525"/>
            <a:ext cx="169863" cy="152400"/>
          </a:xfrm>
          <a:custGeom>
            <a:avLst/>
            <a:gdLst>
              <a:gd name="T0" fmla="*/ 21 w 41"/>
              <a:gd name="T1" fmla="*/ 0 h 37"/>
              <a:gd name="T2" fmla="*/ 7 w 41"/>
              <a:gd name="T3" fmla="*/ 5 h 37"/>
              <a:gd name="T4" fmla="*/ 7 w 41"/>
              <a:gd name="T5" fmla="*/ 32 h 37"/>
              <a:gd name="T6" fmla="*/ 21 w 41"/>
              <a:gd name="T7" fmla="*/ 37 h 37"/>
              <a:gd name="T8" fmla="*/ 34 w 41"/>
              <a:gd name="T9" fmla="*/ 32 h 37"/>
              <a:gd name="T10" fmla="*/ 34 w 41"/>
              <a:gd name="T11" fmla="*/ 5 h 37"/>
              <a:gd name="T12" fmla="*/ 21 w 41"/>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41" h="37">
                <a:moveTo>
                  <a:pt x="21" y="0"/>
                </a:moveTo>
                <a:cubicBezTo>
                  <a:pt x="16" y="0"/>
                  <a:pt x="11" y="2"/>
                  <a:pt x="7" y="5"/>
                </a:cubicBezTo>
                <a:cubicBezTo>
                  <a:pt x="0" y="13"/>
                  <a:pt x="0" y="24"/>
                  <a:pt x="7" y="32"/>
                </a:cubicBezTo>
                <a:cubicBezTo>
                  <a:pt x="11" y="35"/>
                  <a:pt x="16" y="37"/>
                  <a:pt x="21" y="37"/>
                </a:cubicBezTo>
                <a:cubicBezTo>
                  <a:pt x="25" y="37"/>
                  <a:pt x="30" y="35"/>
                  <a:pt x="34" y="32"/>
                </a:cubicBezTo>
                <a:cubicBezTo>
                  <a:pt x="41" y="24"/>
                  <a:pt x="41" y="13"/>
                  <a:pt x="34" y="5"/>
                </a:cubicBezTo>
                <a:cubicBezTo>
                  <a:pt x="30" y="2"/>
                  <a:pt x="25" y="0"/>
                  <a:pt x="21"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88" name="Freeform 1288"/>
          <p:cNvSpPr>
            <a:spLocks noEditPoints="1"/>
          </p:cNvSpPr>
          <p:nvPr/>
        </p:nvSpPr>
        <p:spPr bwMode="auto">
          <a:xfrm>
            <a:off x="870720" y="3005138"/>
            <a:ext cx="231775" cy="231775"/>
          </a:xfrm>
          <a:custGeom>
            <a:avLst/>
            <a:gdLst>
              <a:gd name="T0" fmla="*/ 28 w 56"/>
              <a:gd name="T1" fmla="*/ 47 h 56"/>
              <a:gd name="T2" fmla="*/ 15 w 56"/>
              <a:gd name="T3" fmla="*/ 41 h 56"/>
              <a:gd name="T4" fmla="*/ 15 w 56"/>
              <a:gd name="T5" fmla="*/ 15 h 56"/>
              <a:gd name="T6" fmla="*/ 28 w 56"/>
              <a:gd name="T7" fmla="*/ 9 h 56"/>
              <a:gd name="T8" fmla="*/ 41 w 56"/>
              <a:gd name="T9" fmla="*/ 15 h 56"/>
              <a:gd name="T10" fmla="*/ 41 w 56"/>
              <a:gd name="T11" fmla="*/ 41 h 56"/>
              <a:gd name="T12" fmla="*/ 28 w 56"/>
              <a:gd name="T13" fmla="*/ 47 h 56"/>
              <a:gd name="T14" fmla="*/ 28 w 56"/>
              <a:gd name="T15" fmla="*/ 0 h 56"/>
              <a:gd name="T16" fmla="*/ 8 w 56"/>
              <a:gd name="T17" fmla="*/ 8 h 56"/>
              <a:gd name="T18" fmla="*/ 0 w 56"/>
              <a:gd name="T19" fmla="*/ 28 h 56"/>
              <a:gd name="T20" fmla="*/ 8 w 56"/>
              <a:gd name="T21" fmla="*/ 48 h 56"/>
              <a:gd name="T22" fmla="*/ 28 w 56"/>
              <a:gd name="T23" fmla="*/ 56 h 56"/>
              <a:gd name="T24" fmla="*/ 48 w 56"/>
              <a:gd name="T25" fmla="*/ 48 h 56"/>
              <a:gd name="T26" fmla="*/ 56 w 56"/>
              <a:gd name="T27" fmla="*/ 28 h 56"/>
              <a:gd name="T28" fmla="*/ 48 w 56"/>
              <a:gd name="T29" fmla="*/ 8 h 56"/>
              <a:gd name="T30" fmla="*/ 50 w 56"/>
              <a:gd name="T31" fmla="*/ 6 h 56"/>
              <a:gd name="T32" fmla="*/ 50 w 56"/>
              <a:gd name="T33" fmla="*/ 6 h 56"/>
              <a:gd name="T34" fmla="*/ 48 w 56"/>
              <a:gd name="T35" fmla="*/ 8 h 56"/>
              <a:gd name="T36" fmla="*/ 28 w 56"/>
              <a:gd name="T3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6" h="56">
                <a:moveTo>
                  <a:pt x="28" y="47"/>
                </a:moveTo>
                <a:cubicBezTo>
                  <a:pt x="23" y="47"/>
                  <a:pt x="19" y="45"/>
                  <a:pt x="15" y="41"/>
                </a:cubicBezTo>
                <a:cubicBezTo>
                  <a:pt x="8" y="34"/>
                  <a:pt x="8" y="22"/>
                  <a:pt x="15" y="15"/>
                </a:cubicBezTo>
                <a:cubicBezTo>
                  <a:pt x="19" y="11"/>
                  <a:pt x="23" y="9"/>
                  <a:pt x="28" y="9"/>
                </a:cubicBezTo>
                <a:cubicBezTo>
                  <a:pt x="33" y="9"/>
                  <a:pt x="38" y="11"/>
                  <a:pt x="41" y="15"/>
                </a:cubicBezTo>
                <a:cubicBezTo>
                  <a:pt x="49" y="22"/>
                  <a:pt x="49" y="34"/>
                  <a:pt x="41" y="41"/>
                </a:cubicBezTo>
                <a:cubicBezTo>
                  <a:pt x="38" y="45"/>
                  <a:pt x="33" y="47"/>
                  <a:pt x="28" y="47"/>
                </a:cubicBezTo>
                <a:moveTo>
                  <a:pt x="28" y="0"/>
                </a:moveTo>
                <a:cubicBezTo>
                  <a:pt x="21" y="0"/>
                  <a:pt x="14" y="2"/>
                  <a:pt x="8" y="8"/>
                </a:cubicBezTo>
                <a:cubicBezTo>
                  <a:pt x="3" y="13"/>
                  <a:pt x="0" y="21"/>
                  <a:pt x="0" y="28"/>
                </a:cubicBezTo>
                <a:cubicBezTo>
                  <a:pt x="0" y="35"/>
                  <a:pt x="3" y="42"/>
                  <a:pt x="8" y="48"/>
                </a:cubicBezTo>
                <a:cubicBezTo>
                  <a:pt x="14" y="54"/>
                  <a:pt x="21" y="56"/>
                  <a:pt x="28" y="56"/>
                </a:cubicBezTo>
                <a:cubicBezTo>
                  <a:pt x="35" y="56"/>
                  <a:pt x="43" y="54"/>
                  <a:pt x="48" y="48"/>
                </a:cubicBezTo>
                <a:cubicBezTo>
                  <a:pt x="54" y="42"/>
                  <a:pt x="56" y="35"/>
                  <a:pt x="56" y="28"/>
                </a:cubicBezTo>
                <a:cubicBezTo>
                  <a:pt x="56" y="21"/>
                  <a:pt x="54" y="13"/>
                  <a:pt x="48" y="8"/>
                </a:cubicBezTo>
                <a:cubicBezTo>
                  <a:pt x="50" y="6"/>
                  <a:pt x="50" y="6"/>
                  <a:pt x="50" y="6"/>
                </a:cubicBezTo>
                <a:cubicBezTo>
                  <a:pt x="50" y="6"/>
                  <a:pt x="50" y="6"/>
                  <a:pt x="50" y="6"/>
                </a:cubicBezTo>
                <a:cubicBezTo>
                  <a:pt x="48" y="8"/>
                  <a:pt x="48" y="8"/>
                  <a:pt x="48" y="8"/>
                </a:cubicBezTo>
                <a:cubicBezTo>
                  <a:pt x="43" y="2"/>
                  <a:pt x="35"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89" name="Freeform 1289"/>
          <p:cNvSpPr>
            <a:spLocks noEditPoints="1"/>
          </p:cNvSpPr>
          <p:nvPr/>
        </p:nvSpPr>
        <p:spPr bwMode="auto">
          <a:xfrm>
            <a:off x="853258" y="2987676"/>
            <a:ext cx="265113" cy="266700"/>
          </a:xfrm>
          <a:custGeom>
            <a:avLst/>
            <a:gdLst>
              <a:gd name="T0" fmla="*/ 32 w 64"/>
              <a:gd name="T1" fmla="*/ 60 h 64"/>
              <a:gd name="T2" fmla="*/ 12 w 64"/>
              <a:gd name="T3" fmla="*/ 52 h 64"/>
              <a:gd name="T4" fmla="*/ 4 w 64"/>
              <a:gd name="T5" fmla="*/ 32 h 64"/>
              <a:gd name="T6" fmla="*/ 12 w 64"/>
              <a:gd name="T7" fmla="*/ 12 h 64"/>
              <a:gd name="T8" fmla="*/ 32 w 64"/>
              <a:gd name="T9" fmla="*/ 4 h 64"/>
              <a:gd name="T10" fmla="*/ 52 w 64"/>
              <a:gd name="T11" fmla="*/ 12 h 64"/>
              <a:gd name="T12" fmla="*/ 54 w 64"/>
              <a:gd name="T13" fmla="*/ 10 h 64"/>
              <a:gd name="T14" fmla="*/ 52 w 64"/>
              <a:gd name="T15" fmla="*/ 12 h 64"/>
              <a:gd name="T16" fmla="*/ 60 w 64"/>
              <a:gd name="T17" fmla="*/ 32 h 64"/>
              <a:gd name="T18" fmla="*/ 52 w 64"/>
              <a:gd name="T19" fmla="*/ 52 h 64"/>
              <a:gd name="T20" fmla="*/ 32 w 64"/>
              <a:gd name="T21" fmla="*/ 60 h 64"/>
              <a:gd name="T22" fmla="*/ 32 w 64"/>
              <a:gd name="T23" fmla="*/ 0 h 64"/>
              <a:gd name="T24" fmla="*/ 32 w 64"/>
              <a:gd name="T25" fmla="*/ 0 h 64"/>
              <a:gd name="T26" fmla="*/ 9 w 64"/>
              <a:gd name="T27" fmla="*/ 9 h 64"/>
              <a:gd name="T28" fmla="*/ 0 w 64"/>
              <a:gd name="T29" fmla="*/ 27 h 64"/>
              <a:gd name="T30" fmla="*/ 0 w 64"/>
              <a:gd name="T31" fmla="*/ 31 h 64"/>
              <a:gd name="T32" fmla="*/ 0 w 64"/>
              <a:gd name="T33" fmla="*/ 32 h 64"/>
              <a:gd name="T34" fmla="*/ 0 w 64"/>
              <a:gd name="T35" fmla="*/ 37 h 64"/>
              <a:gd name="T36" fmla="*/ 1 w 64"/>
              <a:gd name="T37" fmla="*/ 41 h 64"/>
              <a:gd name="T38" fmla="*/ 9 w 64"/>
              <a:gd name="T39" fmla="*/ 55 h 64"/>
              <a:gd name="T40" fmla="*/ 32 w 64"/>
              <a:gd name="T41" fmla="*/ 64 h 64"/>
              <a:gd name="T42" fmla="*/ 32 w 64"/>
              <a:gd name="T43" fmla="*/ 64 h 64"/>
              <a:gd name="T44" fmla="*/ 55 w 64"/>
              <a:gd name="T45" fmla="*/ 55 h 64"/>
              <a:gd name="T46" fmla="*/ 64 w 64"/>
              <a:gd name="T47" fmla="*/ 32 h 64"/>
              <a:gd name="T48" fmla="*/ 55 w 64"/>
              <a:gd name="T49" fmla="*/ 9 h 64"/>
              <a:gd name="T50" fmla="*/ 55 w 64"/>
              <a:gd name="T51" fmla="*/ 9 h 64"/>
              <a:gd name="T52" fmla="*/ 32 w 64"/>
              <a:gd name="T53"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4" h="64">
                <a:moveTo>
                  <a:pt x="32" y="60"/>
                </a:moveTo>
                <a:cubicBezTo>
                  <a:pt x="25" y="60"/>
                  <a:pt x="18" y="58"/>
                  <a:pt x="12" y="52"/>
                </a:cubicBezTo>
                <a:cubicBezTo>
                  <a:pt x="7" y="46"/>
                  <a:pt x="4" y="39"/>
                  <a:pt x="4" y="32"/>
                </a:cubicBezTo>
                <a:cubicBezTo>
                  <a:pt x="4" y="25"/>
                  <a:pt x="7" y="17"/>
                  <a:pt x="12" y="12"/>
                </a:cubicBezTo>
                <a:cubicBezTo>
                  <a:pt x="18" y="6"/>
                  <a:pt x="25" y="4"/>
                  <a:pt x="32" y="4"/>
                </a:cubicBezTo>
                <a:cubicBezTo>
                  <a:pt x="39" y="4"/>
                  <a:pt x="47" y="6"/>
                  <a:pt x="52" y="12"/>
                </a:cubicBezTo>
                <a:cubicBezTo>
                  <a:pt x="54" y="10"/>
                  <a:pt x="54" y="10"/>
                  <a:pt x="54" y="10"/>
                </a:cubicBezTo>
                <a:cubicBezTo>
                  <a:pt x="52" y="12"/>
                  <a:pt x="52" y="12"/>
                  <a:pt x="52" y="12"/>
                </a:cubicBezTo>
                <a:cubicBezTo>
                  <a:pt x="58" y="17"/>
                  <a:pt x="60" y="25"/>
                  <a:pt x="60" y="32"/>
                </a:cubicBezTo>
                <a:cubicBezTo>
                  <a:pt x="60" y="39"/>
                  <a:pt x="58" y="46"/>
                  <a:pt x="52" y="52"/>
                </a:cubicBezTo>
                <a:cubicBezTo>
                  <a:pt x="47" y="58"/>
                  <a:pt x="39" y="60"/>
                  <a:pt x="32" y="60"/>
                </a:cubicBezTo>
                <a:moveTo>
                  <a:pt x="32" y="0"/>
                </a:moveTo>
                <a:cubicBezTo>
                  <a:pt x="32" y="0"/>
                  <a:pt x="32" y="0"/>
                  <a:pt x="32" y="0"/>
                </a:cubicBezTo>
                <a:cubicBezTo>
                  <a:pt x="24" y="0"/>
                  <a:pt x="16" y="3"/>
                  <a:pt x="9" y="9"/>
                </a:cubicBezTo>
                <a:cubicBezTo>
                  <a:pt x="4" y="14"/>
                  <a:pt x="1" y="20"/>
                  <a:pt x="0" y="27"/>
                </a:cubicBezTo>
                <a:cubicBezTo>
                  <a:pt x="0" y="28"/>
                  <a:pt x="0" y="30"/>
                  <a:pt x="0" y="31"/>
                </a:cubicBezTo>
                <a:cubicBezTo>
                  <a:pt x="0" y="31"/>
                  <a:pt x="0" y="32"/>
                  <a:pt x="0" y="32"/>
                </a:cubicBezTo>
                <a:cubicBezTo>
                  <a:pt x="0" y="34"/>
                  <a:pt x="0" y="36"/>
                  <a:pt x="0" y="37"/>
                </a:cubicBezTo>
                <a:cubicBezTo>
                  <a:pt x="0" y="39"/>
                  <a:pt x="1" y="40"/>
                  <a:pt x="1" y="41"/>
                </a:cubicBezTo>
                <a:cubicBezTo>
                  <a:pt x="3" y="46"/>
                  <a:pt x="5" y="51"/>
                  <a:pt x="9" y="55"/>
                </a:cubicBezTo>
                <a:cubicBezTo>
                  <a:pt x="16" y="61"/>
                  <a:pt x="24" y="64"/>
                  <a:pt x="32" y="64"/>
                </a:cubicBezTo>
                <a:cubicBezTo>
                  <a:pt x="32" y="64"/>
                  <a:pt x="32" y="64"/>
                  <a:pt x="32" y="64"/>
                </a:cubicBezTo>
                <a:cubicBezTo>
                  <a:pt x="40" y="64"/>
                  <a:pt x="49" y="61"/>
                  <a:pt x="55" y="55"/>
                </a:cubicBezTo>
                <a:cubicBezTo>
                  <a:pt x="61" y="48"/>
                  <a:pt x="64" y="40"/>
                  <a:pt x="64" y="32"/>
                </a:cubicBezTo>
                <a:cubicBezTo>
                  <a:pt x="64" y="24"/>
                  <a:pt x="61" y="15"/>
                  <a:pt x="55" y="9"/>
                </a:cubicBezTo>
                <a:cubicBezTo>
                  <a:pt x="55" y="9"/>
                  <a:pt x="55" y="9"/>
                  <a:pt x="55" y="9"/>
                </a:cubicBezTo>
                <a:cubicBezTo>
                  <a:pt x="49" y="3"/>
                  <a:pt x="40"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90" name="Freeform 1290"/>
          <p:cNvSpPr>
            <a:spLocks/>
          </p:cNvSpPr>
          <p:nvPr/>
        </p:nvSpPr>
        <p:spPr bwMode="auto">
          <a:xfrm>
            <a:off x="904057" y="3041650"/>
            <a:ext cx="169863" cy="158750"/>
          </a:xfrm>
          <a:custGeom>
            <a:avLst/>
            <a:gdLst>
              <a:gd name="T0" fmla="*/ 20 w 41"/>
              <a:gd name="T1" fmla="*/ 0 h 38"/>
              <a:gd name="T2" fmla="*/ 7 w 41"/>
              <a:gd name="T3" fmla="*/ 6 h 38"/>
              <a:gd name="T4" fmla="*/ 7 w 41"/>
              <a:gd name="T5" fmla="*/ 32 h 38"/>
              <a:gd name="T6" fmla="*/ 20 w 41"/>
              <a:gd name="T7" fmla="*/ 38 h 38"/>
              <a:gd name="T8" fmla="*/ 33 w 41"/>
              <a:gd name="T9" fmla="*/ 32 h 38"/>
              <a:gd name="T10" fmla="*/ 33 w 41"/>
              <a:gd name="T11" fmla="*/ 6 h 38"/>
              <a:gd name="T12" fmla="*/ 20 w 41"/>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41" h="38">
                <a:moveTo>
                  <a:pt x="20" y="0"/>
                </a:moveTo>
                <a:cubicBezTo>
                  <a:pt x="15" y="0"/>
                  <a:pt x="11" y="2"/>
                  <a:pt x="7" y="6"/>
                </a:cubicBezTo>
                <a:cubicBezTo>
                  <a:pt x="0" y="13"/>
                  <a:pt x="0" y="25"/>
                  <a:pt x="7" y="32"/>
                </a:cubicBezTo>
                <a:cubicBezTo>
                  <a:pt x="11" y="36"/>
                  <a:pt x="15" y="38"/>
                  <a:pt x="20" y="38"/>
                </a:cubicBezTo>
                <a:cubicBezTo>
                  <a:pt x="25" y="38"/>
                  <a:pt x="30" y="36"/>
                  <a:pt x="33" y="32"/>
                </a:cubicBezTo>
                <a:cubicBezTo>
                  <a:pt x="41" y="25"/>
                  <a:pt x="41" y="13"/>
                  <a:pt x="33" y="6"/>
                </a:cubicBezTo>
                <a:cubicBezTo>
                  <a:pt x="30" y="2"/>
                  <a:pt x="25"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694" name="Freeform 1294"/>
          <p:cNvSpPr>
            <a:spLocks/>
          </p:cNvSpPr>
          <p:nvPr/>
        </p:nvSpPr>
        <p:spPr bwMode="auto">
          <a:xfrm>
            <a:off x="2213748" y="5330825"/>
            <a:ext cx="136525" cy="141288"/>
          </a:xfrm>
          <a:custGeom>
            <a:avLst/>
            <a:gdLst>
              <a:gd name="T0" fmla="*/ 17 w 33"/>
              <a:gd name="T1" fmla="*/ 0 h 34"/>
              <a:gd name="T2" fmla="*/ 5 w 33"/>
              <a:gd name="T3" fmla="*/ 5 h 34"/>
              <a:gd name="T4" fmla="*/ 0 w 33"/>
              <a:gd name="T5" fmla="*/ 17 h 34"/>
              <a:gd name="T6" fmla="*/ 5 w 33"/>
              <a:gd name="T7" fmla="*/ 29 h 34"/>
              <a:gd name="T8" fmla="*/ 17 w 33"/>
              <a:gd name="T9" fmla="*/ 34 h 34"/>
              <a:gd name="T10" fmla="*/ 28 w 33"/>
              <a:gd name="T11" fmla="*/ 29 h 34"/>
              <a:gd name="T12" fmla="*/ 33 w 33"/>
              <a:gd name="T13" fmla="*/ 17 h 34"/>
              <a:gd name="T14" fmla="*/ 28 w 33"/>
              <a:gd name="T15" fmla="*/ 5 h 34"/>
              <a:gd name="T16" fmla="*/ 30 w 33"/>
              <a:gd name="T17" fmla="*/ 4 h 34"/>
              <a:gd name="T18" fmla="*/ 30 w 33"/>
              <a:gd name="T19" fmla="*/ 4 h 34"/>
              <a:gd name="T20" fmla="*/ 28 w 33"/>
              <a:gd name="T21" fmla="*/ 5 h 34"/>
              <a:gd name="T22" fmla="*/ 17 w 33"/>
              <a:gd name="T2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 h="34">
                <a:moveTo>
                  <a:pt x="17" y="0"/>
                </a:moveTo>
                <a:cubicBezTo>
                  <a:pt x="12" y="0"/>
                  <a:pt x="8" y="2"/>
                  <a:pt x="5" y="5"/>
                </a:cubicBezTo>
                <a:cubicBezTo>
                  <a:pt x="2" y="9"/>
                  <a:pt x="0" y="13"/>
                  <a:pt x="0" y="17"/>
                </a:cubicBezTo>
                <a:cubicBezTo>
                  <a:pt x="0" y="21"/>
                  <a:pt x="2" y="26"/>
                  <a:pt x="5" y="29"/>
                </a:cubicBezTo>
                <a:cubicBezTo>
                  <a:pt x="8" y="32"/>
                  <a:pt x="12" y="34"/>
                  <a:pt x="17" y="34"/>
                </a:cubicBezTo>
                <a:cubicBezTo>
                  <a:pt x="21" y="34"/>
                  <a:pt x="25" y="32"/>
                  <a:pt x="28" y="29"/>
                </a:cubicBezTo>
                <a:cubicBezTo>
                  <a:pt x="32" y="26"/>
                  <a:pt x="33" y="21"/>
                  <a:pt x="33" y="17"/>
                </a:cubicBezTo>
                <a:cubicBezTo>
                  <a:pt x="33" y="13"/>
                  <a:pt x="32" y="9"/>
                  <a:pt x="28" y="5"/>
                </a:cubicBezTo>
                <a:cubicBezTo>
                  <a:pt x="30" y="4"/>
                  <a:pt x="30" y="4"/>
                  <a:pt x="30" y="4"/>
                </a:cubicBezTo>
                <a:cubicBezTo>
                  <a:pt x="30" y="4"/>
                  <a:pt x="30" y="4"/>
                  <a:pt x="30" y="4"/>
                </a:cubicBezTo>
                <a:cubicBezTo>
                  <a:pt x="28" y="5"/>
                  <a:pt x="28" y="5"/>
                  <a:pt x="28" y="5"/>
                </a:cubicBezTo>
                <a:cubicBezTo>
                  <a:pt x="25" y="2"/>
                  <a:pt x="21"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04" name="Freeform 1229"/>
          <p:cNvSpPr>
            <a:spLocks/>
          </p:cNvSpPr>
          <p:nvPr/>
        </p:nvSpPr>
        <p:spPr bwMode="auto">
          <a:xfrm rot="5400000" flipH="1">
            <a:off x="5700464" y="-2768219"/>
            <a:ext cx="134167" cy="185736"/>
          </a:xfrm>
          <a:custGeom>
            <a:avLst/>
            <a:gdLst>
              <a:gd name="T0" fmla="*/ 42 w 45"/>
              <a:gd name="T1" fmla="*/ 0 h 85"/>
              <a:gd name="T2" fmla="*/ 0 w 45"/>
              <a:gd name="T3" fmla="*/ 42 h 85"/>
              <a:gd name="T4" fmla="*/ 0 w 45"/>
              <a:gd name="T5" fmla="*/ 85 h 85"/>
              <a:gd name="T6" fmla="*/ 1 w 45"/>
              <a:gd name="T7" fmla="*/ 85 h 85"/>
              <a:gd name="T8" fmla="*/ 4 w 45"/>
              <a:gd name="T9" fmla="*/ 85 h 85"/>
              <a:gd name="T10" fmla="*/ 4 w 45"/>
              <a:gd name="T11" fmla="*/ 43 h 85"/>
              <a:gd name="T12" fmla="*/ 45 w 45"/>
              <a:gd name="T13" fmla="*/ 2 h 85"/>
              <a:gd name="T14" fmla="*/ 42 w 45"/>
              <a:gd name="T15" fmla="*/ 0 h 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85">
                <a:moveTo>
                  <a:pt x="42" y="0"/>
                </a:moveTo>
                <a:cubicBezTo>
                  <a:pt x="0" y="42"/>
                  <a:pt x="0" y="42"/>
                  <a:pt x="0" y="42"/>
                </a:cubicBezTo>
                <a:cubicBezTo>
                  <a:pt x="0" y="85"/>
                  <a:pt x="0" y="85"/>
                  <a:pt x="0" y="85"/>
                </a:cubicBezTo>
                <a:cubicBezTo>
                  <a:pt x="0" y="85"/>
                  <a:pt x="1" y="85"/>
                  <a:pt x="1" y="85"/>
                </a:cubicBezTo>
                <a:cubicBezTo>
                  <a:pt x="2" y="85"/>
                  <a:pt x="3" y="85"/>
                  <a:pt x="4" y="85"/>
                </a:cubicBezTo>
                <a:cubicBezTo>
                  <a:pt x="4" y="43"/>
                  <a:pt x="4" y="43"/>
                  <a:pt x="4" y="43"/>
                </a:cubicBezTo>
                <a:cubicBezTo>
                  <a:pt x="45" y="2"/>
                  <a:pt x="45" y="2"/>
                  <a:pt x="45" y="2"/>
                </a:cubicBezTo>
                <a:cubicBezTo>
                  <a:pt x="44" y="2"/>
                  <a:pt x="43" y="1"/>
                  <a:pt x="4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05" name="椭圆 1304"/>
          <p:cNvSpPr/>
          <p:nvPr/>
        </p:nvSpPr>
        <p:spPr>
          <a:xfrm>
            <a:off x="6064360" y="-2364066"/>
            <a:ext cx="166168" cy="16616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328" name="组合 1327"/>
          <p:cNvGrpSpPr/>
          <p:nvPr/>
        </p:nvGrpSpPr>
        <p:grpSpPr>
          <a:xfrm>
            <a:off x="4522788" y="-1979617"/>
            <a:ext cx="269875" cy="601663"/>
            <a:chOff x="4522788" y="407987"/>
            <a:chExt cx="269875" cy="601663"/>
          </a:xfrm>
        </p:grpSpPr>
        <p:sp>
          <p:nvSpPr>
            <p:cNvPr id="873" name="Freeform 1231"/>
            <p:cNvSpPr>
              <a:spLocks/>
            </p:cNvSpPr>
            <p:nvPr/>
          </p:nvSpPr>
          <p:spPr bwMode="auto">
            <a:xfrm>
              <a:off x="4651375" y="673100"/>
              <a:ext cx="17463" cy="166688"/>
            </a:xfrm>
            <a:custGeom>
              <a:avLst/>
              <a:gdLst>
                <a:gd name="T0" fmla="*/ 4 w 4"/>
                <a:gd name="T1" fmla="*/ 0 h 40"/>
                <a:gd name="T2" fmla="*/ 1 w 4"/>
                <a:gd name="T3" fmla="*/ 1 h 40"/>
                <a:gd name="T4" fmla="*/ 0 w 4"/>
                <a:gd name="T5" fmla="*/ 1 h 40"/>
                <a:gd name="T6" fmla="*/ 0 w 4"/>
                <a:gd name="T7" fmla="*/ 40 h 40"/>
                <a:gd name="T8" fmla="*/ 1 w 4"/>
                <a:gd name="T9" fmla="*/ 40 h 40"/>
                <a:gd name="T10" fmla="*/ 4 w 4"/>
                <a:gd name="T11" fmla="*/ 40 h 40"/>
                <a:gd name="T12" fmla="*/ 4 w 4"/>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4" h="40">
                  <a:moveTo>
                    <a:pt x="4" y="0"/>
                  </a:moveTo>
                  <a:cubicBezTo>
                    <a:pt x="3" y="0"/>
                    <a:pt x="2" y="1"/>
                    <a:pt x="1" y="1"/>
                  </a:cubicBezTo>
                  <a:cubicBezTo>
                    <a:pt x="1" y="1"/>
                    <a:pt x="1" y="1"/>
                    <a:pt x="0" y="1"/>
                  </a:cubicBezTo>
                  <a:cubicBezTo>
                    <a:pt x="0" y="40"/>
                    <a:pt x="0" y="40"/>
                    <a:pt x="0" y="40"/>
                  </a:cubicBezTo>
                  <a:cubicBezTo>
                    <a:pt x="1" y="40"/>
                    <a:pt x="1" y="40"/>
                    <a:pt x="1" y="40"/>
                  </a:cubicBezTo>
                  <a:cubicBezTo>
                    <a:pt x="2" y="40"/>
                    <a:pt x="3" y="40"/>
                    <a:pt x="4" y="40"/>
                  </a:cubicBezTo>
                  <a:cubicBezTo>
                    <a:pt x="4" y="0"/>
                    <a:pt x="4" y="0"/>
                    <a:pt x="4"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80" name="Freeform 1238"/>
            <p:cNvSpPr>
              <a:spLocks/>
            </p:cNvSpPr>
            <p:nvPr/>
          </p:nvSpPr>
          <p:spPr bwMode="auto">
            <a:xfrm>
              <a:off x="4581525" y="855662"/>
              <a:ext cx="144463" cy="136525"/>
            </a:xfrm>
            <a:custGeom>
              <a:avLst/>
              <a:gdLst>
                <a:gd name="T0" fmla="*/ 18 w 35"/>
                <a:gd name="T1" fmla="*/ 0 h 33"/>
                <a:gd name="T2" fmla="*/ 6 w 35"/>
                <a:gd name="T3" fmla="*/ 4 h 33"/>
                <a:gd name="T4" fmla="*/ 2 w 35"/>
                <a:gd name="T5" fmla="*/ 16 h 33"/>
                <a:gd name="T6" fmla="*/ 0 w 35"/>
                <a:gd name="T7" fmla="*/ 16 h 33"/>
                <a:gd name="T8" fmla="*/ 0 w 35"/>
                <a:gd name="T9" fmla="*/ 16 h 33"/>
                <a:gd name="T10" fmla="*/ 2 w 35"/>
                <a:gd name="T11" fmla="*/ 16 h 33"/>
                <a:gd name="T12" fmla="*/ 6 w 35"/>
                <a:gd name="T13" fmla="*/ 28 h 33"/>
                <a:gd name="T14" fmla="*/ 18 w 35"/>
                <a:gd name="T15" fmla="*/ 33 h 33"/>
                <a:gd name="T16" fmla="*/ 30 w 35"/>
                <a:gd name="T17" fmla="*/ 28 h 33"/>
                <a:gd name="T18" fmla="*/ 35 w 35"/>
                <a:gd name="T19" fmla="*/ 16 h 33"/>
                <a:gd name="T20" fmla="*/ 30 w 35"/>
                <a:gd name="T21" fmla="*/ 4 h 33"/>
                <a:gd name="T22" fmla="*/ 18 w 35"/>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33">
                  <a:moveTo>
                    <a:pt x="18" y="0"/>
                  </a:moveTo>
                  <a:cubicBezTo>
                    <a:pt x="14" y="0"/>
                    <a:pt x="9" y="1"/>
                    <a:pt x="6" y="4"/>
                  </a:cubicBezTo>
                  <a:cubicBezTo>
                    <a:pt x="3" y="7"/>
                    <a:pt x="2" y="12"/>
                    <a:pt x="2" y="16"/>
                  </a:cubicBezTo>
                  <a:cubicBezTo>
                    <a:pt x="0" y="16"/>
                    <a:pt x="0" y="16"/>
                    <a:pt x="0" y="16"/>
                  </a:cubicBezTo>
                  <a:cubicBezTo>
                    <a:pt x="0" y="16"/>
                    <a:pt x="0" y="16"/>
                    <a:pt x="0" y="16"/>
                  </a:cubicBezTo>
                  <a:cubicBezTo>
                    <a:pt x="2" y="16"/>
                    <a:pt x="2" y="16"/>
                    <a:pt x="2" y="16"/>
                  </a:cubicBezTo>
                  <a:cubicBezTo>
                    <a:pt x="2" y="21"/>
                    <a:pt x="3" y="25"/>
                    <a:pt x="6" y="28"/>
                  </a:cubicBezTo>
                  <a:cubicBezTo>
                    <a:pt x="9" y="31"/>
                    <a:pt x="14" y="33"/>
                    <a:pt x="18" y="33"/>
                  </a:cubicBezTo>
                  <a:cubicBezTo>
                    <a:pt x="23" y="33"/>
                    <a:pt x="27" y="31"/>
                    <a:pt x="30" y="28"/>
                  </a:cubicBezTo>
                  <a:cubicBezTo>
                    <a:pt x="33" y="25"/>
                    <a:pt x="35" y="21"/>
                    <a:pt x="35" y="16"/>
                  </a:cubicBezTo>
                  <a:cubicBezTo>
                    <a:pt x="35" y="12"/>
                    <a:pt x="33" y="7"/>
                    <a:pt x="30" y="4"/>
                  </a:cubicBezTo>
                  <a:cubicBezTo>
                    <a:pt x="27" y="1"/>
                    <a:pt x="23" y="0"/>
                    <a:pt x="1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81" name="Freeform 1239"/>
            <p:cNvSpPr>
              <a:spLocks/>
            </p:cNvSpPr>
            <p:nvPr/>
          </p:nvSpPr>
          <p:spPr bwMode="auto">
            <a:xfrm>
              <a:off x="4573588" y="839787"/>
              <a:ext cx="169863" cy="169863"/>
            </a:xfrm>
            <a:custGeom>
              <a:avLst/>
              <a:gdLst>
                <a:gd name="T0" fmla="*/ 20 w 41"/>
                <a:gd name="T1" fmla="*/ 0 h 41"/>
                <a:gd name="T2" fmla="*/ 19 w 41"/>
                <a:gd name="T3" fmla="*/ 0 h 41"/>
                <a:gd name="T4" fmla="*/ 0 w 41"/>
                <a:gd name="T5" fmla="*/ 20 h 41"/>
                <a:gd name="T6" fmla="*/ 2 w 41"/>
                <a:gd name="T7" fmla="*/ 20 h 41"/>
                <a:gd name="T8" fmla="*/ 4 w 41"/>
                <a:gd name="T9" fmla="*/ 20 h 41"/>
                <a:gd name="T10" fmla="*/ 8 w 41"/>
                <a:gd name="T11" fmla="*/ 8 h 41"/>
                <a:gd name="T12" fmla="*/ 20 w 41"/>
                <a:gd name="T13" fmla="*/ 4 h 41"/>
                <a:gd name="T14" fmla="*/ 32 w 41"/>
                <a:gd name="T15" fmla="*/ 8 h 41"/>
                <a:gd name="T16" fmla="*/ 37 w 41"/>
                <a:gd name="T17" fmla="*/ 20 h 41"/>
                <a:gd name="T18" fmla="*/ 32 w 41"/>
                <a:gd name="T19" fmla="*/ 32 h 41"/>
                <a:gd name="T20" fmla="*/ 20 w 41"/>
                <a:gd name="T21" fmla="*/ 37 h 41"/>
                <a:gd name="T22" fmla="*/ 8 w 41"/>
                <a:gd name="T23" fmla="*/ 32 h 41"/>
                <a:gd name="T24" fmla="*/ 4 w 41"/>
                <a:gd name="T25" fmla="*/ 20 h 41"/>
                <a:gd name="T26" fmla="*/ 2 w 41"/>
                <a:gd name="T27" fmla="*/ 20 h 41"/>
                <a:gd name="T28" fmla="*/ 0 w 41"/>
                <a:gd name="T29" fmla="*/ 20 h 41"/>
                <a:gd name="T30" fmla="*/ 20 w 41"/>
                <a:gd name="T31" fmla="*/ 41 h 41"/>
                <a:gd name="T32" fmla="*/ 41 w 41"/>
                <a:gd name="T33" fmla="*/ 20 h 41"/>
                <a:gd name="T34" fmla="*/ 23 w 41"/>
                <a:gd name="T35" fmla="*/ 0 h 41"/>
                <a:gd name="T36" fmla="*/ 20 w 41"/>
                <a:gd name="T3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1" h="41">
                  <a:moveTo>
                    <a:pt x="20" y="0"/>
                  </a:moveTo>
                  <a:cubicBezTo>
                    <a:pt x="20" y="0"/>
                    <a:pt x="20" y="0"/>
                    <a:pt x="19" y="0"/>
                  </a:cubicBezTo>
                  <a:cubicBezTo>
                    <a:pt x="8" y="0"/>
                    <a:pt x="0" y="9"/>
                    <a:pt x="0" y="20"/>
                  </a:cubicBezTo>
                  <a:cubicBezTo>
                    <a:pt x="2" y="20"/>
                    <a:pt x="2" y="20"/>
                    <a:pt x="2" y="20"/>
                  </a:cubicBezTo>
                  <a:cubicBezTo>
                    <a:pt x="4" y="20"/>
                    <a:pt x="4" y="20"/>
                    <a:pt x="4" y="20"/>
                  </a:cubicBezTo>
                  <a:cubicBezTo>
                    <a:pt x="4" y="16"/>
                    <a:pt x="5" y="11"/>
                    <a:pt x="8" y="8"/>
                  </a:cubicBezTo>
                  <a:cubicBezTo>
                    <a:pt x="11" y="5"/>
                    <a:pt x="16" y="4"/>
                    <a:pt x="20" y="4"/>
                  </a:cubicBezTo>
                  <a:cubicBezTo>
                    <a:pt x="25" y="4"/>
                    <a:pt x="29" y="5"/>
                    <a:pt x="32" y="8"/>
                  </a:cubicBezTo>
                  <a:cubicBezTo>
                    <a:pt x="35" y="11"/>
                    <a:pt x="37" y="16"/>
                    <a:pt x="37" y="20"/>
                  </a:cubicBezTo>
                  <a:cubicBezTo>
                    <a:pt x="37" y="25"/>
                    <a:pt x="35" y="29"/>
                    <a:pt x="32" y="32"/>
                  </a:cubicBezTo>
                  <a:cubicBezTo>
                    <a:pt x="29" y="35"/>
                    <a:pt x="25" y="37"/>
                    <a:pt x="20" y="37"/>
                  </a:cubicBezTo>
                  <a:cubicBezTo>
                    <a:pt x="16" y="37"/>
                    <a:pt x="11" y="35"/>
                    <a:pt x="8" y="32"/>
                  </a:cubicBezTo>
                  <a:cubicBezTo>
                    <a:pt x="5" y="29"/>
                    <a:pt x="4" y="25"/>
                    <a:pt x="4" y="20"/>
                  </a:cubicBezTo>
                  <a:cubicBezTo>
                    <a:pt x="2" y="20"/>
                    <a:pt x="2" y="20"/>
                    <a:pt x="2" y="20"/>
                  </a:cubicBezTo>
                  <a:cubicBezTo>
                    <a:pt x="0" y="20"/>
                    <a:pt x="0" y="20"/>
                    <a:pt x="0" y="20"/>
                  </a:cubicBezTo>
                  <a:cubicBezTo>
                    <a:pt x="0" y="32"/>
                    <a:pt x="9" y="41"/>
                    <a:pt x="20" y="41"/>
                  </a:cubicBezTo>
                  <a:cubicBezTo>
                    <a:pt x="32" y="41"/>
                    <a:pt x="41" y="32"/>
                    <a:pt x="41" y="20"/>
                  </a:cubicBezTo>
                  <a:cubicBezTo>
                    <a:pt x="41" y="10"/>
                    <a:pt x="33" y="1"/>
                    <a:pt x="23" y="0"/>
                  </a:cubicBezTo>
                  <a:cubicBezTo>
                    <a:pt x="22" y="0"/>
                    <a:pt x="21"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82" name="Freeform 1240"/>
            <p:cNvSpPr>
              <a:spLocks noEditPoints="1"/>
            </p:cNvSpPr>
            <p:nvPr/>
          </p:nvSpPr>
          <p:spPr bwMode="auto">
            <a:xfrm>
              <a:off x="4540250" y="423862"/>
              <a:ext cx="234950" cy="236538"/>
            </a:xfrm>
            <a:custGeom>
              <a:avLst/>
              <a:gdLst>
                <a:gd name="T0" fmla="*/ 28 w 57"/>
                <a:gd name="T1" fmla="*/ 47 h 57"/>
                <a:gd name="T2" fmla="*/ 10 w 57"/>
                <a:gd name="T3" fmla="*/ 28 h 57"/>
                <a:gd name="T4" fmla="*/ 28 w 57"/>
                <a:gd name="T5" fmla="*/ 10 h 57"/>
                <a:gd name="T6" fmla="*/ 28 w 57"/>
                <a:gd name="T7" fmla="*/ 10 h 57"/>
                <a:gd name="T8" fmla="*/ 47 w 57"/>
                <a:gd name="T9" fmla="*/ 28 h 57"/>
                <a:gd name="T10" fmla="*/ 28 w 57"/>
                <a:gd name="T11" fmla="*/ 47 h 57"/>
                <a:gd name="T12" fmla="*/ 28 w 57"/>
                <a:gd name="T13" fmla="*/ 0 h 57"/>
                <a:gd name="T14" fmla="*/ 0 w 57"/>
                <a:gd name="T15" fmla="*/ 28 h 57"/>
                <a:gd name="T16" fmla="*/ 8 w 57"/>
                <a:gd name="T17" fmla="*/ 48 h 57"/>
                <a:gd name="T18" fmla="*/ 28 w 57"/>
                <a:gd name="T19" fmla="*/ 57 h 57"/>
                <a:gd name="T20" fmla="*/ 48 w 57"/>
                <a:gd name="T21" fmla="*/ 48 h 57"/>
                <a:gd name="T22" fmla="*/ 57 w 57"/>
                <a:gd name="T23" fmla="*/ 28 h 57"/>
                <a:gd name="T24" fmla="*/ 28 w 57"/>
                <a:gd name="T25"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 h="57">
                  <a:moveTo>
                    <a:pt x="28" y="47"/>
                  </a:moveTo>
                  <a:cubicBezTo>
                    <a:pt x="18" y="47"/>
                    <a:pt x="10" y="38"/>
                    <a:pt x="10" y="28"/>
                  </a:cubicBezTo>
                  <a:cubicBezTo>
                    <a:pt x="10" y="18"/>
                    <a:pt x="18" y="10"/>
                    <a:pt x="28" y="10"/>
                  </a:cubicBezTo>
                  <a:cubicBezTo>
                    <a:pt x="28" y="10"/>
                    <a:pt x="28" y="10"/>
                    <a:pt x="28" y="10"/>
                  </a:cubicBezTo>
                  <a:cubicBezTo>
                    <a:pt x="39" y="10"/>
                    <a:pt x="47" y="18"/>
                    <a:pt x="47" y="28"/>
                  </a:cubicBezTo>
                  <a:cubicBezTo>
                    <a:pt x="47" y="38"/>
                    <a:pt x="38" y="47"/>
                    <a:pt x="28" y="47"/>
                  </a:cubicBezTo>
                  <a:moveTo>
                    <a:pt x="28" y="0"/>
                  </a:moveTo>
                  <a:cubicBezTo>
                    <a:pt x="13" y="0"/>
                    <a:pt x="0" y="13"/>
                    <a:pt x="0" y="28"/>
                  </a:cubicBezTo>
                  <a:cubicBezTo>
                    <a:pt x="0" y="36"/>
                    <a:pt x="3" y="43"/>
                    <a:pt x="8" y="48"/>
                  </a:cubicBezTo>
                  <a:cubicBezTo>
                    <a:pt x="13" y="53"/>
                    <a:pt x="20" y="57"/>
                    <a:pt x="28" y="57"/>
                  </a:cubicBezTo>
                  <a:cubicBezTo>
                    <a:pt x="36" y="57"/>
                    <a:pt x="43" y="53"/>
                    <a:pt x="48" y="48"/>
                  </a:cubicBezTo>
                  <a:cubicBezTo>
                    <a:pt x="53" y="43"/>
                    <a:pt x="57" y="36"/>
                    <a:pt x="57" y="28"/>
                  </a:cubicBezTo>
                  <a:cubicBezTo>
                    <a:pt x="57" y="13"/>
                    <a:pt x="44"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83" name="Freeform 1241"/>
            <p:cNvSpPr>
              <a:spLocks noEditPoints="1"/>
            </p:cNvSpPr>
            <p:nvPr/>
          </p:nvSpPr>
          <p:spPr bwMode="auto">
            <a:xfrm>
              <a:off x="4522788" y="407987"/>
              <a:ext cx="269875" cy="269875"/>
            </a:xfrm>
            <a:custGeom>
              <a:avLst/>
              <a:gdLst>
                <a:gd name="T0" fmla="*/ 4 w 65"/>
                <a:gd name="T1" fmla="*/ 32 h 65"/>
                <a:gd name="T2" fmla="*/ 32 w 65"/>
                <a:gd name="T3" fmla="*/ 4 h 65"/>
                <a:gd name="T4" fmla="*/ 61 w 65"/>
                <a:gd name="T5" fmla="*/ 32 h 65"/>
                <a:gd name="T6" fmla="*/ 52 w 65"/>
                <a:gd name="T7" fmla="*/ 52 h 65"/>
                <a:gd name="T8" fmla="*/ 32 w 65"/>
                <a:gd name="T9" fmla="*/ 61 h 65"/>
                <a:gd name="T10" fmla="*/ 12 w 65"/>
                <a:gd name="T11" fmla="*/ 52 h 65"/>
                <a:gd name="T12" fmla="*/ 4 w 65"/>
                <a:gd name="T13" fmla="*/ 32 h 65"/>
                <a:gd name="T14" fmla="*/ 32 w 65"/>
                <a:gd name="T15" fmla="*/ 0 h 65"/>
                <a:gd name="T16" fmla="*/ 31 w 65"/>
                <a:gd name="T17" fmla="*/ 0 h 65"/>
                <a:gd name="T18" fmla="*/ 0 w 65"/>
                <a:gd name="T19" fmla="*/ 32 h 65"/>
                <a:gd name="T20" fmla="*/ 2 w 65"/>
                <a:gd name="T21" fmla="*/ 32 h 65"/>
                <a:gd name="T22" fmla="*/ 0 w 65"/>
                <a:gd name="T23" fmla="*/ 32 h 65"/>
                <a:gd name="T24" fmla="*/ 31 w 65"/>
                <a:gd name="T25" fmla="*/ 65 h 65"/>
                <a:gd name="T26" fmla="*/ 32 w 65"/>
                <a:gd name="T27" fmla="*/ 65 h 65"/>
                <a:gd name="T28" fmla="*/ 35 w 65"/>
                <a:gd name="T29" fmla="*/ 64 h 65"/>
                <a:gd name="T30" fmla="*/ 65 w 65"/>
                <a:gd name="T31" fmla="*/ 32 h 65"/>
                <a:gd name="T32" fmla="*/ 35 w 65"/>
                <a:gd name="T33" fmla="*/ 0 h 65"/>
                <a:gd name="T34" fmla="*/ 32 w 6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5" h="65">
                  <a:moveTo>
                    <a:pt x="4" y="32"/>
                  </a:moveTo>
                  <a:cubicBezTo>
                    <a:pt x="4" y="17"/>
                    <a:pt x="17" y="4"/>
                    <a:pt x="32" y="4"/>
                  </a:cubicBezTo>
                  <a:cubicBezTo>
                    <a:pt x="48" y="4"/>
                    <a:pt x="61" y="17"/>
                    <a:pt x="61" y="32"/>
                  </a:cubicBezTo>
                  <a:cubicBezTo>
                    <a:pt x="61" y="40"/>
                    <a:pt x="57" y="47"/>
                    <a:pt x="52" y="52"/>
                  </a:cubicBezTo>
                  <a:cubicBezTo>
                    <a:pt x="47" y="57"/>
                    <a:pt x="40" y="61"/>
                    <a:pt x="32" y="61"/>
                  </a:cubicBezTo>
                  <a:cubicBezTo>
                    <a:pt x="24" y="61"/>
                    <a:pt x="17" y="57"/>
                    <a:pt x="12" y="52"/>
                  </a:cubicBezTo>
                  <a:cubicBezTo>
                    <a:pt x="7" y="47"/>
                    <a:pt x="4" y="40"/>
                    <a:pt x="4" y="32"/>
                  </a:cubicBezTo>
                  <a:moveTo>
                    <a:pt x="32" y="0"/>
                  </a:moveTo>
                  <a:cubicBezTo>
                    <a:pt x="32" y="0"/>
                    <a:pt x="31" y="0"/>
                    <a:pt x="31" y="0"/>
                  </a:cubicBezTo>
                  <a:cubicBezTo>
                    <a:pt x="14" y="1"/>
                    <a:pt x="0" y="15"/>
                    <a:pt x="0" y="32"/>
                  </a:cubicBezTo>
                  <a:cubicBezTo>
                    <a:pt x="2" y="32"/>
                    <a:pt x="2" y="32"/>
                    <a:pt x="2" y="32"/>
                  </a:cubicBezTo>
                  <a:cubicBezTo>
                    <a:pt x="0" y="32"/>
                    <a:pt x="0" y="32"/>
                    <a:pt x="0" y="32"/>
                  </a:cubicBezTo>
                  <a:cubicBezTo>
                    <a:pt x="0" y="50"/>
                    <a:pt x="14" y="64"/>
                    <a:pt x="31" y="65"/>
                  </a:cubicBezTo>
                  <a:cubicBezTo>
                    <a:pt x="32" y="65"/>
                    <a:pt x="32" y="65"/>
                    <a:pt x="32" y="65"/>
                  </a:cubicBezTo>
                  <a:cubicBezTo>
                    <a:pt x="33" y="65"/>
                    <a:pt x="34" y="64"/>
                    <a:pt x="35" y="64"/>
                  </a:cubicBezTo>
                  <a:cubicBezTo>
                    <a:pt x="52" y="63"/>
                    <a:pt x="65" y="49"/>
                    <a:pt x="65" y="32"/>
                  </a:cubicBezTo>
                  <a:cubicBezTo>
                    <a:pt x="65" y="15"/>
                    <a:pt x="52" y="1"/>
                    <a:pt x="35" y="0"/>
                  </a:cubicBezTo>
                  <a:cubicBezTo>
                    <a:pt x="34" y="0"/>
                    <a:pt x="33"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884" name="Freeform 1242"/>
            <p:cNvSpPr>
              <a:spLocks/>
            </p:cNvSpPr>
            <p:nvPr/>
          </p:nvSpPr>
          <p:spPr bwMode="auto">
            <a:xfrm>
              <a:off x="4581525" y="466725"/>
              <a:ext cx="152400" cy="152400"/>
            </a:xfrm>
            <a:custGeom>
              <a:avLst/>
              <a:gdLst>
                <a:gd name="T0" fmla="*/ 18 w 37"/>
                <a:gd name="T1" fmla="*/ 0 h 37"/>
                <a:gd name="T2" fmla="*/ 18 w 37"/>
                <a:gd name="T3" fmla="*/ 0 h 37"/>
                <a:gd name="T4" fmla="*/ 0 w 37"/>
                <a:gd name="T5" fmla="*/ 18 h 37"/>
                <a:gd name="T6" fmla="*/ 18 w 37"/>
                <a:gd name="T7" fmla="*/ 37 h 37"/>
                <a:gd name="T8" fmla="*/ 37 w 37"/>
                <a:gd name="T9" fmla="*/ 18 h 37"/>
                <a:gd name="T10" fmla="*/ 18 w 37"/>
                <a:gd name="T11" fmla="*/ 0 h 37"/>
              </a:gdLst>
              <a:ahLst/>
              <a:cxnLst>
                <a:cxn ang="0">
                  <a:pos x="T0" y="T1"/>
                </a:cxn>
                <a:cxn ang="0">
                  <a:pos x="T2" y="T3"/>
                </a:cxn>
                <a:cxn ang="0">
                  <a:pos x="T4" y="T5"/>
                </a:cxn>
                <a:cxn ang="0">
                  <a:pos x="T6" y="T7"/>
                </a:cxn>
                <a:cxn ang="0">
                  <a:pos x="T8" y="T9"/>
                </a:cxn>
                <a:cxn ang="0">
                  <a:pos x="T10" y="T11"/>
                </a:cxn>
              </a:cxnLst>
              <a:rect l="0" t="0" r="r" b="b"/>
              <a:pathLst>
                <a:path w="37" h="37">
                  <a:moveTo>
                    <a:pt x="18" y="0"/>
                  </a:moveTo>
                  <a:cubicBezTo>
                    <a:pt x="18" y="0"/>
                    <a:pt x="18" y="0"/>
                    <a:pt x="18" y="0"/>
                  </a:cubicBezTo>
                  <a:cubicBezTo>
                    <a:pt x="8" y="0"/>
                    <a:pt x="0" y="8"/>
                    <a:pt x="0" y="18"/>
                  </a:cubicBezTo>
                  <a:cubicBezTo>
                    <a:pt x="0" y="28"/>
                    <a:pt x="8" y="37"/>
                    <a:pt x="18" y="37"/>
                  </a:cubicBezTo>
                  <a:cubicBezTo>
                    <a:pt x="28" y="37"/>
                    <a:pt x="37" y="28"/>
                    <a:pt x="37" y="18"/>
                  </a:cubicBezTo>
                  <a:cubicBezTo>
                    <a:pt x="37" y="8"/>
                    <a:pt x="29" y="0"/>
                    <a:pt x="18"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327" name="任意多边形 1326"/>
          <p:cNvSpPr/>
          <p:nvPr/>
        </p:nvSpPr>
        <p:spPr>
          <a:xfrm>
            <a:off x="4654550" y="-2222504"/>
            <a:ext cx="1422400" cy="260350"/>
          </a:xfrm>
          <a:custGeom>
            <a:avLst/>
            <a:gdLst>
              <a:gd name="connsiteX0" fmla="*/ 1422400 w 1422400"/>
              <a:gd name="connsiteY0" fmla="*/ 0 h 260350"/>
              <a:gd name="connsiteX1" fmla="*/ 1339850 w 1422400"/>
              <a:gd name="connsiteY1" fmla="*/ 76200 h 260350"/>
              <a:gd name="connsiteX2" fmla="*/ 95250 w 1422400"/>
              <a:gd name="connsiteY2" fmla="*/ 76200 h 260350"/>
              <a:gd name="connsiteX3" fmla="*/ 0 w 1422400"/>
              <a:gd name="connsiteY3" fmla="*/ 139700 h 260350"/>
              <a:gd name="connsiteX4" fmla="*/ 0 w 1422400"/>
              <a:gd name="connsiteY4" fmla="*/ 260350 h 260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2400" h="260350">
                <a:moveTo>
                  <a:pt x="1422400" y="0"/>
                </a:moveTo>
                <a:lnTo>
                  <a:pt x="1339850" y="76200"/>
                </a:lnTo>
                <a:lnTo>
                  <a:pt x="95250" y="76200"/>
                </a:lnTo>
                <a:lnTo>
                  <a:pt x="0" y="139700"/>
                </a:lnTo>
                <a:lnTo>
                  <a:pt x="0" y="260350"/>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1331" name="组合 1330"/>
          <p:cNvGrpSpPr/>
          <p:nvPr/>
        </p:nvGrpSpPr>
        <p:grpSpPr>
          <a:xfrm flipH="1">
            <a:off x="7494972" y="-1979617"/>
            <a:ext cx="269875" cy="601663"/>
            <a:chOff x="4522788" y="407987"/>
            <a:chExt cx="269875" cy="601663"/>
          </a:xfrm>
        </p:grpSpPr>
        <p:sp>
          <p:nvSpPr>
            <p:cNvPr id="1333" name="Freeform 1231"/>
            <p:cNvSpPr>
              <a:spLocks/>
            </p:cNvSpPr>
            <p:nvPr/>
          </p:nvSpPr>
          <p:spPr bwMode="auto">
            <a:xfrm>
              <a:off x="4651375" y="673100"/>
              <a:ext cx="17463" cy="166688"/>
            </a:xfrm>
            <a:custGeom>
              <a:avLst/>
              <a:gdLst>
                <a:gd name="T0" fmla="*/ 4 w 4"/>
                <a:gd name="T1" fmla="*/ 0 h 40"/>
                <a:gd name="T2" fmla="*/ 1 w 4"/>
                <a:gd name="T3" fmla="*/ 1 h 40"/>
                <a:gd name="T4" fmla="*/ 0 w 4"/>
                <a:gd name="T5" fmla="*/ 1 h 40"/>
                <a:gd name="T6" fmla="*/ 0 w 4"/>
                <a:gd name="T7" fmla="*/ 40 h 40"/>
                <a:gd name="T8" fmla="*/ 1 w 4"/>
                <a:gd name="T9" fmla="*/ 40 h 40"/>
                <a:gd name="T10" fmla="*/ 4 w 4"/>
                <a:gd name="T11" fmla="*/ 40 h 40"/>
                <a:gd name="T12" fmla="*/ 4 w 4"/>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4" h="40">
                  <a:moveTo>
                    <a:pt x="4" y="0"/>
                  </a:moveTo>
                  <a:cubicBezTo>
                    <a:pt x="3" y="0"/>
                    <a:pt x="2" y="1"/>
                    <a:pt x="1" y="1"/>
                  </a:cubicBezTo>
                  <a:cubicBezTo>
                    <a:pt x="1" y="1"/>
                    <a:pt x="1" y="1"/>
                    <a:pt x="0" y="1"/>
                  </a:cubicBezTo>
                  <a:cubicBezTo>
                    <a:pt x="0" y="40"/>
                    <a:pt x="0" y="40"/>
                    <a:pt x="0" y="40"/>
                  </a:cubicBezTo>
                  <a:cubicBezTo>
                    <a:pt x="1" y="40"/>
                    <a:pt x="1" y="40"/>
                    <a:pt x="1" y="40"/>
                  </a:cubicBezTo>
                  <a:cubicBezTo>
                    <a:pt x="2" y="40"/>
                    <a:pt x="3" y="40"/>
                    <a:pt x="4" y="40"/>
                  </a:cubicBezTo>
                  <a:cubicBezTo>
                    <a:pt x="4" y="0"/>
                    <a:pt x="4" y="0"/>
                    <a:pt x="4"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34" name="Freeform 1238"/>
            <p:cNvSpPr>
              <a:spLocks/>
            </p:cNvSpPr>
            <p:nvPr/>
          </p:nvSpPr>
          <p:spPr bwMode="auto">
            <a:xfrm>
              <a:off x="4581525" y="855662"/>
              <a:ext cx="144463" cy="136525"/>
            </a:xfrm>
            <a:custGeom>
              <a:avLst/>
              <a:gdLst>
                <a:gd name="T0" fmla="*/ 18 w 35"/>
                <a:gd name="T1" fmla="*/ 0 h 33"/>
                <a:gd name="T2" fmla="*/ 6 w 35"/>
                <a:gd name="T3" fmla="*/ 4 h 33"/>
                <a:gd name="T4" fmla="*/ 2 w 35"/>
                <a:gd name="T5" fmla="*/ 16 h 33"/>
                <a:gd name="T6" fmla="*/ 0 w 35"/>
                <a:gd name="T7" fmla="*/ 16 h 33"/>
                <a:gd name="T8" fmla="*/ 0 w 35"/>
                <a:gd name="T9" fmla="*/ 16 h 33"/>
                <a:gd name="T10" fmla="*/ 2 w 35"/>
                <a:gd name="T11" fmla="*/ 16 h 33"/>
                <a:gd name="T12" fmla="*/ 6 w 35"/>
                <a:gd name="T13" fmla="*/ 28 h 33"/>
                <a:gd name="T14" fmla="*/ 18 w 35"/>
                <a:gd name="T15" fmla="*/ 33 h 33"/>
                <a:gd name="T16" fmla="*/ 30 w 35"/>
                <a:gd name="T17" fmla="*/ 28 h 33"/>
                <a:gd name="T18" fmla="*/ 35 w 35"/>
                <a:gd name="T19" fmla="*/ 16 h 33"/>
                <a:gd name="T20" fmla="*/ 30 w 35"/>
                <a:gd name="T21" fmla="*/ 4 h 33"/>
                <a:gd name="T22" fmla="*/ 18 w 35"/>
                <a:gd name="T2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33">
                  <a:moveTo>
                    <a:pt x="18" y="0"/>
                  </a:moveTo>
                  <a:cubicBezTo>
                    <a:pt x="14" y="0"/>
                    <a:pt x="9" y="1"/>
                    <a:pt x="6" y="4"/>
                  </a:cubicBezTo>
                  <a:cubicBezTo>
                    <a:pt x="3" y="7"/>
                    <a:pt x="2" y="12"/>
                    <a:pt x="2" y="16"/>
                  </a:cubicBezTo>
                  <a:cubicBezTo>
                    <a:pt x="0" y="16"/>
                    <a:pt x="0" y="16"/>
                    <a:pt x="0" y="16"/>
                  </a:cubicBezTo>
                  <a:cubicBezTo>
                    <a:pt x="0" y="16"/>
                    <a:pt x="0" y="16"/>
                    <a:pt x="0" y="16"/>
                  </a:cubicBezTo>
                  <a:cubicBezTo>
                    <a:pt x="2" y="16"/>
                    <a:pt x="2" y="16"/>
                    <a:pt x="2" y="16"/>
                  </a:cubicBezTo>
                  <a:cubicBezTo>
                    <a:pt x="2" y="21"/>
                    <a:pt x="3" y="25"/>
                    <a:pt x="6" y="28"/>
                  </a:cubicBezTo>
                  <a:cubicBezTo>
                    <a:pt x="9" y="31"/>
                    <a:pt x="14" y="33"/>
                    <a:pt x="18" y="33"/>
                  </a:cubicBezTo>
                  <a:cubicBezTo>
                    <a:pt x="23" y="33"/>
                    <a:pt x="27" y="31"/>
                    <a:pt x="30" y="28"/>
                  </a:cubicBezTo>
                  <a:cubicBezTo>
                    <a:pt x="33" y="25"/>
                    <a:pt x="35" y="21"/>
                    <a:pt x="35" y="16"/>
                  </a:cubicBezTo>
                  <a:cubicBezTo>
                    <a:pt x="35" y="12"/>
                    <a:pt x="33" y="7"/>
                    <a:pt x="30" y="4"/>
                  </a:cubicBezTo>
                  <a:cubicBezTo>
                    <a:pt x="27" y="1"/>
                    <a:pt x="23" y="0"/>
                    <a:pt x="1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35" name="Freeform 1239"/>
            <p:cNvSpPr>
              <a:spLocks/>
            </p:cNvSpPr>
            <p:nvPr/>
          </p:nvSpPr>
          <p:spPr bwMode="auto">
            <a:xfrm>
              <a:off x="4573588" y="839787"/>
              <a:ext cx="169863" cy="169863"/>
            </a:xfrm>
            <a:custGeom>
              <a:avLst/>
              <a:gdLst>
                <a:gd name="T0" fmla="*/ 20 w 41"/>
                <a:gd name="T1" fmla="*/ 0 h 41"/>
                <a:gd name="T2" fmla="*/ 19 w 41"/>
                <a:gd name="T3" fmla="*/ 0 h 41"/>
                <a:gd name="T4" fmla="*/ 0 w 41"/>
                <a:gd name="T5" fmla="*/ 20 h 41"/>
                <a:gd name="T6" fmla="*/ 2 w 41"/>
                <a:gd name="T7" fmla="*/ 20 h 41"/>
                <a:gd name="T8" fmla="*/ 4 w 41"/>
                <a:gd name="T9" fmla="*/ 20 h 41"/>
                <a:gd name="T10" fmla="*/ 8 w 41"/>
                <a:gd name="T11" fmla="*/ 8 h 41"/>
                <a:gd name="T12" fmla="*/ 20 w 41"/>
                <a:gd name="T13" fmla="*/ 4 h 41"/>
                <a:gd name="T14" fmla="*/ 32 w 41"/>
                <a:gd name="T15" fmla="*/ 8 h 41"/>
                <a:gd name="T16" fmla="*/ 37 w 41"/>
                <a:gd name="T17" fmla="*/ 20 h 41"/>
                <a:gd name="T18" fmla="*/ 32 w 41"/>
                <a:gd name="T19" fmla="*/ 32 h 41"/>
                <a:gd name="T20" fmla="*/ 20 w 41"/>
                <a:gd name="T21" fmla="*/ 37 h 41"/>
                <a:gd name="T22" fmla="*/ 8 w 41"/>
                <a:gd name="T23" fmla="*/ 32 h 41"/>
                <a:gd name="T24" fmla="*/ 4 w 41"/>
                <a:gd name="T25" fmla="*/ 20 h 41"/>
                <a:gd name="T26" fmla="*/ 2 w 41"/>
                <a:gd name="T27" fmla="*/ 20 h 41"/>
                <a:gd name="T28" fmla="*/ 0 w 41"/>
                <a:gd name="T29" fmla="*/ 20 h 41"/>
                <a:gd name="T30" fmla="*/ 20 w 41"/>
                <a:gd name="T31" fmla="*/ 41 h 41"/>
                <a:gd name="T32" fmla="*/ 41 w 41"/>
                <a:gd name="T33" fmla="*/ 20 h 41"/>
                <a:gd name="T34" fmla="*/ 23 w 41"/>
                <a:gd name="T35" fmla="*/ 0 h 41"/>
                <a:gd name="T36" fmla="*/ 20 w 41"/>
                <a:gd name="T3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1" h="41">
                  <a:moveTo>
                    <a:pt x="20" y="0"/>
                  </a:moveTo>
                  <a:cubicBezTo>
                    <a:pt x="20" y="0"/>
                    <a:pt x="20" y="0"/>
                    <a:pt x="19" y="0"/>
                  </a:cubicBezTo>
                  <a:cubicBezTo>
                    <a:pt x="8" y="0"/>
                    <a:pt x="0" y="9"/>
                    <a:pt x="0" y="20"/>
                  </a:cubicBezTo>
                  <a:cubicBezTo>
                    <a:pt x="2" y="20"/>
                    <a:pt x="2" y="20"/>
                    <a:pt x="2" y="20"/>
                  </a:cubicBezTo>
                  <a:cubicBezTo>
                    <a:pt x="4" y="20"/>
                    <a:pt x="4" y="20"/>
                    <a:pt x="4" y="20"/>
                  </a:cubicBezTo>
                  <a:cubicBezTo>
                    <a:pt x="4" y="16"/>
                    <a:pt x="5" y="11"/>
                    <a:pt x="8" y="8"/>
                  </a:cubicBezTo>
                  <a:cubicBezTo>
                    <a:pt x="11" y="5"/>
                    <a:pt x="16" y="4"/>
                    <a:pt x="20" y="4"/>
                  </a:cubicBezTo>
                  <a:cubicBezTo>
                    <a:pt x="25" y="4"/>
                    <a:pt x="29" y="5"/>
                    <a:pt x="32" y="8"/>
                  </a:cubicBezTo>
                  <a:cubicBezTo>
                    <a:pt x="35" y="11"/>
                    <a:pt x="37" y="16"/>
                    <a:pt x="37" y="20"/>
                  </a:cubicBezTo>
                  <a:cubicBezTo>
                    <a:pt x="37" y="25"/>
                    <a:pt x="35" y="29"/>
                    <a:pt x="32" y="32"/>
                  </a:cubicBezTo>
                  <a:cubicBezTo>
                    <a:pt x="29" y="35"/>
                    <a:pt x="25" y="37"/>
                    <a:pt x="20" y="37"/>
                  </a:cubicBezTo>
                  <a:cubicBezTo>
                    <a:pt x="16" y="37"/>
                    <a:pt x="11" y="35"/>
                    <a:pt x="8" y="32"/>
                  </a:cubicBezTo>
                  <a:cubicBezTo>
                    <a:pt x="5" y="29"/>
                    <a:pt x="4" y="25"/>
                    <a:pt x="4" y="20"/>
                  </a:cubicBezTo>
                  <a:cubicBezTo>
                    <a:pt x="2" y="20"/>
                    <a:pt x="2" y="20"/>
                    <a:pt x="2" y="20"/>
                  </a:cubicBezTo>
                  <a:cubicBezTo>
                    <a:pt x="0" y="20"/>
                    <a:pt x="0" y="20"/>
                    <a:pt x="0" y="20"/>
                  </a:cubicBezTo>
                  <a:cubicBezTo>
                    <a:pt x="0" y="32"/>
                    <a:pt x="9" y="41"/>
                    <a:pt x="20" y="41"/>
                  </a:cubicBezTo>
                  <a:cubicBezTo>
                    <a:pt x="32" y="41"/>
                    <a:pt x="41" y="32"/>
                    <a:pt x="41" y="20"/>
                  </a:cubicBezTo>
                  <a:cubicBezTo>
                    <a:pt x="41" y="10"/>
                    <a:pt x="33" y="1"/>
                    <a:pt x="23" y="0"/>
                  </a:cubicBezTo>
                  <a:cubicBezTo>
                    <a:pt x="22" y="0"/>
                    <a:pt x="21" y="0"/>
                    <a:pt x="20"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36" name="Freeform 1240"/>
            <p:cNvSpPr>
              <a:spLocks noEditPoints="1"/>
            </p:cNvSpPr>
            <p:nvPr/>
          </p:nvSpPr>
          <p:spPr bwMode="auto">
            <a:xfrm>
              <a:off x="4540250" y="423862"/>
              <a:ext cx="234950" cy="236538"/>
            </a:xfrm>
            <a:custGeom>
              <a:avLst/>
              <a:gdLst>
                <a:gd name="T0" fmla="*/ 28 w 57"/>
                <a:gd name="T1" fmla="*/ 47 h 57"/>
                <a:gd name="T2" fmla="*/ 10 w 57"/>
                <a:gd name="T3" fmla="*/ 28 h 57"/>
                <a:gd name="T4" fmla="*/ 28 w 57"/>
                <a:gd name="T5" fmla="*/ 10 h 57"/>
                <a:gd name="T6" fmla="*/ 28 w 57"/>
                <a:gd name="T7" fmla="*/ 10 h 57"/>
                <a:gd name="T8" fmla="*/ 47 w 57"/>
                <a:gd name="T9" fmla="*/ 28 h 57"/>
                <a:gd name="T10" fmla="*/ 28 w 57"/>
                <a:gd name="T11" fmla="*/ 47 h 57"/>
                <a:gd name="T12" fmla="*/ 28 w 57"/>
                <a:gd name="T13" fmla="*/ 0 h 57"/>
                <a:gd name="T14" fmla="*/ 0 w 57"/>
                <a:gd name="T15" fmla="*/ 28 h 57"/>
                <a:gd name="T16" fmla="*/ 8 w 57"/>
                <a:gd name="T17" fmla="*/ 48 h 57"/>
                <a:gd name="T18" fmla="*/ 28 w 57"/>
                <a:gd name="T19" fmla="*/ 57 h 57"/>
                <a:gd name="T20" fmla="*/ 48 w 57"/>
                <a:gd name="T21" fmla="*/ 48 h 57"/>
                <a:gd name="T22" fmla="*/ 57 w 57"/>
                <a:gd name="T23" fmla="*/ 28 h 57"/>
                <a:gd name="T24" fmla="*/ 28 w 57"/>
                <a:gd name="T25"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 h="57">
                  <a:moveTo>
                    <a:pt x="28" y="47"/>
                  </a:moveTo>
                  <a:cubicBezTo>
                    <a:pt x="18" y="47"/>
                    <a:pt x="10" y="38"/>
                    <a:pt x="10" y="28"/>
                  </a:cubicBezTo>
                  <a:cubicBezTo>
                    <a:pt x="10" y="18"/>
                    <a:pt x="18" y="10"/>
                    <a:pt x="28" y="10"/>
                  </a:cubicBezTo>
                  <a:cubicBezTo>
                    <a:pt x="28" y="10"/>
                    <a:pt x="28" y="10"/>
                    <a:pt x="28" y="10"/>
                  </a:cubicBezTo>
                  <a:cubicBezTo>
                    <a:pt x="39" y="10"/>
                    <a:pt x="47" y="18"/>
                    <a:pt x="47" y="28"/>
                  </a:cubicBezTo>
                  <a:cubicBezTo>
                    <a:pt x="47" y="38"/>
                    <a:pt x="38" y="47"/>
                    <a:pt x="28" y="47"/>
                  </a:cubicBezTo>
                  <a:moveTo>
                    <a:pt x="28" y="0"/>
                  </a:moveTo>
                  <a:cubicBezTo>
                    <a:pt x="13" y="0"/>
                    <a:pt x="0" y="13"/>
                    <a:pt x="0" y="28"/>
                  </a:cubicBezTo>
                  <a:cubicBezTo>
                    <a:pt x="0" y="36"/>
                    <a:pt x="3" y="43"/>
                    <a:pt x="8" y="48"/>
                  </a:cubicBezTo>
                  <a:cubicBezTo>
                    <a:pt x="13" y="53"/>
                    <a:pt x="20" y="57"/>
                    <a:pt x="28" y="57"/>
                  </a:cubicBezTo>
                  <a:cubicBezTo>
                    <a:pt x="36" y="57"/>
                    <a:pt x="43" y="53"/>
                    <a:pt x="48" y="48"/>
                  </a:cubicBezTo>
                  <a:cubicBezTo>
                    <a:pt x="53" y="43"/>
                    <a:pt x="57" y="36"/>
                    <a:pt x="57" y="28"/>
                  </a:cubicBezTo>
                  <a:cubicBezTo>
                    <a:pt x="57" y="13"/>
                    <a:pt x="44" y="0"/>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37" name="Freeform 1241"/>
            <p:cNvSpPr>
              <a:spLocks noEditPoints="1"/>
            </p:cNvSpPr>
            <p:nvPr/>
          </p:nvSpPr>
          <p:spPr bwMode="auto">
            <a:xfrm>
              <a:off x="4522788" y="407987"/>
              <a:ext cx="269875" cy="269875"/>
            </a:xfrm>
            <a:custGeom>
              <a:avLst/>
              <a:gdLst>
                <a:gd name="T0" fmla="*/ 4 w 65"/>
                <a:gd name="T1" fmla="*/ 32 h 65"/>
                <a:gd name="T2" fmla="*/ 32 w 65"/>
                <a:gd name="T3" fmla="*/ 4 h 65"/>
                <a:gd name="T4" fmla="*/ 61 w 65"/>
                <a:gd name="T5" fmla="*/ 32 h 65"/>
                <a:gd name="T6" fmla="*/ 52 w 65"/>
                <a:gd name="T7" fmla="*/ 52 h 65"/>
                <a:gd name="T8" fmla="*/ 32 w 65"/>
                <a:gd name="T9" fmla="*/ 61 h 65"/>
                <a:gd name="T10" fmla="*/ 12 w 65"/>
                <a:gd name="T11" fmla="*/ 52 h 65"/>
                <a:gd name="T12" fmla="*/ 4 w 65"/>
                <a:gd name="T13" fmla="*/ 32 h 65"/>
                <a:gd name="T14" fmla="*/ 32 w 65"/>
                <a:gd name="T15" fmla="*/ 0 h 65"/>
                <a:gd name="T16" fmla="*/ 31 w 65"/>
                <a:gd name="T17" fmla="*/ 0 h 65"/>
                <a:gd name="T18" fmla="*/ 0 w 65"/>
                <a:gd name="T19" fmla="*/ 32 h 65"/>
                <a:gd name="T20" fmla="*/ 2 w 65"/>
                <a:gd name="T21" fmla="*/ 32 h 65"/>
                <a:gd name="T22" fmla="*/ 0 w 65"/>
                <a:gd name="T23" fmla="*/ 32 h 65"/>
                <a:gd name="T24" fmla="*/ 31 w 65"/>
                <a:gd name="T25" fmla="*/ 65 h 65"/>
                <a:gd name="T26" fmla="*/ 32 w 65"/>
                <a:gd name="T27" fmla="*/ 65 h 65"/>
                <a:gd name="T28" fmla="*/ 35 w 65"/>
                <a:gd name="T29" fmla="*/ 64 h 65"/>
                <a:gd name="T30" fmla="*/ 65 w 65"/>
                <a:gd name="T31" fmla="*/ 32 h 65"/>
                <a:gd name="T32" fmla="*/ 35 w 65"/>
                <a:gd name="T33" fmla="*/ 0 h 65"/>
                <a:gd name="T34" fmla="*/ 32 w 6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5" h="65">
                  <a:moveTo>
                    <a:pt x="4" y="32"/>
                  </a:moveTo>
                  <a:cubicBezTo>
                    <a:pt x="4" y="17"/>
                    <a:pt x="17" y="4"/>
                    <a:pt x="32" y="4"/>
                  </a:cubicBezTo>
                  <a:cubicBezTo>
                    <a:pt x="48" y="4"/>
                    <a:pt x="61" y="17"/>
                    <a:pt x="61" y="32"/>
                  </a:cubicBezTo>
                  <a:cubicBezTo>
                    <a:pt x="61" y="40"/>
                    <a:pt x="57" y="47"/>
                    <a:pt x="52" y="52"/>
                  </a:cubicBezTo>
                  <a:cubicBezTo>
                    <a:pt x="47" y="57"/>
                    <a:pt x="40" y="61"/>
                    <a:pt x="32" y="61"/>
                  </a:cubicBezTo>
                  <a:cubicBezTo>
                    <a:pt x="24" y="61"/>
                    <a:pt x="17" y="57"/>
                    <a:pt x="12" y="52"/>
                  </a:cubicBezTo>
                  <a:cubicBezTo>
                    <a:pt x="7" y="47"/>
                    <a:pt x="4" y="40"/>
                    <a:pt x="4" y="32"/>
                  </a:cubicBezTo>
                  <a:moveTo>
                    <a:pt x="32" y="0"/>
                  </a:moveTo>
                  <a:cubicBezTo>
                    <a:pt x="32" y="0"/>
                    <a:pt x="31" y="0"/>
                    <a:pt x="31" y="0"/>
                  </a:cubicBezTo>
                  <a:cubicBezTo>
                    <a:pt x="14" y="1"/>
                    <a:pt x="0" y="15"/>
                    <a:pt x="0" y="32"/>
                  </a:cubicBezTo>
                  <a:cubicBezTo>
                    <a:pt x="2" y="32"/>
                    <a:pt x="2" y="32"/>
                    <a:pt x="2" y="32"/>
                  </a:cubicBezTo>
                  <a:cubicBezTo>
                    <a:pt x="0" y="32"/>
                    <a:pt x="0" y="32"/>
                    <a:pt x="0" y="32"/>
                  </a:cubicBezTo>
                  <a:cubicBezTo>
                    <a:pt x="0" y="50"/>
                    <a:pt x="14" y="64"/>
                    <a:pt x="31" y="65"/>
                  </a:cubicBezTo>
                  <a:cubicBezTo>
                    <a:pt x="32" y="65"/>
                    <a:pt x="32" y="65"/>
                    <a:pt x="32" y="65"/>
                  </a:cubicBezTo>
                  <a:cubicBezTo>
                    <a:pt x="33" y="65"/>
                    <a:pt x="34" y="64"/>
                    <a:pt x="35" y="64"/>
                  </a:cubicBezTo>
                  <a:cubicBezTo>
                    <a:pt x="52" y="63"/>
                    <a:pt x="65" y="49"/>
                    <a:pt x="65" y="32"/>
                  </a:cubicBezTo>
                  <a:cubicBezTo>
                    <a:pt x="65" y="15"/>
                    <a:pt x="52" y="1"/>
                    <a:pt x="35" y="0"/>
                  </a:cubicBezTo>
                  <a:cubicBezTo>
                    <a:pt x="34" y="0"/>
                    <a:pt x="33" y="0"/>
                    <a:pt x="32"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38" name="Freeform 1242"/>
            <p:cNvSpPr>
              <a:spLocks/>
            </p:cNvSpPr>
            <p:nvPr/>
          </p:nvSpPr>
          <p:spPr bwMode="auto">
            <a:xfrm>
              <a:off x="4581525" y="466725"/>
              <a:ext cx="152400" cy="152400"/>
            </a:xfrm>
            <a:custGeom>
              <a:avLst/>
              <a:gdLst>
                <a:gd name="T0" fmla="*/ 18 w 37"/>
                <a:gd name="T1" fmla="*/ 0 h 37"/>
                <a:gd name="T2" fmla="*/ 18 w 37"/>
                <a:gd name="T3" fmla="*/ 0 h 37"/>
                <a:gd name="T4" fmla="*/ 0 w 37"/>
                <a:gd name="T5" fmla="*/ 18 h 37"/>
                <a:gd name="T6" fmla="*/ 18 w 37"/>
                <a:gd name="T7" fmla="*/ 37 h 37"/>
                <a:gd name="T8" fmla="*/ 37 w 37"/>
                <a:gd name="T9" fmla="*/ 18 h 37"/>
                <a:gd name="T10" fmla="*/ 18 w 37"/>
                <a:gd name="T11" fmla="*/ 0 h 37"/>
              </a:gdLst>
              <a:ahLst/>
              <a:cxnLst>
                <a:cxn ang="0">
                  <a:pos x="T0" y="T1"/>
                </a:cxn>
                <a:cxn ang="0">
                  <a:pos x="T2" y="T3"/>
                </a:cxn>
                <a:cxn ang="0">
                  <a:pos x="T4" y="T5"/>
                </a:cxn>
                <a:cxn ang="0">
                  <a:pos x="T6" y="T7"/>
                </a:cxn>
                <a:cxn ang="0">
                  <a:pos x="T8" y="T9"/>
                </a:cxn>
                <a:cxn ang="0">
                  <a:pos x="T10" y="T11"/>
                </a:cxn>
              </a:cxnLst>
              <a:rect l="0" t="0" r="r" b="b"/>
              <a:pathLst>
                <a:path w="37" h="37">
                  <a:moveTo>
                    <a:pt x="18" y="0"/>
                  </a:moveTo>
                  <a:cubicBezTo>
                    <a:pt x="18" y="0"/>
                    <a:pt x="18" y="0"/>
                    <a:pt x="18" y="0"/>
                  </a:cubicBezTo>
                  <a:cubicBezTo>
                    <a:pt x="8" y="0"/>
                    <a:pt x="0" y="8"/>
                    <a:pt x="0" y="18"/>
                  </a:cubicBezTo>
                  <a:cubicBezTo>
                    <a:pt x="0" y="28"/>
                    <a:pt x="8" y="37"/>
                    <a:pt x="18" y="37"/>
                  </a:cubicBezTo>
                  <a:cubicBezTo>
                    <a:pt x="28" y="37"/>
                    <a:pt x="37" y="28"/>
                    <a:pt x="37" y="18"/>
                  </a:cubicBezTo>
                  <a:cubicBezTo>
                    <a:pt x="37" y="8"/>
                    <a:pt x="29" y="0"/>
                    <a:pt x="18"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332" name="任意多边形 1331"/>
          <p:cNvSpPr/>
          <p:nvPr/>
        </p:nvSpPr>
        <p:spPr>
          <a:xfrm flipH="1">
            <a:off x="6210685" y="-2222504"/>
            <a:ext cx="1422400" cy="260350"/>
          </a:xfrm>
          <a:custGeom>
            <a:avLst/>
            <a:gdLst>
              <a:gd name="connsiteX0" fmla="*/ 1422400 w 1422400"/>
              <a:gd name="connsiteY0" fmla="*/ 0 h 260350"/>
              <a:gd name="connsiteX1" fmla="*/ 1339850 w 1422400"/>
              <a:gd name="connsiteY1" fmla="*/ 76200 h 260350"/>
              <a:gd name="connsiteX2" fmla="*/ 95250 w 1422400"/>
              <a:gd name="connsiteY2" fmla="*/ 76200 h 260350"/>
              <a:gd name="connsiteX3" fmla="*/ 0 w 1422400"/>
              <a:gd name="connsiteY3" fmla="*/ 139700 h 260350"/>
              <a:gd name="connsiteX4" fmla="*/ 0 w 1422400"/>
              <a:gd name="connsiteY4" fmla="*/ 260350 h 260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2400" h="260350">
                <a:moveTo>
                  <a:pt x="1422400" y="0"/>
                </a:moveTo>
                <a:lnTo>
                  <a:pt x="1339850" y="76200"/>
                </a:lnTo>
                <a:lnTo>
                  <a:pt x="95250" y="76200"/>
                </a:lnTo>
                <a:lnTo>
                  <a:pt x="0" y="139700"/>
                </a:lnTo>
                <a:lnTo>
                  <a:pt x="0" y="260350"/>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1339" name="椭圆 1338"/>
          <p:cNvSpPr/>
          <p:nvPr/>
        </p:nvSpPr>
        <p:spPr>
          <a:xfrm>
            <a:off x="8999355" y="593746"/>
            <a:ext cx="152383" cy="15238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1340" name="椭圆 1339"/>
          <p:cNvSpPr/>
          <p:nvPr/>
        </p:nvSpPr>
        <p:spPr>
          <a:xfrm>
            <a:off x="9656773" y="837447"/>
            <a:ext cx="152383" cy="15238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sp>
        <p:nvSpPr>
          <p:cNvPr id="1341" name="椭圆 1340"/>
          <p:cNvSpPr/>
          <p:nvPr/>
        </p:nvSpPr>
        <p:spPr>
          <a:xfrm>
            <a:off x="9031330" y="206386"/>
            <a:ext cx="152383" cy="15238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1">
              <a:latin typeface="+mj-lt"/>
            </a:endParaRPr>
          </a:p>
        </p:txBody>
      </p:sp>
      <p:grpSp>
        <p:nvGrpSpPr>
          <p:cNvPr id="640" name="组合 639"/>
          <p:cNvGrpSpPr/>
          <p:nvPr/>
        </p:nvGrpSpPr>
        <p:grpSpPr>
          <a:xfrm>
            <a:off x="4149053" y="10787569"/>
            <a:ext cx="2677722" cy="868099"/>
            <a:chOff x="4596482" y="2845676"/>
            <a:chExt cx="1309414" cy="424503"/>
          </a:xfrm>
        </p:grpSpPr>
        <p:grpSp>
          <p:nvGrpSpPr>
            <p:cNvPr id="646" name="组合 645"/>
            <p:cNvGrpSpPr/>
            <p:nvPr/>
          </p:nvGrpSpPr>
          <p:grpSpPr>
            <a:xfrm>
              <a:off x="4635501" y="2921945"/>
              <a:ext cx="1209535" cy="324784"/>
              <a:chOff x="4635501" y="2921945"/>
              <a:chExt cx="1209535" cy="324784"/>
            </a:xfrm>
          </p:grpSpPr>
          <p:sp>
            <p:nvSpPr>
              <p:cNvPr id="649" name="矩形 648"/>
              <p:cNvSpPr/>
              <p:nvPr/>
            </p:nvSpPr>
            <p:spPr>
              <a:xfrm>
                <a:off x="4729036" y="3225842"/>
                <a:ext cx="1116000" cy="7200"/>
              </a:xfrm>
              <a:prstGeom prst="rect">
                <a:avLst/>
              </a:prstGeom>
              <a:solidFill>
                <a:schemeClr val="tx1"/>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latin typeface="+mj-lt"/>
                </a:endParaRPr>
              </a:p>
            </p:txBody>
          </p:sp>
          <p:sp>
            <p:nvSpPr>
              <p:cNvPr id="650" name="矩形 649"/>
              <p:cNvSpPr/>
              <p:nvPr/>
            </p:nvSpPr>
            <p:spPr>
              <a:xfrm rot="2700000">
                <a:off x="4621714" y="3180129"/>
                <a:ext cx="126000" cy="7200"/>
              </a:xfrm>
              <a:prstGeom prst="rect">
                <a:avLst/>
              </a:prstGeom>
              <a:solidFill>
                <a:schemeClr val="tx1"/>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latin typeface="+mj-lt"/>
                </a:endParaRPr>
              </a:p>
            </p:txBody>
          </p:sp>
          <p:sp>
            <p:nvSpPr>
              <p:cNvPr id="651" name="矩形 650"/>
              <p:cNvSpPr/>
              <p:nvPr/>
            </p:nvSpPr>
            <p:spPr>
              <a:xfrm rot="16200000">
                <a:off x="4531101" y="3026345"/>
                <a:ext cx="216000" cy="7200"/>
              </a:xfrm>
              <a:prstGeom prst="rect">
                <a:avLst/>
              </a:prstGeom>
              <a:solidFill>
                <a:schemeClr val="tx1"/>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latin typeface="+mj-lt"/>
                </a:endParaRPr>
              </a:p>
            </p:txBody>
          </p:sp>
        </p:grpSp>
        <p:sp>
          <p:nvSpPr>
            <p:cNvPr id="647" name="Oval 35"/>
            <p:cNvSpPr>
              <a:spLocks noChangeAspect="1" noChangeArrowheads="1"/>
            </p:cNvSpPr>
            <p:nvPr/>
          </p:nvSpPr>
          <p:spPr bwMode="auto">
            <a:xfrm rot="2718230">
              <a:off x="4596482" y="2845676"/>
              <a:ext cx="82800" cy="82800"/>
            </a:xfrm>
            <a:prstGeom prst="ellipse">
              <a:avLst/>
            </a:prstGeom>
            <a:solidFill>
              <a:schemeClr val="tx1"/>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4000">
                <a:latin typeface="+mj-lt"/>
              </a:endParaRPr>
            </a:p>
          </p:txBody>
        </p:sp>
        <p:sp>
          <p:nvSpPr>
            <p:cNvPr id="648" name="Oval 35"/>
            <p:cNvSpPr>
              <a:spLocks noChangeAspect="1" noChangeArrowheads="1"/>
            </p:cNvSpPr>
            <p:nvPr/>
          </p:nvSpPr>
          <p:spPr bwMode="auto">
            <a:xfrm rot="2718230">
              <a:off x="5823096" y="3187379"/>
              <a:ext cx="82800" cy="82800"/>
            </a:xfrm>
            <a:prstGeom prst="ellipse">
              <a:avLst/>
            </a:pr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4000">
                <a:latin typeface="+mj-lt"/>
              </a:endParaRPr>
            </a:p>
          </p:txBody>
        </p:sp>
      </p:grpSp>
      <p:grpSp>
        <p:nvGrpSpPr>
          <p:cNvPr id="1103" name="组合 1102"/>
          <p:cNvGrpSpPr/>
          <p:nvPr/>
        </p:nvGrpSpPr>
        <p:grpSpPr>
          <a:xfrm>
            <a:off x="3806196" y="2353365"/>
            <a:ext cx="1296068" cy="2130935"/>
            <a:chOff x="4024117" y="1533875"/>
            <a:chExt cx="1025525" cy="1686121"/>
          </a:xfrm>
        </p:grpSpPr>
        <p:sp>
          <p:nvSpPr>
            <p:cNvPr id="1106" name="Freeform 28"/>
            <p:cNvSpPr>
              <a:spLocks/>
            </p:cNvSpPr>
            <p:nvPr/>
          </p:nvSpPr>
          <p:spPr bwMode="auto">
            <a:xfrm rot="2718230">
              <a:off x="3974111" y="1890541"/>
              <a:ext cx="1125538" cy="1025525"/>
            </a:xfrm>
            <a:custGeom>
              <a:avLst/>
              <a:gdLst>
                <a:gd name="T0" fmla="*/ 0 w 709"/>
                <a:gd name="T1" fmla="*/ 0 h 646"/>
                <a:gd name="T2" fmla="*/ 0 w 709"/>
                <a:gd name="T3" fmla="*/ 240 h 646"/>
                <a:gd name="T4" fmla="*/ 403 w 709"/>
                <a:gd name="T5" fmla="*/ 646 h 646"/>
                <a:gd name="T6" fmla="*/ 709 w 709"/>
                <a:gd name="T7" fmla="*/ 646 h 646"/>
              </a:gdLst>
              <a:ahLst/>
              <a:cxnLst>
                <a:cxn ang="0">
                  <a:pos x="T0" y="T1"/>
                </a:cxn>
                <a:cxn ang="0">
                  <a:pos x="T2" y="T3"/>
                </a:cxn>
                <a:cxn ang="0">
                  <a:pos x="T4" y="T5"/>
                </a:cxn>
                <a:cxn ang="0">
                  <a:pos x="T6" y="T7"/>
                </a:cxn>
              </a:cxnLst>
              <a:rect l="0" t="0" r="r" b="b"/>
              <a:pathLst>
                <a:path w="709" h="646">
                  <a:moveTo>
                    <a:pt x="0" y="0"/>
                  </a:moveTo>
                  <a:lnTo>
                    <a:pt x="0" y="240"/>
                  </a:lnTo>
                  <a:lnTo>
                    <a:pt x="403" y="646"/>
                  </a:lnTo>
                  <a:lnTo>
                    <a:pt x="709" y="646"/>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07" name="Oval 29"/>
            <p:cNvSpPr>
              <a:spLocks noChangeArrowheads="1"/>
            </p:cNvSpPr>
            <p:nvPr/>
          </p:nvSpPr>
          <p:spPr bwMode="auto">
            <a:xfrm rot="2718230">
              <a:off x="4427126" y="1533081"/>
              <a:ext cx="187325" cy="188913"/>
            </a:xfrm>
            <a:prstGeom prst="ellipse">
              <a:avLst/>
            </a:pr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109" name="Oval 30"/>
            <p:cNvSpPr>
              <a:spLocks noChangeArrowheads="1"/>
            </p:cNvSpPr>
            <p:nvPr/>
          </p:nvSpPr>
          <p:spPr bwMode="auto">
            <a:xfrm rot="2718230">
              <a:off x="4418949" y="3031083"/>
              <a:ext cx="188913" cy="188913"/>
            </a:xfrm>
            <a:prstGeom prst="ellipse">
              <a:avLst/>
            </a:pr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96" name="Oval 31"/>
            <p:cNvSpPr>
              <a:spLocks noChangeArrowheads="1"/>
            </p:cNvSpPr>
            <p:nvPr/>
          </p:nvSpPr>
          <p:spPr bwMode="auto">
            <a:xfrm rot="2718230">
              <a:off x="4073901" y="1986686"/>
              <a:ext cx="307975" cy="307975"/>
            </a:xfrm>
            <a:prstGeom prst="ellipse">
              <a:avLst/>
            </a:pr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297" name="Oval 32"/>
            <p:cNvSpPr>
              <a:spLocks noChangeArrowheads="1"/>
            </p:cNvSpPr>
            <p:nvPr/>
          </p:nvSpPr>
          <p:spPr bwMode="auto">
            <a:xfrm rot="2718230">
              <a:off x="4135683" y="2045106"/>
              <a:ext cx="188913" cy="1889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grpSp>
        <p:nvGrpSpPr>
          <p:cNvPr id="1298" name="组合 1297"/>
          <p:cNvGrpSpPr/>
          <p:nvPr/>
        </p:nvGrpSpPr>
        <p:grpSpPr>
          <a:xfrm>
            <a:off x="7059664" y="2371299"/>
            <a:ext cx="1422465" cy="2133340"/>
            <a:chOff x="6969549" y="1548067"/>
            <a:chExt cx="1125538" cy="1688024"/>
          </a:xfrm>
        </p:grpSpPr>
        <p:sp>
          <p:nvSpPr>
            <p:cNvPr id="1299" name="Freeform 33"/>
            <p:cNvSpPr>
              <a:spLocks/>
            </p:cNvSpPr>
            <p:nvPr/>
          </p:nvSpPr>
          <p:spPr bwMode="auto">
            <a:xfrm rot="2718230">
              <a:off x="7018761" y="1855859"/>
              <a:ext cx="1027113" cy="1125538"/>
            </a:xfrm>
            <a:custGeom>
              <a:avLst/>
              <a:gdLst>
                <a:gd name="T0" fmla="*/ 0 w 647"/>
                <a:gd name="T1" fmla="*/ 0 h 709"/>
                <a:gd name="T2" fmla="*/ 244 w 647"/>
                <a:gd name="T3" fmla="*/ 0 h 709"/>
                <a:gd name="T4" fmla="*/ 647 w 647"/>
                <a:gd name="T5" fmla="*/ 404 h 709"/>
                <a:gd name="T6" fmla="*/ 647 w 647"/>
                <a:gd name="T7" fmla="*/ 709 h 709"/>
              </a:gdLst>
              <a:ahLst/>
              <a:cxnLst>
                <a:cxn ang="0">
                  <a:pos x="T0" y="T1"/>
                </a:cxn>
                <a:cxn ang="0">
                  <a:pos x="T2" y="T3"/>
                </a:cxn>
                <a:cxn ang="0">
                  <a:pos x="T4" y="T5"/>
                </a:cxn>
                <a:cxn ang="0">
                  <a:pos x="T6" y="T7"/>
                </a:cxn>
              </a:cxnLst>
              <a:rect l="0" t="0" r="r" b="b"/>
              <a:pathLst>
                <a:path w="647" h="709">
                  <a:moveTo>
                    <a:pt x="0" y="0"/>
                  </a:moveTo>
                  <a:lnTo>
                    <a:pt x="244" y="0"/>
                  </a:lnTo>
                  <a:lnTo>
                    <a:pt x="647" y="404"/>
                  </a:lnTo>
                  <a:lnTo>
                    <a:pt x="647" y="709"/>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00" name="Oval 34"/>
            <p:cNvSpPr>
              <a:spLocks noChangeArrowheads="1"/>
            </p:cNvSpPr>
            <p:nvPr/>
          </p:nvSpPr>
          <p:spPr bwMode="auto">
            <a:xfrm rot="2718230">
              <a:off x="7463867" y="1545686"/>
              <a:ext cx="188913" cy="193675"/>
            </a:xfrm>
            <a:prstGeom prst="ellipse">
              <a:avLst/>
            </a:pr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01" name="Oval 35"/>
            <p:cNvSpPr>
              <a:spLocks noChangeArrowheads="1"/>
            </p:cNvSpPr>
            <p:nvPr/>
          </p:nvSpPr>
          <p:spPr bwMode="auto">
            <a:xfrm rot="2718230">
              <a:off x="7454233" y="3047178"/>
              <a:ext cx="188913" cy="188913"/>
            </a:xfrm>
            <a:prstGeom prst="ellipse">
              <a:avLst/>
            </a:pr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03" name="Oval 36"/>
            <p:cNvSpPr>
              <a:spLocks noChangeArrowheads="1"/>
            </p:cNvSpPr>
            <p:nvPr/>
          </p:nvSpPr>
          <p:spPr bwMode="auto">
            <a:xfrm rot="2718230">
              <a:off x="7686367" y="2391341"/>
              <a:ext cx="307975" cy="304800"/>
            </a:xfrm>
            <a:prstGeom prst="ellipse">
              <a:avLst/>
            </a:prstGeom>
            <a:solidFill>
              <a:srgbClr val="FFFFFF"/>
            </a:solidFill>
            <a:ln w="15875"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sz="1901">
                <a:latin typeface="+mj-lt"/>
              </a:endParaRPr>
            </a:p>
          </p:txBody>
        </p:sp>
        <p:sp>
          <p:nvSpPr>
            <p:cNvPr id="1306" name="Oval 37"/>
            <p:cNvSpPr>
              <a:spLocks noChangeArrowheads="1"/>
            </p:cNvSpPr>
            <p:nvPr/>
          </p:nvSpPr>
          <p:spPr bwMode="auto">
            <a:xfrm rot="2718230">
              <a:off x="7748137" y="2450419"/>
              <a:ext cx="188913" cy="1889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901">
                <a:latin typeface="+mj-lt"/>
              </a:endParaRPr>
            </a:p>
          </p:txBody>
        </p:sp>
      </p:grpSp>
      <p:sp>
        <p:nvSpPr>
          <p:cNvPr id="1308" name="文本框 1307"/>
          <p:cNvSpPr txBox="1"/>
          <p:nvPr/>
        </p:nvSpPr>
        <p:spPr>
          <a:xfrm>
            <a:off x="4671061" y="2905658"/>
            <a:ext cx="2709942" cy="769441"/>
          </a:xfrm>
          <a:prstGeom prst="rect">
            <a:avLst/>
          </a:prstGeom>
          <a:noFill/>
        </p:spPr>
        <p:txBody>
          <a:bodyPr wrap="square" rtlCol="0">
            <a:spAutoFit/>
          </a:bodyPr>
          <a:lstStyle/>
          <a:p>
            <a:pPr algn="ctr"/>
            <a:r>
              <a:rPr lang="tr-TR" altLang="zh-CN" sz="4400" b="1" dirty="0">
                <a:solidFill>
                  <a:schemeClr val="bg1"/>
                </a:solidFill>
                <a:latin typeface="+mj-lt"/>
                <a:ea typeface="方正清刻本悦宋简体" panose="02000000000000000000" pitchFamily="2" charset="-122"/>
              </a:rPr>
              <a:t>THANKS!</a:t>
            </a:r>
            <a:endParaRPr lang="zh-CN" altLang="en-US" sz="4400" b="1" dirty="0">
              <a:solidFill>
                <a:schemeClr val="bg1"/>
              </a:solidFill>
              <a:latin typeface="+mj-lt"/>
              <a:ea typeface="方正清刻本悦宋简体" panose="02000000000000000000" pitchFamily="2" charset="-122"/>
            </a:endParaRPr>
          </a:p>
        </p:txBody>
      </p:sp>
    </p:spTree>
    <p:extLst>
      <p:ext uri="{BB962C8B-B14F-4D97-AF65-F5344CB8AC3E}">
        <p14:creationId xmlns:p14="http://schemas.microsoft.com/office/powerpoint/2010/main" val="4878043"/>
      </p:ext>
    </p:extLst>
  </p:cSld>
  <p:clrMapOvr>
    <a:masterClrMapping/>
  </p:clrMapOvr>
  <mc:AlternateContent xmlns:mc="http://schemas.openxmlformats.org/markup-compatibility/2006" xmlns:p14="http://schemas.microsoft.com/office/powerpoint/2010/main">
    <mc:Choice Requires="p14">
      <p:transition spd="slow" p14:dur="1200" advClick="0" advTm="2000">
        <p14:prism/>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103"/>
                                        </p:tgtEl>
                                        <p:attrNameLst>
                                          <p:attrName>style.visibility</p:attrName>
                                        </p:attrNameLst>
                                      </p:cBhvr>
                                      <p:to>
                                        <p:strVal val="visible"/>
                                      </p:to>
                                    </p:set>
                                    <p:animEffect transition="in" filter="wipe(left)">
                                      <p:cBhvr>
                                        <p:cTn id="7" dur="250"/>
                                        <p:tgtEl>
                                          <p:spTgt spid="1103"/>
                                        </p:tgtEl>
                                      </p:cBhvr>
                                    </p:animEffect>
                                  </p:childTnLst>
                                </p:cTn>
                              </p:par>
                              <p:par>
                                <p:cTn id="8" presetID="22" presetClass="entr" presetSubtype="2" fill="hold" nodeType="withEffect">
                                  <p:stCondLst>
                                    <p:cond delay="0"/>
                                  </p:stCondLst>
                                  <p:childTnLst>
                                    <p:set>
                                      <p:cBhvr>
                                        <p:cTn id="9" dur="1" fill="hold">
                                          <p:stCondLst>
                                            <p:cond delay="0"/>
                                          </p:stCondLst>
                                        </p:cTn>
                                        <p:tgtEl>
                                          <p:spTgt spid="1298"/>
                                        </p:tgtEl>
                                        <p:attrNameLst>
                                          <p:attrName>style.visibility</p:attrName>
                                        </p:attrNameLst>
                                      </p:cBhvr>
                                      <p:to>
                                        <p:strVal val="visible"/>
                                      </p:to>
                                    </p:set>
                                    <p:animEffect transition="in" filter="wipe(right)">
                                      <p:cBhvr>
                                        <p:cTn id="10" dur="250"/>
                                        <p:tgtEl>
                                          <p:spTgt spid="1298"/>
                                        </p:tgtEl>
                                      </p:cBhvr>
                                    </p:animEffect>
                                  </p:childTnLst>
                                </p:cTn>
                              </p:par>
                              <p:par>
                                <p:cTn id="11" presetID="8" presetClass="entr" presetSubtype="32" fill="hold" grpId="0" nodeType="withEffect">
                                  <p:stCondLst>
                                    <p:cond delay="250"/>
                                  </p:stCondLst>
                                  <p:childTnLst>
                                    <p:set>
                                      <p:cBhvr>
                                        <p:cTn id="12" dur="1" fill="hold">
                                          <p:stCondLst>
                                            <p:cond delay="0"/>
                                          </p:stCondLst>
                                        </p:cTn>
                                        <p:tgtEl>
                                          <p:spTgt spid="1314"/>
                                        </p:tgtEl>
                                        <p:attrNameLst>
                                          <p:attrName>style.visibility</p:attrName>
                                        </p:attrNameLst>
                                      </p:cBhvr>
                                      <p:to>
                                        <p:strVal val="visible"/>
                                      </p:to>
                                    </p:set>
                                    <p:animEffect transition="in" filter="diamond(out)">
                                      <p:cBhvr>
                                        <p:cTn id="13" dur="500"/>
                                        <p:tgtEl>
                                          <p:spTgt spid="1314"/>
                                        </p:tgtEl>
                                      </p:cBhvr>
                                    </p:animEffect>
                                  </p:childTnLst>
                                </p:cTn>
                              </p:par>
                              <p:par>
                                <p:cTn id="14" presetID="8" presetClass="entr" presetSubtype="32" fill="hold" grpId="0" nodeType="withEffect">
                                  <p:stCondLst>
                                    <p:cond delay="750"/>
                                  </p:stCondLst>
                                  <p:childTnLst>
                                    <p:set>
                                      <p:cBhvr>
                                        <p:cTn id="15" dur="1" fill="hold">
                                          <p:stCondLst>
                                            <p:cond delay="0"/>
                                          </p:stCondLst>
                                        </p:cTn>
                                        <p:tgtEl>
                                          <p:spTgt spid="1308"/>
                                        </p:tgtEl>
                                        <p:attrNameLst>
                                          <p:attrName>style.visibility</p:attrName>
                                        </p:attrNameLst>
                                      </p:cBhvr>
                                      <p:to>
                                        <p:strVal val="visible"/>
                                      </p:to>
                                    </p:set>
                                    <p:animEffect transition="in" filter="diamond(out)">
                                      <p:cBhvr>
                                        <p:cTn id="16" dur="500"/>
                                        <p:tgtEl>
                                          <p:spTgt spid="1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4" grpId="0" animBg="1"/>
      <p:bldP spid="1308"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线条动画ppt"/>
</p:tagLst>
</file>

<file path=ppt/theme/theme1.xml><?xml version="1.0" encoding="utf-8"?>
<a:theme xmlns:a="http://schemas.openxmlformats.org/drawingml/2006/main" name="Electronic Card Presentation Template www.templates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12282</TotalTime>
  <Words>1216</Words>
  <Application>Microsoft Office PowerPoint</Application>
  <PresentationFormat>Widescreen</PresentationFormat>
  <Paragraphs>611</Paragraphs>
  <Slides>48</Slides>
  <Notes>14</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48</vt:i4>
      </vt:variant>
    </vt:vector>
  </HeadingPairs>
  <TitlesOfParts>
    <vt:vector size="62" baseType="lpstr">
      <vt:lpstr>微软雅黑</vt:lpstr>
      <vt:lpstr>宋体</vt:lpstr>
      <vt:lpstr>Arial</vt:lpstr>
      <vt:lpstr>Baskerville Old Face</vt:lpstr>
      <vt:lpstr>Calibri</vt:lpstr>
      <vt:lpstr>Cambria</vt:lpstr>
      <vt:lpstr>Cambria Math</vt:lpstr>
      <vt:lpstr>方正舒体</vt:lpstr>
      <vt:lpstr>Noto Sans Symbols</vt:lpstr>
      <vt:lpstr>Times New Roman</vt:lpstr>
      <vt:lpstr>Wingdings</vt:lpstr>
      <vt:lpstr>方正正黑简体</vt:lpstr>
      <vt:lpstr>方正清刻本悦宋简体</vt:lpstr>
      <vt:lpstr>Electronic Card Presentation Template www.templatesppt.com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Templatesppt.com</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Electronic Card Presentation Template</dc:title>
  <dc:subject/>
  <dc:creator>Templatesppt.com</dc:creator>
  <cp:keywords>Electronic Card Presentation Template</cp:keywords>
  <dc:description>Electronic Card Presentation Template
www.Templatesppt.com</dc:description>
  <cp:lastModifiedBy>Microsoft account</cp:lastModifiedBy>
  <cp:revision>300</cp:revision>
  <dcterms:created xsi:type="dcterms:W3CDTF">2015-08-03T12:59:01Z</dcterms:created>
  <dcterms:modified xsi:type="dcterms:W3CDTF">2026-05-04T14:54:19Z</dcterms:modified>
  <cp:category>Electronic</cp:category>
</cp:coreProperties>
</file>